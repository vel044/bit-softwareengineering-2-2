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8"/>
  </p:notes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309" r:id="rId43"/>
    <p:sldId id="310" r:id="rId44"/>
    <p:sldId id="311" r:id="rId45"/>
    <p:sldId id="312" r:id="rId46"/>
    <p:sldId id="313" r:id="rId47"/>
    <p:sldId id="314" r:id="rId48"/>
    <p:sldId id="315" r:id="rId49"/>
    <p:sldId id="316" r:id="rId50"/>
    <p:sldId id="317" r:id="rId51"/>
    <p:sldId id="318" r:id="rId52"/>
    <p:sldId id="319" r:id="rId53"/>
    <p:sldId id="320" r:id="rId54"/>
    <p:sldId id="321" r:id="rId55"/>
    <p:sldId id="322" r:id="rId56"/>
    <p:sldId id="323" r:id="rId57"/>
    <p:sldId id="324" r:id="rId58"/>
    <p:sldId id="325" r:id="rId59"/>
    <p:sldId id="326" r:id="rId60"/>
    <p:sldId id="327" r:id="rId61"/>
    <p:sldId id="328" r:id="rId62"/>
    <p:sldId id="329" r:id="rId63"/>
    <p:sldId id="330" r:id="rId64"/>
    <p:sldId id="331" r:id="rId65"/>
    <p:sldId id="332" r:id="rId66"/>
    <p:sldId id="333" r:id="rId67"/>
    <p:sldId id="334" r:id="rId68"/>
    <p:sldId id="335" r:id="rId69"/>
    <p:sldId id="336" r:id="rId70"/>
    <p:sldId id="337" r:id="rId71"/>
    <p:sldId id="338" r:id="rId72"/>
    <p:sldId id="339" r:id="rId73"/>
    <p:sldId id="340" r:id="rId74"/>
    <p:sldId id="341" r:id="rId75"/>
    <p:sldId id="342" r:id="rId76"/>
    <p:sldId id="343" r:id="rId77"/>
    <p:sldId id="344" r:id="rId78"/>
    <p:sldId id="345" r:id="rId79"/>
    <p:sldId id="346" r:id="rId80"/>
    <p:sldId id="347" r:id="rId81"/>
    <p:sldId id="348" r:id="rId82"/>
    <p:sldId id="349" r:id="rId83"/>
    <p:sldId id="350" r:id="rId84"/>
    <p:sldId id="351" r:id="rId85"/>
    <p:sldId id="352" r:id="rId86"/>
    <p:sldId id="353" r:id="rId87"/>
    <p:sldId id="354" r:id="rId88"/>
    <p:sldId id="355" r:id="rId89"/>
    <p:sldId id="356" r:id="rId90"/>
    <p:sldId id="357" r:id="rId91"/>
    <p:sldId id="358" r:id="rId92"/>
    <p:sldId id="359" r:id="rId93"/>
    <p:sldId id="360" r:id="rId94"/>
    <p:sldId id="361" r:id="rId95"/>
    <p:sldId id="362" r:id="rId96"/>
    <p:sldId id="363" r:id="rId97"/>
    <p:sldId id="364" r:id="rId98"/>
    <p:sldId id="365" r:id="rId99"/>
    <p:sldId id="366" r:id="rId100"/>
    <p:sldId id="369" r:id="rId101"/>
    <p:sldId id="370" r:id="rId102"/>
    <p:sldId id="371" r:id="rId103"/>
    <p:sldId id="372" r:id="rId104"/>
    <p:sldId id="373" r:id="rId105"/>
    <p:sldId id="374" r:id="rId106"/>
    <p:sldId id="375" r:id="rId107"/>
    <p:sldId id="376" r:id="rId108"/>
    <p:sldId id="377" r:id="rId109"/>
    <p:sldId id="378" r:id="rId110"/>
    <p:sldId id="379" r:id="rId111"/>
    <p:sldId id="380" r:id="rId112"/>
    <p:sldId id="381" r:id="rId113"/>
    <p:sldId id="382" r:id="rId114"/>
    <p:sldId id="383" r:id="rId115"/>
    <p:sldId id="384" r:id="rId116"/>
    <p:sldId id="385" r:id="rId117"/>
    <p:sldId id="386" r:id="rId118"/>
    <p:sldId id="387" r:id="rId119"/>
    <p:sldId id="388" r:id="rId120"/>
    <p:sldId id="389" r:id="rId121"/>
    <p:sldId id="390" r:id="rId122"/>
    <p:sldId id="391" r:id="rId123"/>
    <p:sldId id="392" r:id="rId124"/>
    <p:sldId id="397" r:id="rId125"/>
    <p:sldId id="398" r:id="rId126"/>
    <p:sldId id="399" r:id="rId127"/>
  </p:sldIdLst>
  <p:sldSz cx="9906000" cy="6858000" type="A4"/>
  <p:notesSz cx="9906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52" y="5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0:39.1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53,'14'2,"0"-1,-1 2,1 0,-1 0,0 2,0-1,14 9,-8-5,0-1,29 8,302 55,-230-35,-35-8,-16-9,367 104,-219-68,33 11,5 28,153 51,-381-138,1 0,40 2,-36-5,44 10,-8 2,1-4,112 6,142-17,-163-2,644 1,-1582 1,367 32,46-1,252-32,-1-5,-133-24,-218-64,232 43,-11 12,188 34,0 2,-73 6,126-2,7 2,120 44,128 40,4-10,4-12,421 50,619-72,-835-69,-389 16,95-26,71-33,-196 55,297-113,-338 125,62-30,-61 28,1 0,-1 0,1-1,-2 0,1 0,9-11,-13 14,-1 1,0-1,0 0,0 0,0 0,0 1,0-1,0 0,-1 0,1-1,-1 1,0 0,1 0,-1 0,0 0,0 0,0 0,0 0,-1-1,1 1,-1 0,1 0,-1 0,0 0,0 0,1 0,-1 1,-1-1,1 0,0 0,-3-2,-3-4,0 1,0 1,-1-1,0 1,-13-7,-181-93,100 57,32 18,-1 3,-106-25,176 52,-386-80,-10 32,-503-2,701 44,-218-37,-38-9,312 40,-467-23,220 13,446 34,271 48,-34-6,1281 152,15-153,-1518-54,0-3,98-18,121-31,-197 39,162-4,-419 20,-23-1,-62-4,-2197-18,2363 22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0:41.8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0 203,'22'1,"-1"1,31 6,0 1,626 53,-357-39,9 5,1138 77,-719-83,-30-1,-438-2,54 1,-328-20,0 0,1 0,-1 0,0-1,10-3,-17 4,0 0,1 0,-1 0,1 0,-1 0,1 0,-1 0,0 0,1-1,-1 1,0 0,1 0,-1 0,0-1,1 1,-1 0,0-1,1 1,-1 0,0-1,0 1,1 0,-1-1,0 1,0 0,0-1,1 1,-1-1,0 1,0 0,0-1,0 0,-9-10,-24-7,9 8,-2 2,1 1,-30-4,40 8,-764-125,-15 32,-1146-29,1667 120,-64-13,249 8,-47-3,112 12,-1 1,1 1,-37 6,26 4,34-11,-1 0,0 1,1-1,-1 0,1 0,-1 1,0-1,1 0,-1 1,1-1,-1 1,1-1,-1 0,1 1,0-1,-1 1,1 0,0-1,-1 1,1-1,0 1,-1-1,1 1,0 0,0-1,0 1,0 0,0-1,-1 1,1 0,0-1,0 1,1-1,-1 1,0 0,0-1,0 1,0 0,1-1,-1 1,0-1,0 1,1 0,-1-1,0 1,1-1,-1 1,1 0,4 3,0-1,0 1,0-1,0 0,1-1,-1 1,1-1,0 0,0 0,0-1,7 2,-1 0,328 63,-269-54,399 48,0-21,-355-31,1876 46,-974-56,-621 2,-392 0,6 1,1-2,0 1,-1-1,20-5,-28 5,-1 1,0 0,1-1,-1 0,0 1,0-1,1 0,-1 1,0-1,0 0,0 0,0 0,0 0,0 0,0 0,-1 0,1 0,0 0,0-2,-1 1,1 0,-1 0,0 0,0 1,-1-1,1 0,0 0,-1 1,1-1,-1 0,1 0,-1 1,0-1,1 0,-1 1,0-1,0 1,0 0,-2-3,-2 0,1-1,-1 0,1 1,-1 0,-1 0,1 1,-9-5,-45-19,55 25,-64-23,-1 2,-76-14,-144-15,250 46,-21-3,8 2,0-2,1-2,-69-25,77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0:43.5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0 290,'20'0,"0"1,0 0,-1 2,1 0,37 11,34 12,143 21,-187-39,148 19,237 4,200-30,-549-3,540-10,311-3,1272 15,-1026 1,-1179-1,0 0,0 1,1-1,-1 0,0 0,1 0,-1 0,0 0,1-1,-1 1,0 0,1-1,-1 1,0 0,0-1,1 0,-1 1,1-2,-3 1,0 0,0-1,0 1,0 0,0 0,0 0,0 0,0 0,-1 0,1 0,-1 0,1 0,-2 0,-26-16,0 1,-1 2,-1 1,0 2,-38-9,9 7,-114-10,10 11,-197-20,135 0,-205-26,-571-75,941 124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0:45.4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0 561,'374'22,"-135"-3,908 18,10-33,-863-5,2429-2,-2674 4,92 15,-122-12,-30-2,-43-5,-260-45,41-5,-84-18,-928-153,869 168,64 8,73 11,213 28,-207-33,249 38,1-2,1 0,-1-2,1 0,-22-13,37 18,0 0,-1 1,1-1,-1 1,1 1,-1 0,1 0,-13 0,-5 1,-33 6,16-1,-476 61,309-22,27-4,103-27,-148 4,188-17,23 2,40 6,216 32,-231-39,241 31,97 4,89 3,1250 92,519 46,-2097-167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0:46.7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2,'869'-1,"1078"3,-1643 2,-53 3,-153-2,1 3,-2 6,0 3,102 33,-97-21,1-5,133 15,215-6,-63-25,75 3,-436-10,-24-2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0:47.7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0 250,'1041'-1,"1119"3,-1224 63,-842-47,-63-11,0-1,1-1,33 0,20-10,158-30,-148 19,599-122,-630 125,35-9,205-76,-251 82,-15 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0:58.7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38,'1'-3,"1"1,-1 0,1 0,-1 0,1 0,0 0,0 0,0 0,0 1,0-1,1 1,-1-1,0 1,1 0,-1 0,1 0,-1 0,1 0,-1 0,5 0,5 0,-1 1,1-1,18 3,-6 0,658 3,-425-6,-232 1,36-5,-31-1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0:59.9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0,'30'3,"0"0,0 2,-1 2,50 17,-41-13,64 22,60 16,-133-40,0 1,-1 2,27 15,-15-7,-26-14,0-1,-1-1,2 0,-1 0,0-2,22 2,88-3,-80-3,71 2,-34 1,0-4,123-19,-157 12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1:00.6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0,'4'0,"11"0,30 0,11 0,6 0,-4 0,2 0,0 0,-11 5,-8 1,-12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1:01.8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0,'49'1,"-1"2,0 2,0 2,82 22,-83-17,1-3,1-1,82 1,31 2,109 3,-239-12,0 1,0 2,38 11,-31-7,59 6,-26-7,-46-2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1:10.9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145 293,'625'24,"-2"30,-347-29,1319 77,108-90,9-35,-1420 18,832-59,-11-74,-914 107,514-57,-503 80,211-15,-203 0,353-27,-72 4,-466 41,-32 3,-9 1,-75-1,-133 1,-150 2,-137 5,-140 8,-102 4,-94-2,-2522 13,-17-31,3088 2,280 0,-14 0,-1-1,0 0,-34-8,30 4,0 1,-34 0,11 2,-1220-53,1270 55,-47 1,49-1,0 0,0 0,0 0,0 0,0 0,0 0,0 0,0 0,0 1,0-1,0 0,0 0,0 0,0 0,0 0,1 0,-1 0,0 0,0 1,0-1,0 0,0 0,0 0,-1 0,1 0,0 0,0 0,0 0,0 1,0-1,0 0,0 0,0 0,0 0,0 0,0 0,0 0,0 0,0 0,0 0,0 1,-1-1,1 0,0 0,0 0,0 0,0 0,0 0,0 0,0 0,0 0,-1 0,32 9,101 16,100 21,100 15,76 4,1540 141,15-134,1208-58,-2784-11,-53 5,-64 4,-235-11,976 32,-870-33,408 3,-3 36,-473-29,209 16,-249-26,1-1,0-2,0-1,-1-1,0-2,42-15,49-22,232-49,-316 87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1:19.3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289 0,'2'1,"1"-1,-1 1,1-1,-1 1,1 0,-1 0,1 0,-1 1,0-1,4 3,6 3,50 23,1-3,122 34,142 10,-227-57,160 2,-163-13,-85-1,0 0,-1 1,1 0,-1 0,1 2,-1-1,0 1,17 12,16 6,10 5,-34-16,1-2,24 9,-8-7,0-3,1-1,75 6,117-10,-84-4,-190 2,0 2,0 2,-49 14,30-7,-9 2,-72 24,96-25,-65 10,-3 0,25-1,-265 61,227-58,0 5,-148 58,243-76,0-1,-1-1,-1-2,1-1,-2-2,-56 2,15-10,-53 1,126 2,1-1,0 1,-1 0,1 0,0 0,0 1,0 0,-6 2,10-3,-1-1,0 1,1-1,-1 1,0-1,1 1,-1-1,1 1,-1 0,1-1,-1 1,1 0,-1 0,1-1,0 1,-1 0,1 0,0-1,0 1,0 1,0-1,0 1,0-1,1 0,-1 0,0 1,1-1,-1 0,1 0,0 0,-1 0,1 0,0 0,0 0,0 0,-1 0,1 0,2 1,7 5,0 0,1-1,0-1,0 1,1-2,-1 0,14 3,1 2,-14-5,437 129,-188-84,2-11,272 2,398-39,-872-2,-47 0,-13-1,-18-5,8 4,-74-29,1-4,-115-71,114 63,-90-33,52 25,-59-26,-106-51,128 58,-45-24,-35-36,193 106,-1 1,-98-33,129 52,-130-49,144 54,0 0,0-1,0 1,0-1,-1 1,1-1,0 1,0-1,0 0,0 1,0-1,0 0,0 0,1 0,-1 0,0 0,0 0,1 0,-2-2,3 2,0 1,0-1,1 0,-1 1,0-1,0 0,1 1,-1 0,0-1,1 1,-1 0,0 0,1-1,-1 1,1 0,-1 1,0-1,1 0,1 1,355 33,-163-10,225 14,133 14,222 8,-698-59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1:22.8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1480 436,'-2'-2,"1"0,0 1,-1-1,1 0,-1 0,0 1,1-1,-1 1,0 0,0-1,0 1,0 0,-4-2,-34-8,32 9,-224-48,22 6,-585-182,742 212,38 10,0 1,0-2,0 0,-26-13,41 17,-1 1,0 0,0-1,0 1,1-1,-1 1,0-1,1 0,-1 1,0-1,1 0,-1 1,1-1,-1 0,1 0,-1 0,1 1,-1-1,1-1,0 1,0 0,1 1,-1-1,1 1,-1-1,1 1,-1-1,1 1,-1-1,1 1,-1-1,1 1,-1-1,1 1,0 0,-1 0,1-1,0 1,-1 0,1 0,0 0,-1-1,1 1,0 0,0 0,0 0,33-3,1 0,-1 3,51 4,-57-2,267 26,93 4,-340-31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1:23.9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0,'19'22,"-1"1,0 1,23 44,33 84,-63-129,14 31,224 535,-86-140,-91-236,23 61,-79-233,1 1,-17-41,-1-6,-9-26,-26-105,-22-159,52 261,-38-324,24 2,11 174,39 302,36 190,21 88,-18-95,-51-205,6 109,-21 51,-10-201,7-56,0 0,0 0,0 0,0 0,0 0,0 0,-1 1,1-1,0 0,-1 0,1 0,-1 0,1 0,-1-1,0 1,1 0,-1 0,0 0,0 0,1-1,-1 1,0 0,0-1,0 1,0-1,0 1,0-1,-2 1,1-1,0 0,0-1,0 0,0 1,0-1,1 0,-1 0,0 0,0 0,0 0,1-1,-1 1,1 0,-3-3,-10-12,0-1,1 0,1-1,-19-37,25 44,-41-79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1:27.0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1,'14'1,"0"0,0 1,0 0,24 9,20 3,66 5,133 3,134-14,-308-7,1433-2,-1487 0,-111 11,-71 8,-376 69,-3 22,56-10,435-91,-24 4,-115 36,173-46,1 0,1 1,-1 0,0 0,1 0,-1 0,1 1,0 0,-8 8,12-11,1 0,-1 1,0-1,0 0,1 0,-1 0,1 0,-1 1,1-1,0 0,0 0,-1 1,1-1,0 0,0 1,0-1,0 0,1 3,0-2,0 0,0 1,0-1,0 0,0 0,0 0,1 0,-1 0,1-1,0 1,0 0,-1-1,4 3,24 15,1-1,58 26,-5-3,-9-3,2-4,0-3,3-4,102 23,46-5,-58-12,-167-33,7 1,0 1,-1 0,0 0,1 1,-1 0,0 0,0 1,12 7,-20-10,0-1,0 0,0 0,1 0,-1 0,0 0,0 1,0-1,0 0,0 0,0 0,1 0,-1 1,0-1,0 0,0 0,0 0,0 1,0-1,0 0,0 0,0 0,0 1,0-1,0 0,0 0,0 0,0 1,0-1,0 0,0 0,0 0,0 1,-1-1,-12 4,-69-7,-763-102,550 61,227 34,47 5,49 6,969 26,-919-27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1:32.7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80,'12'0,"0"-2,0 1,19-6,21-3,589-23,-341 27,101-13,-383 18,-16 1,-3-1,-28 1,-145 10,-272 8,357-17,-246-3,205-12,129 14,-1 0,0 0,1 0,-1 0,0 0,0 0,1 0,-1 1,0-1,1 1,-1-1,1 1,-1 0,0 0,-1 1,3-2,-1 1,1-1,-1 1,1 0,0-1,-1 1,1 0,0 0,-1-1,1 1,0 0,0-1,0 1,0 0,0 0,0-1,0 1,0 0,0 0,0-1,0 1,0 0,1 1,2 5,0-1,1 1,0-1,0 1,8 7,-9-10,44 53,3-2,3-2,2-3,74 54,-114-94,-1 1,0 1,-1 0,0 1,-1 0,15 23,-23-31,-1 1,0-1,-1 1,1 0,-1 0,0 0,-1 0,1 0,-1 1,0-1,-1 0,0 1,0-1,0 0,-1 1,1-1,-2 0,1 0,-1 1,0-1,-4 9,0-3,0 0,-1-1,-1 1,0-1,0-1,-1 0,-10 10,-76 56,26-23,68-52,-1 0,0 1,0-1,1 1,-1 0,0 0,1 0,-1 0,-1 3,3-4,0 0,-1 0,1 0,0 0,0 0,0 0,0 0,0 0,0 0,0 0,1 0,-1 0,0 0,1 0,-1 0,0 0,1 0,-1 0,1-1,-1 1,1 0,0 0,-1 0,1-1,0 1,1 1,6 5,0-1,0 0,1 0,-1-1,14 7,59 21,28 5,1-5,2-5,1-5,1-5,1-5,192-3,-300-10,17 0,0-2,0 0,0-1,31-8,-53 10,1 0,-1 0,1 0,-1 0,0-1,1 1,-1-1,0 1,3-4,-4 4,-1 1,1-1,-1 0,1 1,-1-1,1 0,-1 0,0 1,1-1,-1 0,0 0,0 0,0 1,0-1,1 0,-1 0,0 0,0 1,-1-1,1 0,0-1,-1-1,-1 1,1 0,-1-1,1 1,-1 0,0 0,0 0,0 0,0 0,0 1,0-1,-1 1,1-1,0 1,-1 0,-3-2,-47-17,-109-27,45 15,-256-62,70 20,294 71,-39-13,46 16,0-1,0 0,0-1,0 1,0 0,0 0,0-1,0 1,1-1,-1 0,0 1,1-1,0 0,-1 0,1 0,0 0,-1-3,1 3,1 0,0 0,0 0,0 0,0 0,1 0,-1 0,0 0,1 0,-1 0,1 0,0 0,0 0,-1 0,1 0,1 1,-1-1,0 0,0 0,1 1,-1-1,2-1,7-5,-1-1,17-10,-25 18,82-52,113-53,-134 74,79-39,190-69,141-47,-435 167,-31 16,1 0,0 1,-1-1,1 1,1 0,-1 1,0 0,8-1,-12 3,0 0,0 1,0-1,0 1,-1 0,1 0,0 0,-1 0,1 0,-1 1,1-1,-1 1,1-1,-1 1,0 0,0 0,0 0,0 0,0 1,-1-1,1 0,-1 1,3 4,2 4,0 2,-1-1,6 21,-6-15,0 0,-2 0,0 1,0 24,-3-32,0-1,-1 1,0-1,-1 0,0 0,-1 0,0 0,0 0,-8 14,-4 1,-1-1,-1-1,-1 0,-1-1,-40 37,15-23,-1-1,-52 30,52-37,-68 30,95-50,-1-1,-1-1,1-1,-1-1,0 0,-35 1,-258-7,115-2,78 5,-243-12,323 6,-1-1,-62-19,62 13,4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2:21.4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3851 917,'134'0,"31"0,84 0,78 0,57 0,102 1,96 8,110 8,276 12,1836 42,-2272-65,-145-3,-141-3,-121-6,-101 0,-24 6,0-1,0 1,0 0,1 0,-1 0,0 0,0 0,0 0,0-1,0 1,1 0,-1 0,0 0,0-1,0 1,0 0,0 0,0 0,0-1,0 1,0 0,0 0,0 0,0-1,0 1,0 0,0 0,0 0,0-1,0 1,0 0,0 0,0 0,0-1,0 1,0 0,0 0,0 0,-1-1,1 1,0 0,0 0,0 0,0 0,0-1,-1 1,1 0,0 0,0 0,-1 0,-8-5,0 0,0 1,-1 1,-13-4,-558-147,367 102,-555-130,-20 30,-262 19,-6 52,-1130-61,1825 111,101 4,193 21,24 2,-81-18,115 18,16 1,14 0,0 2,0 0,0 1,26 4,-13-1,134 12,60 9,57 7,72 6,74 2,71 1,2773 98,-3245-137,39-4,-86-2,-1 2,0 0,-20 0,-227-21,-191-13,-197-10,-168 0,-169 7,-2294-43,2259 66,153 6,207 6,220 2,204 4,194 1,42 1,10 1,114 25,131 21,146 19,139 13,120 11,1721 143,57-141,-11-103,-1880-6,-111-5,-102-5,-131 3,240-57,-218 36,-213 42,16-4,-22 4,0 0,0 0,0 0,0 0,0 0,0 0,0 0,0 0,0 0,0 0,0 0,0 0,0 0,0 0,0 0,0 0,0 0,0 0,0 0,-1 0,1 0,0-1,0 1,0 0,0 0,0 0,0 0,0 0,0 0,0 0,0 0,0 0,0 0,0 0,0 0,0 0,0 0,0 0,0 0,1-1,-1 1,0 0,0 0,0 0,0 0,0 0,0 0,0 0,0 0,0 0,0 0,0 0,0 0,-18-3,-119-9,-135-7,-165-8,-156-3,-129 5,-128 6,-3201-4,3894 25,132 1,25-1,7 1,94 22,115 18,121 15,123 12,104 4,119-6,79-7,87-11,96-12,1542 10,-1943-41,435 6,-80-3,-105-3,-129-7,-149-6,-159-7,-145-3,-200 15,1 0,-1-1,1 0,20-7,-33 8,0 1,1 0,-1 0,0 0,0 0,0 0,0 0,0 0,1-1,-1 1,0 0,0 0,0 0,0 0,0 0,0-1,0 1,0 0,0 0,1 0,-1 0,0-1,0 1,0 0,0 0,0 0,0-1,0 1,0 0,0 0,0 0,0-1,-1 1,1 0,0 0,0 0,0 0,0-1,0 1,0 0,0 0,0 0,0 0,-1 0,1-1,0 1,0 0,0 0,0 0,0 0,-1 0,1 0,0 0,0 0,0 0,0-1,-1 1,1 0,0 0,0 0,0 0,-1 0,-30-9,-129-13,-149-1,-173 1,-216 3,-195 5,-132 3,-123-3,-4058-45,4675 53,51 1,626 5,116 5,142 8,140 12,133 13,120 11,115 4,4943 141,-5542-193,-161-6,-151 5,0 0,0 0,0 0,0 0,0 0,0 0,0 0,0 0,0-1,0 1,0-1,0 1,0 0,0-1,1-1,-2 2,-1-1,0 0,1 1,-1-1,0 0,0 1,0 0,0-1,0 1,1-1,-1 1,0 0,0 0,0-1,-2 1,-114-21,-135-8,-141-5,-138-5,-127-6,-1664-107,1536 106,63 9,120 5,164 6,186 8,209 12,44 6,0 0,0 0,0 0,0 0,0 0,0 0,0 0,0 0,0 0,0 0,0 0,0 0,0 0,1 0,-1 0,0 0,0 0,0 0,0 0,0 0,0 0,0 0,0 0,0 0,0 0,0 0,0-1,0 1,0 0,0 0,0 0,0 0,0 0,0 0,0 0,0 0,0 0,0 0,0 0,0 0,0 0,0-1,0 1,0 0,0 0,0 0,0 0,0 0,0 0,0 0,19-2,231 2,258 12,256 11,250 13,183 9,124 4,47 0,-45-4,-143-8,-218-11,-270-10,-271-10,-385-6,0-1,64-11,-89 7,-10 0,-3 3,0 1,0-1,0 1,0 0,0 0,0 0,0 0,0 0,-4-1,-68-18,-145-20,71 16,-146-39,-89-15,-280-13,-5 24,-280-33,-952-103,1550 170,52 1,67 6,11 0,241 28,0 2,26 8,23 6,159 35,100 19,1440 203,-1345-235,-76-13,-100-10,-155-13,-66-3,-24-1,-10-2,-173-17,-177-9,-159-2,-135 5,-89 7,-2527-4,2649 27,167 2,138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2:25.2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0,'191'1,"9"3,77 2,-37 0,1935 32,-2111-37,-64-1,0 0,0 0,0 0,0 0,0 0,0 0,0 0,0-1,1 1,-1 0,0 0,0 0,0 0,0 0,0 0,0 0,0 0,1 0,-1 0,0 0,0 0,0 0,0 0,0 0,0 0,0 0,1 0,-1 1,0-1,0 0,0 0,0 0,0 0,0 0,0 0,0 0,0 0,1 0,-1 0,0 0,0 1,0-1,0 0,0 0,0 0,0 0,0 0,0 0,0 0,0 0,0 1,0-1,0 0,0 0,0 0,0 0,0 0,0 0,0 1,0-1,0 0,0 0,0 0,-15 5,-276 43,171-30,-409 50,-192 34,606-78,33-6,-124 11,189-28,1-1,-1-1,1-1,-1 0,-24-7,-72-32,37 12,52 22,-1 0,1 2,-2 1,-39-2,-106 8,67 1,-85-3,207 0,6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2:30.5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1032 1939,'663'0,"-640"-1,0-1,-1-1,1-1,-1-1,0-1,0-1,41-19,3-8,67-46,-69 39,172-102,-233 141,5-2,1-2,-1 1,0-1,0 0,0-1,-1 1,11-15,-17 20,-1 0,1 1,-1-1,0 0,1 1,-1-1,0 0,1 0,-1 1,0-1,0 0,0 0,0 1,0-1,0 0,0 0,0 1,0-1,0 0,0 0,-1 0,1 1,0-1,-1 0,1 1,-1-2,0 1,0 0,0 0,-1 0,1 0,0 0,0 0,-1 0,1 1,-1-1,1 1,0-1,-1 1,-2-1,-20-2,0 2,0 1,0 0,0 2,-27 5,29-4,-159 28,101-15,-129 8,81-12,-18 1,-208-13,320 2,1 1,-1 2,-38 11,31-7,-61 7,-200-13,166-5,124 2,1 0,-1-1,1 0,0-1,0 0,0-1,0-1,0 1,0-2,1 1,-11-8,14 9,-7-5,-1 0,-25-21,35 25,1 0,0 0,0-1,0 0,1 0,0 0,-1 0,2 0,-1-1,1 1,-4-11,-12-56,2 0,-8-99,17 91,-12-110,-5 79,15 79,1 0,-3-43,-7-96,14 144,1-1,2 0,1 0,1 1,6-42,3-12,-2-112,-7 186,-3 90,0 225,21-2,11-152,-18-97,9 84,-19-74,-2-45,0 0,2 0,0-1,2 1,0-1,12 36,0-15,-2 1,-2 0,14 89,-22-97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3:11.1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201 319,'0'-1,"0"1,0-1,0 1,0-1,0 1,0-1,1 1,-1-1,0 1,0-1,0 1,1 0,-1-1,0 1,1-1,-1 1,0 0,1-1,-1 1,0 0,1-1,-1 1,1 0,-1 0,0-1,1 1,-1 0,1 0,0-1,24-3,259-5,-190 9,1850-2,-1001 3,-908-2,0-2,53-10,69-26,-19 5,48 3,207-6,-259 27,915-36,5 46,-441 3,405-50,-318 13,-100 49,-205-3,-382-11,-23-1,-19 1,-16 7,-52 15,-4 2,-23 1,-229 35,-21-41,-2-23,90 0,-732 3,723 19,144-7,-801 10,634-34,-44-2,-1148 29,1304-10,-1450 2,1006-9,487 3,-192-2,133-18,210 18,181 16,47 9,443 39,1590 17,-1629-69,-346-4,189-8,-65-1,130-9,-347 5,656 17,-378 2,487-10,-639-4,-191 7,151 25,-64-4,-29-15,-35-4,-100-3,45 12,-45-8,42 4,316-7,-274-8,-454-24,-694-60,2 36,563 30,150 6,-981-59,1021 49,-206-22,389 42,-135 11,136-2,-533 42,171-10,-1028-1,594-36,798 4,-141 25,53-4,84-16,1 5,-135 38,189-43,0-2,-68 5,14-1,45-5,-181 27,216-32,7 2,17 2,30 4,-12-2,34 11,-36-9,46 8,263 19,-210-10,-92-17,1 0,65 3,111 1,60 0,-225-13,-30-2,-1 2,0 0,0 1,0 2,0 0,0 1,21 7,-16-3,0 0,0-2,1-2,45 4,-41-5,446 20,-26-2,-410-17,454 24,986-30,-932 2,-210 12,-75-1,870-7,-625-5,77-21,0-25,308-17,-416 63,-252 3,-177-2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3:56.2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29,'46'-2,"53"-10,26-1,302 11,-220 4,-180-2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3:58.4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0 161,'819'0,"-802"-1,-1-1,0-1,0 0,29-10,27-6,59 6,-94 11,-1-2,0 0,57-17,-28 3,0 1,99-10,137 14,-145 14,-120-1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4:02.1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1 109,'0'-1,"0"1,0-1,0 0,1 1,-1-1,0 1,1-1,-1 1,1-1,-1 1,0-1,1 1,-1-1,1 1,-1-1,1 1,-1 0,1-1,0 1,-1 0,1 0,-1-1,1 1,0 0,-1 0,2 0,21-4,-18 3,189-10,-66 6,-47 1,111-12,-168 11,45-15,-48 13,0 1,34-5,50 4,131 7,-95 3,-104-3,-32 0,-22 0,-1022 0,1004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4:03.8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1,'5'0,"10"0,16 0,8 4,9 2,7 0,8 8,5 1,-3-2,-4-2,-9-4,-3-3,-5-2,-2-2,-4 0,2 4,-7 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4:04.4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0,'18'0,"14"0,21 0,28 0,36 0,25 9,16 3,-2-1,-13-2,-18-2,-21-3,-23-2,-27-1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4:05.3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0 122,'5'0,"19"0,19 0,25-9,19-3,4 1,4-3,8 1,5 3,7 4,1 1,4 3,-5 2,-9-9,-17-3,-16 2,-19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4:12.2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1,'4'0,"11"0,7 0,10 0,2 0,6 0,-1 4,3 2,-1-1,1 0,-2-2,1-1,-2-1,2-1,-7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4:12.7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1,'5'0,"10"0,16 0,16 0,5 0,7 0,3 0,-6 0,2 0,0 0,-5 0,-3 0,-10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4:14.5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55,'624'-15,"-344"5,2229-20,-2470 30,236 6,-214 0,-47-3,-13 0,-24 3,-181 19,16-3,-56 1,-2513 151,2596-165,149-9,0 1,1 1,-1 0,1 1,-17 6,27-9,1 0,-1 0,1 1,-1-1,0 0,1 0,0 1,-1-1,1 1,-1-1,1 1,-1-1,1 0,0 1,-1-1,1 1,0 0,0-1,-1 1,1-1,0 1,0-1,0 1,0 0,-1-1,1 1,0 0,1 0,-1 1,1-1,0 1,-1-1,1 0,0 0,0 0,-1 1,1-1,0 0,0 0,0 0,2 1,10 7,0 0,0-2,0 1,21 7,92 31,1-5,162 31,-111-39,229 12,181-36,-513-11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4:26.2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55,'333'16,"-241"-11,0-4,102-12,39-1,-175 9,85-17,-18 3,449 3,-365 16,30 8,327 8,-423-19,658 0,-778 2,1 0,0 2,37 10,67 26,-91-26,44 15,-47-14,0-3,0 0,1-2,62 7,-29-14,-48-3,-1 2,1 0,-1 1,1 1,-1 0,20 7,-7 2,-5-1,2-2,55 12,-67-18,0 1,0 1,-1 0,1 1,-2 1,1 0,-1 1,0 1,0 0,-1 1,15 14,41 29,3-3,2-3,111 50,-161-86,-18-9,-1 0,0 0,0 1,-1 0,1 0,-1 1,10 7,-15-11,0 0,1 0,-1 0,0 1,0-1,0 0,0 0,0 0,1 0,-1 1,0-1,0 0,0 0,0 0,0 0,0 1,0-1,1 0,-1 0,0 1,0-1,0 0,0 0,0 0,0 1,0-1,0 0,0 0,0 0,0 1,-1-1,1 0,0 0,0 0,0 1,0-1,0 0,0 0,0 0,0 1,-1-1,1 0,0 0,0 0,0 0,0 0,-1 1,1-1,0 0,0 0,0 0,0 0,-1 0,1 0,0 0,0 0,-1 0,1 0,0 0,0 0,0 0,-1 0,1 0,0 0,-17 0,-44-10,1-3,1-3,-80-32,-85-23,-78 28,244 37,-152-25,43 6,-89 3,220 16,0-1,1-1,-58-23,-99-54,125 54,53 24,-6-1,1-1,1-1,-1 0,-31-25,104 63,802 464,-706-418,244 84,172 1,-477-143,-65-13,0 1,-1 1,0 0,0 2,34 15,-51-18,1 0,-1 1,1-1,-1 1,-1 0,1 1,-1-1,0 1,0 0,0 1,-1-1,4 9,-5-3,-11-9,-21-14,25 9,-154-68,-103-44,-330-89,116 34,404 141,2-3,1-4,-111-75,152 92,-59-27,-1-2,-35-20,336 216,-78-50,-97-74,47 21,-4-3,129 68,-45-26,-104-51,1-4,2-2,110 32,-146-54,-26-7,-7-3,-13-6,-411-182,-20 41,338 117,-157-44,245 76,21 2,1 0,0 0,0 0,0 0,0 0,0 0,-1 0,1 1,0-1,0 0,0 0,0 0,0 0,0 0,0 0,-1 1,1-1,0 0,0 0,0 0,0 0,0 1,0-1,0 0,0 0,0 0,0 0,0 0,0 1,0-1,0 0,0 0,0 0,0 0,0 1,0-1,0 0,0 0,0 0,1 0,-1 1,0-1,0 0,0 0,0 0,0 0,0 0,0 0,1 0,-1 1,0-1,29 24,-25-21,107 70,-45-31,12 9,155 76,-105-73,260 71,-312-105,301 69,-330-82,-47-7,0 0,0 1,1-1,-1 0,0 0,1 0,-1 0,0 0,1 0,-1 0,0 0,1 0,-1 0,1 0,-1 0,0 0,1 0,-1 0,0 0,1 0,-1 0,0 0,1 0,-1-1,0 1,0 0,1 0,-1 0,0-1,1 1,-1 0,0 0,1-1,-11-7,-20-9,-175-53,132 48,-187-54,-241-85,170 47,306 107,-163-47,167 49,20 6,4 2,37 19,-30-17,158 82,-79-38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17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24575,'0'4'0,"0"15"0,0 14 0,9 14 0,3 13 0,-1 10 0,-2 6 0,-2 3 0,1-6 0,1-2 0,-3-5 0,-1-9 0,-2-5 0,-2-6 0,0-12-8191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18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1 983 24575,'0'-104'0,"4"-1"0,32-185 0,-26 246 0,2 1 0,2 1 0,29-64 0,-29 78 0,2 0 0,1 2 0,0 0 0,2 1 0,42-43 0,-55 62 0,-1 1 0,1 0 0,1 0 0,-1 1 0,1 0 0,0 0 0,14-6 0,-18 9 0,0 0 0,0 0 0,0 1 0,1-1 0,-1 1 0,0-1 0,0 1 0,1 0 0,-1 0 0,0 1 0,1-1 0,-1 1 0,0-1 0,0 1 0,0 0 0,0 0 0,0 0 0,0 1 0,0-1 0,0 1 0,5 3 0,35 37 0,-9-9 0,-24-25 0,-1 1 0,0 0 0,0 0 0,-1 1 0,-1 0 0,1 0 0,-2 1 0,1 0 0,-2 0 0,1 0 0,-1 1 0,-1 0 0,0 0 0,-1 0 0,0 0 0,-1 1 0,1 16 0,-2-18 0,-1 0 0,0 1 0,-1-1 0,0 0 0,0 0 0,-5 15 0,5-23 0,0 0 0,0 1 0,-1-1 0,0 0 0,1 1 0,-1-1 0,0 0 0,0 0 0,-1-1 0,1 1 0,-1 0 0,1-1 0,-1 1 0,0-1 0,0 0 0,0 0 0,0 0 0,0 0 0,0-1 0,-1 1 0,1-1 0,0 0 0,-6 1 0,2 0 28,0-1-1,0 0 0,0-1 0,0 0 1,0 0-1,0-1 0,-1 0 1,1 0-1,0 0 0,1-1 1,-11-4-1,-3-2-319,1-2 0,-26-16 0,22 12-525,-6-3-6009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19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20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0 24575,'17'1'0,"0"1"0,0 0 0,0 1 0,0 1 0,-1 0 0,1 2 0,-1 0 0,0 0 0,-1 2 0,0 0 0,26 17 0,7 11 0,-2 2 0,43 46 0,-16-15 0,-65-61 0,0 0 0,-1 1 0,0-1 0,0 2 0,-1-1 0,0 1 0,-1 0 0,0 0 0,0 0 0,-1 1 0,-1 0 0,0-1 0,3 20 0,-1 8 0,-3-1 0,-3 68 0,0-69 0,0-7 0,-2 0 0,0-1 0,-2 1 0,-13 43 0,11-52 0,-1 0 0,0-1 0,-2 0 0,0 0 0,-2-1 0,0 0 0,-14 16 0,18-25 0,-16 21 0,-3-2 0,-39 35 0,59-56 0,-1-1 0,1 0 0,-2-1 0,1 0 0,0 0 0,-1-1 0,0 0 0,0 0 0,-1-1 0,1 0 0,0-1 0,-1 0 0,0-1 0,-18 1 0,19-3 0,-1-1 0,1 0 0,0 0 0,0-1 0,0 0 0,0-1 0,1 0 0,0 0 0,-1-1 0,1 0 0,-7-6 0,-12-11 0,-39-39 0,-37-54 0,89 97 0,1-1 0,1 0 0,0-1 0,-15-37 0,22 40 0,0-1 0,1 1 0,0-1 0,-1-32 0,5-74 0,1 81 0,4-209 0,-3 229 69,1 1-1,0-1 0,2 1 0,14-40 1,-15 51-225,0-1 1,2 1 0,-1 0 0,1 1 0,1-1 0,0 1 0,0 0-1,1 1 1,1 0 0,12-12 0,7 2-6671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21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24575,'0'5'0,"5"10"0,10 16 0,3 16 0,2 14 0,12 23 0,10 11 0,-3 3 0,-4-1 0,2-5 0,-6-13 0,-7-10 0,-9-14 0,-7-6 0,-4-11-8191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23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1500 24575,'-4'-5'0,"0"0"0,1 0 0,-1 0 0,1-1 0,0 1 0,0-1 0,0 0 0,-1-8 0,-3-3 0,-30-73 0,-3-5 0,-46-165 0,79 229 0,0-2 0,2 1 0,2-1 0,1 0 0,1 0 0,2 1 0,1-1 0,2 0 0,11-46 0,-3 39 0,2 1 0,1 1 0,2 0 0,43-70 0,-27 60 0,1 2 0,2 1 0,42-40 0,-63 70 0,1 1 0,0 0 0,1 1 0,1 1 0,32-17 0,-42 25 0,1 0 0,-1 1 0,1 0 0,0 0 0,0 1 0,0 0 0,0 0 0,1 1 0,-1 1 0,0 0 0,0 0 0,1 0 0,-1 1 0,0 1 0,13 2 0,-16-1 0,-1 0 0,1-1 0,-1 2 0,1-1 0,-1 1 0,0 0 0,0 0 0,0 0 0,-1 0 0,0 1 0,1 0 0,-2 0 0,1 0 0,0 0 0,-1 1 0,3 7 0,1 1 0,-1 1 0,-1 0 0,0 0 0,-1 0 0,3 23 0,1 52 0,-8 167 0,-3-140 0,2-68-1365,1-9-5461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24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24575,'-4'5'0,"-7"1"0,0 0-8191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25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587 354 24575,'53'74'0,"-27"-38"0,32 55 0,-29-32 0,37 109 0,4 67 0,-53-172 0,-14-54 0,1 3 0,0 1 0,-1-1 0,-1 0 0,0 1 0,-1 0 0,0 24 0,-1-34 0,-1-1 0,1 0 0,-1 1 0,1-1 0,-1 0 0,0 1 0,0-1 0,0 0 0,-1 0 0,1 0 0,0 0 0,-1 0 0,1 0 0,-1 0 0,0 0 0,1-1 0,-1 1 0,0-1 0,0 1 0,0-1 0,0 0 0,-1 1 0,1-1 0,0 0 0,0-1 0,-1 1 0,1 0 0,0-1 0,-6 1 0,-4 1 0,0-2 0,0 0 0,0 0 0,-20-3 0,-43-10 0,1-3 0,-136-47 0,159 43 0,1-2 0,-52-30 0,94 46 0,0 0 0,0 0 0,0 0 0,1-1 0,0 0 0,1-1 0,-1 0 0,1 0 0,1 0 0,-1 0 0,2-1 0,-5-10 0,-5-14 0,-18-69 0,26 78 0,-62-265 0,58 227 0,3-1 0,2-107 0,5 158 0,1 0 0,0 1 0,0-1 0,2 1 0,-1 0 0,2 0 0,-1 0 0,10-19 0,-9 24 0,-1 1 0,1-1 0,0 1 0,0 0 0,1 0 0,-1 1 0,1-1 0,0 1 0,1 0 0,-1 0 0,1 1 0,-1 0 0,1 0 0,0 0 0,0 0 0,11-2 0,9-1 0,1 0 0,-1 2 0,1 2 0,0 0 0,0 1 0,0 2 0,0 1 0,-1 1 0,1 1 0,-1 1 0,0 2 0,0 0 0,37 17 0,-40-10-1365,-6 2-5461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26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24575,'0'19'0,"1"16"0,-2-1 0,-8 49 0,-51 332 0,30-178 0,12-85 0,1 246 0,18-371-682,-5 35-1,-1-33-6143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29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1183 24575,'1'-23'0,"1"-1"0,1 1 0,1 0 0,1 1 0,1-1 0,10-23 0,63-126 0,183-269 0,-258 436 0,225-305 0,-222 301 0,-1 1 0,2 1 0,-1 0 0,1 0 0,0 0 0,13-7 0,-19 12 0,1 1 0,0-1 0,0 1 0,1 0 0,-1 0 0,0 0 0,0 0 0,0 1 0,1-1 0,-1 1 0,0 0 0,1 0 0,-1 0 0,0 0 0,1 0 0,-1 1 0,0-1 0,0 1 0,0 0 0,1 0 0,-1 1 0,0-1 0,4 3 0,2 2 0,0 0 0,0 1 0,-1 0 0,0 0 0,0 1 0,-1 0 0,0 0 0,0 1 0,6 10 0,-5-5 0,-1 1 0,0 1 0,0-1 0,-2 1 0,5 21 0,-1 13 0,-3 1 0,1 96 0,-7-144 0,2 124 0,-26 221 0,23-341 0,0 0 0,0 0 0,-1-1 0,0 1 0,-1-1 0,1 0 0,-1 1 0,-6 9 0,8-14 0,-1-1 0,0 1 0,1 0 0,-1 0 0,0-1 0,0 1 0,0-1 0,0 1 0,0-1 0,0 0 0,0 0 0,0 0 0,-1 0 0,1 0 0,0-1 0,-1 1 0,1-1 0,0 1 0,-1-1 0,1 0 0,-1 0 0,1 0 0,0 0 0,-1 0 0,1-1 0,-4 0 0,-6-3 0,-1-1 0,1 0 0,0-1 0,1 0 0,0-1 0,-15-12 0,3 3 0,-5-3 0,2-1 0,1-1 0,-39-43 0,-55-81 0,114 139 0,-25-29-1365,2 8-5461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29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24575,'0'-9'0,"9"-3"0,3 1-8191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30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0 290 24575,'1'0'0,"0"-1"0,0 1 0,0-1 0,0 1 0,0-1 0,-1 1 0,1-1 0,0 0 0,-1 1 0,1-1 0,0 0 0,-1 1 0,1-1 0,-1 0 0,1 0 0,-1 0 0,1 0 0,-1 0 0,0 0 0,1 1 0,-1-1 0,0-2 0,3-4 0,0 3 0,1 0 0,-1 0 0,0 0 0,1 1 0,0-1 0,0 1 0,0 0 0,0 0 0,1 1 0,4-3 0,52-22 0,-49 22 0,20-6 0,1 3 0,0 0 0,0 2 0,0 1 0,44 0 0,77-12 0,92-44 340,18-3-2045,-212 55-5121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30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0 737 24575,'5'-4'0,"19"-6"0,32-11 0,34-15 0,38-5 0,28-11 0,29-8 0,32-4-1706,33-9 1706,1-1 0,-16 7 0,-15 3 0,-23 2 0,-32 12 0,-39 14 0,-41 14-6485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32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 24575,'12'0'0,"-1"2"0,1-1 0,-1 1 0,0 1 0,0 0 0,0 0 0,0 2 0,-1-1 0,0 1 0,0 0 0,0 1 0,11 8 0,2 4 0,0 2 0,-2 0 0,29 33 0,-44-45 0,0-1 0,-1 0 0,0 1 0,-1 0 0,0 0 0,0 0 0,-1 1 0,5 16 0,-3-1 0,3 47 0,0 2 0,-3-45 0,23 166 0,-25-160 0,-2 0 0,-1 0 0,-8 59 0,5-78 0,-1-1 0,0 1 0,-1-1 0,0 0 0,-14 25 0,-45 59 0,37-59 0,17-24 0,-1-1 0,0 1 0,-1-2 0,-1 0 0,-16 13 0,23-21 0,0-1 0,0 0 0,0 0 0,-1 0 0,1-1 0,-1 0 0,0-1 0,0 1 0,0-2 0,0 1 0,-1 0 0,1-1 0,0-1 0,-1 1 0,-10-2 0,6 0 0,-1-1 0,1 0 0,-1-1 0,1-1 0,0 0 0,0 0 0,1-1 0,-1-1 0,1 0 0,1 0 0,-20-15 0,29 20 0,-1-1 0,1 1 0,-1-1 0,1 1 0,0-1 0,-1 1 0,1-1 0,0 0 0,0 1 0,0-1 0,1 0 0,-1 0 0,0 0 0,1 0 0,-1 0 0,1 0 0,-1 0 0,1 0 0,0 0 0,0 0 0,0 0 0,0 0 0,1-3 0,0 1 0,1 1 0,-1-1 0,1 0 0,0 1 0,0-1 0,0 1 0,0 0 0,1 0 0,0 0 0,-1 0 0,1 0 0,6-4 0,13-10 0,1 1 0,1 1 0,0 1 0,31-13 0,112-36 0,-152 58 0,213-69-365,400-74 0,-583 140 365,-15 2 0,0 1 0,-1 1 0,1 1 0,0 2 0,43 3 0,-65-1-249,0 1 1,0 0-1,0 0 0,8 4 0,18 13-5968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33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1749 350 24575,'-5'-13'0,"-1"-1"0,0 1 0,-1 0 0,0 1 0,-1-1 0,0 2 0,-16-18 0,-6-2 0,-40-33 0,37 36 0,22 17 0,-1 1 0,0 0 0,0 1 0,-1 1 0,0 0 0,0 0 0,-1 2 0,0-1 0,0 2 0,-1 0 0,-17-4 0,-36 1 0,-1 3 0,-135 8 0,137 2 0,0 4 0,-92 23 0,-125 57 0,233-72 0,1 3 0,2 2 0,-70 42 0,104-55 0,0 1 0,1 0 0,0 1 0,1 0 0,0 1 0,1 0 0,0 1 0,1 0 0,0 1 0,1 0 0,1 0 0,0 1 0,1 0 0,1 1 0,-7 25 0,8-17 0,1 0 0,2 1 0,0-1 0,2 1 0,1 0 0,5 35 0,4 1 0,25 81 0,-16-85 0,2-2 0,3-1 0,2-1 0,54 83 0,-76-130 0,10 16 0,31 37 0,-41-54 0,1 0 0,0 0 0,1 0 0,-1-1 0,1 0 0,0 0 0,0 0 0,0-1 0,1 0 0,-1 0 0,13 3 0,-10-4 0,-1-1 0,1 0 0,0-1 0,0 0 0,0-1 0,-1 1 0,1-2 0,0 1 0,-1-1 0,1 0 0,-1-1 0,1 0 0,14-8 0,0-2 0,-1 0 0,0-2 0,33-28 0,124-134-263,-14-15-290,-95 109 317,7-9 7,109-123 247,-176 204-18,1 1 0,0 0 0,0 0 0,1 1 0,19-11 0,-29 19 0,-1 0 0,1 0 0,0 0 0,0 0 0,-1 1 0,1-1 0,0 0 0,0 1 0,0 0 0,-1-1 0,1 1 0,0 0 0,0 0 0,0 0 0,0 0 0,0 0 0,0 1 0,0-1 0,-1 0 0,1 1 0,0 0 0,0-1 0,0 1 0,-1 0 0,1 0 0,-1 0 0,1 0 0,0 0 0,-1 0 0,0 0 0,1 1 0,-1-1 0,0 1 0,1-1 0,0 2 0,2 4 0,-1 1 0,0-1 0,0 0 0,-1 1 0,1 0 0,-2-1 0,2 10 0,2 36 0,-2 0 0,-3 0 0,-10 88 0,-33 220-905,9-93 329,-9 169 335,16 486-1,28-882-4722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8:53.3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2787 565,'-2'22,"0"0,-2 0,0 0,-1-1,-1 1,-10 21,1 2,-16 44,-3 0,-5-2,-97 160,125-229,-1-1,-22 24,28-36,1 0,-1 0,0 0,0-1,-1 0,1 0,-1 0,0-1,0 0,-13 3,-9-1,-1-1,0-1,-49-3,62 0,-365-9,121 1,238 8,-47-4,65 4,-1-1,1 0,0-1,-1 1,1-1,0 0,0 0,0-1,-6-3,9 5,1 0,0-1,-1 1,1 0,0 0,0-1,0 1,0 0,0-1,0 1,0-1,1 1,-1-1,1 0,-1 1,1-1,-1 0,1 1,0-1,0 0,0 0,0 1,0-1,0 0,0 1,0-1,1 0,-1 1,1-1,-1 0,2-1,3-6,-1 0,1 1,1 0,9-12,-13 18,33-39,3 2,1 1,82-60,107-59,72-19,586-236,-634 319,424-96,-466 153,-193 34,0 1,0 0,0 1,0 1,18 3,-30-3,0 0,0 1,0 0,0-1,-1 2,1-1,-1 0,1 1,-1 0,0 0,0 0,0 1,-1-1,1 1,-1 0,0 0,0 0,0 1,3 6,-1 1,-1-1,0 1,-1 0,0 0,-1 0,0 0,-1 1,0-1,-2 13,-1 12,-14 69,-2-33,-3-1,-3-1,-3-1,-4-2,-73 123,74-144,-2-1,-1-1,-3-2,-2-2,-63 55,62-65,-1-1,-1-3,-2-1,0-2,-2-2,-80 28,34-23,-110 17,-163 6,7-23,-1-15,0-16,1-16,-384-71,443 30,91 1,174 49,-62-33,88 41,1 0,0-1,0 0,1 0,-1-1,1 0,-9-10,13 14,0 0,1 0,-1 0,0 0,1-1,-1 1,1 0,0-1,-1 1,1 0,0-1,0 1,0 0,0-1,0 1,0 0,0-1,1-1,0 0,0 1,1-1,-1 1,0 0,1-1,0 1,-1 0,1 0,0 0,0 0,0 1,4-3,11-7,0 0,1 2,0 1,25-9,156-41,80-4,57 2,652-38,-792 95,0 9,-1 8,201 40,-112 15,-79 4,-169-57,42 25,-65-34,-1 2,0-1,-1 2,1 0,16 19,-24-24,0 1,-1-1,1 1,-1-1,-1 1,1 0,-1 0,0 0,0 1,-1-1,2 11,-2-7,-1 0,-1 0,1 0,-2 0,1-1,-6 20,-2-6,-1 0,0 0,-2-1,0 0,-19 24,-2-5,-1-2,-2-1,-2-1,-1-2,-1-2,-2-2,-52 29,-3-5,-3-4,-133 47,116-55,-1-6,-219 40,309-72,1-2,-1 0,0-2,-55-5,77 3,0 0,0 0,0-1,0 1,0-1,1-1,-1 1,0-1,1 0,0 0,0-1,0 1,0-1,0 0,-6-8,7 6,0 0,0-1,1 1,-1-1,2 0,-1 0,1 0,0 0,0-1,1 1,0 0,0-9,4-148,-1 121,1-3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5:03.0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149 239,'0'-1,"0"-1,1 0,-1 0,0 1,1-1,-1 0,1 1,0-1,0 0,-1 1,1-1,0 1,0 0,1-1,-1 1,0 0,0 0,1-1,-1 1,0 0,1 0,-1 0,1 1,0-1,-1 0,1 1,0-1,-1 1,3-1,8-2,0 1,0 0,16 0,-17 1,405-7,-306 9,5052 1,-4076 8,558 7,-992 34,-500-33,355 42,516 36,-925-89,1091 54,383-61,-671-2,-100 3,982-3,-1152-12,-156 2,-419 10,97-18,49-24,-25 5,-124 28,136-23,-141 28,96 0,-94 10,0 3,56 14,-35-6,24 4,1-4,1-5,138-2,-184-10,1-3,-1-1,55-16,134-18,-141 27,-14 5,162 6,-123 4,-99-2,40-1,1 3,79 14,-120-11,-1 0,-1 2,1 1,37 18,-6 1,-55-27,0 0,0 0,-1 0,1 0,0 0,0 0,-1 0,1 0,0 1,0-1,-1 0,1 0,0 0,0 0,0 0,-1 1,1-1,0 0,0 0,0 0,0 1,0-1,-1 0,1 0,0 1,0-1,0 0,0 0,0 1,0-1,0 0,0 0,0 1,0-1,0 0,0 0,0 1,0-1,0 0,0 0,0 1,0-1,0 0,0 0,1 0,-1 1,0-1,0 0,0 0,0 1,0-1,1 0,-1 0,0 0,0 0,0 1,1-1,-1 0,0 0,0 0,0 0,1 0,-1 0,1 0,-24 3,22-3,-15 0,0-1,0 0,0-2,0 1,1-2,-1 0,1-1,0-1,-23-11,-28-10,-2 2,-130-27,72 21,-177-31,131 26,111 21,-108-11,-338 19,310 10,-1897-3,1750-13,45 0,-732 11,532 3,453-3,-76-14,27 3,-301-11,-4 25,213 1,-14-13,65 2,-854 1,590 10,104-3,-318 3,295 10,-133 1,190-13,-114 1,-44 36,63-1,156-29,-177 15,165 5,-467 33,488-63,72 0,-132 14,-963 154,548-77,449-60,-375 1,-445-33,577 5,-2191-1,2151 0,490 0,-19 1,29-1,0 0,-1 0,1 0,0 0,0 1,0-1,0 0,0 1,0-1,-1 1,1-1,0 1,0 0,1-1,-1 1,0 0,0 0,-1 1,2-2,0 1,0 0,-1-1,1 1,0-1,0 1,0 0,0-1,0 1,1 0,-1-1,0 1,0 0,0-1,0 1,1-1,-1 1,0 0,1-1,-1 1,0-1,1 1,-1-1,1 1,-1-1,0 1,1-1,0 0,-1 1,2 0,21 13,-21-13,44 21,1-2,1-3,0-2,1-1,54 6,4 2,119 18,154-14,-356-26,1 1,0 1,-1 1,43 11,1 3,1-2,1-4,76 3,214-10,-245-5,45 1,756-23,-873 20,210-18,-5-20,187-69,-345 85,-52 13,1 2,-1 2,47-5,160 9,-156 6,1-5,122-18,61-43,-238 57,-1 1,1 2,-1 1,70 4,-41-1,568 3,-274-30,-73 2,-49 15,380-9,-498 20,-1 1,214-25,51-27,-119 41,-2 22,-39-2,255 18,-397-19,-2 3,101 31,-98-18,-44-13,57 13,78 14,59 10,112 11,-331-57,-10-1,-18-1,-274-1,251-2,-285-29,3-28,304 55,-327-74,8 1,236 56,-384-82,30 13,-4 27,456 62,-456-37,42 5,407 31,-331-35,-2 21,178 17,-196-2,262-9,62 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37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1286 24575,'0'-3'0,"0"1"0,-1 0 0,0-1 0,1 1 0,-1 0 0,0 0 0,0 0 0,-1-1 0,1 1 0,-2-2 0,-7-14 0,1-7 0,1 0 0,1 0 0,-6-45 0,0-84 0,12 114 0,2-1 0,2 1 0,1 0 0,3 1 0,1-1 0,21-62 0,-9 49 0,2 2 0,3 1 0,1 0 0,43-58 0,-62 98 0,26-40 0,3 2 0,75-79 0,-104 120 0,1 1 0,-1 0 0,1 0 0,0 1 0,0 0 0,17-7 0,-23 11 0,1 0 0,0 0 0,0 0 0,0 1 0,0-1 0,0 1 0,0 0 0,0-1 0,0 1 0,0 1 0,0-1 0,0 0 0,0 1 0,0 0 0,0-1 0,0 1 0,0 0 0,-1 0 0,1 1 0,0-1 0,0 1 0,-1-1 0,1 1 0,2 3 0,0-1 0,-1 2 0,1-1 0,-1 0 0,0 1 0,-1 0 0,1 0 0,-1 0 0,0 0 0,-1 1 0,1-1 0,-1 1 0,2 10 0,0 10 0,2 52 0,-5-57 0,1 545 0,-4-368 0,2-168 0,0 32 0,-1-58 0,1 0 0,-1 0 0,0 0 0,-1 0 0,1-1 0,-1 1 0,0 0 0,0-1 0,-4 8 0,5-11-57,0 1 0,0-1 1,-1 0-1,1 0 0,0 1 0,-1-1 0,1 0 0,-1 0 0,1 0 0,-1 0 0,1 0 1,-1-1-1,0 1 0,1 0 0,-1-1 0,0 1 0,0-1 0,0 0 0,1 0 1,-1 1-1,0-1 0,0 0 0,-3-1 0,-15-4-6769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38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1 376 24575,'0'-5'0,"0"-14"0,0-14 0,0-28 0,5-21 0,10-11 0,2 11-8191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38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13 24575,'0'0'0,"0"-1"0,0 1 0,0-1 0,0 1 0,0-1 0,0 1 0,1-1 0,-1 1 0,0-1 0,0 1 0,0-1 0,1 1 0,-1-1 0,0 1 0,1-1 0,-1 1 0,0 0 0,1-1 0,-1 1 0,0 0 0,1-1 0,-1 1 0,1 0 0,-1-1 0,1 1 0,-1 0 0,1 0 0,-1 0 0,1-1 0,-1 1 0,1 0 0,-1 0 0,1 0 0,-1 0 0,1 0 0,-1 0 0,1 0 0,-1 0 0,1 0 0,-1 0 0,1 0 0,-1 0 0,2 1 0,23 7 0,-14-2 0,1 0 0,-1 1 0,-1 1 0,1 0 0,-1 0 0,0 1 0,-1 0 0,14 18 0,4 9 0,25 43 0,-32-47 0,-2 2 0,-1 0 0,-1 1 0,15 51 0,-25-64 0,-1 1 0,-1 0 0,-1-1 0,-1 1 0,-1 0 0,-1 0 0,-1 0 0,-8 41 0,1-29 0,-2 0 0,-1-1 0,-2-1 0,-1 0 0,-31 52 0,9-28 0,-2-2 0,-49 55 0,72-92 0,0-1 0,-2-1 0,0 0 0,0-2 0,-37 25 0,48-36 0,1 0 0,-1 0 0,1 0 0,-1-1 0,0 0 0,0 0 0,0-1 0,0 1 0,0-1 0,0 0 0,0-1 0,0 0 0,-1 0 0,1 0 0,0-1 0,0 0 0,0 0 0,0 0 0,0-1 0,0 0 0,0 0 0,0 0 0,1-1 0,-1 0 0,1 0 0,-8-6 0,-3-5 0,2 0 0,-1 0 0,2-1 0,0-1 0,1 0 0,1-1 0,0 0 0,-9-24 0,4 7 0,1-2 0,2 0 0,-11-54 0,17 55 0,2-1 0,0-54 0,9-71 0,0 52 0,-4 92 0,-1 2 0,2-1 0,2-23 0,-2 37 0,-1 0 0,0-1 0,0 1 0,1 0 0,-1 0 0,1 0 0,0 0 0,0 0 0,0 0 0,0 0 0,0 0 0,0 1 0,0-1 0,0 0 0,1 0 0,-1 1 0,1-1 0,-1 1 0,1 0 0,0-1 0,-1 1 0,1 0 0,0 0 0,0 0 0,4-2 0,-4 3 23,0 0 0,1 0 0,-1 0-1,0 0 1,0 1 0,1-1 0,-1 1-1,0-1 1,0 1 0,0 0 0,0-1-1,0 1 1,0 0 0,4 3 0,23 20-1730,-13-5-5119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39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24575,'1'2'0,"0"0"0,0-1 0,1 1 0,-1 0 0,0-1 0,0 1 0,1-1 0,-1 0 0,1 1 0,-1-1 0,1 0 0,3 2 0,2 2 0,4 4 0,-1 0 0,0 1 0,0 0 0,-1 0 0,0 1 0,-1 0 0,-1 1 0,1 0 0,-2 0 0,0 1 0,0-1 0,-1 1 0,-1 1 0,4 14 0,1 28 0,3 94 0,-13 60 0,0-120 0,-3 433-1365,3-463-5461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40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221 532 24575,'-9'-13'0,"1"0"0,0 0 0,1-1 0,0 0 0,-6-18 0,13 32 0,0-1 0,-1 0 0,1 1 0,0-1 0,0 1 0,0-1 0,0 0 0,-1 1 0,1-1 0,0 0 0,0 1 0,0-1 0,0 0 0,0 1 0,1-1 0,-1 0 0,0 1 0,0-1 0,0 0 0,0 1 0,1-1 0,-1 1 0,0-1 0,1 0 0,-1 1 0,1-2 0,0 2 0,0 0 0,-1 0 0,1 0 0,0 0 0,0 0 0,0-1 0,0 1 0,-1 1 0,1-1 0,0 0 0,0 0 0,-1 0 0,1 0 0,0 1 0,0-1 0,0 0 0,-1 0 0,2 1 0,2 2 0,1-1 0,-1 1 0,1 0 0,-1 0 0,7 7 0,-5-2 0,0 1 0,0 0 0,-1 0 0,0 0 0,-1 0 0,0 1 0,0 0 0,-1 0 0,0 0 0,2 14 0,-1 14 0,1 60 0,1 15 0,8-30 0,9 82 0,-20-133 0,-1-1 0,-2 0 0,-5 37 0,5-66 0,0-1 0,0 0 0,0 0 0,0 1 0,0-1 0,0 0 0,0 0 0,-1 0 0,1 1 0,0-1 0,-1 0 0,1 0 0,-1 0 0,0 0 0,1 0 0,-1 0 0,0 0 0,0 0 0,1 0 0,-1 0 0,0 0 0,0 0 0,0 0 0,0-1 0,0 1 0,-3 1 0,2-2 0,-1 0 0,0-1 0,0 1 0,1 0 0,-1-1 0,0 0 0,0 1 0,1-1 0,-1 0 0,1-1 0,-3 0 0,-15-8 0,0 0 0,2-2 0,-1 0 0,1-1 0,1 0 0,0-2 0,-17-18 0,23 21 0,0-1 0,1 0 0,1-1 0,0 0 0,0 0 0,2-1 0,0 0 0,0 0 0,2-1 0,-5-18 0,5 11 0,1 1 0,2 0 0,0-1 0,2 0 0,0 1 0,1-1 0,1 0 0,2 1 0,0 0 0,1 0 0,2 0 0,0 0 0,1 1 0,1 0 0,1 1 0,14-23 0,13-11 0,2 2 0,2 1 0,53-50 0,-20 32 0,106-78 0,-161 133-455,0 1 0,40-19 0,-21 16-6371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41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0 24575,'-6'5'0,"1"0"0,-1 0 0,0 0 0,1 1 0,0 0 0,1 0 0,-1 0 0,-6 13 0,4-7 0,-8 12 0,2 0 0,1 1 0,1 1 0,-11 39 0,-20 111 0,36-145 0,-69 442 0,47-197 328,8-55-2021,13-168-5133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42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29 24575,'0'-1'0,"1"0"0,-1 0 0,1 0 0,-1 0 0,1 0 0,0 0 0,-1 0 0,1 1 0,0-1 0,-1 0 0,1 1 0,0-1 0,0 0 0,0 1 0,0-1 0,0 1 0,0-1 0,0 1 0,0-1 0,0 1 0,0 0 0,0-1 0,0 1 0,0 0 0,1 0 0,29-4 0,-21 4 0,0 0 0,0 1 0,0 0 0,0 1 0,0 0 0,-1 1 0,1 0 0,-1 1 0,0 0 0,0 0 0,17 11 0,4 6 0,52 45 0,-78-62 0,4 4 0,0-1 0,0 1 0,-1 0 0,-1 1 0,0 0 0,0 0 0,0 0 0,6 16 0,-3 0 0,-1 1 0,6 30 0,-9-41 0,0-1 0,0 1 0,1-1 0,10 16 0,-15-29 0,-1 0 0,1 0 0,-1 0 0,0 0 0,0 0 0,1 0 0,-1 0 0,0 1 0,0-1 0,0 0 0,0 0 0,0 0 0,0 0 0,-1 0 0,1 0 0,0 0 0,0 0 0,-1 0 0,1 1 0,-1-1 0,1-1 0,-1 1 0,1 0 0,-1 0 0,0 0 0,1 0 0,-1 0 0,0 0 0,0-1 0,1 1 0,-1 0 0,0-1 0,0 1 0,-1 0 0,-6 4 0,1-1 0,0 0 0,-14 4 0,15-5 0,-157 62 0,154-61 0,-6 3 0,0 0 0,-1-2 0,-25 7 0,36-11 0,0 0 0,0-1 0,1 0 0,-1 0 0,0 0 0,0 0 0,0 0 0,1-1 0,-1 0 0,0 0 0,1-1 0,-1 1 0,0-1 0,1 0 0,0 0 0,0 0 0,-6-5 0,-3-4 0,0-1 0,1 0 0,1-1 0,0 0 0,1-1 0,0 0 0,-11-24 0,-48-114 0,51 104-455,2 0 0,-17-87 0,25 81-6371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42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0 377 24575,'0'-5'0,"0"-23"0,5-26 0,1-12 0,18-9 0,27-5 0,5 12-8191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44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677 299 24575,'-1'-2'0,"0"0"0,0 1 0,0-1 0,0 0 0,0 1 0,-1-1 0,1 1 0,-1 0 0,1-1 0,-1 1 0,1 0 0,-4-2 0,-2-2 0,-62-55 0,-75-82 0,137 135 0,1 0 0,0-1 0,0 0 0,1 0 0,-7-15 0,12 23 0,-1 0 0,1 0 0,0-1 0,0 1 0,0 0 0,0 0 0,0 0 0,-1 0 0,1 0 0,0-1 0,0 1 0,0 0 0,0 0 0,0 0 0,0-1 0,0 1 0,0 0 0,0 0 0,0 0 0,-1-1 0,1 1 0,0 0 0,0 0 0,0-1 0,0 1 0,1 0 0,-1 0 0,0 0 0,0-1 0,0 1 0,0 0 0,0 0 0,0 0 0,0-1 0,0 1 0,0 0 0,0 0 0,1 0 0,-1 0 0,0-1 0,0 1 0,0 0 0,0 0 0,1 0 0,-1 0 0,0 0 0,0-1 0,0 1 0,0 0 0,1 0 0,-1 0 0,0 0 0,1 0 0,14 7 0,24 21 0,-36-26 0,27 24 0,43 47 0,-4-3 0,-58-60 0,0 1 0,-1 0 0,0 0 0,-1 1 0,9 15 0,-14-19 0,0 1 0,0-1 0,0 1 0,-1 0 0,-1 0 0,1 0 0,-2 1 0,1-1 0,-1 13 0,0-1 0,-2 0 0,-1 0 0,0 1 0,-1-2 0,-2 1 0,0 0 0,-1-1 0,-1 0 0,-1 0 0,-1-1 0,-18 31 0,22-44 0,1-1 0,-1 0 0,0 0 0,0 0 0,-1-1 0,0 0 0,1 0 0,-1 0 0,0-1 0,-1 0 0,1 0 0,-1 0 0,1-1 0,-1 0 0,0 0 0,0-1 0,0 0 0,0 0 0,0-1 0,-10 0 0,-11-1 0,-1-1 0,1-2 0,-43-11 0,56 11 0,0-1 0,1 0 0,0-1 0,0 0 0,0-1 0,1-1 0,0-1 0,0 1 0,1-2 0,0 0 0,1 0 0,0-1 0,-19-24 0,13 11 0,2-1 0,0 0 0,1-1 0,2-1 0,0 0 0,-10-41 0,10 31 0,3 10 0,1 0 0,2 0 0,-5-43 0,11 68 0,0 0 0,-1 0 0,2 0 0,-1 0 0,0 1 0,0-1 0,0 0 0,1 0 0,-1 0 0,1 1 0,-1-1 0,1 0 0,0 1 0,2-4 0,-3 4 0,1 0 0,0 1 0,0-1 0,0 0 0,0 0 0,0 1 0,0-1 0,0 1 0,0-1 0,0 1 0,0-1 0,0 1 0,1 0 0,-1 0 0,0-1 0,0 1 0,2 0 0,5 1 0,0 0 0,-1 0 0,0 1 0,1 0 0,13 6 0,2-1 0,14 3 0,-18-6 0,0 1 0,0 1 0,0 0 0,-1 2 0,0 0 0,0 1 0,21 14 0,18 23 311,27 19-1987,-45-40-5150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45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1134 24575,'0'-3'0,"-1"0"0,1-1 0,-1 1 0,0 0 0,0-1 0,0 1 0,0 0 0,0 0 0,-1 0 0,1 0 0,-5-5 0,-28-31 0,11 14 0,-3-8 0,-8-7 0,-37-60 0,62 84 0,0 0 0,1 0 0,1 0 0,1-1 0,0 0 0,1 0 0,-5-34 0,4-23 0,4-102 0,18-73 0,-14 218 0,5-43 0,-5 68 0,-1-1 0,1 1 0,0 0 0,0-1 0,1 1 0,-1 0 0,2 0 0,5-8 0,-8 12 0,0 1 0,1-1 0,-1 1 0,1-1 0,-1 1 0,1 0 0,0-1 0,-1 1 0,1 0 0,0 0 0,0 1 0,0-1 0,0 0 0,-1 0 0,1 1 0,0-1 0,4 1 0,-2 0 0,1 0 0,-1 0 0,0 0 0,0 1 0,0 0 0,0 0 0,0 0 0,6 3 0,5 3 0,1 1 0,-1 1 0,18 14 0,-26-18 0,50 37 0,-2 4 0,-2 1 0,91 108 0,-72-64 0,100 168 0,-158-234 0,0 1 0,-2 1 0,-1 0 0,10 36 0,-19-59 0,-1 1 0,0-1 0,-1 0 0,1 0 0,-1 1 0,0-1 0,0 0 0,0 1 0,-1-1 0,1 0 0,-1 0 0,0 0 0,0 1 0,-1-1 0,1 0 0,-1 0 0,0 0 0,-4 5 0,1-2 0,-1 0 0,0-1 0,0 0 0,-1-1 0,1 1 0,-1-1 0,0 0 0,-12 5 0,-21 12 0,-52 20 0,76-36 0,-1 0 0,-1-1 0,1-1 0,-1-1 0,0 0 0,-20 0 0,30-3 34,-1-1 1,0 0-1,1-1 0,-1 0 0,1 0 0,-1-1 0,1 0 0,0 0 0,-9-6 1,1 0-462,0-1 0,0-1 1,-14-14-1,0-1-6399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45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24575,'4'0'0,"11"0"0,16 0 0,8 0 0,19 0 0,5 0 0,4 0 0,6 0 0,-2 0 0,-8 0 0,-2 0 0,3 5 0,0 0 0,-7 5 0,-5 1 0,-10 7 0,-8 0 0,-10-2-8191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46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0 402 24575,'4'-7'0,"0"1"0,0 0 0,0 0 0,1 0 0,0 1 0,0 0 0,0-1 0,1 2 0,0-1 0,0 1 0,0 0 0,0 0 0,1 1 0,7-4 0,9-2 0,1 1 0,45-8 0,222-29 0,-71 15 0,532-158 0,-660 166-1365,-60 17-5461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47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24575,'408'13'-446,"-302"-2"222,184 42 1,-216-35 296,0 3 0,90 40 1,-153-56-55,1 1 1,-1 0 0,0 1 0,-1 1 0,0-1-1,0 1 1,-1 1 0,0 0 0,0 0 0,-1 1-1,0 0 1,-1 0 0,0 1 0,-1 0 0,0 0 0,8 23-1,-7-11 23,0 1 1,-2 1-1,-1-1 0,-1 1 0,-2 0 0,0 0 0,-4 38 0,2-51-42,-1 0 0,0 0 0,-1 0 0,-1 0 0,0-1 0,0 1 0,-1-1 0,-1 0 0,1-1 0,-12 16 0,-8 6 0,-52 53 0,-5-5 0,-156 120 0,215-183 0,-1-1 0,0-2 0,-1 0 0,-46 17 0,62-27 0,0-1 0,0 0 0,-1-1 0,1 0 0,0-1 0,-1 0 0,1 0 0,-1-1 0,0 0 0,1-1 0,-1 0 0,1-1 0,-1 0 0,1 0 0,0-1 0,0 0 0,-14-7 0,22 9 0,-71-42 0,66 38 0,1 1 0,-1 0 0,1-1 0,0 0 0,0-1 0,0 1 0,1-1 0,0 1 0,-5-9 0,9 13 0,-1 0 0,1 0 0,0 1 0,-1-1 0,1 0 0,0 0 0,-1 0 0,1 1 0,0-1 0,0 0 0,0 0 0,0 0 0,0 0 0,0 0 0,0 1 0,0-1 0,0 0 0,0 0 0,1 0 0,-1 0 0,0 1 0,0-1 0,1 0 0,-1 0 0,1 0 0,-1 1 0,2-2 0,-1 1 0,1 0 0,-1 0 0,1 0 0,-1 0 0,1 0 0,0 0 0,0 1 0,-1-1 0,1 1 0,0-1 0,0 1 0,2 0 0,7-1 0,0 1 0,-1 0 0,17 3 0,25 8 0,1 3 0,52 20 0,-50-16 0,5 4 0,-32-12 0,0 0 0,0-2 0,1-1 0,51 6 0,-17-11 0,-30-1 0,50 6 0,-28 1 0,0-2 0,1-3 0,70-5 0,-61-8-1365,-41 4-5461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10:28:48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1541 496 24575,'-1'-15'0,"0"0"0,-1 0 0,-1 0 0,-1 1 0,0-1 0,0 1 0,-2 0 0,0 0 0,0 0 0,-1 1 0,-1 0 0,0 0 0,-1 1 0,0 0 0,-12-11 0,-18-16 0,-2 1 0,-77-54 0,83 66 0,21 15 0,0 2 0,0-1 0,-1 2 0,-22-10 0,29 15 0,-1 1 0,1-1 0,0 2 0,-1-1 0,1 1 0,-1 0 0,1 1 0,-1 0 0,1 0 0,-15 3 0,1 2 0,-1 1 0,1 1 0,1 1 0,-1 1 0,-28 17 0,16-7 0,2 3 0,-44 36 0,67-51 0,0 1 0,1 1 0,0-1 0,0 1 0,-11 18 0,16-20 0,-1-1 0,1 1 0,1 0 0,-1 0 0,1 0 0,1 0 0,-1 0 0,1 0 0,0 1 0,1 12 0,3 12 0,2 1 0,1-1 0,1 0 0,22 55 0,238 632-956,-185-508 805,-71-182 151,336 801 0,-261-658 0,120 278 0,-203-443 0,2 6 0,-1 1 0,6 24 0,-9-34 0,-1 0 0,0-1 0,0 1 0,0 0 0,0 0 0,0-1 0,-1 1 0,1 0 0,-1-1 0,0 1 0,0-1 0,-1 1 0,1-1 0,-1 1 0,-2 3 0,0-2 0,-1 1 0,0-1 0,0 1 0,-1-2 0,1 1 0,-1 0 0,0-1 0,0 0 0,-9 3 0,-7 4 0,-38 12 0,15-9 0,-1-3 0,0-1 0,0-2 0,-1-2 0,-74-1 0,98-6 0,0 0 0,0-2 0,0-1 0,1-1 0,-1-1 0,1 0 0,-22-11 0,18 5 0,0-2 0,1 0 0,1-2 0,0 0 0,-27-26 0,-3-9 104,-75-90 0,-32-72 98,-110-207-214,127 188-2,131 214 23,7 10-13,1 1 0,0-1 0,0 0 0,-4-9 0,9 15 9,-1 0 1,0 0-1,1 0 1,-1 0-1,1 0 1,-1 0-1,1 0 1,0 0-1,0 0 1,0 0-1,0-1 1,0 1-1,1 0 1,-1 0-1,1 0 1,-1 0-1,1 0 1,0 0-1,-1 0 1,1 0-1,0 0 1,3-3 0,1 0 52,0 0 0,0 0 0,1 0 0,0 0 0,0 1 0,0 0 0,9-4 0,111-49 58,82-29-116,75-29-622,709-309-2766,-732 305 2270,66-52 838,-301 157 280,30-15 0,-51 27 0,0 1 0,0-1 0,0 1 0,1 0 0,-1 0 0,1 0 0,-1 1 0,1-1 0,7 2 0,-9-1 95,0 1 0,0 0 0,-1 0-1,1 0 1,-1 0 0,1 1-1,-1-1 1,1 1 0,-1-1-1,0 1 1,1 0 0,-1 0 0,0 0-1,0 0 1,-1 0 0,1 0-1,0 1 1,-1-1 0,3 5-1,2 5 533,-1 1-1,8 22 0,-12-31-676,7 25 166,-2 1-1,4 39 1,-3-1-6942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8:51.5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0 552,'10'0,"1"2,-1-1,0 1,0 1,0-1,0 2,11 5,-6-4,251 108,-87-36,679 249,-702-274,-143-47,1 0,-1 0,0 1,-1 1,18 12,-29-18,1 0,-1 0,0 0,1 0,-1 0,0 0,0 0,0 0,0 0,0 1,0-1,-1 1,1-1,0 0,-1 1,1-1,-1 1,1-1,-1 1,0 0,1-1,-1 1,0-1,0 1,0 0,0-1,-1 1,1-1,0 1,-1-1,1 1,-1-1,1 1,-1-1,0 1,0-1,1 0,-1 1,0-1,0 0,-2 2,-4 3,0 0,0-1,-1 0,1 0,-1 0,-9 3,-34 15,-1-3,-1-1,-61 12,-172 18,181-36,1-5,-147-6,249-3,4 1,9-1,30-1,-24 2,689 2,-551 7,0 6,241 56,-334-54,0 2,65 31,-92-33,0 1,-1 1,-1 2,49 41,-75-55,0-1,0 1,-1 0,0 0,0 1,-1-1,1 2,-2-1,1 0,-1 1,-1 0,0 0,0 0,2 10,8 26,-9-33,-1-1,0 1,3 21,-6-31,0-1,0 1,0 0,0-1,0 1,-1 0,1-1,0 1,-1-1,1 1,-1-1,0 1,1-1,-1 1,0-1,0 1,0-1,-2 2,1-1,-1-1,1 1,0-1,-1 0,1 0,0 0,-1 0,1 0,-1 0,0-1,1 1,-1-1,-4 0,-9 0,0-1,0-1,-32-7,-121-43,-66-48,35-1,-241-163,301 166,3-6,-161-159,265 231,1-2,2-1,1-1,-26-43,51 72,0 0,1 0,-1 0,1 0,1 0,-1-1,1 0,1 1,-1-1,0-15,3 18,-1 1,1 0,0-1,1 1,-1-1,1 1,0 0,0 0,0 0,0 0,1 0,-1 1,1-1,0 1,0 0,1 0,-1 0,1 0,-1 0,6-2,8-6,1 2,0 0,0 2,22-7,154-37,110-11,112-15,92-14,1268-184,-1267 222,-95 39,-351 15,0 4,123 24,-164-23,0 0,0 2,-1 0,0 1,0 1,-1 1,35 26,-42-26,0 1,-1 0,0 1,-1 0,-1 0,0 2,-1-1,0 1,-1 0,10 28,-10-17,-1 0,-1 0,-1 0,-1 1,-1-1,-2 47,-4-25,-2 0,-2 0,-2-1,-16 48,-5-4,-76 154,35-104,-6-5,-5-2,-7-5,-181 205,196-258,-4-3,-171 124,177-150,-1-3,-3-3,-1-4,-101 34,86-42,-1-4,-1-4,-1-4,-1-4,0-5,0-3,-124-11,84-9,1-6,1-5,-225-76,151 25,-305-160,70-19,76-5,82-2,80 23,68 29,109 161,2-1,-20-60,39 90,1-1,0 0,2 0,0 0,2-1,1 1,0-1,3-22,-1 34,1 1,0 0,0 0,1 0,1 1,-1-1,2 0,-1 1,1 0,1 0,-1 1,2 0,-1 0,1 0,14-13,0 6,0 0,0 2,1 0,1 1,33-12,149-46,78 0,88 3,455-24,-589 81,358 32,-497-11,97 24,-151-25,-1 3,0 1,-1 1,-1 3,71 42,-93-49,-1 2,-1 1,0 0,-1 1,0 1,-1 0,-1 1,-1 0,0 2,-1-1,-2 1,1 1,9 28,-11-20,-2 1,0 1,-2 0,-2-1,1 57,-7-30,-1 0,-14 65,11-85,-2-1,-1 0,-2-1,-1 0,-1-1,-2 0,-2-2,0 1,-2-2,-2-1,0-1,-2 0,-1-2,-1-1,-1-1,-2-1,0-2,-60 34,43-32,-1-2,-1-2,-1-2,-1-3,0-1,-72 8,61-19,20-7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5:24.2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0 506,'16'0,"353"-15,315-74,-16 2,456-61,-2 1,-1080 143,131-10,-140 13,1 1,-1 2,34 7,-51-5,-1 1,0 0,0 1,0 1,-1 0,18 13,2 0,-25-15,41 26,-46-29,-1 0,0 0,-1 1,1 0,0 0,-1 0,1 0,-1 0,0 0,0 0,0 1,1 4,-3-8,0 1,0-1,0 0,0 1,-1-1,1 1,0-1,0 1,-1-1,1 0,0 1,0-1,-1 0,1 1,0-1,-1 0,1 1,-1-1,1 0,0 0,-1 0,1 1,-1-1,1 0,-1 0,1 0,-1 0,1 0,-1 0,1 0,0 0,-1 0,1 0,-1 0,1 0,-1 0,0 0,-26 0,22-1,-175-4,0 8,-270 39,47 5,292-43,-180-15,-976-145,1170 140,-166-23,178 30,-97 2,1-1,66 1,-333 1,439 6,-21 0,30 0,0 0,0 0,0 0,0 1,0-1,0 0,0 0,0 0,0 0,0 0,0 0,0 0,0 0,0 0,0 0,0 0,0 0,0 0,0 0,0 0,0 1,0-1,0 0,0 0,0 0,0 0,0 0,0 0,0 0,0 0,0 0,0 0,0 0,0 0,-1 0,1 0,0 0,0 0,0 0,0 0,0 0,0 0,0 0,0 0,0 0,0 0,19 5,313 52,-26-6,78 6,1322 160,-1375-178,-73-3,-65-5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33:42.0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587 1062,'730'-44,"-336"12,743 14,-1045 22,0 4,120 26,-160-24,1-2,57 0,103-8,-114-2,-78 2,121 2,-121 0,0 1,1 0,-1 2,31 11,-19-5,1-1,1-2,-1-1,1-2,1-2,41 0,656-2,-311-4,626-7,1058-7,-1748 18,647 13,-352-2,-338 2,-39-1,-233-11,0 2,48 11,81 28,-92-21,98 13,95-9,-204-21,-27-2,0-3,0-1,56-10,115-37,-202 45,-4 1,1 0,0 0,0-1,-1 0,1 0,-1-1,14-8,-21 11,1 1,-1-1,0 1,1-1,-1 1,1-1,-1 1,0-1,1 1,-1-1,0 1,0-1,1 1,-1-1,0 0,0 1,0-1,0 1,0-1,0 0,0 1,0-1,0 0,0 1,0-1,0 0,0 1,0-1,-1 1,1-1,0 0,-15-15,6 9,0 1,-1 0,0 0,0 1,0 0,-1 1,-19-6,-88-13,67 14,-124-24,-208-37,-4 25,-274 33,67 4,348-5,-558-17,90 48,568-13,-141 11,-115 37,-94 10,-198-28,-6-36,298-1,-379-35,42-89,565 85,-353-38,-983 16,635 22,128 2,728 39,35 0,124-14,-100 9,246-32,515-53,315 48,-621 13,-3-34,122-11,351 35,4 51,-384-1,57 17,-9 0,560-27,-522-3,406-12,21 1,-1069 13,319-9,-213-2,505-22,-600 36,-40-3,0 0,0 0,0 0,0 1,1-1,-1 0,0 0,0 0,0 0,0 0,0 0,0 0,0 0,1 0,-1 0,0 0,0 0,0 0,0 0,0 0,0 0,0 1,0-1,0 0,1 0,-1 0,0 0,0 0,0 0,0 0,0 1,0-1,0 0,0 0,0 0,0 0,0 0,0 0,0 1,0-1,0 0,0 0,0 0,0 0,0 0,0 0,0 1,0-1,0 0,0 0,-1 0,1 0,0 0,0 0,0 0,0 0,0 1,0-1,0 0,0 0,0 0,-1 0,1 0,0 0,0 0,0 0,0 0,0 0,-27 10,-88 13,-90 7,-80 4,-765 35,-14-58,-741-90,988 10,317 25,-400-40,391 36,-340-27,-7 48,840 27,0 1,-1 0,1 1,0 1,0 0,0 1,0 1,1 1,0 0,0 1,-26 16,40-22,0-1,0 1,0 0,0-1,1 1,-1 0,0 0,0-1,1 1,-1 0,1 0,-1 0,1 0,-2 2,2-2,0-1,0 1,0-1,0 1,1-1,-1 1,0 0,0-1,0 1,0-1,0 1,1-1,-1 1,0-1,1 1,-1-1,0 0,1 1,-1-1,0 1,2 0,2 2,2 0,-1 0,0 0,0-1,7 2,-9-3,68 23,135 25,541 64,11-48,541-17,3-50,-620-1,-548 2,489 5,-6 35,-489-25,0 6,153 45,309 99,-586-163,19 5,0 0,43 20,-63-25,0 0,-1 1,1 0,0 0,-1 0,5 4,-7-6,1 0,-1 1,0-1,0 0,0 0,1 1,-1-1,0 0,0 1,0-1,0 0,0 1,0-1,0 0,0 1,0-1,0 0,0 1,0-1,0 0,0 1,0-1,0 0,0 1,0-1,0 0,-1 1,1-1,-15 9,-9-3,0-2,-1-1,1 0,-27-2,27 0,-143 2,-83-2,-109-5,-103-4,-73-7,-71-1,-1146-13,750 16,-1215-64,2005 67,50 7,160 3,0 0,-1 0,1 0,0 1,0-1,-1 1,1-1,0 1,-4 2,6-3,0 0,0 1,0-1,0 0,0 1,0-1,0 0,0 0,0 1,0-1,0 0,0 1,0-1,0 0,0 0,0 1,0-1,0 0,0 1,0-1,1 0,-1 0,0 1,0-1,0 0,0 0,1 1,-1-1,0 0,0 0,1 0,-1 0,0 1,0-1,1 0,-1 0,0 0,0 0,1 0,-1 0,0 0,1 0,-1 0,1 1,20 7,0-1,27 5,121 28,64 12,51 9,1096 155,-755-171,-26-2,-243 0,154 10,-426-51,140 10,-189-8,-1 2,0 1,0 1,47 20,-7 1,86 22,-131-42,0 1,-1 2,-1 0,38 24,95 75,-137-94,38 27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33:58.3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1164 163,'-1'-1,"1"-1,0 0,0 1,-1-1,1 0,0 1,-1-1,0 1,1-1,-1 1,0-1,0 1,0 0,0-1,0 1,0 0,0 0,0 0,-1 0,1 0,0 0,-3-2,-4-1,1 1,0 0,-14-3,8 2,-87-27,-107-18,138 37,-1 3,-113 1,-232 11,373-3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36:32.3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0,'4'0,"350"15,-111 17,290 78,-135-10,-272-63,-88-24,1-1,78 12,-88-20,47 14,-46-10,43 7,209 1,-126-9,705 7,-746-14,146-17,-211 13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36:34.9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22,'240'0,"1734"-15,-1836 11,311 2,-390 6,-1 2,110 28,-80-15,0-3,154 7,187-21,-283-4,11 1,-120 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37:01.8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1 396,'141'-1,"511"-39,5-34,-228 23,224-26,-5-34,-582 97,0 3,0 2,1 3,79 4,-69 9,94 22,74 29,-125-28,48 20,-110-26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37:04.4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6586 216,'-4'-1,"1"1,-1-1,0 0,1 0,-1 0,0 0,1-1,0 1,-1-1,-3-3,-34-25,22 15,-9-5,-1 2,0 0,-1 2,-1 2,0 0,-1 2,-45-10,31 14,-83-4,-51 11,111 2,-2107 2,1556 20,59 21,328-23,55-6,-416 32,420-35,-432 14,584-27,-1 0,1-2,0-1,0-1,1-1,-1 0,1-2,1 0,-1-2,-21-13,24 14,0 0,-1 2,0 0,-1 1,1 1,-38-5,-118-1,163 11,-2 0,14 0,0 0,0 0,0 0,0 0,0 0,0 0,0 0,0 0,0 0,0 0,0 0,0 0,0 0,0 0,0 0,0 0,0 0,0 0,0 0,0 0,0 0,0 0,0 0,0 0,0 1,0-1,0 0,0 0,0 0,27 4,-22-3,603 96,423 51,22-96,5-54,-1021 1,309-7,-1-25,-299 26,438-61,8 43,-194 40,69 0,-305-18,-18-3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9:46.1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1 215,'19'-5,"-2"0,120-26,197-17,554-1,-69 7,-217 8,1347 36,-1489-2,463 50,-301 25,-28-17,-326-39,59 2,352-53,-607 24,308-31,8 24,216-10,-136 2,143 21,-326 3,-112-17,-133 11,-11 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9:49.4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0 556,'11'0,"0"0,0-1,0 0,-1-1,1 0,-1-1,1 0,10-5,38-13,65-12,-17 5,-31 5,465-118,-176 84,489-12,370 61,-786 11,1691-2,-1630-38,-438 30,69-7,434-43,7 35,-73 16,620-11,-806 18,-286-1,0 1,29 6,-46-6,0 1,0 1,-1-1,1 1,-1 1,1 0,-1 0,0 0,12 10,15 12,44 25,16 11,-81-52,-2 1,1 0,-1 0,16 22,-28-33,0 0,1 0,-1 0,0 0,0 0,0 0,0 0,0 0,0 1,0-1,1 0,-1 0,0 0,0 0,0 0,0 0,0 0,0 1,0-1,0 0,0 0,0 0,0 0,0 0,0 1,0-1,0 0,0 0,0 0,0 0,0 0,0 1,0-1,0 0,0 0,0 0,0 0,0 0,0 1,0-1,0 0,0 0,0 0,0 0,0 0,-1 0,1 0,0 1,0-1,0 0,0 0,0 0,0 0,-1 0,1 0,0 0,0 0,0 0,0 0,0 0,0 0,-1 0,1 0,0 0,0 0,0 0,0 0,-1 0,1 0,-19-4,-25-14,-289-125,305 135,-1 1,1 1,-1 1,-38 0,-119 6,100 2,-670-1,-334 9,209 71,731-64,-267 48,-129 12,-290-66,531-15,56-3,-101 2,-71 22,-243 2,-967-22,1002 3,598-1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29:53.0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1,'585'12,"-123"0,1552-8,-1130-5,-846 1,1 3,-1 1,1 1,64 19,-49-10,1-3,1-2,62 1,172-8,-223-3,687-1,-720 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30:04.8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0 217,'835'0,"-770"-3,77-13,-41 3,-5 3,217-28,-163 14,249-7,-66-1,-88 4,343 6,5 24,-166 1,-76 10,-52-1,689-10,-504-3,-452 2,0 3,0 0,49 14,-60-13,20 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10:30:05.7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1 136,'140'-9,"-125"8,900-67,-546 49,52 3,1045-6,324 21,-1703 1,284 2,-61 3,-60 1,-56 0,327 5,-486-11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926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11813" y="0"/>
            <a:ext cx="42926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31A75F-18D3-40A3-A074-DEF0C66780B4}" type="datetimeFigureOut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0600" y="3300413"/>
            <a:ext cx="79248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42926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11813" y="6513513"/>
            <a:ext cx="42926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B6CAA-00C0-4155-AEA9-1F7750994E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573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CB6CAA-00C0-4155-AEA9-1F7750994E8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06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33678" y="481965"/>
            <a:ext cx="7438643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66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21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1">
                <a:solidFill>
                  <a:srgbClr val="7E4D00"/>
                </a:solidFill>
                <a:latin typeface="华文楷体"/>
                <a:cs typeface="华文楷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7E4D00"/>
                </a:solidFill>
                <a:latin typeface="华文楷体"/>
                <a:cs typeface="华文楷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21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1">
                <a:solidFill>
                  <a:srgbClr val="7E4D00"/>
                </a:solidFill>
                <a:latin typeface="华文楷体"/>
                <a:cs typeface="华文楷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652261" y="1188567"/>
            <a:ext cx="2100579" cy="4763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C00000"/>
                </a:solidFill>
                <a:latin typeface="华文楷体"/>
                <a:cs typeface="华文楷体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21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1">
                <a:solidFill>
                  <a:srgbClr val="7E4D00"/>
                </a:solidFill>
                <a:latin typeface="华文楷体"/>
                <a:cs typeface="华文楷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21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21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7266" y="651763"/>
            <a:ext cx="877506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1">
                <a:solidFill>
                  <a:srgbClr val="7E4D00"/>
                </a:solidFill>
                <a:latin typeface="华文楷体"/>
                <a:cs typeface="华文楷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5835" y="1197783"/>
            <a:ext cx="8974328" cy="4488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7E4D00"/>
                </a:solidFill>
                <a:latin typeface="华文楷体"/>
                <a:cs typeface="华文楷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036184" y="6539775"/>
            <a:ext cx="347979" cy="285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21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8.png"/><Relationship Id="rId5" Type="http://schemas.openxmlformats.org/officeDocument/2006/relationships/image" Target="../media/image63.png"/><Relationship Id="rId10" Type="http://schemas.openxmlformats.org/officeDocument/2006/relationships/image" Target="../media/image5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2.png"/><Relationship Id="rId7" Type="http://schemas.openxmlformats.org/officeDocument/2006/relationships/image" Target="../media/image7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30.png"/><Relationship Id="rId9" Type="http://schemas.openxmlformats.org/officeDocument/2006/relationships/image" Target="../media/image73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2.png"/><Relationship Id="rId7" Type="http://schemas.openxmlformats.org/officeDocument/2006/relationships/image" Target="../media/image7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30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3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3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8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4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02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01.png"/><Relationship Id="rId4" Type="http://schemas.openxmlformats.org/officeDocument/2006/relationships/image" Target="../media/image98.png"/><Relationship Id="rId9" Type="http://schemas.openxmlformats.org/officeDocument/2006/relationships/customXml" Target="../ink/ink4.xml"/><Relationship Id="rId14" Type="http://schemas.openxmlformats.org/officeDocument/2006/relationships/image" Target="../media/image103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customXml" Target="../ink/ink12.xml"/><Relationship Id="rId18" Type="http://schemas.openxmlformats.org/officeDocument/2006/relationships/image" Target="../media/image111.png"/><Relationship Id="rId3" Type="http://schemas.openxmlformats.org/officeDocument/2006/relationships/customXml" Target="../ink/ink7.xml"/><Relationship Id="rId21" Type="http://schemas.openxmlformats.org/officeDocument/2006/relationships/customXml" Target="../ink/ink16.xml"/><Relationship Id="rId7" Type="http://schemas.openxmlformats.org/officeDocument/2006/relationships/customXml" Target="../ink/ink9.xml"/><Relationship Id="rId12" Type="http://schemas.openxmlformats.org/officeDocument/2006/relationships/image" Target="../media/image108.png"/><Relationship Id="rId17" Type="http://schemas.openxmlformats.org/officeDocument/2006/relationships/customXml" Target="../ink/ink14.xml"/><Relationship Id="rId2" Type="http://schemas.openxmlformats.org/officeDocument/2006/relationships/image" Target="../media/image88.png"/><Relationship Id="rId16" Type="http://schemas.openxmlformats.org/officeDocument/2006/relationships/image" Target="../media/image110.png"/><Relationship Id="rId20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5.png"/><Relationship Id="rId11" Type="http://schemas.openxmlformats.org/officeDocument/2006/relationships/customXml" Target="../ink/ink11.xml"/><Relationship Id="rId5" Type="http://schemas.openxmlformats.org/officeDocument/2006/relationships/customXml" Target="../ink/ink8.xml"/><Relationship Id="rId15" Type="http://schemas.openxmlformats.org/officeDocument/2006/relationships/customXml" Target="../ink/ink13.xml"/><Relationship Id="rId10" Type="http://schemas.openxmlformats.org/officeDocument/2006/relationships/image" Target="../media/image107.png"/><Relationship Id="rId19" Type="http://schemas.openxmlformats.org/officeDocument/2006/relationships/customXml" Target="../ink/ink15.xml"/><Relationship Id="rId4" Type="http://schemas.openxmlformats.org/officeDocument/2006/relationships/image" Target="../media/image104.png"/><Relationship Id="rId9" Type="http://schemas.openxmlformats.org/officeDocument/2006/relationships/customXml" Target="../ink/ink10.xml"/><Relationship Id="rId14" Type="http://schemas.openxmlformats.org/officeDocument/2006/relationships/image" Target="../media/image109.png"/><Relationship Id="rId22" Type="http://schemas.openxmlformats.org/officeDocument/2006/relationships/image" Target="../media/image113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6.png"/><Relationship Id="rId5" Type="http://schemas.openxmlformats.org/officeDocument/2006/relationships/customXml" Target="../ink/ink18.xml"/><Relationship Id="rId4" Type="http://schemas.openxmlformats.org/officeDocument/2006/relationships/image" Target="../media/image115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2.png"/><Relationship Id="rId7" Type="http://schemas.openxmlformats.org/officeDocument/2006/relationships/image" Target="../media/image1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0" Type="http://schemas.openxmlformats.org/officeDocument/2006/relationships/image" Target="../media/image123.png"/><Relationship Id="rId4" Type="http://schemas.openxmlformats.org/officeDocument/2006/relationships/image" Target="../media/image88.png"/><Relationship Id="rId9" Type="http://schemas.openxmlformats.org/officeDocument/2006/relationships/image" Target="../media/image122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5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5.png"/><Relationship Id="rId18" Type="http://schemas.openxmlformats.org/officeDocument/2006/relationships/customXml" Target="../ink/ink24.xml"/><Relationship Id="rId26" Type="http://schemas.openxmlformats.org/officeDocument/2006/relationships/customXml" Target="../ink/ink28.xml"/><Relationship Id="rId39" Type="http://schemas.openxmlformats.org/officeDocument/2006/relationships/image" Target="../media/image148.png"/><Relationship Id="rId21" Type="http://schemas.openxmlformats.org/officeDocument/2006/relationships/image" Target="../media/image139.png"/><Relationship Id="rId34" Type="http://schemas.openxmlformats.org/officeDocument/2006/relationships/customXml" Target="../ink/ink32.xml"/><Relationship Id="rId42" Type="http://schemas.openxmlformats.org/officeDocument/2006/relationships/customXml" Target="../ink/ink36.xml"/><Relationship Id="rId47" Type="http://schemas.openxmlformats.org/officeDocument/2006/relationships/image" Target="../media/image152.png"/><Relationship Id="rId50" Type="http://schemas.openxmlformats.org/officeDocument/2006/relationships/customXml" Target="../ink/ink40.xml"/><Relationship Id="rId55" Type="http://schemas.openxmlformats.org/officeDocument/2006/relationships/image" Target="../media/image156.png"/><Relationship Id="rId63" Type="http://schemas.openxmlformats.org/officeDocument/2006/relationships/image" Target="../media/image160.png"/><Relationship Id="rId7" Type="http://schemas.openxmlformats.org/officeDocument/2006/relationships/image" Target="../media/image130.png"/><Relationship Id="rId2" Type="http://schemas.openxmlformats.org/officeDocument/2006/relationships/image" Target="../media/image88.png"/><Relationship Id="rId16" Type="http://schemas.openxmlformats.org/officeDocument/2006/relationships/customXml" Target="../ink/ink23.xml"/><Relationship Id="rId29" Type="http://schemas.openxmlformats.org/officeDocument/2006/relationships/image" Target="../media/image143.png"/><Relationship Id="rId11" Type="http://schemas.openxmlformats.org/officeDocument/2006/relationships/image" Target="../media/image134.png"/><Relationship Id="rId24" Type="http://schemas.openxmlformats.org/officeDocument/2006/relationships/customXml" Target="../ink/ink27.xml"/><Relationship Id="rId32" Type="http://schemas.openxmlformats.org/officeDocument/2006/relationships/customXml" Target="../ink/ink31.xml"/><Relationship Id="rId37" Type="http://schemas.openxmlformats.org/officeDocument/2006/relationships/image" Target="../media/image147.png"/><Relationship Id="rId40" Type="http://schemas.openxmlformats.org/officeDocument/2006/relationships/customXml" Target="../ink/ink35.xml"/><Relationship Id="rId45" Type="http://schemas.openxmlformats.org/officeDocument/2006/relationships/image" Target="../media/image151.png"/><Relationship Id="rId53" Type="http://schemas.openxmlformats.org/officeDocument/2006/relationships/image" Target="../media/image155.png"/><Relationship Id="rId58" Type="http://schemas.openxmlformats.org/officeDocument/2006/relationships/customXml" Target="../ink/ink44.xml"/><Relationship Id="rId5" Type="http://schemas.openxmlformats.org/officeDocument/2006/relationships/image" Target="../media/image128.png"/><Relationship Id="rId61" Type="http://schemas.openxmlformats.org/officeDocument/2006/relationships/image" Target="../media/image159.png"/><Relationship Id="rId19" Type="http://schemas.openxmlformats.org/officeDocument/2006/relationships/image" Target="../media/image138.png"/><Relationship Id="rId14" Type="http://schemas.openxmlformats.org/officeDocument/2006/relationships/customXml" Target="../ink/ink22.xml"/><Relationship Id="rId22" Type="http://schemas.openxmlformats.org/officeDocument/2006/relationships/customXml" Target="../ink/ink26.xml"/><Relationship Id="rId27" Type="http://schemas.openxmlformats.org/officeDocument/2006/relationships/image" Target="../media/image142.png"/><Relationship Id="rId30" Type="http://schemas.openxmlformats.org/officeDocument/2006/relationships/customXml" Target="../ink/ink30.xml"/><Relationship Id="rId35" Type="http://schemas.openxmlformats.org/officeDocument/2006/relationships/image" Target="../media/image146.png"/><Relationship Id="rId43" Type="http://schemas.openxmlformats.org/officeDocument/2006/relationships/image" Target="../media/image150.png"/><Relationship Id="rId48" Type="http://schemas.openxmlformats.org/officeDocument/2006/relationships/customXml" Target="../ink/ink39.xml"/><Relationship Id="rId56" Type="http://schemas.openxmlformats.org/officeDocument/2006/relationships/customXml" Target="../ink/ink43.xml"/><Relationship Id="rId8" Type="http://schemas.openxmlformats.org/officeDocument/2006/relationships/image" Target="../media/image131.png"/><Relationship Id="rId51" Type="http://schemas.openxmlformats.org/officeDocument/2006/relationships/image" Target="../media/image154.png"/><Relationship Id="rId3" Type="http://schemas.openxmlformats.org/officeDocument/2006/relationships/image" Target="../media/image126.png"/><Relationship Id="rId12" Type="http://schemas.openxmlformats.org/officeDocument/2006/relationships/customXml" Target="../ink/ink21.xml"/><Relationship Id="rId17" Type="http://schemas.openxmlformats.org/officeDocument/2006/relationships/image" Target="../media/image137.png"/><Relationship Id="rId25" Type="http://schemas.openxmlformats.org/officeDocument/2006/relationships/image" Target="../media/image141.png"/><Relationship Id="rId33" Type="http://schemas.openxmlformats.org/officeDocument/2006/relationships/image" Target="../media/image145.png"/><Relationship Id="rId38" Type="http://schemas.openxmlformats.org/officeDocument/2006/relationships/customXml" Target="../ink/ink34.xml"/><Relationship Id="rId46" Type="http://schemas.openxmlformats.org/officeDocument/2006/relationships/customXml" Target="../ink/ink38.xml"/><Relationship Id="rId59" Type="http://schemas.openxmlformats.org/officeDocument/2006/relationships/image" Target="../media/image158.png"/><Relationship Id="rId20" Type="http://schemas.openxmlformats.org/officeDocument/2006/relationships/customXml" Target="../ink/ink25.xml"/><Relationship Id="rId41" Type="http://schemas.openxmlformats.org/officeDocument/2006/relationships/image" Target="../media/image149.png"/><Relationship Id="rId54" Type="http://schemas.openxmlformats.org/officeDocument/2006/relationships/customXml" Target="../ink/ink42.xml"/><Relationship Id="rId62" Type="http://schemas.openxmlformats.org/officeDocument/2006/relationships/customXml" Target="../ink/ink4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9.png"/><Relationship Id="rId15" Type="http://schemas.openxmlformats.org/officeDocument/2006/relationships/image" Target="../media/image136.png"/><Relationship Id="rId23" Type="http://schemas.openxmlformats.org/officeDocument/2006/relationships/image" Target="../media/image140.png"/><Relationship Id="rId28" Type="http://schemas.openxmlformats.org/officeDocument/2006/relationships/customXml" Target="../ink/ink29.xml"/><Relationship Id="rId36" Type="http://schemas.openxmlformats.org/officeDocument/2006/relationships/customXml" Target="../ink/ink33.xml"/><Relationship Id="rId49" Type="http://schemas.openxmlformats.org/officeDocument/2006/relationships/image" Target="../media/image153.png"/><Relationship Id="rId57" Type="http://schemas.openxmlformats.org/officeDocument/2006/relationships/image" Target="../media/image157.png"/><Relationship Id="rId10" Type="http://schemas.openxmlformats.org/officeDocument/2006/relationships/image" Target="../media/image133.png"/><Relationship Id="rId31" Type="http://schemas.openxmlformats.org/officeDocument/2006/relationships/image" Target="../media/image144.png"/><Relationship Id="rId44" Type="http://schemas.openxmlformats.org/officeDocument/2006/relationships/customXml" Target="../ink/ink37.xml"/><Relationship Id="rId52" Type="http://schemas.openxmlformats.org/officeDocument/2006/relationships/customXml" Target="../ink/ink41.xml"/><Relationship Id="rId60" Type="http://schemas.openxmlformats.org/officeDocument/2006/relationships/customXml" Target="../ink/ink45.xml"/><Relationship Id="rId4" Type="http://schemas.openxmlformats.org/officeDocument/2006/relationships/image" Target="../media/image127.png"/><Relationship Id="rId9" Type="http://schemas.openxmlformats.org/officeDocument/2006/relationships/image" Target="../media/image132.png"/></Relationships>
</file>

<file path=ppt/slides/_rels/slide10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2.xml"/><Relationship Id="rId18" Type="http://schemas.openxmlformats.org/officeDocument/2006/relationships/image" Target="../media/image169.png"/><Relationship Id="rId26" Type="http://schemas.openxmlformats.org/officeDocument/2006/relationships/image" Target="../media/image173.png"/><Relationship Id="rId3" Type="http://schemas.openxmlformats.org/officeDocument/2006/relationships/customXml" Target="../ink/ink47.xml"/><Relationship Id="rId21" Type="http://schemas.openxmlformats.org/officeDocument/2006/relationships/customXml" Target="../ink/ink56.xml"/><Relationship Id="rId34" Type="http://schemas.openxmlformats.org/officeDocument/2006/relationships/image" Target="../media/image177.png"/><Relationship Id="rId7" Type="http://schemas.openxmlformats.org/officeDocument/2006/relationships/customXml" Target="../ink/ink49.xml"/><Relationship Id="rId12" Type="http://schemas.openxmlformats.org/officeDocument/2006/relationships/image" Target="../media/image166.png"/><Relationship Id="rId17" Type="http://schemas.openxmlformats.org/officeDocument/2006/relationships/customXml" Target="../ink/ink54.xml"/><Relationship Id="rId25" Type="http://schemas.openxmlformats.org/officeDocument/2006/relationships/customXml" Target="../ink/ink58.xml"/><Relationship Id="rId33" Type="http://schemas.openxmlformats.org/officeDocument/2006/relationships/customXml" Target="../ink/ink62.xml"/><Relationship Id="rId2" Type="http://schemas.openxmlformats.org/officeDocument/2006/relationships/image" Target="../media/image161.png"/><Relationship Id="rId16" Type="http://schemas.openxmlformats.org/officeDocument/2006/relationships/image" Target="../media/image168.png"/><Relationship Id="rId20" Type="http://schemas.openxmlformats.org/officeDocument/2006/relationships/image" Target="../media/image170.png"/><Relationship Id="rId29" Type="http://schemas.openxmlformats.org/officeDocument/2006/relationships/customXml" Target="../ink/ink6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3.png"/><Relationship Id="rId11" Type="http://schemas.openxmlformats.org/officeDocument/2006/relationships/customXml" Target="../ink/ink51.xml"/><Relationship Id="rId24" Type="http://schemas.openxmlformats.org/officeDocument/2006/relationships/image" Target="../media/image172.png"/><Relationship Id="rId32" Type="http://schemas.openxmlformats.org/officeDocument/2006/relationships/image" Target="../media/image176.png"/><Relationship Id="rId5" Type="http://schemas.openxmlformats.org/officeDocument/2006/relationships/customXml" Target="../ink/ink48.xml"/><Relationship Id="rId15" Type="http://schemas.openxmlformats.org/officeDocument/2006/relationships/customXml" Target="../ink/ink53.xml"/><Relationship Id="rId23" Type="http://schemas.openxmlformats.org/officeDocument/2006/relationships/customXml" Target="../ink/ink57.xml"/><Relationship Id="rId28" Type="http://schemas.openxmlformats.org/officeDocument/2006/relationships/image" Target="../media/image174.png"/><Relationship Id="rId10" Type="http://schemas.openxmlformats.org/officeDocument/2006/relationships/image" Target="../media/image165.png"/><Relationship Id="rId19" Type="http://schemas.openxmlformats.org/officeDocument/2006/relationships/customXml" Target="../ink/ink55.xml"/><Relationship Id="rId31" Type="http://schemas.openxmlformats.org/officeDocument/2006/relationships/customXml" Target="../ink/ink61.xml"/><Relationship Id="rId4" Type="http://schemas.openxmlformats.org/officeDocument/2006/relationships/image" Target="../media/image162.png"/><Relationship Id="rId9" Type="http://schemas.openxmlformats.org/officeDocument/2006/relationships/customXml" Target="../ink/ink50.xml"/><Relationship Id="rId14" Type="http://schemas.openxmlformats.org/officeDocument/2006/relationships/image" Target="../media/image167.png"/><Relationship Id="rId22" Type="http://schemas.openxmlformats.org/officeDocument/2006/relationships/image" Target="../media/image171.png"/><Relationship Id="rId27" Type="http://schemas.openxmlformats.org/officeDocument/2006/relationships/customXml" Target="../ink/ink59.xml"/><Relationship Id="rId30" Type="http://schemas.openxmlformats.org/officeDocument/2006/relationships/image" Target="../media/image175.png"/><Relationship Id="rId8" Type="http://schemas.openxmlformats.org/officeDocument/2006/relationships/image" Target="../media/image164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3.xml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8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4" Type="http://schemas.openxmlformats.org/officeDocument/2006/relationships/image" Target="../media/image180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customXml" Target="../ink/ink64.xml"/><Relationship Id="rId13" Type="http://schemas.openxmlformats.org/officeDocument/2006/relationships/image" Target="../media/image188.png"/><Relationship Id="rId18" Type="http://schemas.openxmlformats.org/officeDocument/2006/relationships/customXml" Target="../ink/ink69.xml"/><Relationship Id="rId3" Type="http://schemas.openxmlformats.org/officeDocument/2006/relationships/image" Target="../media/image2.png"/><Relationship Id="rId7" Type="http://schemas.openxmlformats.org/officeDocument/2006/relationships/image" Target="../media/image185.png"/><Relationship Id="rId12" Type="http://schemas.openxmlformats.org/officeDocument/2006/relationships/customXml" Target="../ink/ink66.xml"/><Relationship Id="rId17" Type="http://schemas.openxmlformats.org/officeDocument/2006/relationships/image" Target="../media/image190.png"/><Relationship Id="rId2" Type="http://schemas.openxmlformats.org/officeDocument/2006/relationships/image" Target="../media/image1.jpg"/><Relationship Id="rId16" Type="http://schemas.openxmlformats.org/officeDocument/2006/relationships/customXml" Target="../ink/ink6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4.png"/><Relationship Id="rId11" Type="http://schemas.openxmlformats.org/officeDocument/2006/relationships/image" Target="../media/image187.png"/><Relationship Id="rId5" Type="http://schemas.openxmlformats.org/officeDocument/2006/relationships/image" Target="../media/image183.png"/><Relationship Id="rId15" Type="http://schemas.openxmlformats.org/officeDocument/2006/relationships/image" Target="../media/image189.png"/><Relationship Id="rId10" Type="http://schemas.openxmlformats.org/officeDocument/2006/relationships/customXml" Target="../ink/ink65.xml"/><Relationship Id="rId19" Type="http://schemas.openxmlformats.org/officeDocument/2006/relationships/image" Target="../media/image191.png"/><Relationship Id="rId4" Type="http://schemas.openxmlformats.org/officeDocument/2006/relationships/image" Target="../media/image30.png"/><Relationship Id="rId9" Type="http://schemas.openxmlformats.org/officeDocument/2006/relationships/image" Target="../media/image186.png"/><Relationship Id="rId14" Type="http://schemas.openxmlformats.org/officeDocument/2006/relationships/customXml" Target="../ink/ink67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3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3" Type="http://schemas.openxmlformats.org/officeDocument/2006/relationships/image" Target="../media/image194.png"/><Relationship Id="rId7" Type="http://schemas.openxmlformats.org/officeDocument/2006/relationships/image" Target="../media/image19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7.png"/><Relationship Id="rId5" Type="http://schemas.openxmlformats.org/officeDocument/2006/relationships/image" Target="../media/image196.png"/><Relationship Id="rId4" Type="http://schemas.openxmlformats.org/officeDocument/2006/relationships/image" Target="../media/image195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3" Type="http://schemas.openxmlformats.org/officeDocument/2006/relationships/image" Target="../media/image2.png"/><Relationship Id="rId7" Type="http://schemas.openxmlformats.org/officeDocument/2006/relationships/image" Target="../media/image20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1.png"/><Relationship Id="rId5" Type="http://schemas.openxmlformats.org/officeDocument/2006/relationships/image" Target="../media/image200.png"/><Relationship Id="rId10" Type="http://schemas.openxmlformats.org/officeDocument/2006/relationships/image" Target="../media/image205.png"/><Relationship Id="rId4" Type="http://schemas.openxmlformats.org/officeDocument/2006/relationships/image" Target="../media/image30.png"/><Relationship Id="rId9" Type="http://schemas.openxmlformats.org/officeDocument/2006/relationships/image" Target="../media/image204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7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3" Type="http://schemas.openxmlformats.org/officeDocument/2006/relationships/image" Target="../media/image2.png"/><Relationship Id="rId7" Type="http://schemas.openxmlformats.org/officeDocument/2006/relationships/image" Target="../media/image2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9.png"/><Relationship Id="rId5" Type="http://schemas.openxmlformats.org/officeDocument/2006/relationships/image" Target="../media/image208.png"/><Relationship Id="rId4" Type="http://schemas.openxmlformats.org/officeDocument/2006/relationships/image" Target="../media/image7.png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3" Type="http://schemas.openxmlformats.org/officeDocument/2006/relationships/customXml" Target="../ink/ink70.xml"/><Relationship Id="rId7" Type="http://schemas.openxmlformats.org/officeDocument/2006/relationships/customXml" Target="../ink/ink7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3.png"/><Relationship Id="rId5" Type="http://schemas.openxmlformats.org/officeDocument/2006/relationships/customXml" Target="../ink/ink71.xml"/><Relationship Id="rId4" Type="http://schemas.openxmlformats.org/officeDocument/2006/relationships/image" Target="../media/image212.png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7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6.png"/><Relationship Id="rId5" Type="http://schemas.openxmlformats.org/officeDocument/2006/relationships/customXml" Target="../ink/ink74.xml"/><Relationship Id="rId4" Type="http://schemas.openxmlformats.org/officeDocument/2006/relationships/image" Target="../media/image2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74928"/>
            <a:ext cx="55302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-5" dirty="0">
                <a:solidFill>
                  <a:srgbClr val="FF0000"/>
                </a:solidFill>
                <a:latin typeface="隶书"/>
                <a:cs typeface="隶书"/>
              </a:rPr>
              <a:t>同步时序逻辑电路分析方法</a:t>
            </a:r>
            <a:endParaRPr sz="3600">
              <a:latin typeface="隶书"/>
              <a:cs typeface="隶书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34660" y="6539775"/>
            <a:ext cx="35369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14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914400">
              <a:lnSpc>
                <a:spcPct val="100000"/>
              </a:lnSpc>
              <a:spcBef>
                <a:spcPts val="985"/>
              </a:spcBef>
            </a:pPr>
            <a:r>
              <a:rPr spc="5" dirty="0">
                <a:latin typeface="隶书"/>
                <a:cs typeface="隶书"/>
              </a:rPr>
              <a:t>一</a:t>
            </a:r>
            <a:r>
              <a:rPr spc="-10" dirty="0">
                <a:latin typeface="隶书"/>
                <a:cs typeface="隶书"/>
              </a:rPr>
              <a:t>般步</a:t>
            </a:r>
            <a:r>
              <a:rPr spc="-15" dirty="0">
                <a:latin typeface="隶书"/>
                <a:cs typeface="隶书"/>
              </a:rPr>
              <a:t>骤</a:t>
            </a:r>
          </a:p>
          <a:p>
            <a:pPr marL="1371600">
              <a:lnSpc>
                <a:spcPct val="100000"/>
              </a:lnSpc>
              <a:spcBef>
                <a:spcPts val="885"/>
              </a:spcBef>
            </a:pPr>
            <a:r>
              <a:rPr dirty="0"/>
              <a:t>1</a:t>
            </a:r>
            <a:r>
              <a:rPr spc="5" dirty="0"/>
              <a:t>、</a:t>
            </a:r>
            <a:r>
              <a:rPr dirty="0"/>
              <a:t>写方程</a:t>
            </a:r>
          </a:p>
          <a:p>
            <a:pPr marL="914400" marR="5080" indent="457200">
              <a:lnSpc>
                <a:spcPct val="150000"/>
              </a:lnSpc>
              <a:spcBef>
                <a:spcPts val="725"/>
              </a:spcBef>
            </a:pPr>
            <a:r>
              <a:rPr spc="40" dirty="0"/>
              <a:t>根据逻辑电路图写出各触发器</a:t>
            </a:r>
            <a:r>
              <a:rPr spc="10" dirty="0"/>
              <a:t>的</a:t>
            </a:r>
            <a:r>
              <a:rPr spc="35" dirty="0">
                <a:solidFill>
                  <a:srgbClr val="FF0000"/>
                </a:solidFill>
              </a:rPr>
              <a:t>时钟方程</a:t>
            </a:r>
            <a:r>
              <a:rPr spc="40" dirty="0">
                <a:solidFill>
                  <a:srgbClr val="000099"/>
                </a:solidFill>
              </a:rPr>
              <a:t>、</a:t>
            </a:r>
            <a:r>
              <a:rPr spc="50" dirty="0">
                <a:solidFill>
                  <a:srgbClr val="FF0000"/>
                </a:solidFill>
              </a:rPr>
              <a:t>驱动 </a:t>
            </a:r>
            <a:r>
              <a:rPr dirty="0">
                <a:solidFill>
                  <a:srgbClr val="FF0000"/>
                </a:solidFill>
              </a:rPr>
              <a:t>方程</a:t>
            </a:r>
            <a:r>
              <a:rPr spc="5" dirty="0">
                <a:solidFill>
                  <a:srgbClr val="000099"/>
                </a:solidFill>
              </a:rPr>
              <a:t>、</a:t>
            </a:r>
            <a:r>
              <a:rPr dirty="0">
                <a:solidFill>
                  <a:srgbClr val="FF0000"/>
                </a:solidFill>
              </a:rPr>
              <a:t>输出</a:t>
            </a:r>
            <a:r>
              <a:rPr spc="-5" dirty="0">
                <a:solidFill>
                  <a:srgbClr val="FF0000"/>
                </a:solidFill>
              </a:rPr>
              <a:t>方程</a:t>
            </a:r>
            <a:r>
              <a:rPr spc="-5" dirty="0"/>
              <a:t>。</a:t>
            </a:r>
          </a:p>
          <a:p>
            <a:pPr marL="1371600">
              <a:lnSpc>
                <a:spcPct val="100000"/>
              </a:lnSpc>
              <a:spcBef>
                <a:spcPts val="1680"/>
              </a:spcBef>
            </a:pPr>
            <a:r>
              <a:rPr dirty="0"/>
              <a:t>2、</a:t>
            </a:r>
            <a:r>
              <a:rPr spc="-5" dirty="0"/>
              <a:t>求状态</a:t>
            </a:r>
            <a:r>
              <a:rPr spc="-10" dirty="0"/>
              <a:t>方程</a:t>
            </a:r>
          </a:p>
          <a:p>
            <a:pPr marL="914400" marR="12700" indent="457200">
              <a:lnSpc>
                <a:spcPct val="150100"/>
              </a:lnSpc>
              <a:spcBef>
                <a:spcPts val="720"/>
              </a:spcBef>
            </a:pPr>
            <a:r>
              <a:rPr spc="40" dirty="0"/>
              <a:t>将驱动方程代入相应触发器的特性方</a:t>
            </a:r>
            <a:r>
              <a:rPr spc="5" dirty="0"/>
              <a:t>程</a:t>
            </a:r>
            <a:r>
              <a:rPr spc="35" dirty="0"/>
              <a:t>，得</a:t>
            </a:r>
            <a:r>
              <a:rPr spc="45" dirty="0"/>
              <a:t>到</a:t>
            </a:r>
            <a:r>
              <a:rPr spc="-5" dirty="0"/>
              <a:t>各 </a:t>
            </a:r>
            <a:r>
              <a:rPr dirty="0"/>
              <a:t>触发器的</a:t>
            </a:r>
            <a:r>
              <a:rPr spc="-5" dirty="0">
                <a:solidFill>
                  <a:srgbClr val="FF0000"/>
                </a:solidFill>
              </a:rPr>
              <a:t>状</a:t>
            </a:r>
            <a:r>
              <a:rPr spc="-10" dirty="0">
                <a:solidFill>
                  <a:srgbClr val="FF0000"/>
                </a:solidFill>
              </a:rPr>
              <a:t>态方</a:t>
            </a:r>
            <a:r>
              <a:rPr spc="5" dirty="0">
                <a:solidFill>
                  <a:srgbClr val="FF0000"/>
                </a:solidFill>
              </a:rPr>
              <a:t>程</a:t>
            </a:r>
            <a:r>
              <a:rPr spc="-10" dirty="0"/>
              <a:t>(</a:t>
            </a:r>
            <a:r>
              <a:rPr dirty="0"/>
              <a:t>即</a:t>
            </a:r>
            <a:r>
              <a:rPr spc="-10" dirty="0">
                <a:solidFill>
                  <a:srgbClr val="FF0000"/>
                </a:solidFill>
              </a:rPr>
              <a:t>次态</a:t>
            </a:r>
            <a:r>
              <a:rPr spc="-5" dirty="0">
                <a:solidFill>
                  <a:srgbClr val="FF0000"/>
                </a:solidFill>
              </a:rPr>
              <a:t>方</a:t>
            </a:r>
            <a:r>
              <a:rPr spc="-10" dirty="0">
                <a:solidFill>
                  <a:srgbClr val="FF0000"/>
                </a:solidFill>
              </a:rPr>
              <a:t>程</a:t>
            </a:r>
            <a:r>
              <a:rPr spc="-10" dirty="0"/>
              <a:t>）。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68044" y="1042434"/>
            <a:ext cx="8065134" cy="3256915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89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3、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列状态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转换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真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值表</a:t>
            </a:r>
            <a:endParaRPr sz="2800">
              <a:latin typeface="华文楷体"/>
              <a:cs typeface="华文楷体"/>
            </a:endParaRPr>
          </a:p>
          <a:p>
            <a:pPr marL="12700" marR="5080" indent="457200">
              <a:lnSpc>
                <a:spcPct val="150100"/>
              </a:lnSpc>
              <a:spcBef>
                <a:spcPts val="114"/>
              </a:spcBef>
            </a:pPr>
            <a:r>
              <a:rPr sz="2800" b="1" spc="40" dirty="0">
                <a:solidFill>
                  <a:srgbClr val="7E4D00"/>
                </a:solidFill>
                <a:latin typeface="华文楷体"/>
                <a:cs typeface="华文楷体"/>
              </a:rPr>
              <a:t>依次设初</a:t>
            </a:r>
            <a:r>
              <a:rPr sz="2800" b="1" spc="30" dirty="0">
                <a:solidFill>
                  <a:srgbClr val="7E4D00"/>
                </a:solidFill>
                <a:latin typeface="华文楷体"/>
                <a:cs typeface="华文楷体"/>
              </a:rPr>
              <a:t>态</a:t>
            </a:r>
            <a:r>
              <a:rPr sz="2800" b="1" spc="40" dirty="0">
                <a:solidFill>
                  <a:srgbClr val="7E4D00"/>
                </a:solidFill>
                <a:latin typeface="华文楷体"/>
                <a:cs typeface="华文楷体"/>
              </a:rPr>
              <a:t>，求次</a:t>
            </a:r>
            <a:r>
              <a:rPr sz="2800" b="1" spc="35" dirty="0">
                <a:solidFill>
                  <a:srgbClr val="7E4D00"/>
                </a:solidFill>
                <a:latin typeface="华文楷体"/>
                <a:cs typeface="华文楷体"/>
              </a:rPr>
              <a:t>态</a:t>
            </a:r>
            <a:r>
              <a:rPr sz="2800" b="1" spc="40" dirty="0">
                <a:solidFill>
                  <a:srgbClr val="7E4D00"/>
                </a:solidFill>
                <a:latin typeface="华文楷体"/>
                <a:cs typeface="华文楷体"/>
              </a:rPr>
              <a:t>，列出</a:t>
            </a:r>
            <a:r>
              <a:rPr sz="2800" b="1" spc="40" dirty="0">
                <a:solidFill>
                  <a:srgbClr val="FF0000"/>
                </a:solidFill>
                <a:latin typeface="华文楷体"/>
                <a:cs typeface="华文楷体"/>
              </a:rPr>
              <a:t>状态转换真值</a:t>
            </a:r>
            <a:r>
              <a:rPr sz="2800" b="1" spc="30" dirty="0">
                <a:solidFill>
                  <a:srgbClr val="FF0000"/>
                </a:solidFill>
                <a:latin typeface="华文楷体"/>
                <a:cs typeface="华文楷体"/>
              </a:rPr>
              <a:t>表</a:t>
            </a:r>
            <a:r>
              <a:rPr sz="2800" b="1" spc="50" dirty="0">
                <a:solidFill>
                  <a:srgbClr val="FF0000"/>
                </a:solidFill>
                <a:latin typeface="华文楷体"/>
                <a:cs typeface="华文楷体"/>
              </a:rPr>
              <a:t>，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或 </a:t>
            </a:r>
            <a:r>
              <a:rPr sz="2800" b="1" spc="70" dirty="0">
                <a:solidFill>
                  <a:srgbClr val="7E4D00"/>
                </a:solidFill>
                <a:latin typeface="华文楷体"/>
                <a:cs typeface="华文楷体"/>
              </a:rPr>
              <a:t>者画</a:t>
            </a:r>
            <a:r>
              <a:rPr sz="2800" b="1" spc="75" dirty="0">
                <a:solidFill>
                  <a:srgbClr val="7E4D00"/>
                </a:solidFill>
                <a:latin typeface="华文楷体"/>
                <a:cs typeface="华文楷体"/>
              </a:rPr>
              <a:t>出</a:t>
            </a:r>
            <a:r>
              <a:rPr sz="2800" b="1" spc="70" dirty="0">
                <a:solidFill>
                  <a:srgbClr val="FF0000"/>
                </a:solidFill>
                <a:latin typeface="华文楷体"/>
                <a:cs typeface="华文楷体"/>
              </a:rPr>
              <a:t>状态转换</a:t>
            </a:r>
            <a:r>
              <a:rPr sz="2800" b="1" spc="75" dirty="0">
                <a:solidFill>
                  <a:srgbClr val="FF0000"/>
                </a:solidFill>
                <a:latin typeface="华文楷体"/>
                <a:cs typeface="华文楷体"/>
              </a:rPr>
              <a:t>图</a:t>
            </a:r>
            <a:r>
              <a:rPr sz="2800" b="1" spc="70" dirty="0">
                <a:solidFill>
                  <a:srgbClr val="FF0000"/>
                </a:solidFill>
                <a:latin typeface="华文楷体"/>
                <a:cs typeface="华文楷体"/>
              </a:rPr>
              <a:t>（有效循环无效循</a:t>
            </a:r>
            <a:r>
              <a:rPr sz="2800" b="1" spc="75" dirty="0">
                <a:solidFill>
                  <a:srgbClr val="FF0000"/>
                </a:solidFill>
                <a:latin typeface="华文楷体"/>
                <a:cs typeface="华文楷体"/>
              </a:rPr>
              <a:t>环</a:t>
            </a:r>
            <a:r>
              <a:rPr sz="2800" b="1" spc="70" dirty="0">
                <a:solidFill>
                  <a:srgbClr val="FF0000"/>
                </a:solidFill>
                <a:latin typeface="华文楷体"/>
                <a:cs typeface="华文楷体"/>
              </a:rPr>
              <a:t>，</a:t>
            </a:r>
            <a:r>
              <a:rPr sz="2800" b="1" spc="75" dirty="0">
                <a:solidFill>
                  <a:srgbClr val="FF0000"/>
                </a:solidFill>
                <a:latin typeface="华文楷体"/>
                <a:cs typeface="华文楷体"/>
              </a:rPr>
              <a:t>自启</a:t>
            </a:r>
            <a:r>
              <a:rPr sz="2800" b="1" spc="80" dirty="0">
                <a:solidFill>
                  <a:srgbClr val="FF0000"/>
                </a:solidFill>
                <a:latin typeface="华文楷体"/>
                <a:cs typeface="华文楷体"/>
              </a:rPr>
              <a:t>动</a:t>
            </a:r>
            <a:r>
              <a:rPr sz="2800" b="1" spc="-10" dirty="0">
                <a:solidFill>
                  <a:srgbClr val="FF0000"/>
                </a:solidFill>
                <a:latin typeface="华文楷体"/>
                <a:cs typeface="华文楷体"/>
              </a:rPr>
              <a:t>）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（或时序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图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）</a:t>
            </a:r>
            <a:endParaRPr sz="280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  <a:spcBef>
                <a:spcPts val="168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4、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说明逻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辑功能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34660" y="6539775"/>
            <a:ext cx="35369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15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图片 77">
            <a:extLst>
              <a:ext uri="{FF2B5EF4-FFF2-40B4-BE49-F238E27FC236}">
                <a16:creationId xmlns:a16="http://schemas.microsoft.com/office/drawing/2014/main" id="{1E273834-0D08-AF7B-AF8C-A0F9DD16D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51" y="128127"/>
            <a:ext cx="9478698" cy="66017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F5508968-A6C0-E627-D8E9-C4AEC0040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20" y="332943"/>
            <a:ext cx="9030960" cy="61921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370832" y="982217"/>
            <a:ext cx="4868545" cy="0"/>
          </a:xfrm>
          <a:custGeom>
            <a:avLst/>
            <a:gdLst/>
            <a:ahLst/>
            <a:cxnLst/>
            <a:rect l="l" t="t" r="r" b="b"/>
            <a:pathLst>
              <a:path w="4868545">
                <a:moveTo>
                  <a:pt x="0" y="0"/>
                </a:moveTo>
                <a:lnTo>
                  <a:pt x="4868418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939800" cy="0"/>
          </a:xfrm>
          <a:custGeom>
            <a:avLst/>
            <a:gdLst/>
            <a:ahLst/>
            <a:cxnLst/>
            <a:rect l="l" t="t" r="r" b="b"/>
            <a:pathLst>
              <a:path w="939800">
                <a:moveTo>
                  <a:pt x="0" y="0"/>
                </a:moveTo>
                <a:lnTo>
                  <a:pt x="939546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52116" y="2815492"/>
            <a:ext cx="612775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400" b="1" spc="5" dirty="0">
                <a:solidFill>
                  <a:srgbClr val="FFFFFF"/>
                </a:solidFill>
                <a:latin typeface="华文楷体"/>
                <a:cs typeface="华文楷体"/>
              </a:rPr>
              <a:t>初态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32832" y="2815492"/>
            <a:ext cx="613410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400" b="1" spc="10" dirty="0">
                <a:solidFill>
                  <a:srgbClr val="FFFFFF"/>
                </a:solidFill>
                <a:latin typeface="华文楷体"/>
                <a:cs typeface="华文楷体"/>
              </a:rPr>
              <a:t>次态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3197" y="3312836"/>
            <a:ext cx="32131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spc="-10" dirty="0">
                <a:latin typeface="Times New Roman"/>
                <a:cs typeface="Times New Roman"/>
              </a:rPr>
              <a:t>Q</a:t>
            </a:r>
            <a:r>
              <a:rPr sz="2400" spc="-7" baseline="-20833" dirty="0"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96895" y="3312836"/>
            <a:ext cx="32131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spc="-10" dirty="0">
                <a:latin typeface="Times New Roman"/>
                <a:cs typeface="Times New Roman"/>
              </a:rPr>
              <a:t>Q</a:t>
            </a:r>
            <a:r>
              <a:rPr sz="2400" spc="-7" baseline="-20833" dirty="0"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90595" y="3312836"/>
            <a:ext cx="32131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spc="-10" dirty="0">
                <a:latin typeface="Times New Roman"/>
                <a:cs typeface="Times New Roman"/>
              </a:rPr>
              <a:t>Q</a:t>
            </a:r>
            <a:r>
              <a:rPr sz="2400" spc="-7" baseline="-20833" dirty="0"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25416" y="3312386"/>
            <a:ext cx="639445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3600" spc="-15" baseline="-16203" dirty="0">
                <a:latin typeface="Times New Roman"/>
                <a:cs typeface="Times New Roman"/>
              </a:rPr>
              <a:t>Q</a:t>
            </a:r>
            <a:r>
              <a:rPr sz="2400" baseline="-45138" dirty="0">
                <a:latin typeface="Times New Roman"/>
                <a:cs typeface="Times New Roman"/>
              </a:rPr>
              <a:t>3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-5" dirty="0">
                <a:latin typeface="Times New Roman"/>
                <a:cs typeface="Times New Roman"/>
              </a:rPr>
              <a:t>+1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19115" y="3312386"/>
            <a:ext cx="639445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3600" spc="-15" baseline="-16203" dirty="0">
                <a:latin typeface="Times New Roman"/>
                <a:cs typeface="Times New Roman"/>
              </a:rPr>
              <a:t>Q</a:t>
            </a:r>
            <a:r>
              <a:rPr sz="2400" baseline="-45138" dirty="0">
                <a:latin typeface="Times New Roman"/>
                <a:cs typeface="Times New Roman"/>
              </a:rPr>
              <a:t>2</a:t>
            </a:r>
            <a:r>
              <a:rPr sz="1600" spc="-5" dirty="0">
                <a:latin typeface="Times New Roman"/>
                <a:cs typeface="Times New Roman"/>
              </a:rPr>
              <a:t>n+1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12815" y="3312386"/>
            <a:ext cx="639445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3600" spc="-15" baseline="-16203" dirty="0">
                <a:latin typeface="Times New Roman"/>
                <a:cs typeface="Times New Roman"/>
              </a:rPr>
              <a:t>Q</a:t>
            </a:r>
            <a:r>
              <a:rPr sz="2400" baseline="-45138" dirty="0">
                <a:latin typeface="Times New Roman"/>
                <a:cs typeface="Times New Roman"/>
              </a:rPr>
              <a:t>1</a:t>
            </a:r>
            <a:r>
              <a:rPr sz="1600" spc="-5" dirty="0">
                <a:latin typeface="Times New Roman"/>
                <a:cs typeface="Times New Roman"/>
              </a:rPr>
              <a:t>n+1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88541" y="377003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82239" y="377003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75939" y="377003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51861" y="2820365"/>
            <a:ext cx="612775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45"/>
              </a:lnSpc>
            </a:pPr>
            <a:r>
              <a:rPr sz="2400" b="1" spc="5" dirty="0">
                <a:solidFill>
                  <a:srgbClr val="FFFFFF"/>
                </a:solidFill>
                <a:latin typeface="华文楷体"/>
                <a:cs typeface="华文楷体"/>
              </a:rPr>
              <a:t>初态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32578" y="2820365"/>
            <a:ext cx="613410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45"/>
              </a:lnSpc>
            </a:pPr>
            <a:r>
              <a:rPr sz="2400" b="1" spc="5" dirty="0">
                <a:solidFill>
                  <a:srgbClr val="FFFFFF"/>
                </a:solidFill>
                <a:latin typeface="华文楷体"/>
                <a:cs typeface="华文楷体"/>
              </a:rPr>
              <a:t>次态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02942" y="3316883"/>
            <a:ext cx="32131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spc="-10" dirty="0">
                <a:latin typeface="Times New Roman"/>
                <a:cs typeface="Times New Roman"/>
              </a:rPr>
              <a:t>Q</a:t>
            </a:r>
            <a:r>
              <a:rPr sz="2400" spc="-7" baseline="-20833" dirty="0"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96642" y="3316883"/>
            <a:ext cx="32131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spc="-10" dirty="0">
                <a:latin typeface="Times New Roman"/>
                <a:cs typeface="Times New Roman"/>
              </a:rPr>
              <a:t>Q</a:t>
            </a:r>
            <a:r>
              <a:rPr sz="2400" spc="-7" baseline="-20833" dirty="0"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90214" y="3316883"/>
            <a:ext cx="32131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spc="-10" dirty="0">
                <a:latin typeface="Times New Roman"/>
                <a:cs typeface="Times New Roman"/>
              </a:rPr>
              <a:t>Q</a:t>
            </a:r>
            <a:r>
              <a:rPr sz="2400" spc="-7" baseline="-20833" dirty="0"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25163" y="3316704"/>
            <a:ext cx="639445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3600" spc="-15" baseline="-16203" dirty="0">
                <a:latin typeface="Times New Roman"/>
                <a:cs typeface="Times New Roman"/>
              </a:rPr>
              <a:t>Q</a:t>
            </a:r>
            <a:r>
              <a:rPr sz="2400" spc="-7" baseline="-45138" dirty="0">
                <a:latin typeface="Times New Roman"/>
                <a:cs typeface="Times New Roman"/>
              </a:rPr>
              <a:t>3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-5" dirty="0">
                <a:latin typeface="Times New Roman"/>
                <a:cs typeface="Times New Roman"/>
              </a:rPr>
              <a:t>+1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18861" y="3316704"/>
            <a:ext cx="639445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3600" spc="-15" baseline="-16203" dirty="0">
                <a:latin typeface="Times New Roman"/>
                <a:cs typeface="Times New Roman"/>
              </a:rPr>
              <a:t>Q</a:t>
            </a:r>
            <a:r>
              <a:rPr sz="2400" spc="-7" baseline="-45138" dirty="0">
                <a:latin typeface="Times New Roman"/>
                <a:cs typeface="Times New Roman"/>
              </a:rPr>
              <a:t>2</a:t>
            </a:r>
            <a:r>
              <a:rPr sz="1600" spc="-5" dirty="0">
                <a:latin typeface="Times New Roman"/>
                <a:cs typeface="Times New Roman"/>
              </a:rPr>
              <a:t>n+1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12434" y="3316704"/>
            <a:ext cx="639445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3600" spc="-15" baseline="-16203" dirty="0">
                <a:latin typeface="Times New Roman"/>
                <a:cs typeface="Times New Roman"/>
              </a:rPr>
              <a:t>Q</a:t>
            </a:r>
            <a:r>
              <a:rPr sz="2400" spc="-7" baseline="-45138" dirty="0">
                <a:latin typeface="Times New Roman"/>
                <a:cs typeface="Times New Roman"/>
              </a:rPr>
              <a:t>1</a:t>
            </a:r>
            <a:r>
              <a:rPr sz="1600" spc="-5" dirty="0">
                <a:latin typeface="Times New Roman"/>
                <a:cs typeface="Times New Roman"/>
              </a:rPr>
              <a:t>n+1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87398" y="6050855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80970" y="6050855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74415" y="6050855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87398" y="5593350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80970" y="5593350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74669" y="5593350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87651" y="5151144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81351" y="5151144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574669" y="5151144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787651" y="4702089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681351" y="4702089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575050" y="4702089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88541" y="4240427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682239" y="4240427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575939" y="4240427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429511" y="598931"/>
            <a:ext cx="2941320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397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latin typeface="华文楷体"/>
                <a:cs typeface="华文楷体"/>
              </a:rPr>
              <a:t>3</a:t>
            </a:r>
            <a:r>
              <a:rPr sz="3200" spc="-35" dirty="0">
                <a:latin typeface="华文楷体"/>
                <a:cs typeface="华文楷体"/>
              </a:rPr>
              <a:t> </a:t>
            </a:r>
            <a:r>
              <a:rPr sz="3200" i="1" dirty="0">
                <a:latin typeface="华文楷体"/>
                <a:cs typeface="华文楷体"/>
              </a:rPr>
              <a:t>列状态转换表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919985" y="1378965"/>
            <a:ext cx="73501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依次设初态，代入状态</a:t>
            </a:r>
            <a:r>
              <a:rPr sz="3200" i="1" spc="-15" dirty="0">
                <a:solidFill>
                  <a:srgbClr val="7E4D00"/>
                </a:solidFill>
                <a:latin typeface="华文楷体"/>
                <a:cs typeface="华文楷体"/>
              </a:rPr>
              <a:t>方</a:t>
            </a: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程及</a:t>
            </a:r>
            <a:r>
              <a:rPr sz="3200" i="1" spc="-15" dirty="0">
                <a:solidFill>
                  <a:srgbClr val="7E4D00"/>
                </a:solidFill>
                <a:latin typeface="华文楷体"/>
                <a:cs typeface="华文楷体"/>
              </a:rPr>
              <a:t>输</a:t>
            </a: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出方</a:t>
            </a:r>
            <a:r>
              <a:rPr sz="3200" i="1" spc="-15" dirty="0">
                <a:solidFill>
                  <a:srgbClr val="7E4D00"/>
                </a:solidFill>
                <a:latin typeface="华文楷体"/>
                <a:cs typeface="华文楷体"/>
              </a:rPr>
              <a:t>程</a:t>
            </a: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62786" y="2110181"/>
            <a:ext cx="32810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求出状态转换表。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8678437" y="2496386"/>
            <a:ext cx="473075" cy="0"/>
          </a:xfrm>
          <a:custGeom>
            <a:avLst/>
            <a:gdLst/>
            <a:ahLst/>
            <a:cxnLst/>
            <a:rect l="l" t="t" r="r" b="b"/>
            <a:pathLst>
              <a:path w="473075">
                <a:moveTo>
                  <a:pt x="0" y="0"/>
                </a:moveTo>
                <a:lnTo>
                  <a:pt x="472926" y="0"/>
                </a:lnTo>
              </a:path>
            </a:pathLst>
          </a:custGeom>
          <a:ln w="228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1393952" y="2767457"/>
          <a:ext cx="5360031" cy="36472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0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0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4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1708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b="1" spc="5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初态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T="29209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b="1" spc="5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次态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6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</a:pPr>
                      <a:r>
                        <a:rPr sz="3600" spc="-7" baseline="-16203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45138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n+1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</a:pPr>
                      <a:r>
                        <a:rPr sz="3600" spc="-7" baseline="-16203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45138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n+1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</a:pPr>
                      <a:r>
                        <a:rPr sz="3600" spc="-7" baseline="-16203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45138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n+1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153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413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88900" marB="0">
                    <a:lnL w="53975">
                      <a:solidFill>
                        <a:srgbClr val="000000"/>
                      </a:solidFill>
                      <a:prstDash val="solid"/>
                    </a:lnL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88900" marB="0"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88900" marB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8890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88900" marB="0"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88900" marB="0">
                    <a:lnR w="53975">
                      <a:solidFill>
                        <a:srgbClr val="000000"/>
                      </a:solidFill>
                      <a:prstDash val="solid"/>
                    </a:lnR>
                    <a:solidFill>
                      <a:srgbClr val="C8C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684">
                <a:tc>
                  <a:txBody>
                    <a:bodyPr/>
                    <a:lstStyle/>
                    <a:p>
                      <a:pPr marL="7620" algn="ctr">
                        <a:lnSpc>
                          <a:spcPts val="2780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2780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2780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2780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2780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780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E4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53975">
                      <a:solidFill>
                        <a:srgbClr val="000000"/>
                      </a:solidFill>
                      <a:prstDash val="solid"/>
                    </a:lnL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C8C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731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53975">
                      <a:solidFill>
                        <a:srgbClr val="000000"/>
                      </a:solidFill>
                      <a:prstDash val="solid"/>
                    </a:lnL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E4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717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53975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539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" name="object 51"/>
          <p:cNvSpPr txBox="1"/>
          <p:nvPr/>
        </p:nvSpPr>
        <p:spPr>
          <a:xfrm>
            <a:off x="5034660" y="6539775"/>
            <a:ext cx="35369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18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274228" y="2246861"/>
            <a:ext cx="17792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010285" algn="l"/>
              </a:tabLst>
            </a:pPr>
            <a:r>
              <a:rPr sz="5400" i="1" spc="284" baseline="-24691" dirty="0">
                <a:latin typeface="Times New Roman"/>
                <a:cs typeface="Times New Roman"/>
              </a:rPr>
              <a:t>Q</a:t>
            </a:r>
            <a:r>
              <a:rPr sz="2050" i="1" spc="190" dirty="0">
                <a:latin typeface="Times New Roman"/>
                <a:cs typeface="Times New Roman"/>
              </a:rPr>
              <a:t>n</a:t>
            </a:r>
            <a:r>
              <a:rPr sz="2050" spc="190" dirty="0">
                <a:latin typeface="Symbol"/>
                <a:cs typeface="Symbol"/>
              </a:rPr>
              <a:t></a:t>
            </a:r>
            <a:r>
              <a:rPr sz="2050" spc="190" dirty="0">
                <a:latin typeface="Times New Roman"/>
                <a:cs typeface="Times New Roman"/>
              </a:rPr>
              <a:t>1	</a:t>
            </a:r>
            <a:r>
              <a:rPr sz="5400" spc="262" baseline="-24691" dirty="0">
                <a:latin typeface="Symbol"/>
                <a:cs typeface="Symbol"/>
              </a:rPr>
              <a:t></a:t>
            </a:r>
            <a:r>
              <a:rPr sz="5400" spc="-307" baseline="-24691" dirty="0">
                <a:latin typeface="Times New Roman"/>
                <a:cs typeface="Times New Roman"/>
              </a:rPr>
              <a:t> </a:t>
            </a:r>
            <a:r>
              <a:rPr sz="5400" i="1" spc="337" baseline="-24691" dirty="0">
                <a:latin typeface="Times New Roman"/>
                <a:cs typeface="Times New Roman"/>
              </a:rPr>
              <a:t>Q</a:t>
            </a:r>
            <a:endParaRPr sz="5400" baseline="-24691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223428" y="2764527"/>
            <a:ext cx="1969135" cy="18542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96875">
              <a:lnSpc>
                <a:spcPts val="2165"/>
              </a:lnSpc>
              <a:spcBef>
                <a:spcPts val="125"/>
              </a:spcBef>
              <a:tabLst>
                <a:tab pos="1761489" algn="l"/>
              </a:tabLst>
            </a:pPr>
            <a:r>
              <a:rPr sz="2050" spc="105" dirty="0">
                <a:latin typeface="Times New Roman"/>
                <a:cs typeface="Times New Roman"/>
              </a:rPr>
              <a:t>1	3</a:t>
            </a:r>
            <a:endParaRPr sz="2050">
              <a:latin typeface="Times New Roman"/>
              <a:cs typeface="Times New Roman"/>
            </a:endParaRPr>
          </a:p>
          <a:p>
            <a:pPr marL="88900">
              <a:lnSpc>
                <a:spcPts val="3915"/>
              </a:lnSpc>
              <a:tabLst>
                <a:tab pos="1061085" algn="l"/>
              </a:tabLst>
            </a:pPr>
            <a:r>
              <a:rPr sz="5400" i="1" spc="284" baseline="-24691" dirty="0">
                <a:latin typeface="Times New Roman"/>
                <a:cs typeface="Times New Roman"/>
              </a:rPr>
              <a:t>Q</a:t>
            </a:r>
            <a:r>
              <a:rPr sz="2050" i="1" spc="190" dirty="0">
                <a:latin typeface="Times New Roman"/>
                <a:cs typeface="Times New Roman"/>
              </a:rPr>
              <a:t>n</a:t>
            </a:r>
            <a:r>
              <a:rPr sz="2050" spc="190" dirty="0">
                <a:latin typeface="Symbol"/>
                <a:cs typeface="Symbol"/>
              </a:rPr>
              <a:t></a:t>
            </a:r>
            <a:r>
              <a:rPr sz="2050" spc="190" dirty="0">
                <a:latin typeface="Times New Roman"/>
                <a:cs typeface="Times New Roman"/>
              </a:rPr>
              <a:t>1	</a:t>
            </a:r>
            <a:r>
              <a:rPr sz="5400" spc="262" baseline="-24691" dirty="0">
                <a:latin typeface="Symbol"/>
                <a:cs typeface="Symbol"/>
              </a:rPr>
              <a:t></a:t>
            </a:r>
            <a:r>
              <a:rPr sz="5400" spc="-254" baseline="-24691" dirty="0">
                <a:latin typeface="Times New Roman"/>
                <a:cs typeface="Times New Roman"/>
              </a:rPr>
              <a:t> </a:t>
            </a:r>
            <a:r>
              <a:rPr sz="5400" i="1" spc="337" baseline="-24691" dirty="0">
                <a:latin typeface="Times New Roman"/>
                <a:cs typeface="Times New Roman"/>
              </a:rPr>
              <a:t>Q</a:t>
            </a:r>
            <a:endParaRPr sz="5400" baseline="-24691">
              <a:latin typeface="Times New Roman"/>
              <a:cs typeface="Times New Roman"/>
            </a:endParaRPr>
          </a:p>
          <a:p>
            <a:pPr marL="427355">
              <a:lnSpc>
                <a:spcPts val="2039"/>
              </a:lnSpc>
              <a:tabLst>
                <a:tab pos="1739900" algn="l"/>
              </a:tabLst>
            </a:pPr>
            <a:r>
              <a:rPr sz="2050" spc="105" dirty="0">
                <a:latin typeface="Times New Roman"/>
                <a:cs typeface="Times New Roman"/>
              </a:rPr>
              <a:t>2	1</a:t>
            </a:r>
            <a:endParaRPr sz="2050">
              <a:latin typeface="Times New Roman"/>
              <a:cs typeface="Times New Roman"/>
            </a:endParaRPr>
          </a:p>
          <a:p>
            <a:pPr marL="88900">
              <a:lnSpc>
                <a:spcPts val="3895"/>
              </a:lnSpc>
              <a:tabLst>
                <a:tab pos="1061085" algn="l"/>
              </a:tabLst>
            </a:pPr>
            <a:r>
              <a:rPr sz="5400" i="1" spc="284" baseline="-24691" dirty="0">
                <a:latin typeface="Times New Roman"/>
                <a:cs typeface="Times New Roman"/>
              </a:rPr>
              <a:t>Q</a:t>
            </a:r>
            <a:r>
              <a:rPr sz="2050" i="1" spc="190" dirty="0">
                <a:latin typeface="Times New Roman"/>
                <a:cs typeface="Times New Roman"/>
              </a:rPr>
              <a:t>n</a:t>
            </a:r>
            <a:r>
              <a:rPr sz="2050" spc="190" dirty="0">
                <a:latin typeface="Symbol"/>
                <a:cs typeface="Symbol"/>
              </a:rPr>
              <a:t></a:t>
            </a:r>
            <a:r>
              <a:rPr sz="2050" spc="190" dirty="0">
                <a:latin typeface="Times New Roman"/>
                <a:cs typeface="Times New Roman"/>
              </a:rPr>
              <a:t>1	</a:t>
            </a:r>
            <a:r>
              <a:rPr sz="5400" spc="262" baseline="-24691" dirty="0">
                <a:latin typeface="Symbol"/>
                <a:cs typeface="Symbol"/>
              </a:rPr>
              <a:t></a:t>
            </a:r>
            <a:r>
              <a:rPr sz="5400" spc="-254" baseline="-24691" dirty="0">
                <a:latin typeface="Times New Roman"/>
                <a:cs typeface="Times New Roman"/>
              </a:rPr>
              <a:t> </a:t>
            </a:r>
            <a:r>
              <a:rPr sz="5400" i="1" spc="337" baseline="-24691" dirty="0">
                <a:latin typeface="Times New Roman"/>
                <a:cs typeface="Times New Roman"/>
              </a:rPr>
              <a:t>Q</a:t>
            </a:r>
            <a:endParaRPr sz="5400" baseline="-24691">
              <a:latin typeface="Times New Roman"/>
              <a:cs typeface="Times New Roman"/>
            </a:endParaRPr>
          </a:p>
          <a:p>
            <a:pPr marL="418465">
              <a:lnSpc>
                <a:spcPts val="2345"/>
              </a:lnSpc>
              <a:tabLst>
                <a:tab pos="1770380" algn="l"/>
              </a:tabLst>
            </a:pPr>
            <a:r>
              <a:rPr sz="2050" spc="105" dirty="0">
                <a:latin typeface="Times New Roman"/>
                <a:cs typeface="Times New Roman"/>
              </a:rPr>
              <a:t>3	2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966" y="982217"/>
            <a:ext cx="6022340" cy="0"/>
          </a:xfrm>
          <a:custGeom>
            <a:avLst/>
            <a:gdLst/>
            <a:ahLst/>
            <a:cxnLst/>
            <a:rect l="l" t="t" r="r" b="b"/>
            <a:pathLst>
              <a:path w="6022340">
                <a:moveTo>
                  <a:pt x="0" y="0"/>
                </a:moveTo>
                <a:lnTo>
                  <a:pt x="6021832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5333" y="527092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68905" y="527092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2604" y="527092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74952" y="5727800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68651" y="5727800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62351" y="5727800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887704" y="1521333"/>
          <a:ext cx="5360034" cy="45892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4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34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b="1" spc="5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初态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b="1" spc="5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次态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</a:pPr>
                      <a:r>
                        <a:rPr sz="3600" spc="-7" baseline="-16203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45138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n+1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</a:pPr>
                      <a:r>
                        <a:rPr sz="3600" spc="-7" baseline="-16203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45138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n+1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</a:pPr>
                      <a:r>
                        <a:rPr sz="3600" spc="-7" baseline="-16203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45138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n+1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9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06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E4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L w="53975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R w="539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6745223" y="5359908"/>
            <a:ext cx="1827530" cy="584200"/>
          </a:xfrm>
          <a:custGeom>
            <a:avLst/>
            <a:gdLst/>
            <a:ahLst/>
            <a:cxnLst/>
            <a:rect l="l" t="t" r="r" b="b"/>
            <a:pathLst>
              <a:path w="1827529" h="584200">
                <a:moveTo>
                  <a:pt x="0" y="583692"/>
                </a:moveTo>
                <a:lnTo>
                  <a:pt x="1827276" y="583692"/>
                </a:lnTo>
                <a:lnTo>
                  <a:pt x="1827276" y="0"/>
                </a:lnTo>
                <a:lnTo>
                  <a:pt x="0" y="0"/>
                </a:lnTo>
                <a:lnTo>
                  <a:pt x="0" y="583692"/>
                </a:lnTo>
                <a:close/>
              </a:path>
            </a:pathLst>
          </a:custGeom>
          <a:solidFill>
            <a:srgbClr val="C2C2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745223" y="5366105"/>
            <a:ext cx="18275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偏离状态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337553" y="5403341"/>
            <a:ext cx="520065" cy="544195"/>
          </a:xfrm>
          <a:custGeom>
            <a:avLst/>
            <a:gdLst/>
            <a:ahLst/>
            <a:cxnLst/>
            <a:rect l="l" t="t" r="r" b="b"/>
            <a:pathLst>
              <a:path w="520065" h="544195">
                <a:moveTo>
                  <a:pt x="0" y="0"/>
                </a:moveTo>
                <a:lnTo>
                  <a:pt x="69077" y="1549"/>
                </a:lnTo>
                <a:lnTo>
                  <a:pt x="131148" y="5921"/>
                </a:lnTo>
                <a:lnTo>
                  <a:pt x="183737" y="12700"/>
                </a:lnTo>
                <a:lnTo>
                  <a:pt x="224366" y="21467"/>
                </a:lnTo>
                <a:lnTo>
                  <a:pt x="259842" y="43307"/>
                </a:lnTo>
                <a:lnTo>
                  <a:pt x="259842" y="228727"/>
                </a:lnTo>
                <a:lnTo>
                  <a:pt x="269123" y="240238"/>
                </a:lnTo>
                <a:lnTo>
                  <a:pt x="335946" y="259348"/>
                </a:lnTo>
                <a:lnTo>
                  <a:pt x="388535" y="266120"/>
                </a:lnTo>
                <a:lnTo>
                  <a:pt x="450606" y="270486"/>
                </a:lnTo>
                <a:lnTo>
                  <a:pt x="519684" y="272034"/>
                </a:lnTo>
                <a:lnTo>
                  <a:pt x="450606" y="273581"/>
                </a:lnTo>
                <a:lnTo>
                  <a:pt x="388535" y="277947"/>
                </a:lnTo>
                <a:lnTo>
                  <a:pt x="335946" y="284719"/>
                </a:lnTo>
                <a:lnTo>
                  <a:pt x="295317" y="293484"/>
                </a:lnTo>
                <a:lnTo>
                  <a:pt x="259842" y="315341"/>
                </a:lnTo>
                <a:lnTo>
                  <a:pt x="259842" y="500761"/>
                </a:lnTo>
                <a:lnTo>
                  <a:pt x="250560" y="512272"/>
                </a:lnTo>
                <a:lnTo>
                  <a:pt x="224366" y="522617"/>
                </a:lnTo>
                <a:lnTo>
                  <a:pt x="183737" y="531382"/>
                </a:lnTo>
                <a:lnTo>
                  <a:pt x="131148" y="538154"/>
                </a:lnTo>
                <a:lnTo>
                  <a:pt x="69077" y="542520"/>
                </a:lnTo>
                <a:lnTo>
                  <a:pt x="0" y="544068"/>
                </a:lnTo>
              </a:path>
            </a:pathLst>
          </a:custGeom>
          <a:ln w="25908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511797" y="309245"/>
            <a:ext cx="805180" cy="822960"/>
          </a:xfrm>
          <a:custGeom>
            <a:avLst/>
            <a:gdLst/>
            <a:ahLst/>
            <a:cxnLst/>
            <a:rect l="l" t="t" r="r" b="b"/>
            <a:pathLst>
              <a:path w="805179" h="822960">
                <a:moveTo>
                  <a:pt x="0" y="822959"/>
                </a:moveTo>
                <a:lnTo>
                  <a:pt x="804862" y="822959"/>
                </a:lnTo>
                <a:lnTo>
                  <a:pt x="804862" y="0"/>
                </a:lnTo>
                <a:lnTo>
                  <a:pt x="0" y="0"/>
                </a:lnTo>
                <a:lnTo>
                  <a:pt x="0" y="82295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316596" y="309245"/>
            <a:ext cx="805180" cy="822960"/>
          </a:xfrm>
          <a:custGeom>
            <a:avLst/>
            <a:gdLst/>
            <a:ahLst/>
            <a:cxnLst/>
            <a:rect l="l" t="t" r="r" b="b"/>
            <a:pathLst>
              <a:path w="805179" h="822960">
                <a:moveTo>
                  <a:pt x="0" y="822959"/>
                </a:moveTo>
                <a:lnTo>
                  <a:pt x="804862" y="822959"/>
                </a:lnTo>
                <a:lnTo>
                  <a:pt x="804862" y="0"/>
                </a:lnTo>
                <a:lnTo>
                  <a:pt x="0" y="0"/>
                </a:lnTo>
                <a:lnTo>
                  <a:pt x="0" y="82295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121522" y="309245"/>
            <a:ext cx="805180" cy="822960"/>
          </a:xfrm>
          <a:custGeom>
            <a:avLst/>
            <a:gdLst/>
            <a:ahLst/>
            <a:cxnLst/>
            <a:rect l="l" t="t" r="r" b="b"/>
            <a:pathLst>
              <a:path w="805179" h="822960">
                <a:moveTo>
                  <a:pt x="0" y="822959"/>
                </a:moveTo>
                <a:lnTo>
                  <a:pt x="804862" y="822959"/>
                </a:lnTo>
                <a:lnTo>
                  <a:pt x="804862" y="0"/>
                </a:lnTo>
                <a:lnTo>
                  <a:pt x="0" y="0"/>
                </a:lnTo>
                <a:lnTo>
                  <a:pt x="0" y="82295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926321" y="309245"/>
            <a:ext cx="805180" cy="822960"/>
          </a:xfrm>
          <a:custGeom>
            <a:avLst/>
            <a:gdLst/>
            <a:ahLst/>
            <a:cxnLst/>
            <a:rect l="l" t="t" r="r" b="b"/>
            <a:pathLst>
              <a:path w="805179" h="822960">
                <a:moveTo>
                  <a:pt x="0" y="822959"/>
                </a:moveTo>
                <a:lnTo>
                  <a:pt x="804862" y="822959"/>
                </a:lnTo>
                <a:lnTo>
                  <a:pt x="804862" y="0"/>
                </a:lnTo>
                <a:lnTo>
                  <a:pt x="0" y="0"/>
                </a:lnTo>
                <a:lnTo>
                  <a:pt x="0" y="82295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511797" y="1132205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316596" y="1132205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121522" y="1132205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926321" y="1132205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511797" y="1589405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316596" y="1589405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121522" y="1589405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926321" y="1589405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511797" y="20466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316596" y="20466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121522" y="20466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926321" y="20466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511797" y="25038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316596" y="25038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121522" y="25038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926321" y="25038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511797" y="29610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316596" y="29610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121522" y="29610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926321" y="29610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511797" y="34182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316596" y="34182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121522" y="34182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926321" y="34182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511797" y="38754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316596" y="38754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121522" y="38754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926321" y="38754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511797" y="4332604"/>
            <a:ext cx="805180" cy="914400"/>
          </a:xfrm>
          <a:custGeom>
            <a:avLst/>
            <a:gdLst/>
            <a:ahLst/>
            <a:cxnLst/>
            <a:rect l="l" t="t" r="r" b="b"/>
            <a:pathLst>
              <a:path w="805179" h="914400">
                <a:moveTo>
                  <a:pt x="0" y="914400"/>
                </a:moveTo>
                <a:lnTo>
                  <a:pt x="804862" y="914400"/>
                </a:lnTo>
                <a:lnTo>
                  <a:pt x="804862" y="0"/>
                </a:lnTo>
                <a:lnTo>
                  <a:pt x="0" y="0"/>
                </a:lnTo>
                <a:lnTo>
                  <a:pt x="0" y="9144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316596" y="43326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121522" y="43326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926321" y="43326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316596" y="47898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121522" y="47898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926321" y="4789804"/>
            <a:ext cx="805180" cy="457200"/>
          </a:xfrm>
          <a:custGeom>
            <a:avLst/>
            <a:gdLst/>
            <a:ahLst/>
            <a:cxnLst/>
            <a:rect l="l" t="t" r="r" b="b"/>
            <a:pathLst>
              <a:path w="805179" h="457200">
                <a:moveTo>
                  <a:pt x="0" y="457200"/>
                </a:moveTo>
                <a:lnTo>
                  <a:pt x="804862" y="457200"/>
                </a:lnTo>
                <a:lnTo>
                  <a:pt x="80486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316596" y="290195"/>
            <a:ext cx="0" cy="4975860"/>
          </a:xfrm>
          <a:custGeom>
            <a:avLst/>
            <a:gdLst/>
            <a:ahLst/>
            <a:cxnLst/>
            <a:rect l="l" t="t" r="r" b="b"/>
            <a:pathLst>
              <a:path h="4975860">
                <a:moveTo>
                  <a:pt x="0" y="0"/>
                </a:moveTo>
                <a:lnTo>
                  <a:pt x="0" y="497585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492747" y="1132205"/>
            <a:ext cx="3257550" cy="0"/>
          </a:xfrm>
          <a:custGeom>
            <a:avLst/>
            <a:gdLst/>
            <a:ahLst/>
            <a:cxnLst/>
            <a:rect l="l" t="t" r="r" b="b"/>
            <a:pathLst>
              <a:path w="3257550">
                <a:moveTo>
                  <a:pt x="0" y="0"/>
                </a:moveTo>
                <a:lnTo>
                  <a:pt x="325755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492747" y="4332604"/>
            <a:ext cx="3257550" cy="0"/>
          </a:xfrm>
          <a:custGeom>
            <a:avLst/>
            <a:gdLst/>
            <a:ahLst/>
            <a:cxnLst/>
            <a:rect l="l" t="t" r="r" b="b"/>
            <a:pathLst>
              <a:path w="3257550">
                <a:moveTo>
                  <a:pt x="0" y="0"/>
                </a:moveTo>
                <a:lnTo>
                  <a:pt x="325755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511797" y="290195"/>
            <a:ext cx="0" cy="4975860"/>
          </a:xfrm>
          <a:custGeom>
            <a:avLst/>
            <a:gdLst/>
            <a:ahLst/>
            <a:cxnLst/>
            <a:rect l="l" t="t" r="r" b="b"/>
            <a:pathLst>
              <a:path h="4975860">
                <a:moveTo>
                  <a:pt x="0" y="0"/>
                </a:moveTo>
                <a:lnTo>
                  <a:pt x="0" y="497585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9731247" y="290195"/>
            <a:ext cx="0" cy="4975860"/>
          </a:xfrm>
          <a:custGeom>
            <a:avLst/>
            <a:gdLst/>
            <a:ahLst/>
            <a:cxnLst/>
            <a:rect l="l" t="t" r="r" b="b"/>
            <a:pathLst>
              <a:path h="4975860">
                <a:moveTo>
                  <a:pt x="0" y="0"/>
                </a:moveTo>
                <a:lnTo>
                  <a:pt x="0" y="497585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492747" y="309245"/>
            <a:ext cx="3257550" cy="0"/>
          </a:xfrm>
          <a:custGeom>
            <a:avLst/>
            <a:gdLst/>
            <a:ahLst/>
            <a:cxnLst/>
            <a:rect l="l" t="t" r="r" b="b"/>
            <a:pathLst>
              <a:path w="3257550">
                <a:moveTo>
                  <a:pt x="0" y="0"/>
                </a:moveTo>
                <a:lnTo>
                  <a:pt x="32575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492747" y="5247004"/>
            <a:ext cx="3257550" cy="0"/>
          </a:xfrm>
          <a:custGeom>
            <a:avLst/>
            <a:gdLst/>
            <a:ahLst/>
            <a:cxnLst/>
            <a:rect l="l" t="t" r="r" b="b"/>
            <a:pathLst>
              <a:path w="3257550">
                <a:moveTo>
                  <a:pt x="0" y="0"/>
                </a:moveTo>
                <a:lnTo>
                  <a:pt x="32575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6748653" y="318008"/>
            <a:ext cx="330835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sz="2400" b="1" spc="-5" dirty="0">
                <a:solidFill>
                  <a:srgbClr val="FFFFFF"/>
                </a:solidFill>
                <a:latin typeface="华文楷体"/>
                <a:cs typeface="华文楷体"/>
              </a:rPr>
              <a:t>序 号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034660" y="6539775"/>
            <a:ext cx="35369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19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title"/>
          </p:nvPr>
        </p:nvSpPr>
        <p:spPr>
          <a:xfrm>
            <a:off x="7498842" y="514299"/>
            <a:ext cx="20637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855344" algn="l"/>
                <a:tab pos="1660525" algn="l"/>
              </a:tabLst>
            </a:pPr>
            <a:r>
              <a:rPr sz="2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sz="2400" b="1" i="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3	</a:t>
            </a:r>
            <a:r>
              <a:rPr sz="2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sz="2400" b="1" i="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2	</a:t>
            </a:r>
            <a:r>
              <a:rPr sz="2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sz="2400" b="1" i="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826377" y="1154938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631430" y="1154938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436356" y="1154938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9241281" y="1154938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826377" y="1612138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631430" y="1612138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436356" y="1612138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241281" y="1612138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826377" y="2069033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631430" y="2069033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436356" y="2069033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9241281" y="2069033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826377" y="252691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631430" y="252691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436356" y="252691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9241281" y="252691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826377" y="298411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631430" y="298411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436356" y="298411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9241281" y="298411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826377" y="3441014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631430" y="3441014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436356" y="3441014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9241281" y="3441014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826377" y="3898772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631430" y="3898772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8436356" y="3898772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9241281" y="3898772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6646544" y="4453509"/>
            <a:ext cx="537845" cy="6375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90"/>
              </a:spcBef>
            </a:pPr>
            <a:r>
              <a:rPr sz="2000" b="1" spc="10" dirty="0">
                <a:latin typeface="华文楷体"/>
                <a:cs typeface="华文楷体"/>
              </a:rPr>
              <a:t>偏离 状态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7631430" y="4355972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8436356" y="4355972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9241281" y="4355972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631430" y="4812868"/>
            <a:ext cx="9829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7244" algn="l"/>
              </a:tabLst>
            </a:pPr>
            <a:r>
              <a:rPr sz="2400" b="1" dirty="0">
                <a:latin typeface="Times New Roman"/>
                <a:cs typeface="Times New Roman"/>
              </a:rPr>
              <a:t>0	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9241281" y="4812868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966" y="982217"/>
            <a:ext cx="939800" cy="0"/>
          </a:xfrm>
          <a:custGeom>
            <a:avLst/>
            <a:gdLst/>
            <a:ahLst/>
            <a:cxnLst/>
            <a:rect l="l" t="t" r="r" b="b"/>
            <a:pathLst>
              <a:path w="939800">
                <a:moveTo>
                  <a:pt x="0" y="0"/>
                </a:moveTo>
                <a:lnTo>
                  <a:pt x="939546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3640" y="4822587"/>
            <a:ext cx="2950520" cy="16497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70006" y="4831133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651" y="267860"/>
                </a:moveTo>
                <a:lnTo>
                  <a:pt x="577843" y="224409"/>
                </a:lnTo>
                <a:lnTo>
                  <a:pt x="566818" y="183192"/>
                </a:lnTo>
                <a:lnTo>
                  <a:pt x="549178" y="144759"/>
                </a:lnTo>
                <a:lnTo>
                  <a:pt x="525524" y="109661"/>
                </a:lnTo>
                <a:lnTo>
                  <a:pt x="496455" y="78451"/>
                </a:lnTo>
                <a:lnTo>
                  <a:pt x="462573" y="51678"/>
                </a:lnTo>
                <a:lnTo>
                  <a:pt x="424479" y="29896"/>
                </a:lnTo>
                <a:lnTo>
                  <a:pt x="382773" y="13654"/>
                </a:lnTo>
                <a:lnTo>
                  <a:pt x="338055" y="3505"/>
                </a:lnTo>
                <a:lnTo>
                  <a:pt x="290928" y="0"/>
                </a:lnTo>
                <a:lnTo>
                  <a:pt x="243745" y="3505"/>
                </a:lnTo>
                <a:lnTo>
                  <a:pt x="198983" y="13654"/>
                </a:lnTo>
                <a:lnTo>
                  <a:pt x="157242" y="29896"/>
                </a:lnTo>
                <a:lnTo>
                  <a:pt x="119122" y="51678"/>
                </a:lnTo>
                <a:lnTo>
                  <a:pt x="85221" y="78451"/>
                </a:lnTo>
                <a:lnTo>
                  <a:pt x="56140" y="109661"/>
                </a:lnTo>
                <a:lnTo>
                  <a:pt x="32478" y="144759"/>
                </a:lnTo>
                <a:lnTo>
                  <a:pt x="14834" y="183192"/>
                </a:lnTo>
                <a:lnTo>
                  <a:pt x="3808" y="224409"/>
                </a:lnTo>
                <a:lnTo>
                  <a:pt x="0" y="267860"/>
                </a:lnTo>
                <a:lnTo>
                  <a:pt x="3808" y="311306"/>
                </a:lnTo>
                <a:lnTo>
                  <a:pt x="14834" y="352520"/>
                </a:lnTo>
                <a:lnTo>
                  <a:pt x="32478" y="390952"/>
                </a:lnTo>
                <a:lnTo>
                  <a:pt x="56140" y="426050"/>
                </a:lnTo>
                <a:lnTo>
                  <a:pt x="85221" y="457262"/>
                </a:lnTo>
                <a:lnTo>
                  <a:pt x="119122" y="484036"/>
                </a:lnTo>
                <a:lnTo>
                  <a:pt x="157242" y="505820"/>
                </a:lnTo>
                <a:lnTo>
                  <a:pt x="198983" y="522063"/>
                </a:lnTo>
                <a:lnTo>
                  <a:pt x="243745" y="532214"/>
                </a:lnTo>
                <a:lnTo>
                  <a:pt x="290928" y="535720"/>
                </a:lnTo>
                <a:lnTo>
                  <a:pt x="338056" y="532214"/>
                </a:lnTo>
                <a:lnTo>
                  <a:pt x="382773" y="522063"/>
                </a:lnTo>
                <a:lnTo>
                  <a:pt x="424479" y="505820"/>
                </a:lnTo>
                <a:lnTo>
                  <a:pt x="462573" y="484036"/>
                </a:lnTo>
                <a:lnTo>
                  <a:pt x="496455" y="457262"/>
                </a:lnTo>
                <a:lnTo>
                  <a:pt x="525524" y="426050"/>
                </a:lnTo>
                <a:lnTo>
                  <a:pt x="549178" y="390952"/>
                </a:lnTo>
                <a:lnTo>
                  <a:pt x="566818" y="352520"/>
                </a:lnTo>
                <a:lnTo>
                  <a:pt x="577843" y="311306"/>
                </a:lnTo>
                <a:lnTo>
                  <a:pt x="581651" y="267860"/>
                </a:lnTo>
                <a:close/>
              </a:path>
            </a:pathLst>
          </a:custGeom>
          <a:ln w="42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070006" y="5902574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651" y="267879"/>
                </a:moveTo>
                <a:lnTo>
                  <a:pt x="577843" y="224428"/>
                </a:lnTo>
                <a:lnTo>
                  <a:pt x="566818" y="183209"/>
                </a:lnTo>
                <a:lnTo>
                  <a:pt x="549178" y="144773"/>
                </a:lnTo>
                <a:lnTo>
                  <a:pt x="525524" y="109673"/>
                </a:lnTo>
                <a:lnTo>
                  <a:pt x="496455" y="78460"/>
                </a:lnTo>
                <a:lnTo>
                  <a:pt x="462573" y="51685"/>
                </a:lnTo>
                <a:lnTo>
                  <a:pt x="424479" y="29900"/>
                </a:lnTo>
                <a:lnTo>
                  <a:pt x="382773" y="13656"/>
                </a:lnTo>
                <a:lnTo>
                  <a:pt x="338055" y="3506"/>
                </a:lnTo>
                <a:lnTo>
                  <a:pt x="290928" y="0"/>
                </a:lnTo>
                <a:lnTo>
                  <a:pt x="243745" y="3506"/>
                </a:lnTo>
                <a:lnTo>
                  <a:pt x="198983" y="13656"/>
                </a:lnTo>
                <a:lnTo>
                  <a:pt x="157242" y="29900"/>
                </a:lnTo>
                <a:lnTo>
                  <a:pt x="119122" y="51685"/>
                </a:lnTo>
                <a:lnTo>
                  <a:pt x="85221" y="78460"/>
                </a:lnTo>
                <a:lnTo>
                  <a:pt x="56140" y="109673"/>
                </a:lnTo>
                <a:lnTo>
                  <a:pt x="32478" y="144773"/>
                </a:lnTo>
                <a:lnTo>
                  <a:pt x="14834" y="183209"/>
                </a:lnTo>
                <a:lnTo>
                  <a:pt x="3808" y="224428"/>
                </a:lnTo>
                <a:lnTo>
                  <a:pt x="0" y="267879"/>
                </a:lnTo>
                <a:lnTo>
                  <a:pt x="3808" y="311324"/>
                </a:lnTo>
                <a:lnTo>
                  <a:pt x="14834" y="352539"/>
                </a:lnTo>
                <a:lnTo>
                  <a:pt x="32478" y="390971"/>
                </a:lnTo>
                <a:lnTo>
                  <a:pt x="56140" y="426068"/>
                </a:lnTo>
                <a:lnTo>
                  <a:pt x="85221" y="457280"/>
                </a:lnTo>
                <a:lnTo>
                  <a:pt x="119122" y="484053"/>
                </a:lnTo>
                <a:lnTo>
                  <a:pt x="157242" y="505837"/>
                </a:lnTo>
                <a:lnTo>
                  <a:pt x="198983" y="522080"/>
                </a:lnTo>
                <a:lnTo>
                  <a:pt x="243745" y="532231"/>
                </a:lnTo>
                <a:lnTo>
                  <a:pt x="290928" y="535737"/>
                </a:lnTo>
                <a:lnTo>
                  <a:pt x="338056" y="532231"/>
                </a:lnTo>
                <a:lnTo>
                  <a:pt x="382773" y="522080"/>
                </a:lnTo>
                <a:lnTo>
                  <a:pt x="424479" y="505837"/>
                </a:lnTo>
                <a:lnTo>
                  <a:pt x="462573" y="484053"/>
                </a:lnTo>
                <a:lnTo>
                  <a:pt x="496455" y="457280"/>
                </a:lnTo>
                <a:lnTo>
                  <a:pt x="525524" y="426068"/>
                </a:lnTo>
                <a:lnTo>
                  <a:pt x="549178" y="390971"/>
                </a:lnTo>
                <a:lnTo>
                  <a:pt x="566818" y="352539"/>
                </a:lnTo>
                <a:lnTo>
                  <a:pt x="577843" y="311324"/>
                </a:lnTo>
                <a:lnTo>
                  <a:pt x="581651" y="267879"/>
                </a:lnTo>
                <a:close/>
              </a:path>
            </a:pathLst>
          </a:custGeom>
          <a:ln w="42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15471" y="5313274"/>
            <a:ext cx="0" cy="429895"/>
          </a:xfrm>
          <a:custGeom>
            <a:avLst/>
            <a:gdLst/>
            <a:ahLst/>
            <a:cxnLst/>
            <a:rect l="l" t="t" r="r" b="b"/>
            <a:pathLst>
              <a:path h="429895">
                <a:moveTo>
                  <a:pt x="0" y="0"/>
                </a:moveTo>
                <a:lnTo>
                  <a:pt x="0" y="429449"/>
                </a:lnTo>
              </a:path>
            </a:pathLst>
          </a:custGeom>
          <a:ln w="24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139148" y="5725147"/>
            <a:ext cx="153035" cy="211454"/>
          </a:xfrm>
          <a:custGeom>
            <a:avLst/>
            <a:gdLst/>
            <a:ahLst/>
            <a:cxnLst/>
            <a:rect l="l" t="t" r="r" b="b"/>
            <a:pathLst>
              <a:path w="153035" h="211454">
                <a:moveTo>
                  <a:pt x="152645" y="0"/>
                </a:moveTo>
                <a:lnTo>
                  <a:pt x="0" y="0"/>
                </a:lnTo>
                <a:lnTo>
                  <a:pt x="76322" y="210916"/>
                </a:lnTo>
                <a:lnTo>
                  <a:pt x="1526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522197" y="5518124"/>
            <a:ext cx="0" cy="429895"/>
          </a:xfrm>
          <a:custGeom>
            <a:avLst/>
            <a:gdLst/>
            <a:ahLst/>
            <a:cxnLst/>
            <a:rect l="l" t="t" r="r" b="b"/>
            <a:pathLst>
              <a:path h="429895">
                <a:moveTo>
                  <a:pt x="0" y="0"/>
                </a:moveTo>
                <a:lnTo>
                  <a:pt x="0" y="429449"/>
                </a:lnTo>
              </a:path>
            </a:pathLst>
          </a:custGeom>
          <a:ln w="24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45874" y="5324784"/>
            <a:ext cx="153035" cy="211454"/>
          </a:xfrm>
          <a:custGeom>
            <a:avLst/>
            <a:gdLst/>
            <a:ahLst/>
            <a:cxnLst/>
            <a:rect l="l" t="t" r="r" b="b"/>
            <a:pathLst>
              <a:path w="153035" h="211454">
                <a:moveTo>
                  <a:pt x="76322" y="0"/>
                </a:moveTo>
                <a:lnTo>
                  <a:pt x="0" y="210916"/>
                </a:lnTo>
                <a:lnTo>
                  <a:pt x="152645" y="210916"/>
                </a:lnTo>
                <a:lnTo>
                  <a:pt x="763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16920" y="4940292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00</a:t>
            </a:r>
            <a:r>
              <a:rPr sz="1750" spc="90" dirty="0">
                <a:latin typeface="宋体"/>
                <a:cs typeface="宋体"/>
              </a:rPr>
              <a:t>0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80082" y="4940292"/>
            <a:ext cx="156019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175385" algn="l"/>
              </a:tabLst>
            </a:pPr>
            <a:r>
              <a:rPr sz="1750" spc="95" dirty="0">
                <a:latin typeface="宋体"/>
                <a:cs typeface="宋体"/>
              </a:rPr>
              <a:t>00</a:t>
            </a:r>
            <a:r>
              <a:rPr sz="1750" spc="90" dirty="0">
                <a:latin typeface="宋体"/>
                <a:cs typeface="宋体"/>
              </a:rPr>
              <a:t>1</a:t>
            </a:r>
            <a:r>
              <a:rPr sz="1750" dirty="0">
                <a:latin typeface="宋体"/>
                <a:cs typeface="宋体"/>
              </a:rPr>
              <a:t>	</a:t>
            </a:r>
            <a:r>
              <a:rPr sz="1750" spc="95" dirty="0">
                <a:latin typeface="宋体"/>
                <a:cs typeface="宋体"/>
              </a:rPr>
              <a:t>01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16920" y="6011752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10</a:t>
            </a:r>
            <a:r>
              <a:rPr sz="1750" spc="90" dirty="0">
                <a:latin typeface="宋体"/>
                <a:cs typeface="宋体"/>
              </a:rPr>
              <a:t>0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80082" y="6011752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11</a:t>
            </a:r>
            <a:r>
              <a:rPr sz="1750" spc="90" dirty="0">
                <a:latin typeface="宋体"/>
                <a:cs typeface="宋体"/>
              </a:rPr>
              <a:t>0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43160" y="6011752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11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070006" y="4831133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290928" y="0"/>
                </a:moveTo>
                <a:lnTo>
                  <a:pt x="243745" y="3505"/>
                </a:lnTo>
                <a:lnTo>
                  <a:pt x="198983" y="13654"/>
                </a:lnTo>
                <a:lnTo>
                  <a:pt x="157242" y="29896"/>
                </a:lnTo>
                <a:lnTo>
                  <a:pt x="119122" y="51678"/>
                </a:lnTo>
                <a:lnTo>
                  <a:pt x="85221" y="78451"/>
                </a:lnTo>
                <a:lnTo>
                  <a:pt x="56140" y="109661"/>
                </a:lnTo>
                <a:lnTo>
                  <a:pt x="32478" y="144759"/>
                </a:lnTo>
                <a:lnTo>
                  <a:pt x="14834" y="183192"/>
                </a:lnTo>
                <a:lnTo>
                  <a:pt x="3808" y="224409"/>
                </a:lnTo>
                <a:lnTo>
                  <a:pt x="0" y="267860"/>
                </a:lnTo>
                <a:lnTo>
                  <a:pt x="3808" y="311306"/>
                </a:lnTo>
                <a:lnTo>
                  <a:pt x="14834" y="352520"/>
                </a:lnTo>
                <a:lnTo>
                  <a:pt x="32478" y="390952"/>
                </a:lnTo>
                <a:lnTo>
                  <a:pt x="56140" y="426050"/>
                </a:lnTo>
                <a:lnTo>
                  <a:pt x="85221" y="457262"/>
                </a:lnTo>
                <a:lnTo>
                  <a:pt x="119122" y="484036"/>
                </a:lnTo>
                <a:lnTo>
                  <a:pt x="157242" y="505820"/>
                </a:lnTo>
                <a:lnTo>
                  <a:pt x="198983" y="522063"/>
                </a:lnTo>
                <a:lnTo>
                  <a:pt x="243745" y="532214"/>
                </a:lnTo>
                <a:lnTo>
                  <a:pt x="290928" y="535720"/>
                </a:lnTo>
                <a:lnTo>
                  <a:pt x="338056" y="532214"/>
                </a:lnTo>
                <a:lnTo>
                  <a:pt x="382773" y="522063"/>
                </a:lnTo>
                <a:lnTo>
                  <a:pt x="424479" y="505820"/>
                </a:lnTo>
                <a:lnTo>
                  <a:pt x="462573" y="484036"/>
                </a:lnTo>
                <a:lnTo>
                  <a:pt x="496455" y="457262"/>
                </a:lnTo>
                <a:lnTo>
                  <a:pt x="525524" y="426050"/>
                </a:lnTo>
                <a:lnTo>
                  <a:pt x="549178" y="390952"/>
                </a:lnTo>
                <a:lnTo>
                  <a:pt x="566818" y="352520"/>
                </a:lnTo>
                <a:lnTo>
                  <a:pt x="577843" y="311306"/>
                </a:lnTo>
                <a:lnTo>
                  <a:pt x="581651" y="267860"/>
                </a:lnTo>
                <a:lnTo>
                  <a:pt x="577843" y="224409"/>
                </a:lnTo>
                <a:lnTo>
                  <a:pt x="566818" y="183192"/>
                </a:lnTo>
                <a:lnTo>
                  <a:pt x="549178" y="144759"/>
                </a:lnTo>
                <a:lnTo>
                  <a:pt x="525524" y="109661"/>
                </a:lnTo>
                <a:lnTo>
                  <a:pt x="496455" y="78451"/>
                </a:lnTo>
                <a:lnTo>
                  <a:pt x="462573" y="51678"/>
                </a:lnTo>
                <a:lnTo>
                  <a:pt x="424479" y="29896"/>
                </a:lnTo>
                <a:lnTo>
                  <a:pt x="382773" y="13654"/>
                </a:lnTo>
                <a:lnTo>
                  <a:pt x="338055" y="3505"/>
                </a:lnTo>
                <a:lnTo>
                  <a:pt x="2909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070006" y="4831133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651" y="267860"/>
                </a:moveTo>
                <a:lnTo>
                  <a:pt x="577843" y="224409"/>
                </a:lnTo>
                <a:lnTo>
                  <a:pt x="566818" y="183192"/>
                </a:lnTo>
                <a:lnTo>
                  <a:pt x="549178" y="144759"/>
                </a:lnTo>
                <a:lnTo>
                  <a:pt x="525524" y="109661"/>
                </a:lnTo>
                <a:lnTo>
                  <a:pt x="496455" y="78451"/>
                </a:lnTo>
                <a:lnTo>
                  <a:pt x="462573" y="51678"/>
                </a:lnTo>
                <a:lnTo>
                  <a:pt x="424479" y="29896"/>
                </a:lnTo>
                <a:lnTo>
                  <a:pt x="382773" y="13654"/>
                </a:lnTo>
                <a:lnTo>
                  <a:pt x="338055" y="3505"/>
                </a:lnTo>
                <a:lnTo>
                  <a:pt x="290928" y="0"/>
                </a:lnTo>
                <a:lnTo>
                  <a:pt x="243745" y="3505"/>
                </a:lnTo>
                <a:lnTo>
                  <a:pt x="198983" y="13654"/>
                </a:lnTo>
                <a:lnTo>
                  <a:pt x="157242" y="29896"/>
                </a:lnTo>
                <a:lnTo>
                  <a:pt x="119122" y="51678"/>
                </a:lnTo>
                <a:lnTo>
                  <a:pt x="85221" y="78451"/>
                </a:lnTo>
                <a:lnTo>
                  <a:pt x="56140" y="109661"/>
                </a:lnTo>
                <a:lnTo>
                  <a:pt x="32478" y="144759"/>
                </a:lnTo>
                <a:lnTo>
                  <a:pt x="14834" y="183192"/>
                </a:lnTo>
                <a:lnTo>
                  <a:pt x="3808" y="224409"/>
                </a:lnTo>
                <a:lnTo>
                  <a:pt x="0" y="267860"/>
                </a:lnTo>
                <a:lnTo>
                  <a:pt x="3808" y="311306"/>
                </a:lnTo>
                <a:lnTo>
                  <a:pt x="14834" y="352520"/>
                </a:lnTo>
                <a:lnTo>
                  <a:pt x="32478" y="390952"/>
                </a:lnTo>
                <a:lnTo>
                  <a:pt x="56140" y="426050"/>
                </a:lnTo>
                <a:lnTo>
                  <a:pt x="85221" y="457262"/>
                </a:lnTo>
                <a:lnTo>
                  <a:pt x="119122" y="484036"/>
                </a:lnTo>
                <a:lnTo>
                  <a:pt x="157242" y="505820"/>
                </a:lnTo>
                <a:lnTo>
                  <a:pt x="198983" y="522063"/>
                </a:lnTo>
                <a:lnTo>
                  <a:pt x="243745" y="532214"/>
                </a:lnTo>
                <a:lnTo>
                  <a:pt x="290928" y="535720"/>
                </a:lnTo>
                <a:lnTo>
                  <a:pt x="338056" y="532214"/>
                </a:lnTo>
                <a:lnTo>
                  <a:pt x="382773" y="522063"/>
                </a:lnTo>
                <a:lnTo>
                  <a:pt x="424479" y="505820"/>
                </a:lnTo>
                <a:lnTo>
                  <a:pt x="462573" y="484036"/>
                </a:lnTo>
                <a:lnTo>
                  <a:pt x="496455" y="457262"/>
                </a:lnTo>
                <a:lnTo>
                  <a:pt x="525524" y="426050"/>
                </a:lnTo>
                <a:lnTo>
                  <a:pt x="549178" y="390952"/>
                </a:lnTo>
                <a:lnTo>
                  <a:pt x="566818" y="352520"/>
                </a:lnTo>
                <a:lnTo>
                  <a:pt x="577843" y="311306"/>
                </a:lnTo>
                <a:lnTo>
                  <a:pt x="581651" y="267860"/>
                </a:lnTo>
                <a:close/>
              </a:path>
            </a:pathLst>
          </a:custGeom>
          <a:ln w="42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162147" y="4927535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01</a:t>
            </a:r>
            <a:r>
              <a:rPr sz="1750" spc="90" dirty="0">
                <a:latin typeface="宋体"/>
                <a:cs typeface="宋体"/>
              </a:rPr>
              <a:t>0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070006" y="5902574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290928" y="0"/>
                </a:moveTo>
                <a:lnTo>
                  <a:pt x="243745" y="3506"/>
                </a:lnTo>
                <a:lnTo>
                  <a:pt x="198983" y="13656"/>
                </a:lnTo>
                <a:lnTo>
                  <a:pt x="157242" y="29900"/>
                </a:lnTo>
                <a:lnTo>
                  <a:pt x="119122" y="51685"/>
                </a:lnTo>
                <a:lnTo>
                  <a:pt x="85221" y="78460"/>
                </a:lnTo>
                <a:lnTo>
                  <a:pt x="56140" y="109673"/>
                </a:lnTo>
                <a:lnTo>
                  <a:pt x="32478" y="144773"/>
                </a:lnTo>
                <a:lnTo>
                  <a:pt x="14834" y="183209"/>
                </a:lnTo>
                <a:lnTo>
                  <a:pt x="3808" y="224428"/>
                </a:lnTo>
                <a:lnTo>
                  <a:pt x="0" y="267879"/>
                </a:lnTo>
                <a:lnTo>
                  <a:pt x="3808" y="311324"/>
                </a:lnTo>
                <a:lnTo>
                  <a:pt x="14834" y="352539"/>
                </a:lnTo>
                <a:lnTo>
                  <a:pt x="32478" y="390971"/>
                </a:lnTo>
                <a:lnTo>
                  <a:pt x="56140" y="426068"/>
                </a:lnTo>
                <a:lnTo>
                  <a:pt x="85221" y="457280"/>
                </a:lnTo>
                <a:lnTo>
                  <a:pt x="119122" y="484053"/>
                </a:lnTo>
                <a:lnTo>
                  <a:pt x="157242" y="505837"/>
                </a:lnTo>
                <a:lnTo>
                  <a:pt x="198983" y="522080"/>
                </a:lnTo>
                <a:lnTo>
                  <a:pt x="243745" y="532231"/>
                </a:lnTo>
                <a:lnTo>
                  <a:pt x="290928" y="535737"/>
                </a:lnTo>
                <a:lnTo>
                  <a:pt x="338056" y="532231"/>
                </a:lnTo>
                <a:lnTo>
                  <a:pt x="382773" y="522080"/>
                </a:lnTo>
                <a:lnTo>
                  <a:pt x="424479" y="505837"/>
                </a:lnTo>
                <a:lnTo>
                  <a:pt x="462573" y="484053"/>
                </a:lnTo>
                <a:lnTo>
                  <a:pt x="496455" y="457280"/>
                </a:lnTo>
                <a:lnTo>
                  <a:pt x="525524" y="426068"/>
                </a:lnTo>
                <a:lnTo>
                  <a:pt x="549178" y="390971"/>
                </a:lnTo>
                <a:lnTo>
                  <a:pt x="566818" y="352539"/>
                </a:lnTo>
                <a:lnTo>
                  <a:pt x="577843" y="311324"/>
                </a:lnTo>
                <a:lnTo>
                  <a:pt x="581651" y="267879"/>
                </a:lnTo>
                <a:lnTo>
                  <a:pt x="577843" y="224428"/>
                </a:lnTo>
                <a:lnTo>
                  <a:pt x="566818" y="183209"/>
                </a:lnTo>
                <a:lnTo>
                  <a:pt x="549178" y="144773"/>
                </a:lnTo>
                <a:lnTo>
                  <a:pt x="525524" y="109673"/>
                </a:lnTo>
                <a:lnTo>
                  <a:pt x="496455" y="78460"/>
                </a:lnTo>
                <a:lnTo>
                  <a:pt x="462573" y="51685"/>
                </a:lnTo>
                <a:lnTo>
                  <a:pt x="424479" y="29900"/>
                </a:lnTo>
                <a:lnTo>
                  <a:pt x="382773" y="13656"/>
                </a:lnTo>
                <a:lnTo>
                  <a:pt x="338055" y="3506"/>
                </a:lnTo>
                <a:lnTo>
                  <a:pt x="2909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070006" y="5902574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651" y="267879"/>
                </a:moveTo>
                <a:lnTo>
                  <a:pt x="577843" y="224428"/>
                </a:lnTo>
                <a:lnTo>
                  <a:pt x="566818" y="183209"/>
                </a:lnTo>
                <a:lnTo>
                  <a:pt x="549178" y="144773"/>
                </a:lnTo>
                <a:lnTo>
                  <a:pt x="525524" y="109673"/>
                </a:lnTo>
                <a:lnTo>
                  <a:pt x="496455" y="78460"/>
                </a:lnTo>
                <a:lnTo>
                  <a:pt x="462573" y="51685"/>
                </a:lnTo>
                <a:lnTo>
                  <a:pt x="424479" y="29900"/>
                </a:lnTo>
                <a:lnTo>
                  <a:pt x="382773" y="13656"/>
                </a:lnTo>
                <a:lnTo>
                  <a:pt x="338055" y="3506"/>
                </a:lnTo>
                <a:lnTo>
                  <a:pt x="290928" y="0"/>
                </a:lnTo>
                <a:lnTo>
                  <a:pt x="243745" y="3506"/>
                </a:lnTo>
                <a:lnTo>
                  <a:pt x="198983" y="13656"/>
                </a:lnTo>
                <a:lnTo>
                  <a:pt x="157242" y="29900"/>
                </a:lnTo>
                <a:lnTo>
                  <a:pt x="119122" y="51685"/>
                </a:lnTo>
                <a:lnTo>
                  <a:pt x="85221" y="78460"/>
                </a:lnTo>
                <a:lnTo>
                  <a:pt x="56140" y="109673"/>
                </a:lnTo>
                <a:lnTo>
                  <a:pt x="32478" y="144773"/>
                </a:lnTo>
                <a:lnTo>
                  <a:pt x="14834" y="183209"/>
                </a:lnTo>
                <a:lnTo>
                  <a:pt x="3808" y="224428"/>
                </a:lnTo>
                <a:lnTo>
                  <a:pt x="0" y="267879"/>
                </a:lnTo>
                <a:lnTo>
                  <a:pt x="3808" y="311324"/>
                </a:lnTo>
                <a:lnTo>
                  <a:pt x="14834" y="352539"/>
                </a:lnTo>
                <a:lnTo>
                  <a:pt x="32478" y="390971"/>
                </a:lnTo>
                <a:lnTo>
                  <a:pt x="56140" y="426068"/>
                </a:lnTo>
                <a:lnTo>
                  <a:pt x="85221" y="457280"/>
                </a:lnTo>
                <a:lnTo>
                  <a:pt x="119122" y="484053"/>
                </a:lnTo>
                <a:lnTo>
                  <a:pt x="157242" y="505837"/>
                </a:lnTo>
                <a:lnTo>
                  <a:pt x="198983" y="522080"/>
                </a:lnTo>
                <a:lnTo>
                  <a:pt x="243745" y="532231"/>
                </a:lnTo>
                <a:lnTo>
                  <a:pt x="290928" y="535737"/>
                </a:lnTo>
                <a:lnTo>
                  <a:pt x="338056" y="532231"/>
                </a:lnTo>
                <a:lnTo>
                  <a:pt x="382773" y="522080"/>
                </a:lnTo>
                <a:lnTo>
                  <a:pt x="424479" y="505837"/>
                </a:lnTo>
                <a:lnTo>
                  <a:pt x="462573" y="484053"/>
                </a:lnTo>
                <a:lnTo>
                  <a:pt x="496455" y="457280"/>
                </a:lnTo>
                <a:lnTo>
                  <a:pt x="525524" y="426068"/>
                </a:lnTo>
                <a:lnTo>
                  <a:pt x="549178" y="390971"/>
                </a:lnTo>
                <a:lnTo>
                  <a:pt x="566818" y="352539"/>
                </a:lnTo>
                <a:lnTo>
                  <a:pt x="577843" y="311324"/>
                </a:lnTo>
                <a:lnTo>
                  <a:pt x="581651" y="267879"/>
                </a:lnTo>
                <a:close/>
              </a:path>
            </a:pathLst>
          </a:custGeom>
          <a:ln w="42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162147" y="5998994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10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215471" y="5313274"/>
            <a:ext cx="0" cy="429895"/>
          </a:xfrm>
          <a:custGeom>
            <a:avLst/>
            <a:gdLst/>
            <a:ahLst/>
            <a:cxnLst/>
            <a:rect l="l" t="t" r="r" b="b"/>
            <a:pathLst>
              <a:path h="429895">
                <a:moveTo>
                  <a:pt x="0" y="0"/>
                </a:moveTo>
                <a:lnTo>
                  <a:pt x="0" y="429449"/>
                </a:lnTo>
              </a:path>
            </a:pathLst>
          </a:custGeom>
          <a:ln w="24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139148" y="5725147"/>
            <a:ext cx="153035" cy="211454"/>
          </a:xfrm>
          <a:custGeom>
            <a:avLst/>
            <a:gdLst/>
            <a:ahLst/>
            <a:cxnLst/>
            <a:rect l="l" t="t" r="r" b="b"/>
            <a:pathLst>
              <a:path w="153035" h="211454">
                <a:moveTo>
                  <a:pt x="152645" y="0"/>
                </a:moveTo>
                <a:lnTo>
                  <a:pt x="0" y="0"/>
                </a:lnTo>
                <a:lnTo>
                  <a:pt x="76322" y="210916"/>
                </a:lnTo>
                <a:lnTo>
                  <a:pt x="1526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522197" y="5518124"/>
            <a:ext cx="0" cy="429895"/>
          </a:xfrm>
          <a:custGeom>
            <a:avLst/>
            <a:gdLst/>
            <a:ahLst/>
            <a:cxnLst/>
            <a:rect l="l" t="t" r="r" b="b"/>
            <a:pathLst>
              <a:path h="429895">
                <a:moveTo>
                  <a:pt x="0" y="0"/>
                </a:moveTo>
                <a:lnTo>
                  <a:pt x="0" y="429449"/>
                </a:lnTo>
              </a:path>
            </a:pathLst>
          </a:custGeom>
          <a:ln w="24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445874" y="5324784"/>
            <a:ext cx="153035" cy="211454"/>
          </a:xfrm>
          <a:custGeom>
            <a:avLst/>
            <a:gdLst/>
            <a:ahLst/>
            <a:cxnLst/>
            <a:rect l="l" t="t" r="r" b="b"/>
            <a:pathLst>
              <a:path w="153035" h="211454">
                <a:moveTo>
                  <a:pt x="76322" y="0"/>
                </a:moveTo>
                <a:lnTo>
                  <a:pt x="0" y="210916"/>
                </a:lnTo>
                <a:lnTo>
                  <a:pt x="152645" y="210916"/>
                </a:lnTo>
                <a:lnTo>
                  <a:pt x="763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667846" y="3839996"/>
            <a:ext cx="698500" cy="643255"/>
          </a:xfrm>
          <a:custGeom>
            <a:avLst/>
            <a:gdLst/>
            <a:ahLst/>
            <a:cxnLst/>
            <a:rect l="l" t="t" r="r" b="b"/>
            <a:pathLst>
              <a:path w="698500" h="643254">
                <a:moveTo>
                  <a:pt x="697900" y="321477"/>
                </a:moveTo>
                <a:lnTo>
                  <a:pt x="694116" y="273990"/>
                </a:lnTo>
                <a:lnTo>
                  <a:pt x="683125" y="228660"/>
                </a:lnTo>
                <a:lnTo>
                  <a:pt x="665466" y="185986"/>
                </a:lnTo>
                <a:lnTo>
                  <a:pt x="641680" y="146466"/>
                </a:lnTo>
                <a:lnTo>
                  <a:pt x="612306" y="110598"/>
                </a:lnTo>
                <a:lnTo>
                  <a:pt x="577884" y="78880"/>
                </a:lnTo>
                <a:lnTo>
                  <a:pt x="538954" y="51812"/>
                </a:lnTo>
                <a:lnTo>
                  <a:pt x="496056" y="29892"/>
                </a:lnTo>
                <a:lnTo>
                  <a:pt x="449729" y="13617"/>
                </a:lnTo>
                <a:lnTo>
                  <a:pt x="400514" y="3487"/>
                </a:lnTo>
                <a:lnTo>
                  <a:pt x="348949" y="0"/>
                </a:lnTo>
                <a:lnTo>
                  <a:pt x="297385" y="3487"/>
                </a:lnTo>
                <a:lnTo>
                  <a:pt x="248170" y="13617"/>
                </a:lnTo>
                <a:lnTo>
                  <a:pt x="201843" y="29892"/>
                </a:lnTo>
                <a:lnTo>
                  <a:pt x="158945" y="51812"/>
                </a:lnTo>
                <a:lnTo>
                  <a:pt x="120015" y="78880"/>
                </a:lnTo>
                <a:lnTo>
                  <a:pt x="85593" y="110598"/>
                </a:lnTo>
                <a:lnTo>
                  <a:pt x="56219" y="146466"/>
                </a:lnTo>
                <a:lnTo>
                  <a:pt x="32433" y="185986"/>
                </a:lnTo>
                <a:lnTo>
                  <a:pt x="14774" y="228660"/>
                </a:lnTo>
                <a:lnTo>
                  <a:pt x="3783" y="273990"/>
                </a:lnTo>
                <a:lnTo>
                  <a:pt x="0" y="321477"/>
                </a:lnTo>
                <a:lnTo>
                  <a:pt x="3783" y="368964"/>
                </a:lnTo>
                <a:lnTo>
                  <a:pt x="14774" y="414294"/>
                </a:lnTo>
                <a:lnTo>
                  <a:pt x="32433" y="456968"/>
                </a:lnTo>
                <a:lnTo>
                  <a:pt x="56219" y="496489"/>
                </a:lnTo>
                <a:lnTo>
                  <a:pt x="85593" y="532357"/>
                </a:lnTo>
                <a:lnTo>
                  <a:pt x="120015" y="564074"/>
                </a:lnTo>
                <a:lnTo>
                  <a:pt x="158945" y="591142"/>
                </a:lnTo>
                <a:lnTo>
                  <a:pt x="201843" y="613062"/>
                </a:lnTo>
                <a:lnTo>
                  <a:pt x="248170" y="629337"/>
                </a:lnTo>
                <a:lnTo>
                  <a:pt x="297385" y="639467"/>
                </a:lnTo>
                <a:lnTo>
                  <a:pt x="348950" y="642955"/>
                </a:lnTo>
                <a:lnTo>
                  <a:pt x="400514" y="639467"/>
                </a:lnTo>
                <a:lnTo>
                  <a:pt x="449729" y="629337"/>
                </a:lnTo>
                <a:lnTo>
                  <a:pt x="496056" y="613062"/>
                </a:lnTo>
                <a:lnTo>
                  <a:pt x="538954" y="591142"/>
                </a:lnTo>
                <a:lnTo>
                  <a:pt x="577884" y="564074"/>
                </a:lnTo>
                <a:lnTo>
                  <a:pt x="612306" y="532357"/>
                </a:lnTo>
                <a:lnTo>
                  <a:pt x="641680" y="496489"/>
                </a:lnTo>
                <a:lnTo>
                  <a:pt x="665466" y="456968"/>
                </a:lnTo>
                <a:lnTo>
                  <a:pt x="683125" y="414294"/>
                </a:lnTo>
                <a:lnTo>
                  <a:pt x="694116" y="368964"/>
                </a:lnTo>
                <a:lnTo>
                  <a:pt x="697900" y="321477"/>
                </a:lnTo>
                <a:close/>
              </a:path>
            </a:pathLst>
          </a:custGeom>
          <a:ln w="42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4370832" y="48132"/>
          <a:ext cx="5477508" cy="45719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1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21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666699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5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初态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5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次态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7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66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ts val="2435"/>
                        </a:lnSpc>
                      </a:pPr>
                      <a:r>
                        <a:rPr sz="3600" spc="-7" baseline="-16203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45138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n+1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2435"/>
                        </a:lnSpc>
                      </a:pPr>
                      <a:r>
                        <a:rPr sz="3600" spc="-7" baseline="-16203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45138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n+1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2435"/>
                        </a:lnSpc>
                      </a:pPr>
                      <a:r>
                        <a:rPr sz="3600" spc="-7" baseline="-16203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45138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n+1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692"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7" name="object 37"/>
          <p:cNvSpPr txBox="1"/>
          <p:nvPr/>
        </p:nvSpPr>
        <p:spPr>
          <a:xfrm>
            <a:off x="5034660" y="6539775"/>
            <a:ext cx="35369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20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720178" y="4016477"/>
            <a:ext cx="59309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50" spc="60" dirty="0">
                <a:latin typeface="宋体"/>
                <a:cs typeface="宋体"/>
              </a:rPr>
              <a:t>Q</a:t>
            </a:r>
            <a:r>
              <a:rPr sz="1500" spc="89" baseline="-11111" dirty="0">
                <a:latin typeface="宋体"/>
                <a:cs typeface="宋体"/>
              </a:rPr>
              <a:t>3</a:t>
            </a:r>
            <a:r>
              <a:rPr sz="1450" spc="60" dirty="0">
                <a:latin typeface="宋体"/>
                <a:cs typeface="宋体"/>
              </a:rPr>
              <a:t>Q</a:t>
            </a:r>
            <a:r>
              <a:rPr sz="1500" spc="89" baseline="-11111" dirty="0">
                <a:latin typeface="宋体"/>
                <a:cs typeface="宋体"/>
              </a:rPr>
              <a:t>2</a:t>
            </a:r>
            <a:r>
              <a:rPr sz="1450" spc="60" dirty="0">
                <a:latin typeface="宋体"/>
                <a:cs typeface="宋体"/>
              </a:rPr>
              <a:t>Q</a:t>
            </a:r>
            <a:r>
              <a:rPr sz="1500" spc="89" baseline="-11111" dirty="0">
                <a:latin typeface="宋体"/>
                <a:cs typeface="宋体"/>
              </a:rPr>
              <a:t>1</a:t>
            </a:r>
            <a:endParaRPr sz="1500" baseline="-11111">
              <a:latin typeface="宋体"/>
              <a:cs typeface="宋体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1429511" y="598931"/>
            <a:ext cx="2941320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397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10"/>
              </a:spcBef>
            </a:pPr>
            <a:r>
              <a:rPr i="0" dirty="0">
                <a:solidFill>
                  <a:srgbClr val="000000"/>
                </a:solidFill>
                <a:latin typeface="华文楷体"/>
                <a:cs typeface="华文楷体"/>
              </a:rPr>
              <a:t>4</a:t>
            </a:r>
            <a:r>
              <a:rPr i="0" spc="-35" dirty="0">
                <a:solidFill>
                  <a:srgbClr val="000000"/>
                </a:solidFill>
                <a:latin typeface="华文楷体"/>
                <a:cs typeface="华文楷体"/>
              </a:rPr>
              <a:t> </a:t>
            </a:r>
            <a:r>
              <a:rPr dirty="0">
                <a:solidFill>
                  <a:srgbClr val="000000"/>
                </a:solidFill>
              </a:rPr>
              <a:t>画状态转换图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2520695" y="4162044"/>
            <a:ext cx="1827530" cy="585470"/>
          </a:xfrm>
          <a:prstGeom prst="rect">
            <a:avLst/>
          </a:prstGeom>
          <a:solidFill>
            <a:srgbClr val="C2C2D5"/>
          </a:solidFill>
        </p:spPr>
        <p:txBody>
          <a:bodyPr vert="horz" wrap="square" lIns="0" tIns="2032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60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有效循环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803391" y="5283708"/>
            <a:ext cx="1827530" cy="584200"/>
          </a:xfrm>
          <a:prstGeom prst="rect">
            <a:avLst/>
          </a:prstGeom>
          <a:solidFill>
            <a:srgbClr val="C2C2D5"/>
          </a:solidFill>
        </p:spPr>
        <p:txBody>
          <a:bodyPr vert="horz" wrap="square" lIns="0" tIns="1905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50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无效循环</a:t>
            </a:r>
            <a:endParaRPr sz="32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71447" y="1261008"/>
            <a:ext cx="1808480" cy="1193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800"/>
              </a:lnSpc>
              <a:spcBef>
                <a:spcPts val="100"/>
              </a:spcBef>
            </a:pPr>
            <a:r>
              <a:rPr sz="2800" b="1" dirty="0">
                <a:solidFill>
                  <a:srgbClr val="FF0000"/>
                </a:solidFill>
                <a:latin typeface="华文楷体"/>
                <a:cs typeface="华文楷体"/>
              </a:rPr>
              <a:t>有效状态：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使用的状态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1447" y="2430297"/>
            <a:ext cx="6855459" cy="352996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335"/>
              </a:spcBef>
            </a:pP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000，001，011，100，110，111</a:t>
            </a:r>
            <a:endParaRPr sz="2800">
              <a:latin typeface="华文楷体"/>
              <a:cs typeface="华文楷体"/>
            </a:endParaRPr>
          </a:p>
          <a:p>
            <a:pPr marL="12700" marR="1473200">
              <a:lnSpc>
                <a:spcPct val="136800"/>
              </a:lnSpc>
            </a:pPr>
            <a:r>
              <a:rPr sz="2800" b="1" dirty="0">
                <a:solidFill>
                  <a:srgbClr val="FF0000"/>
                </a:solidFill>
                <a:latin typeface="华文楷体"/>
                <a:cs typeface="华文楷体"/>
              </a:rPr>
              <a:t>无效状态</a:t>
            </a:r>
            <a:r>
              <a:rPr sz="2800" b="1" spc="-10" dirty="0">
                <a:solidFill>
                  <a:srgbClr val="FF0000"/>
                </a:solidFill>
                <a:latin typeface="华文楷体"/>
                <a:cs typeface="华文楷体"/>
              </a:rPr>
              <a:t>：</a:t>
            </a:r>
            <a:r>
              <a:rPr sz="2800" b="1" spc="-90" dirty="0">
                <a:solidFill>
                  <a:srgbClr val="FF0000"/>
                </a:solidFill>
                <a:latin typeface="华文楷体"/>
                <a:cs typeface="华文楷体"/>
              </a:rPr>
              <a:t>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未使用的状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态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101，010  </a:t>
            </a:r>
            <a:r>
              <a:rPr sz="2800" b="1" dirty="0">
                <a:solidFill>
                  <a:srgbClr val="FF0000"/>
                </a:solidFill>
                <a:latin typeface="华文楷体"/>
                <a:cs typeface="华文楷体"/>
              </a:rPr>
              <a:t>有效循环：</a:t>
            </a:r>
            <a:endParaRPr sz="2800">
              <a:latin typeface="华文楷体"/>
              <a:cs typeface="华文楷体"/>
            </a:endParaRPr>
          </a:p>
          <a:p>
            <a:pPr marL="12700" marR="5080">
              <a:lnSpc>
                <a:spcPct val="136800"/>
              </a:lnSpc>
              <a:spcBef>
                <a:spcPts val="1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在CP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脉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冲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作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用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下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电路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在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有效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态中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循环 </a:t>
            </a:r>
            <a:r>
              <a:rPr sz="2800" b="1" dirty="0">
                <a:solidFill>
                  <a:srgbClr val="FF0000"/>
                </a:solidFill>
                <a:latin typeface="华文楷体"/>
                <a:cs typeface="华文楷体"/>
              </a:rPr>
              <a:t>无效循环：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在CP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脉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冲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作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用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下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电路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在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无效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态中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循环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13817" y="878723"/>
            <a:ext cx="581660" cy="535305"/>
          </a:xfrm>
          <a:custGeom>
            <a:avLst/>
            <a:gdLst/>
            <a:ahLst/>
            <a:cxnLst/>
            <a:rect l="l" t="t" r="r" b="b"/>
            <a:pathLst>
              <a:path w="581660" h="535305">
                <a:moveTo>
                  <a:pt x="290784" y="0"/>
                </a:moveTo>
                <a:lnTo>
                  <a:pt x="243618" y="3501"/>
                </a:lnTo>
                <a:lnTo>
                  <a:pt x="198875" y="13640"/>
                </a:lnTo>
                <a:lnTo>
                  <a:pt x="157153" y="29863"/>
                </a:lnTo>
                <a:lnTo>
                  <a:pt x="119052" y="51621"/>
                </a:lnTo>
                <a:lnTo>
                  <a:pt x="85169" y="78363"/>
                </a:lnTo>
                <a:lnTo>
                  <a:pt x="56105" y="109537"/>
                </a:lnTo>
                <a:lnTo>
                  <a:pt x="32457" y="144592"/>
                </a:lnTo>
                <a:lnTo>
                  <a:pt x="14824" y="182978"/>
                </a:lnTo>
                <a:lnTo>
                  <a:pt x="3805" y="224143"/>
                </a:lnTo>
                <a:lnTo>
                  <a:pt x="0" y="267536"/>
                </a:lnTo>
                <a:lnTo>
                  <a:pt x="3805" y="310934"/>
                </a:lnTo>
                <a:lnTo>
                  <a:pt x="14824" y="352102"/>
                </a:lnTo>
                <a:lnTo>
                  <a:pt x="32457" y="390489"/>
                </a:lnTo>
                <a:lnTo>
                  <a:pt x="56105" y="425544"/>
                </a:lnTo>
                <a:lnTo>
                  <a:pt x="85169" y="456717"/>
                </a:lnTo>
                <a:lnTo>
                  <a:pt x="119052" y="483457"/>
                </a:lnTo>
                <a:lnTo>
                  <a:pt x="157153" y="505213"/>
                </a:lnTo>
                <a:lnTo>
                  <a:pt x="198875" y="521435"/>
                </a:lnTo>
                <a:lnTo>
                  <a:pt x="243618" y="531572"/>
                </a:lnTo>
                <a:lnTo>
                  <a:pt x="290784" y="535073"/>
                </a:lnTo>
                <a:lnTo>
                  <a:pt x="337954" y="531572"/>
                </a:lnTo>
                <a:lnTo>
                  <a:pt x="382699" y="521435"/>
                </a:lnTo>
                <a:lnTo>
                  <a:pt x="424421" y="505213"/>
                </a:lnTo>
                <a:lnTo>
                  <a:pt x="462522" y="483457"/>
                </a:lnTo>
                <a:lnTo>
                  <a:pt x="496404" y="456717"/>
                </a:lnTo>
                <a:lnTo>
                  <a:pt x="525467" y="425544"/>
                </a:lnTo>
                <a:lnTo>
                  <a:pt x="549114" y="390489"/>
                </a:lnTo>
                <a:lnTo>
                  <a:pt x="566746" y="352102"/>
                </a:lnTo>
                <a:lnTo>
                  <a:pt x="577764" y="310935"/>
                </a:lnTo>
                <a:lnTo>
                  <a:pt x="581569" y="267537"/>
                </a:lnTo>
                <a:lnTo>
                  <a:pt x="577764" y="224143"/>
                </a:lnTo>
                <a:lnTo>
                  <a:pt x="566746" y="182978"/>
                </a:lnTo>
                <a:lnTo>
                  <a:pt x="549114" y="144592"/>
                </a:lnTo>
                <a:lnTo>
                  <a:pt x="525467" y="109537"/>
                </a:lnTo>
                <a:lnTo>
                  <a:pt x="496404" y="78363"/>
                </a:lnTo>
                <a:lnTo>
                  <a:pt x="462522" y="51622"/>
                </a:lnTo>
                <a:lnTo>
                  <a:pt x="424421" y="29863"/>
                </a:lnTo>
                <a:lnTo>
                  <a:pt x="382698" y="13640"/>
                </a:lnTo>
                <a:lnTo>
                  <a:pt x="337953" y="3501"/>
                </a:lnTo>
                <a:lnTo>
                  <a:pt x="2907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13817" y="878723"/>
            <a:ext cx="581660" cy="535305"/>
          </a:xfrm>
          <a:custGeom>
            <a:avLst/>
            <a:gdLst/>
            <a:ahLst/>
            <a:cxnLst/>
            <a:rect l="l" t="t" r="r" b="b"/>
            <a:pathLst>
              <a:path w="581660" h="535305">
                <a:moveTo>
                  <a:pt x="581569" y="267537"/>
                </a:moveTo>
                <a:lnTo>
                  <a:pt x="577764" y="224143"/>
                </a:lnTo>
                <a:lnTo>
                  <a:pt x="566746" y="182978"/>
                </a:lnTo>
                <a:lnTo>
                  <a:pt x="549114" y="144592"/>
                </a:lnTo>
                <a:lnTo>
                  <a:pt x="525467" y="109537"/>
                </a:lnTo>
                <a:lnTo>
                  <a:pt x="496404" y="78363"/>
                </a:lnTo>
                <a:lnTo>
                  <a:pt x="462522" y="51622"/>
                </a:lnTo>
                <a:lnTo>
                  <a:pt x="424421" y="29863"/>
                </a:lnTo>
                <a:lnTo>
                  <a:pt x="382698" y="13640"/>
                </a:lnTo>
                <a:lnTo>
                  <a:pt x="337953" y="3501"/>
                </a:lnTo>
                <a:lnTo>
                  <a:pt x="290784" y="0"/>
                </a:lnTo>
                <a:lnTo>
                  <a:pt x="243618" y="3501"/>
                </a:lnTo>
                <a:lnTo>
                  <a:pt x="198875" y="13640"/>
                </a:lnTo>
                <a:lnTo>
                  <a:pt x="157153" y="29863"/>
                </a:lnTo>
                <a:lnTo>
                  <a:pt x="119052" y="51621"/>
                </a:lnTo>
                <a:lnTo>
                  <a:pt x="85169" y="78363"/>
                </a:lnTo>
                <a:lnTo>
                  <a:pt x="56105" y="109537"/>
                </a:lnTo>
                <a:lnTo>
                  <a:pt x="32457" y="144592"/>
                </a:lnTo>
                <a:lnTo>
                  <a:pt x="14824" y="182978"/>
                </a:lnTo>
                <a:lnTo>
                  <a:pt x="3805" y="224143"/>
                </a:lnTo>
                <a:lnTo>
                  <a:pt x="0" y="267536"/>
                </a:lnTo>
                <a:lnTo>
                  <a:pt x="3805" y="310934"/>
                </a:lnTo>
                <a:lnTo>
                  <a:pt x="14824" y="352102"/>
                </a:lnTo>
                <a:lnTo>
                  <a:pt x="32457" y="390489"/>
                </a:lnTo>
                <a:lnTo>
                  <a:pt x="56105" y="425544"/>
                </a:lnTo>
                <a:lnTo>
                  <a:pt x="85169" y="456717"/>
                </a:lnTo>
                <a:lnTo>
                  <a:pt x="119052" y="483457"/>
                </a:lnTo>
                <a:lnTo>
                  <a:pt x="157153" y="505213"/>
                </a:lnTo>
                <a:lnTo>
                  <a:pt x="198875" y="521435"/>
                </a:lnTo>
                <a:lnTo>
                  <a:pt x="243618" y="531572"/>
                </a:lnTo>
                <a:lnTo>
                  <a:pt x="290784" y="535073"/>
                </a:lnTo>
                <a:lnTo>
                  <a:pt x="337954" y="531572"/>
                </a:lnTo>
                <a:lnTo>
                  <a:pt x="382699" y="521435"/>
                </a:lnTo>
                <a:lnTo>
                  <a:pt x="424421" y="505213"/>
                </a:lnTo>
                <a:lnTo>
                  <a:pt x="462522" y="483457"/>
                </a:lnTo>
                <a:lnTo>
                  <a:pt x="496404" y="456717"/>
                </a:lnTo>
                <a:lnTo>
                  <a:pt x="525467" y="425544"/>
                </a:lnTo>
                <a:lnTo>
                  <a:pt x="549114" y="390489"/>
                </a:lnTo>
                <a:lnTo>
                  <a:pt x="566746" y="352102"/>
                </a:lnTo>
                <a:lnTo>
                  <a:pt x="577764" y="310935"/>
                </a:lnTo>
                <a:lnTo>
                  <a:pt x="581569" y="267537"/>
                </a:lnTo>
                <a:close/>
              </a:path>
            </a:pathLst>
          </a:custGeom>
          <a:ln w="423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05812" y="974993"/>
            <a:ext cx="396875" cy="2978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95" dirty="0">
                <a:latin typeface="宋体"/>
                <a:cs typeface="宋体"/>
              </a:rPr>
              <a:t>00</a:t>
            </a:r>
            <a:r>
              <a:rPr sz="1750" spc="90" dirty="0">
                <a:latin typeface="宋体"/>
                <a:cs typeface="宋体"/>
              </a:rPr>
              <a:t>0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76977" y="878723"/>
            <a:ext cx="581660" cy="535305"/>
          </a:xfrm>
          <a:custGeom>
            <a:avLst/>
            <a:gdLst/>
            <a:ahLst/>
            <a:cxnLst/>
            <a:rect l="l" t="t" r="r" b="b"/>
            <a:pathLst>
              <a:path w="581659" h="535305">
                <a:moveTo>
                  <a:pt x="290784" y="0"/>
                </a:moveTo>
                <a:lnTo>
                  <a:pt x="243615" y="3501"/>
                </a:lnTo>
                <a:lnTo>
                  <a:pt x="198870" y="13640"/>
                </a:lnTo>
                <a:lnTo>
                  <a:pt x="157148" y="29863"/>
                </a:lnTo>
                <a:lnTo>
                  <a:pt x="119046" y="51621"/>
                </a:lnTo>
                <a:lnTo>
                  <a:pt x="85165" y="78363"/>
                </a:lnTo>
                <a:lnTo>
                  <a:pt x="56101" y="109537"/>
                </a:lnTo>
                <a:lnTo>
                  <a:pt x="32455" y="144592"/>
                </a:lnTo>
                <a:lnTo>
                  <a:pt x="14823" y="182978"/>
                </a:lnTo>
                <a:lnTo>
                  <a:pt x="3805" y="224143"/>
                </a:lnTo>
                <a:lnTo>
                  <a:pt x="0" y="267536"/>
                </a:lnTo>
                <a:lnTo>
                  <a:pt x="3805" y="310934"/>
                </a:lnTo>
                <a:lnTo>
                  <a:pt x="14823" y="352102"/>
                </a:lnTo>
                <a:lnTo>
                  <a:pt x="32455" y="390489"/>
                </a:lnTo>
                <a:lnTo>
                  <a:pt x="56101" y="425544"/>
                </a:lnTo>
                <a:lnTo>
                  <a:pt x="85165" y="456717"/>
                </a:lnTo>
                <a:lnTo>
                  <a:pt x="119046" y="483457"/>
                </a:lnTo>
                <a:lnTo>
                  <a:pt x="157148" y="505213"/>
                </a:lnTo>
                <a:lnTo>
                  <a:pt x="198870" y="521435"/>
                </a:lnTo>
                <a:lnTo>
                  <a:pt x="243615" y="531572"/>
                </a:lnTo>
                <a:lnTo>
                  <a:pt x="290784" y="535073"/>
                </a:lnTo>
                <a:lnTo>
                  <a:pt x="337954" y="531572"/>
                </a:lnTo>
                <a:lnTo>
                  <a:pt x="382699" y="521435"/>
                </a:lnTo>
                <a:lnTo>
                  <a:pt x="424421" y="505213"/>
                </a:lnTo>
                <a:lnTo>
                  <a:pt x="462522" y="483457"/>
                </a:lnTo>
                <a:lnTo>
                  <a:pt x="496404" y="456717"/>
                </a:lnTo>
                <a:lnTo>
                  <a:pt x="525467" y="425544"/>
                </a:lnTo>
                <a:lnTo>
                  <a:pt x="549114" y="390489"/>
                </a:lnTo>
                <a:lnTo>
                  <a:pt x="566746" y="352102"/>
                </a:lnTo>
                <a:lnTo>
                  <a:pt x="577764" y="310935"/>
                </a:lnTo>
                <a:lnTo>
                  <a:pt x="581569" y="267537"/>
                </a:lnTo>
                <a:lnTo>
                  <a:pt x="577764" y="224143"/>
                </a:lnTo>
                <a:lnTo>
                  <a:pt x="566746" y="182978"/>
                </a:lnTo>
                <a:lnTo>
                  <a:pt x="549114" y="144592"/>
                </a:lnTo>
                <a:lnTo>
                  <a:pt x="525467" y="109537"/>
                </a:lnTo>
                <a:lnTo>
                  <a:pt x="496404" y="78363"/>
                </a:lnTo>
                <a:lnTo>
                  <a:pt x="462522" y="51622"/>
                </a:lnTo>
                <a:lnTo>
                  <a:pt x="424421" y="29863"/>
                </a:lnTo>
                <a:lnTo>
                  <a:pt x="382698" y="13640"/>
                </a:lnTo>
                <a:lnTo>
                  <a:pt x="337953" y="3501"/>
                </a:lnTo>
                <a:lnTo>
                  <a:pt x="2907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76977" y="878723"/>
            <a:ext cx="581660" cy="535305"/>
          </a:xfrm>
          <a:custGeom>
            <a:avLst/>
            <a:gdLst/>
            <a:ahLst/>
            <a:cxnLst/>
            <a:rect l="l" t="t" r="r" b="b"/>
            <a:pathLst>
              <a:path w="581659" h="535305">
                <a:moveTo>
                  <a:pt x="581569" y="267537"/>
                </a:moveTo>
                <a:lnTo>
                  <a:pt x="577764" y="224143"/>
                </a:lnTo>
                <a:lnTo>
                  <a:pt x="566746" y="182978"/>
                </a:lnTo>
                <a:lnTo>
                  <a:pt x="549114" y="144592"/>
                </a:lnTo>
                <a:lnTo>
                  <a:pt x="525467" y="109537"/>
                </a:lnTo>
                <a:lnTo>
                  <a:pt x="496404" y="78363"/>
                </a:lnTo>
                <a:lnTo>
                  <a:pt x="462522" y="51622"/>
                </a:lnTo>
                <a:lnTo>
                  <a:pt x="424421" y="29863"/>
                </a:lnTo>
                <a:lnTo>
                  <a:pt x="382698" y="13640"/>
                </a:lnTo>
                <a:lnTo>
                  <a:pt x="337953" y="3501"/>
                </a:lnTo>
                <a:lnTo>
                  <a:pt x="290784" y="0"/>
                </a:lnTo>
                <a:lnTo>
                  <a:pt x="243615" y="3501"/>
                </a:lnTo>
                <a:lnTo>
                  <a:pt x="198870" y="13640"/>
                </a:lnTo>
                <a:lnTo>
                  <a:pt x="157148" y="29863"/>
                </a:lnTo>
                <a:lnTo>
                  <a:pt x="119046" y="51621"/>
                </a:lnTo>
                <a:lnTo>
                  <a:pt x="85165" y="78363"/>
                </a:lnTo>
                <a:lnTo>
                  <a:pt x="56101" y="109537"/>
                </a:lnTo>
                <a:lnTo>
                  <a:pt x="32455" y="144592"/>
                </a:lnTo>
                <a:lnTo>
                  <a:pt x="14823" y="182978"/>
                </a:lnTo>
                <a:lnTo>
                  <a:pt x="3805" y="224143"/>
                </a:lnTo>
                <a:lnTo>
                  <a:pt x="0" y="267536"/>
                </a:lnTo>
                <a:lnTo>
                  <a:pt x="3805" y="310934"/>
                </a:lnTo>
                <a:lnTo>
                  <a:pt x="14823" y="352102"/>
                </a:lnTo>
                <a:lnTo>
                  <a:pt x="32455" y="390489"/>
                </a:lnTo>
                <a:lnTo>
                  <a:pt x="56101" y="425544"/>
                </a:lnTo>
                <a:lnTo>
                  <a:pt x="85165" y="456717"/>
                </a:lnTo>
                <a:lnTo>
                  <a:pt x="119046" y="483457"/>
                </a:lnTo>
                <a:lnTo>
                  <a:pt x="157148" y="505213"/>
                </a:lnTo>
                <a:lnTo>
                  <a:pt x="198870" y="521435"/>
                </a:lnTo>
                <a:lnTo>
                  <a:pt x="243615" y="531572"/>
                </a:lnTo>
                <a:lnTo>
                  <a:pt x="290784" y="535073"/>
                </a:lnTo>
                <a:lnTo>
                  <a:pt x="337954" y="531572"/>
                </a:lnTo>
                <a:lnTo>
                  <a:pt x="382699" y="521435"/>
                </a:lnTo>
                <a:lnTo>
                  <a:pt x="424421" y="505213"/>
                </a:lnTo>
                <a:lnTo>
                  <a:pt x="462522" y="483457"/>
                </a:lnTo>
                <a:lnTo>
                  <a:pt x="496404" y="456717"/>
                </a:lnTo>
                <a:lnTo>
                  <a:pt x="525467" y="425544"/>
                </a:lnTo>
                <a:lnTo>
                  <a:pt x="549114" y="390489"/>
                </a:lnTo>
                <a:lnTo>
                  <a:pt x="566746" y="352102"/>
                </a:lnTo>
                <a:lnTo>
                  <a:pt x="577764" y="310935"/>
                </a:lnTo>
                <a:lnTo>
                  <a:pt x="581569" y="267537"/>
                </a:lnTo>
                <a:close/>
              </a:path>
            </a:pathLst>
          </a:custGeom>
          <a:ln w="423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968974" y="974993"/>
            <a:ext cx="396875" cy="2978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95" dirty="0">
                <a:latin typeface="宋体"/>
                <a:cs typeface="宋体"/>
              </a:rPr>
              <a:t>00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40116" y="878723"/>
            <a:ext cx="581660" cy="535305"/>
          </a:xfrm>
          <a:custGeom>
            <a:avLst/>
            <a:gdLst/>
            <a:ahLst/>
            <a:cxnLst/>
            <a:rect l="l" t="t" r="r" b="b"/>
            <a:pathLst>
              <a:path w="581659" h="535305">
                <a:moveTo>
                  <a:pt x="290723" y="0"/>
                </a:moveTo>
                <a:lnTo>
                  <a:pt x="243595" y="3501"/>
                </a:lnTo>
                <a:lnTo>
                  <a:pt x="198878" y="13640"/>
                </a:lnTo>
                <a:lnTo>
                  <a:pt x="157172" y="29863"/>
                </a:lnTo>
                <a:lnTo>
                  <a:pt x="119077" y="51621"/>
                </a:lnTo>
                <a:lnTo>
                  <a:pt x="85196" y="78363"/>
                </a:lnTo>
                <a:lnTo>
                  <a:pt x="56127" y="109537"/>
                </a:lnTo>
                <a:lnTo>
                  <a:pt x="32472" y="144592"/>
                </a:lnTo>
                <a:lnTo>
                  <a:pt x="14832" y="182978"/>
                </a:lnTo>
                <a:lnTo>
                  <a:pt x="3808" y="224143"/>
                </a:lnTo>
                <a:lnTo>
                  <a:pt x="0" y="267536"/>
                </a:lnTo>
                <a:lnTo>
                  <a:pt x="3808" y="310934"/>
                </a:lnTo>
                <a:lnTo>
                  <a:pt x="14832" y="352102"/>
                </a:lnTo>
                <a:lnTo>
                  <a:pt x="32472" y="390489"/>
                </a:lnTo>
                <a:lnTo>
                  <a:pt x="56127" y="425544"/>
                </a:lnTo>
                <a:lnTo>
                  <a:pt x="85196" y="456717"/>
                </a:lnTo>
                <a:lnTo>
                  <a:pt x="119077" y="483457"/>
                </a:lnTo>
                <a:lnTo>
                  <a:pt x="157172" y="505213"/>
                </a:lnTo>
                <a:lnTo>
                  <a:pt x="198878" y="521435"/>
                </a:lnTo>
                <a:lnTo>
                  <a:pt x="243595" y="531572"/>
                </a:lnTo>
                <a:lnTo>
                  <a:pt x="290723" y="535073"/>
                </a:lnTo>
                <a:lnTo>
                  <a:pt x="337906" y="531572"/>
                </a:lnTo>
                <a:lnTo>
                  <a:pt x="382668" y="521435"/>
                </a:lnTo>
                <a:lnTo>
                  <a:pt x="424409" y="505213"/>
                </a:lnTo>
                <a:lnTo>
                  <a:pt x="462529" y="483457"/>
                </a:lnTo>
                <a:lnTo>
                  <a:pt x="496430" y="456717"/>
                </a:lnTo>
                <a:lnTo>
                  <a:pt x="525511" y="425544"/>
                </a:lnTo>
                <a:lnTo>
                  <a:pt x="549173" y="390489"/>
                </a:lnTo>
                <a:lnTo>
                  <a:pt x="566817" y="352102"/>
                </a:lnTo>
                <a:lnTo>
                  <a:pt x="577843" y="310935"/>
                </a:lnTo>
                <a:lnTo>
                  <a:pt x="581651" y="267537"/>
                </a:lnTo>
                <a:lnTo>
                  <a:pt x="577843" y="224143"/>
                </a:lnTo>
                <a:lnTo>
                  <a:pt x="566817" y="182978"/>
                </a:lnTo>
                <a:lnTo>
                  <a:pt x="549173" y="144592"/>
                </a:lnTo>
                <a:lnTo>
                  <a:pt x="525511" y="109537"/>
                </a:lnTo>
                <a:lnTo>
                  <a:pt x="496429" y="78363"/>
                </a:lnTo>
                <a:lnTo>
                  <a:pt x="462529" y="51622"/>
                </a:lnTo>
                <a:lnTo>
                  <a:pt x="424408" y="29863"/>
                </a:lnTo>
                <a:lnTo>
                  <a:pt x="382668" y="13640"/>
                </a:lnTo>
                <a:lnTo>
                  <a:pt x="337906" y="3501"/>
                </a:lnTo>
                <a:lnTo>
                  <a:pt x="2907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040116" y="878723"/>
            <a:ext cx="581660" cy="535305"/>
          </a:xfrm>
          <a:custGeom>
            <a:avLst/>
            <a:gdLst/>
            <a:ahLst/>
            <a:cxnLst/>
            <a:rect l="l" t="t" r="r" b="b"/>
            <a:pathLst>
              <a:path w="581659" h="535305">
                <a:moveTo>
                  <a:pt x="581651" y="267537"/>
                </a:moveTo>
                <a:lnTo>
                  <a:pt x="577843" y="224143"/>
                </a:lnTo>
                <a:lnTo>
                  <a:pt x="566817" y="182978"/>
                </a:lnTo>
                <a:lnTo>
                  <a:pt x="549173" y="144592"/>
                </a:lnTo>
                <a:lnTo>
                  <a:pt x="525511" y="109537"/>
                </a:lnTo>
                <a:lnTo>
                  <a:pt x="496429" y="78363"/>
                </a:lnTo>
                <a:lnTo>
                  <a:pt x="462529" y="51622"/>
                </a:lnTo>
                <a:lnTo>
                  <a:pt x="424408" y="29863"/>
                </a:lnTo>
                <a:lnTo>
                  <a:pt x="382668" y="13640"/>
                </a:lnTo>
                <a:lnTo>
                  <a:pt x="337906" y="3501"/>
                </a:lnTo>
                <a:lnTo>
                  <a:pt x="290723" y="0"/>
                </a:lnTo>
                <a:lnTo>
                  <a:pt x="243595" y="3501"/>
                </a:lnTo>
                <a:lnTo>
                  <a:pt x="198878" y="13640"/>
                </a:lnTo>
                <a:lnTo>
                  <a:pt x="157172" y="29863"/>
                </a:lnTo>
                <a:lnTo>
                  <a:pt x="119077" y="51621"/>
                </a:lnTo>
                <a:lnTo>
                  <a:pt x="85196" y="78363"/>
                </a:lnTo>
                <a:lnTo>
                  <a:pt x="56127" y="109537"/>
                </a:lnTo>
                <a:lnTo>
                  <a:pt x="32472" y="144592"/>
                </a:lnTo>
                <a:lnTo>
                  <a:pt x="14832" y="182978"/>
                </a:lnTo>
                <a:lnTo>
                  <a:pt x="3808" y="224143"/>
                </a:lnTo>
                <a:lnTo>
                  <a:pt x="0" y="267536"/>
                </a:lnTo>
                <a:lnTo>
                  <a:pt x="3808" y="310934"/>
                </a:lnTo>
                <a:lnTo>
                  <a:pt x="14832" y="352102"/>
                </a:lnTo>
                <a:lnTo>
                  <a:pt x="32472" y="390489"/>
                </a:lnTo>
                <a:lnTo>
                  <a:pt x="56127" y="425544"/>
                </a:lnTo>
                <a:lnTo>
                  <a:pt x="85196" y="456717"/>
                </a:lnTo>
                <a:lnTo>
                  <a:pt x="119077" y="483457"/>
                </a:lnTo>
                <a:lnTo>
                  <a:pt x="157172" y="505213"/>
                </a:lnTo>
                <a:lnTo>
                  <a:pt x="198878" y="521435"/>
                </a:lnTo>
                <a:lnTo>
                  <a:pt x="243595" y="531572"/>
                </a:lnTo>
                <a:lnTo>
                  <a:pt x="290723" y="535073"/>
                </a:lnTo>
                <a:lnTo>
                  <a:pt x="337906" y="531572"/>
                </a:lnTo>
                <a:lnTo>
                  <a:pt x="382668" y="521435"/>
                </a:lnTo>
                <a:lnTo>
                  <a:pt x="424409" y="505213"/>
                </a:lnTo>
                <a:lnTo>
                  <a:pt x="462529" y="483457"/>
                </a:lnTo>
                <a:lnTo>
                  <a:pt x="496430" y="456717"/>
                </a:lnTo>
                <a:lnTo>
                  <a:pt x="525511" y="425544"/>
                </a:lnTo>
                <a:lnTo>
                  <a:pt x="549173" y="390489"/>
                </a:lnTo>
                <a:lnTo>
                  <a:pt x="566817" y="352102"/>
                </a:lnTo>
                <a:lnTo>
                  <a:pt x="577843" y="310935"/>
                </a:lnTo>
                <a:lnTo>
                  <a:pt x="581651" y="267537"/>
                </a:lnTo>
                <a:close/>
              </a:path>
            </a:pathLst>
          </a:custGeom>
          <a:ln w="423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132052" y="974993"/>
            <a:ext cx="396875" cy="2978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95" dirty="0">
                <a:latin typeface="宋体"/>
                <a:cs typeface="宋体"/>
              </a:rPr>
              <a:t>01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13817" y="1948890"/>
            <a:ext cx="581660" cy="535305"/>
          </a:xfrm>
          <a:custGeom>
            <a:avLst/>
            <a:gdLst/>
            <a:ahLst/>
            <a:cxnLst/>
            <a:rect l="l" t="t" r="r" b="b"/>
            <a:pathLst>
              <a:path w="581660" h="535305">
                <a:moveTo>
                  <a:pt x="581569" y="267537"/>
                </a:moveTo>
                <a:lnTo>
                  <a:pt x="577764" y="224138"/>
                </a:lnTo>
                <a:lnTo>
                  <a:pt x="566746" y="182971"/>
                </a:lnTo>
                <a:lnTo>
                  <a:pt x="549114" y="144584"/>
                </a:lnTo>
                <a:lnTo>
                  <a:pt x="525467" y="109529"/>
                </a:lnTo>
                <a:lnTo>
                  <a:pt x="496404" y="78356"/>
                </a:lnTo>
                <a:lnTo>
                  <a:pt x="462522" y="51616"/>
                </a:lnTo>
                <a:lnTo>
                  <a:pt x="424421" y="29860"/>
                </a:lnTo>
                <a:lnTo>
                  <a:pt x="382698" y="13638"/>
                </a:lnTo>
                <a:lnTo>
                  <a:pt x="337953" y="3501"/>
                </a:lnTo>
                <a:lnTo>
                  <a:pt x="290784" y="0"/>
                </a:lnTo>
                <a:lnTo>
                  <a:pt x="243618" y="3501"/>
                </a:lnTo>
                <a:lnTo>
                  <a:pt x="198875" y="13638"/>
                </a:lnTo>
                <a:lnTo>
                  <a:pt x="157153" y="29860"/>
                </a:lnTo>
                <a:lnTo>
                  <a:pt x="119052" y="51616"/>
                </a:lnTo>
                <a:lnTo>
                  <a:pt x="85169" y="78356"/>
                </a:lnTo>
                <a:lnTo>
                  <a:pt x="56105" y="109529"/>
                </a:lnTo>
                <a:lnTo>
                  <a:pt x="32457" y="144584"/>
                </a:lnTo>
                <a:lnTo>
                  <a:pt x="14824" y="182971"/>
                </a:lnTo>
                <a:lnTo>
                  <a:pt x="3805" y="224138"/>
                </a:lnTo>
                <a:lnTo>
                  <a:pt x="0" y="267536"/>
                </a:lnTo>
                <a:lnTo>
                  <a:pt x="3805" y="310935"/>
                </a:lnTo>
                <a:lnTo>
                  <a:pt x="14824" y="352103"/>
                </a:lnTo>
                <a:lnTo>
                  <a:pt x="32457" y="390491"/>
                </a:lnTo>
                <a:lnTo>
                  <a:pt x="56105" y="425547"/>
                </a:lnTo>
                <a:lnTo>
                  <a:pt x="85169" y="456721"/>
                </a:lnTo>
                <a:lnTo>
                  <a:pt x="119052" y="483462"/>
                </a:lnTo>
                <a:lnTo>
                  <a:pt x="157153" y="505219"/>
                </a:lnTo>
                <a:lnTo>
                  <a:pt x="198875" y="521442"/>
                </a:lnTo>
                <a:lnTo>
                  <a:pt x="243618" y="531579"/>
                </a:lnTo>
                <a:lnTo>
                  <a:pt x="290784" y="535081"/>
                </a:lnTo>
                <a:lnTo>
                  <a:pt x="337954" y="531579"/>
                </a:lnTo>
                <a:lnTo>
                  <a:pt x="382699" y="521442"/>
                </a:lnTo>
                <a:lnTo>
                  <a:pt x="424421" y="505219"/>
                </a:lnTo>
                <a:lnTo>
                  <a:pt x="462522" y="483462"/>
                </a:lnTo>
                <a:lnTo>
                  <a:pt x="496404" y="456721"/>
                </a:lnTo>
                <a:lnTo>
                  <a:pt x="525467" y="425547"/>
                </a:lnTo>
                <a:lnTo>
                  <a:pt x="549114" y="390491"/>
                </a:lnTo>
                <a:lnTo>
                  <a:pt x="566746" y="352103"/>
                </a:lnTo>
                <a:lnTo>
                  <a:pt x="577764" y="310935"/>
                </a:lnTo>
                <a:lnTo>
                  <a:pt x="581569" y="267537"/>
                </a:lnTo>
                <a:close/>
              </a:path>
            </a:pathLst>
          </a:custGeom>
          <a:ln w="423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76977" y="1948890"/>
            <a:ext cx="581660" cy="535305"/>
          </a:xfrm>
          <a:custGeom>
            <a:avLst/>
            <a:gdLst/>
            <a:ahLst/>
            <a:cxnLst/>
            <a:rect l="l" t="t" r="r" b="b"/>
            <a:pathLst>
              <a:path w="581659" h="535305">
                <a:moveTo>
                  <a:pt x="581569" y="267537"/>
                </a:moveTo>
                <a:lnTo>
                  <a:pt x="577764" y="224138"/>
                </a:lnTo>
                <a:lnTo>
                  <a:pt x="566746" y="182971"/>
                </a:lnTo>
                <a:lnTo>
                  <a:pt x="549114" y="144584"/>
                </a:lnTo>
                <a:lnTo>
                  <a:pt x="525467" y="109529"/>
                </a:lnTo>
                <a:lnTo>
                  <a:pt x="496404" y="78356"/>
                </a:lnTo>
                <a:lnTo>
                  <a:pt x="462522" y="51616"/>
                </a:lnTo>
                <a:lnTo>
                  <a:pt x="424421" y="29860"/>
                </a:lnTo>
                <a:lnTo>
                  <a:pt x="382698" y="13638"/>
                </a:lnTo>
                <a:lnTo>
                  <a:pt x="337953" y="3501"/>
                </a:lnTo>
                <a:lnTo>
                  <a:pt x="290784" y="0"/>
                </a:lnTo>
                <a:lnTo>
                  <a:pt x="243615" y="3501"/>
                </a:lnTo>
                <a:lnTo>
                  <a:pt x="198870" y="13638"/>
                </a:lnTo>
                <a:lnTo>
                  <a:pt x="157148" y="29860"/>
                </a:lnTo>
                <a:lnTo>
                  <a:pt x="119046" y="51616"/>
                </a:lnTo>
                <a:lnTo>
                  <a:pt x="85165" y="78356"/>
                </a:lnTo>
                <a:lnTo>
                  <a:pt x="56101" y="109529"/>
                </a:lnTo>
                <a:lnTo>
                  <a:pt x="32455" y="144584"/>
                </a:lnTo>
                <a:lnTo>
                  <a:pt x="14823" y="182971"/>
                </a:lnTo>
                <a:lnTo>
                  <a:pt x="3805" y="224138"/>
                </a:lnTo>
                <a:lnTo>
                  <a:pt x="0" y="267536"/>
                </a:lnTo>
                <a:lnTo>
                  <a:pt x="3805" y="310935"/>
                </a:lnTo>
                <a:lnTo>
                  <a:pt x="14823" y="352103"/>
                </a:lnTo>
                <a:lnTo>
                  <a:pt x="32455" y="390491"/>
                </a:lnTo>
                <a:lnTo>
                  <a:pt x="56101" y="425547"/>
                </a:lnTo>
                <a:lnTo>
                  <a:pt x="85165" y="456721"/>
                </a:lnTo>
                <a:lnTo>
                  <a:pt x="119046" y="483462"/>
                </a:lnTo>
                <a:lnTo>
                  <a:pt x="157148" y="505219"/>
                </a:lnTo>
                <a:lnTo>
                  <a:pt x="198870" y="521442"/>
                </a:lnTo>
                <a:lnTo>
                  <a:pt x="243615" y="531579"/>
                </a:lnTo>
                <a:lnTo>
                  <a:pt x="290784" y="535081"/>
                </a:lnTo>
                <a:lnTo>
                  <a:pt x="337954" y="531579"/>
                </a:lnTo>
                <a:lnTo>
                  <a:pt x="382699" y="521442"/>
                </a:lnTo>
                <a:lnTo>
                  <a:pt x="424421" y="505219"/>
                </a:lnTo>
                <a:lnTo>
                  <a:pt x="462522" y="483462"/>
                </a:lnTo>
                <a:lnTo>
                  <a:pt x="496404" y="456721"/>
                </a:lnTo>
                <a:lnTo>
                  <a:pt x="525467" y="425547"/>
                </a:lnTo>
                <a:lnTo>
                  <a:pt x="549114" y="390491"/>
                </a:lnTo>
                <a:lnTo>
                  <a:pt x="566746" y="352103"/>
                </a:lnTo>
                <a:lnTo>
                  <a:pt x="577764" y="310935"/>
                </a:lnTo>
                <a:lnTo>
                  <a:pt x="581569" y="267537"/>
                </a:lnTo>
                <a:close/>
              </a:path>
            </a:pathLst>
          </a:custGeom>
          <a:ln w="423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805813" y="2045160"/>
            <a:ext cx="1560195" cy="2978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175385" algn="l"/>
              </a:tabLst>
            </a:pPr>
            <a:r>
              <a:rPr sz="1750" spc="95" dirty="0">
                <a:latin typeface="宋体"/>
                <a:cs typeface="宋体"/>
              </a:rPr>
              <a:t>10</a:t>
            </a:r>
            <a:r>
              <a:rPr sz="1750" spc="90" dirty="0">
                <a:latin typeface="宋体"/>
                <a:cs typeface="宋体"/>
              </a:rPr>
              <a:t>0</a:t>
            </a:r>
            <a:r>
              <a:rPr sz="1750" dirty="0">
                <a:latin typeface="宋体"/>
                <a:cs typeface="宋体"/>
              </a:rPr>
              <a:t>	</a:t>
            </a:r>
            <a:r>
              <a:rPr sz="1750" spc="95" dirty="0">
                <a:latin typeface="宋体"/>
                <a:cs typeface="宋体"/>
              </a:rPr>
              <a:t>11</a:t>
            </a:r>
            <a:r>
              <a:rPr sz="1750" spc="90" dirty="0">
                <a:latin typeface="宋体"/>
                <a:cs typeface="宋体"/>
              </a:rPr>
              <a:t>0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040116" y="1948890"/>
            <a:ext cx="581660" cy="535305"/>
          </a:xfrm>
          <a:custGeom>
            <a:avLst/>
            <a:gdLst/>
            <a:ahLst/>
            <a:cxnLst/>
            <a:rect l="l" t="t" r="r" b="b"/>
            <a:pathLst>
              <a:path w="581659" h="535305">
                <a:moveTo>
                  <a:pt x="581651" y="267537"/>
                </a:moveTo>
                <a:lnTo>
                  <a:pt x="577843" y="224138"/>
                </a:lnTo>
                <a:lnTo>
                  <a:pt x="566817" y="182971"/>
                </a:lnTo>
                <a:lnTo>
                  <a:pt x="549173" y="144584"/>
                </a:lnTo>
                <a:lnTo>
                  <a:pt x="525511" y="109529"/>
                </a:lnTo>
                <a:lnTo>
                  <a:pt x="496429" y="78356"/>
                </a:lnTo>
                <a:lnTo>
                  <a:pt x="462529" y="51616"/>
                </a:lnTo>
                <a:lnTo>
                  <a:pt x="424408" y="29860"/>
                </a:lnTo>
                <a:lnTo>
                  <a:pt x="382668" y="13638"/>
                </a:lnTo>
                <a:lnTo>
                  <a:pt x="337906" y="3501"/>
                </a:lnTo>
                <a:lnTo>
                  <a:pt x="290723" y="0"/>
                </a:lnTo>
                <a:lnTo>
                  <a:pt x="243595" y="3501"/>
                </a:lnTo>
                <a:lnTo>
                  <a:pt x="198878" y="13638"/>
                </a:lnTo>
                <a:lnTo>
                  <a:pt x="157172" y="29860"/>
                </a:lnTo>
                <a:lnTo>
                  <a:pt x="119077" y="51616"/>
                </a:lnTo>
                <a:lnTo>
                  <a:pt x="85196" y="78356"/>
                </a:lnTo>
                <a:lnTo>
                  <a:pt x="56127" y="109529"/>
                </a:lnTo>
                <a:lnTo>
                  <a:pt x="32472" y="144584"/>
                </a:lnTo>
                <a:lnTo>
                  <a:pt x="14832" y="182971"/>
                </a:lnTo>
                <a:lnTo>
                  <a:pt x="3808" y="224138"/>
                </a:lnTo>
                <a:lnTo>
                  <a:pt x="0" y="267536"/>
                </a:lnTo>
                <a:lnTo>
                  <a:pt x="3808" y="310935"/>
                </a:lnTo>
                <a:lnTo>
                  <a:pt x="14832" y="352103"/>
                </a:lnTo>
                <a:lnTo>
                  <a:pt x="32472" y="390491"/>
                </a:lnTo>
                <a:lnTo>
                  <a:pt x="56127" y="425547"/>
                </a:lnTo>
                <a:lnTo>
                  <a:pt x="85196" y="456721"/>
                </a:lnTo>
                <a:lnTo>
                  <a:pt x="119077" y="483462"/>
                </a:lnTo>
                <a:lnTo>
                  <a:pt x="157172" y="505219"/>
                </a:lnTo>
                <a:lnTo>
                  <a:pt x="198878" y="521442"/>
                </a:lnTo>
                <a:lnTo>
                  <a:pt x="243595" y="531579"/>
                </a:lnTo>
                <a:lnTo>
                  <a:pt x="290723" y="535081"/>
                </a:lnTo>
                <a:lnTo>
                  <a:pt x="337906" y="531579"/>
                </a:lnTo>
                <a:lnTo>
                  <a:pt x="382668" y="521442"/>
                </a:lnTo>
                <a:lnTo>
                  <a:pt x="424409" y="505219"/>
                </a:lnTo>
                <a:lnTo>
                  <a:pt x="462529" y="483462"/>
                </a:lnTo>
                <a:lnTo>
                  <a:pt x="496430" y="456721"/>
                </a:lnTo>
                <a:lnTo>
                  <a:pt x="525511" y="425547"/>
                </a:lnTo>
                <a:lnTo>
                  <a:pt x="549173" y="390491"/>
                </a:lnTo>
                <a:lnTo>
                  <a:pt x="566817" y="352103"/>
                </a:lnTo>
                <a:lnTo>
                  <a:pt x="577843" y="310935"/>
                </a:lnTo>
                <a:lnTo>
                  <a:pt x="581651" y="267537"/>
                </a:lnTo>
                <a:close/>
              </a:path>
            </a:pathLst>
          </a:custGeom>
          <a:ln w="423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132052" y="2045160"/>
            <a:ext cx="396875" cy="2978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95" dirty="0">
                <a:latin typeface="宋体"/>
                <a:cs typeface="宋体"/>
              </a:rPr>
              <a:t>11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293315" y="1146260"/>
            <a:ext cx="376555" cy="0"/>
          </a:xfrm>
          <a:custGeom>
            <a:avLst/>
            <a:gdLst/>
            <a:ahLst/>
            <a:cxnLst/>
            <a:rect l="l" t="t" r="r" b="b"/>
            <a:pathLst>
              <a:path w="376554">
                <a:moveTo>
                  <a:pt x="0" y="0"/>
                </a:moveTo>
                <a:lnTo>
                  <a:pt x="376442" y="0"/>
                </a:lnTo>
              </a:path>
            </a:pathLst>
          </a:custGeom>
          <a:ln w="226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650676" y="1076040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4" h="140969">
                <a:moveTo>
                  <a:pt x="0" y="0"/>
                </a:moveTo>
                <a:lnTo>
                  <a:pt x="0" y="140441"/>
                </a:lnTo>
                <a:lnTo>
                  <a:pt x="228967" y="702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458547" y="1146260"/>
            <a:ext cx="376555" cy="0"/>
          </a:xfrm>
          <a:custGeom>
            <a:avLst/>
            <a:gdLst/>
            <a:ahLst/>
            <a:cxnLst/>
            <a:rect l="l" t="t" r="r" b="b"/>
            <a:pathLst>
              <a:path w="376554">
                <a:moveTo>
                  <a:pt x="0" y="0"/>
                </a:moveTo>
                <a:lnTo>
                  <a:pt x="376401" y="0"/>
                </a:lnTo>
              </a:path>
            </a:pathLst>
          </a:custGeom>
          <a:ln w="226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815867" y="1076040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4" h="140969">
                <a:moveTo>
                  <a:pt x="0" y="0"/>
                </a:moveTo>
                <a:lnTo>
                  <a:pt x="0" y="140441"/>
                </a:lnTo>
                <a:lnTo>
                  <a:pt x="228967" y="702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642726" y="2216427"/>
            <a:ext cx="398780" cy="0"/>
          </a:xfrm>
          <a:custGeom>
            <a:avLst/>
            <a:gdLst/>
            <a:ahLst/>
            <a:cxnLst/>
            <a:rect l="l" t="t" r="r" b="b"/>
            <a:pathLst>
              <a:path w="398779">
                <a:moveTo>
                  <a:pt x="398416" y="0"/>
                </a:moveTo>
                <a:lnTo>
                  <a:pt x="0" y="0"/>
                </a:lnTo>
              </a:path>
            </a:pathLst>
          </a:custGeom>
          <a:ln w="226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432839" y="2146206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4" h="140969">
                <a:moveTo>
                  <a:pt x="228967" y="0"/>
                </a:moveTo>
                <a:lnTo>
                  <a:pt x="0" y="70220"/>
                </a:lnTo>
                <a:lnTo>
                  <a:pt x="228967" y="140441"/>
                </a:lnTo>
                <a:lnTo>
                  <a:pt x="228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478807" y="2216427"/>
            <a:ext cx="398780" cy="0"/>
          </a:xfrm>
          <a:custGeom>
            <a:avLst/>
            <a:gdLst/>
            <a:ahLst/>
            <a:cxnLst/>
            <a:rect l="l" t="t" r="r" b="b"/>
            <a:pathLst>
              <a:path w="398779">
                <a:moveTo>
                  <a:pt x="398395" y="0"/>
                </a:moveTo>
                <a:lnTo>
                  <a:pt x="0" y="0"/>
                </a:lnTo>
              </a:path>
            </a:pathLst>
          </a:custGeom>
          <a:ln w="226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268920" y="2146206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69">
                <a:moveTo>
                  <a:pt x="228967" y="0"/>
                </a:moveTo>
                <a:lnTo>
                  <a:pt x="0" y="70220"/>
                </a:lnTo>
                <a:lnTo>
                  <a:pt x="228967" y="140441"/>
                </a:lnTo>
                <a:lnTo>
                  <a:pt x="228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318734" y="1413571"/>
            <a:ext cx="0" cy="343535"/>
          </a:xfrm>
          <a:custGeom>
            <a:avLst/>
            <a:gdLst/>
            <a:ahLst/>
            <a:cxnLst/>
            <a:rect l="l" t="t" r="r" b="b"/>
            <a:pathLst>
              <a:path h="343535">
                <a:moveTo>
                  <a:pt x="0" y="0"/>
                </a:moveTo>
                <a:lnTo>
                  <a:pt x="0" y="343420"/>
                </a:lnTo>
              </a:path>
            </a:pathLst>
          </a:custGeom>
          <a:ln w="24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242412" y="1739436"/>
            <a:ext cx="153035" cy="210820"/>
          </a:xfrm>
          <a:custGeom>
            <a:avLst/>
            <a:gdLst/>
            <a:ahLst/>
            <a:cxnLst/>
            <a:rect l="l" t="t" r="r" b="b"/>
            <a:pathLst>
              <a:path w="153034" h="210819">
                <a:moveTo>
                  <a:pt x="152645" y="0"/>
                </a:moveTo>
                <a:lnTo>
                  <a:pt x="0" y="0"/>
                </a:lnTo>
                <a:lnTo>
                  <a:pt x="76322" y="210662"/>
                </a:lnTo>
                <a:lnTo>
                  <a:pt x="1526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019887" y="1604847"/>
            <a:ext cx="0" cy="344805"/>
          </a:xfrm>
          <a:custGeom>
            <a:avLst/>
            <a:gdLst/>
            <a:ahLst/>
            <a:cxnLst/>
            <a:rect l="l" t="t" r="r" b="b"/>
            <a:pathLst>
              <a:path h="344805">
                <a:moveTo>
                  <a:pt x="0" y="344421"/>
                </a:moveTo>
                <a:lnTo>
                  <a:pt x="0" y="0"/>
                </a:lnTo>
              </a:path>
            </a:pathLst>
          </a:custGeom>
          <a:ln w="24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943565" y="1411740"/>
            <a:ext cx="153035" cy="210820"/>
          </a:xfrm>
          <a:custGeom>
            <a:avLst/>
            <a:gdLst/>
            <a:ahLst/>
            <a:cxnLst/>
            <a:rect l="l" t="t" r="r" b="b"/>
            <a:pathLst>
              <a:path w="153035" h="210819">
                <a:moveTo>
                  <a:pt x="76322" y="0"/>
                </a:moveTo>
                <a:lnTo>
                  <a:pt x="0" y="210662"/>
                </a:lnTo>
                <a:lnTo>
                  <a:pt x="152645" y="210662"/>
                </a:lnTo>
                <a:lnTo>
                  <a:pt x="763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158899" y="865982"/>
            <a:ext cx="581660" cy="535305"/>
          </a:xfrm>
          <a:custGeom>
            <a:avLst/>
            <a:gdLst/>
            <a:ahLst/>
            <a:cxnLst/>
            <a:rect l="l" t="t" r="r" b="b"/>
            <a:pathLst>
              <a:path w="581659" h="535305">
                <a:moveTo>
                  <a:pt x="290928" y="0"/>
                </a:moveTo>
                <a:lnTo>
                  <a:pt x="243745" y="3501"/>
                </a:lnTo>
                <a:lnTo>
                  <a:pt x="198983" y="13640"/>
                </a:lnTo>
                <a:lnTo>
                  <a:pt x="157242" y="29864"/>
                </a:lnTo>
                <a:lnTo>
                  <a:pt x="119122" y="51623"/>
                </a:lnTo>
                <a:lnTo>
                  <a:pt x="85221" y="78365"/>
                </a:lnTo>
                <a:lnTo>
                  <a:pt x="56140" y="109541"/>
                </a:lnTo>
                <a:lnTo>
                  <a:pt x="32478" y="144599"/>
                </a:lnTo>
                <a:lnTo>
                  <a:pt x="14834" y="182988"/>
                </a:lnTo>
                <a:lnTo>
                  <a:pt x="3808" y="224157"/>
                </a:lnTo>
                <a:lnTo>
                  <a:pt x="0" y="267555"/>
                </a:lnTo>
                <a:lnTo>
                  <a:pt x="3808" y="310949"/>
                </a:lnTo>
                <a:lnTo>
                  <a:pt x="14834" y="352114"/>
                </a:lnTo>
                <a:lnTo>
                  <a:pt x="32478" y="390500"/>
                </a:lnTo>
                <a:lnTo>
                  <a:pt x="56140" y="425555"/>
                </a:lnTo>
                <a:lnTo>
                  <a:pt x="85221" y="456729"/>
                </a:lnTo>
                <a:lnTo>
                  <a:pt x="119122" y="483470"/>
                </a:lnTo>
                <a:lnTo>
                  <a:pt x="157242" y="505228"/>
                </a:lnTo>
                <a:lnTo>
                  <a:pt x="198983" y="521452"/>
                </a:lnTo>
                <a:lnTo>
                  <a:pt x="243745" y="531590"/>
                </a:lnTo>
                <a:lnTo>
                  <a:pt x="290928" y="535092"/>
                </a:lnTo>
                <a:lnTo>
                  <a:pt x="338056" y="531590"/>
                </a:lnTo>
                <a:lnTo>
                  <a:pt x="382773" y="521452"/>
                </a:lnTo>
                <a:lnTo>
                  <a:pt x="424479" y="505228"/>
                </a:lnTo>
                <a:lnTo>
                  <a:pt x="462573" y="483470"/>
                </a:lnTo>
                <a:lnTo>
                  <a:pt x="496455" y="456729"/>
                </a:lnTo>
                <a:lnTo>
                  <a:pt x="525524" y="425555"/>
                </a:lnTo>
                <a:lnTo>
                  <a:pt x="549178" y="390500"/>
                </a:lnTo>
                <a:lnTo>
                  <a:pt x="566818" y="352114"/>
                </a:lnTo>
                <a:lnTo>
                  <a:pt x="577843" y="310949"/>
                </a:lnTo>
                <a:lnTo>
                  <a:pt x="581651" y="267555"/>
                </a:lnTo>
                <a:lnTo>
                  <a:pt x="577843" y="224157"/>
                </a:lnTo>
                <a:lnTo>
                  <a:pt x="566818" y="182988"/>
                </a:lnTo>
                <a:lnTo>
                  <a:pt x="549178" y="144599"/>
                </a:lnTo>
                <a:lnTo>
                  <a:pt x="525524" y="109541"/>
                </a:lnTo>
                <a:lnTo>
                  <a:pt x="496455" y="78365"/>
                </a:lnTo>
                <a:lnTo>
                  <a:pt x="462573" y="51623"/>
                </a:lnTo>
                <a:lnTo>
                  <a:pt x="424479" y="29864"/>
                </a:lnTo>
                <a:lnTo>
                  <a:pt x="382773" y="13640"/>
                </a:lnTo>
                <a:lnTo>
                  <a:pt x="338055" y="3501"/>
                </a:lnTo>
                <a:lnTo>
                  <a:pt x="2909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158899" y="865982"/>
            <a:ext cx="581660" cy="535305"/>
          </a:xfrm>
          <a:custGeom>
            <a:avLst/>
            <a:gdLst/>
            <a:ahLst/>
            <a:cxnLst/>
            <a:rect l="l" t="t" r="r" b="b"/>
            <a:pathLst>
              <a:path w="581659" h="535305">
                <a:moveTo>
                  <a:pt x="581651" y="267555"/>
                </a:moveTo>
                <a:lnTo>
                  <a:pt x="577843" y="224157"/>
                </a:lnTo>
                <a:lnTo>
                  <a:pt x="566818" y="182988"/>
                </a:lnTo>
                <a:lnTo>
                  <a:pt x="549178" y="144599"/>
                </a:lnTo>
                <a:lnTo>
                  <a:pt x="525524" y="109541"/>
                </a:lnTo>
                <a:lnTo>
                  <a:pt x="496455" y="78365"/>
                </a:lnTo>
                <a:lnTo>
                  <a:pt x="462573" y="51623"/>
                </a:lnTo>
                <a:lnTo>
                  <a:pt x="424479" y="29864"/>
                </a:lnTo>
                <a:lnTo>
                  <a:pt x="382773" y="13640"/>
                </a:lnTo>
                <a:lnTo>
                  <a:pt x="338055" y="3501"/>
                </a:lnTo>
                <a:lnTo>
                  <a:pt x="290928" y="0"/>
                </a:lnTo>
                <a:lnTo>
                  <a:pt x="243745" y="3501"/>
                </a:lnTo>
                <a:lnTo>
                  <a:pt x="198983" y="13640"/>
                </a:lnTo>
                <a:lnTo>
                  <a:pt x="157242" y="29864"/>
                </a:lnTo>
                <a:lnTo>
                  <a:pt x="119122" y="51623"/>
                </a:lnTo>
                <a:lnTo>
                  <a:pt x="85221" y="78365"/>
                </a:lnTo>
                <a:lnTo>
                  <a:pt x="56140" y="109541"/>
                </a:lnTo>
                <a:lnTo>
                  <a:pt x="32478" y="144599"/>
                </a:lnTo>
                <a:lnTo>
                  <a:pt x="14834" y="182988"/>
                </a:lnTo>
                <a:lnTo>
                  <a:pt x="3808" y="224157"/>
                </a:lnTo>
                <a:lnTo>
                  <a:pt x="0" y="267555"/>
                </a:lnTo>
                <a:lnTo>
                  <a:pt x="3808" y="310949"/>
                </a:lnTo>
                <a:lnTo>
                  <a:pt x="14834" y="352114"/>
                </a:lnTo>
                <a:lnTo>
                  <a:pt x="32478" y="390500"/>
                </a:lnTo>
                <a:lnTo>
                  <a:pt x="56140" y="425555"/>
                </a:lnTo>
                <a:lnTo>
                  <a:pt x="85221" y="456729"/>
                </a:lnTo>
                <a:lnTo>
                  <a:pt x="119122" y="483470"/>
                </a:lnTo>
                <a:lnTo>
                  <a:pt x="157242" y="505228"/>
                </a:lnTo>
                <a:lnTo>
                  <a:pt x="198983" y="521452"/>
                </a:lnTo>
                <a:lnTo>
                  <a:pt x="243745" y="531590"/>
                </a:lnTo>
                <a:lnTo>
                  <a:pt x="290928" y="535092"/>
                </a:lnTo>
                <a:lnTo>
                  <a:pt x="338056" y="531590"/>
                </a:lnTo>
                <a:lnTo>
                  <a:pt x="382773" y="521452"/>
                </a:lnTo>
                <a:lnTo>
                  <a:pt x="424479" y="505228"/>
                </a:lnTo>
                <a:lnTo>
                  <a:pt x="462573" y="483470"/>
                </a:lnTo>
                <a:lnTo>
                  <a:pt x="496455" y="456729"/>
                </a:lnTo>
                <a:lnTo>
                  <a:pt x="525524" y="425555"/>
                </a:lnTo>
                <a:lnTo>
                  <a:pt x="549178" y="390500"/>
                </a:lnTo>
                <a:lnTo>
                  <a:pt x="566818" y="352114"/>
                </a:lnTo>
                <a:lnTo>
                  <a:pt x="577843" y="310949"/>
                </a:lnTo>
                <a:lnTo>
                  <a:pt x="581651" y="267555"/>
                </a:lnTo>
                <a:close/>
              </a:path>
            </a:pathLst>
          </a:custGeom>
          <a:ln w="423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251039" y="962270"/>
            <a:ext cx="396875" cy="2978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95" dirty="0">
                <a:latin typeface="宋体"/>
                <a:cs typeface="宋体"/>
              </a:rPr>
              <a:t>01</a:t>
            </a:r>
            <a:r>
              <a:rPr sz="1750" spc="90" dirty="0">
                <a:latin typeface="宋体"/>
                <a:cs typeface="宋体"/>
              </a:rPr>
              <a:t>0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158899" y="1936149"/>
            <a:ext cx="581660" cy="535305"/>
          </a:xfrm>
          <a:custGeom>
            <a:avLst/>
            <a:gdLst/>
            <a:ahLst/>
            <a:cxnLst/>
            <a:rect l="l" t="t" r="r" b="b"/>
            <a:pathLst>
              <a:path w="581659" h="535305">
                <a:moveTo>
                  <a:pt x="581651" y="267537"/>
                </a:moveTo>
                <a:lnTo>
                  <a:pt x="577843" y="224143"/>
                </a:lnTo>
                <a:lnTo>
                  <a:pt x="566818" y="182978"/>
                </a:lnTo>
                <a:lnTo>
                  <a:pt x="549178" y="144592"/>
                </a:lnTo>
                <a:lnTo>
                  <a:pt x="525524" y="109537"/>
                </a:lnTo>
                <a:lnTo>
                  <a:pt x="496455" y="78363"/>
                </a:lnTo>
                <a:lnTo>
                  <a:pt x="462573" y="51622"/>
                </a:lnTo>
                <a:lnTo>
                  <a:pt x="424479" y="29863"/>
                </a:lnTo>
                <a:lnTo>
                  <a:pt x="382773" y="13640"/>
                </a:lnTo>
                <a:lnTo>
                  <a:pt x="338055" y="3501"/>
                </a:lnTo>
                <a:lnTo>
                  <a:pt x="290928" y="0"/>
                </a:lnTo>
                <a:lnTo>
                  <a:pt x="243745" y="3501"/>
                </a:lnTo>
                <a:lnTo>
                  <a:pt x="198983" y="13640"/>
                </a:lnTo>
                <a:lnTo>
                  <a:pt x="157242" y="29863"/>
                </a:lnTo>
                <a:lnTo>
                  <a:pt x="119122" y="51621"/>
                </a:lnTo>
                <a:lnTo>
                  <a:pt x="85221" y="78363"/>
                </a:lnTo>
                <a:lnTo>
                  <a:pt x="56140" y="109537"/>
                </a:lnTo>
                <a:lnTo>
                  <a:pt x="32478" y="144592"/>
                </a:lnTo>
                <a:lnTo>
                  <a:pt x="14834" y="182978"/>
                </a:lnTo>
                <a:lnTo>
                  <a:pt x="3808" y="224143"/>
                </a:lnTo>
                <a:lnTo>
                  <a:pt x="0" y="267536"/>
                </a:lnTo>
                <a:lnTo>
                  <a:pt x="3808" y="310935"/>
                </a:lnTo>
                <a:lnTo>
                  <a:pt x="14834" y="352104"/>
                </a:lnTo>
                <a:lnTo>
                  <a:pt x="32478" y="390492"/>
                </a:lnTo>
                <a:lnTo>
                  <a:pt x="56140" y="425549"/>
                </a:lnTo>
                <a:lnTo>
                  <a:pt x="85221" y="456724"/>
                </a:lnTo>
                <a:lnTo>
                  <a:pt x="119122" y="483465"/>
                </a:lnTo>
                <a:lnTo>
                  <a:pt x="157242" y="505223"/>
                </a:lnTo>
                <a:lnTo>
                  <a:pt x="198983" y="521447"/>
                </a:lnTo>
                <a:lnTo>
                  <a:pt x="243745" y="531585"/>
                </a:lnTo>
                <a:lnTo>
                  <a:pt x="290928" y="535087"/>
                </a:lnTo>
                <a:lnTo>
                  <a:pt x="338056" y="531585"/>
                </a:lnTo>
                <a:lnTo>
                  <a:pt x="382773" y="521447"/>
                </a:lnTo>
                <a:lnTo>
                  <a:pt x="424479" y="505224"/>
                </a:lnTo>
                <a:lnTo>
                  <a:pt x="462573" y="483467"/>
                </a:lnTo>
                <a:lnTo>
                  <a:pt x="496455" y="456726"/>
                </a:lnTo>
                <a:lnTo>
                  <a:pt x="525524" y="425553"/>
                </a:lnTo>
                <a:lnTo>
                  <a:pt x="549178" y="390498"/>
                </a:lnTo>
                <a:lnTo>
                  <a:pt x="566818" y="352113"/>
                </a:lnTo>
                <a:lnTo>
                  <a:pt x="577843" y="310949"/>
                </a:lnTo>
                <a:lnTo>
                  <a:pt x="581651" y="267555"/>
                </a:lnTo>
                <a:close/>
              </a:path>
            </a:pathLst>
          </a:custGeom>
          <a:ln w="423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9251039" y="2032437"/>
            <a:ext cx="396875" cy="2978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95" dirty="0">
                <a:latin typeface="宋体"/>
                <a:cs typeface="宋体"/>
              </a:rPr>
              <a:t>10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304363" y="1347560"/>
            <a:ext cx="0" cy="429259"/>
          </a:xfrm>
          <a:custGeom>
            <a:avLst/>
            <a:gdLst/>
            <a:ahLst/>
            <a:cxnLst/>
            <a:rect l="l" t="t" r="r" b="b"/>
            <a:pathLst>
              <a:path h="429260">
                <a:moveTo>
                  <a:pt x="0" y="0"/>
                </a:moveTo>
                <a:lnTo>
                  <a:pt x="0" y="428931"/>
                </a:lnTo>
              </a:path>
            </a:pathLst>
          </a:custGeom>
          <a:ln w="24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228040" y="1758936"/>
            <a:ext cx="153035" cy="210820"/>
          </a:xfrm>
          <a:custGeom>
            <a:avLst/>
            <a:gdLst/>
            <a:ahLst/>
            <a:cxnLst/>
            <a:rect l="l" t="t" r="r" b="b"/>
            <a:pathLst>
              <a:path w="153034" h="210819">
                <a:moveTo>
                  <a:pt x="152645" y="0"/>
                </a:moveTo>
                <a:lnTo>
                  <a:pt x="0" y="0"/>
                </a:lnTo>
                <a:lnTo>
                  <a:pt x="76322" y="210662"/>
                </a:lnTo>
                <a:lnTo>
                  <a:pt x="1526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611089" y="1552162"/>
            <a:ext cx="0" cy="429259"/>
          </a:xfrm>
          <a:custGeom>
            <a:avLst/>
            <a:gdLst/>
            <a:ahLst/>
            <a:cxnLst/>
            <a:rect l="l" t="t" r="r" b="b"/>
            <a:pathLst>
              <a:path h="429260">
                <a:moveTo>
                  <a:pt x="0" y="0"/>
                </a:moveTo>
                <a:lnTo>
                  <a:pt x="0" y="428931"/>
                </a:lnTo>
              </a:path>
            </a:pathLst>
          </a:custGeom>
          <a:ln w="24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534766" y="1359056"/>
            <a:ext cx="153035" cy="210820"/>
          </a:xfrm>
          <a:custGeom>
            <a:avLst/>
            <a:gdLst/>
            <a:ahLst/>
            <a:cxnLst/>
            <a:rect l="l" t="t" r="r" b="b"/>
            <a:pathLst>
              <a:path w="153034" h="210819">
                <a:moveTo>
                  <a:pt x="76322" y="0"/>
                </a:moveTo>
                <a:lnTo>
                  <a:pt x="0" y="210662"/>
                </a:lnTo>
                <a:lnTo>
                  <a:pt x="152645" y="210662"/>
                </a:lnTo>
                <a:lnTo>
                  <a:pt x="763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756738" y="116942"/>
            <a:ext cx="698500" cy="642620"/>
          </a:xfrm>
          <a:custGeom>
            <a:avLst/>
            <a:gdLst/>
            <a:ahLst/>
            <a:cxnLst/>
            <a:rect l="l" t="t" r="r" b="b"/>
            <a:pathLst>
              <a:path w="698500" h="642620">
                <a:moveTo>
                  <a:pt x="697900" y="320900"/>
                </a:moveTo>
                <a:lnTo>
                  <a:pt x="694116" y="273475"/>
                </a:lnTo>
                <a:lnTo>
                  <a:pt x="683125" y="228212"/>
                </a:lnTo>
                <a:lnTo>
                  <a:pt x="665466" y="185607"/>
                </a:lnTo>
                <a:lnTo>
                  <a:pt x="641680" y="146157"/>
                </a:lnTo>
                <a:lnTo>
                  <a:pt x="612306" y="110357"/>
                </a:lnTo>
                <a:lnTo>
                  <a:pt x="577884" y="78704"/>
                </a:lnTo>
                <a:lnTo>
                  <a:pt x="538954" y="51693"/>
                </a:lnTo>
                <a:lnTo>
                  <a:pt x="496056" y="29821"/>
                </a:lnTo>
                <a:lnTo>
                  <a:pt x="449729" y="13584"/>
                </a:lnTo>
                <a:lnTo>
                  <a:pt x="400514" y="3478"/>
                </a:lnTo>
                <a:lnTo>
                  <a:pt x="348949" y="0"/>
                </a:lnTo>
                <a:lnTo>
                  <a:pt x="297385" y="3478"/>
                </a:lnTo>
                <a:lnTo>
                  <a:pt x="248170" y="13584"/>
                </a:lnTo>
                <a:lnTo>
                  <a:pt x="201843" y="29821"/>
                </a:lnTo>
                <a:lnTo>
                  <a:pt x="158945" y="51693"/>
                </a:lnTo>
                <a:lnTo>
                  <a:pt x="120015" y="78704"/>
                </a:lnTo>
                <a:lnTo>
                  <a:pt x="85593" y="110357"/>
                </a:lnTo>
                <a:lnTo>
                  <a:pt x="56219" y="146157"/>
                </a:lnTo>
                <a:lnTo>
                  <a:pt x="32433" y="185607"/>
                </a:lnTo>
                <a:lnTo>
                  <a:pt x="14774" y="228212"/>
                </a:lnTo>
                <a:lnTo>
                  <a:pt x="3783" y="273475"/>
                </a:lnTo>
                <a:lnTo>
                  <a:pt x="0" y="320900"/>
                </a:lnTo>
                <a:lnTo>
                  <a:pt x="3783" y="368374"/>
                </a:lnTo>
                <a:lnTo>
                  <a:pt x="14774" y="413677"/>
                </a:lnTo>
                <a:lnTo>
                  <a:pt x="32433" y="456317"/>
                </a:lnTo>
                <a:lnTo>
                  <a:pt x="56219" y="495795"/>
                </a:lnTo>
                <a:lnTo>
                  <a:pt x="85593" y="531618"/>
                </a:lnTo>
                <a:lnTo>
                  <a:pt x="120015" y="563290"/>
                </a:lnTo>
                <a:lnTo>
                  <a:pt x="158945" y="590314"/>
                </a:lnTo>
                <a:lnTo>
                  <a:pt x="201843" y="612195"/>
                </a:lnTo>
                <a:lnTo>
                  <a:pt x="248170" y="628439"/>
                </a:lnTo>
                <a:lnTo>
                  <a:pt x="297385" y="638548"/>
                </a:lnTo>
                <a:lnTo>
                  <a:pt x="348950" y="642028"/>
                </a:lnTo>
                <a:lnTo>
                  <a:pt x="400514" y="638548"/>
                </a:lnTo>
                <a:lnTo>
                  <a:pt x="449729" y="628439"/>
                </a:lnTo>
                <a:lnTo>
                  <a:pt x="496056" y="612195"/>
                </a:lnTo>
                <a:lnTo>
                  <a:pt x="538954" y="590314"/>
                </a:lnTo>
                <a:lnTo>
                  <a:pt x="577884" y="563290"/>
                </a:lnTo>
                <a:lnTo>
                  <a:pt x="612306" y="531618"/>
                </a:lnTo>
                <a:lnTo>
                  <a:pt x="641680" y="495795"/>
                </a:lnTo>
                <a:lnTo>
                  <a:pt x="665466" y="456317"/>
                </a:lnTo>
                <a:lnTo>
                  <a:pt x="683125" y="413678"/>
                </a:lnTo>
                <a:lnTo>
                  <a:pt x="694116" y="368374"/>
                </a:lnTo>
                <a:lnTo>
                  <a:pt x="697900" y="320900"/>
                </a:lnTo>
                <a:close/>
              </a:path>
            </a:pathLst>
          </a:custGeom>
          <a:ln w="423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809070" y="293006"/>
            <a:ext cx="593090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50" spc="60" dirty="0">
                <a:latin typeface="宋体"/>
                <a:cs typeface="宋体"/>
              </a:rPr>
              <a:t>Q</a:t>
            </a:r>
            <a:r>
              <a:rPr sz="1500" spc="89" baseline="-11111" dirty="0">
                <a:latin typeface="宋体"/>
                <a:cs typeface="宋体"/>
              </a:rPr>
              <a:t>3</a:t>
            </a:r>
            <a:r>
              <a:rPr sz="1450" spc="60" dirty="0">
                <a:latin typeface="宋体"/>
                <a:cs typeface="宋体"/>
              </a:rPr>
              <a:t>Q</a:t>
            </a:r>
            <a:r>
              <a:rPr sz="1500" spc="89" baseline="-11111" dirty="0">
                <a:latin typeface="宋体"/>
                <a:cs typeface="宋体"/>
              </a:rPr>
              <a:t>2</a:t>
            </a:r>
            <a:r>
              <a:rPr sz="1450" spc="60" dirty="0">
                <a:latin typeface="宋体"/>
                <a:cs typeface="宋体"/>
              </a:rPr>
              <a:t>Q</a:t>
            </a:r>
            <a:r>
              <a:rPr sz="1500" spc="89" baseline="-11111" dirty="0">
                <a:latin typeface="宋体"/>
                <a:cs typeface="宋体"/>
              </a:rPr>
              <a:t>1</a:t>
            </a:r>
            <a:endParaRPr sz="1500" baseline="-11111">
              <a:latin typeface="宋体"/>
              <a:cs typeface="宋体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034660" y="6539775"/>
            <a:ext cx="35369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21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68044" y="2728366"/>
            <a:ext cx="8065770" cy="2738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 algn="just">
              <a:lnSpc>
                <a:spcPct val="150000"/>
              </a:lnSpc>
              <a:spcBef>
                <a:spcPts val="100"/>
              </a:spcBef>
            </a:pP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电路一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旦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进入无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效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状</a:t>
            </a:r>
            <a:r>
              <a:rPr sz="2800" b="1" spc="30" dirty="0">
                <a:solidFill>
                  <a:srgbClr val="7E4D00"/>
                </a:solidFill>
                <a:latin typeface="华文楷体"/>
                <a:cs typeface="华文楷体"/>
              </a:rPr>
              <a:t>态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在CP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脉冲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作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用</a:t>
            </a:r>
            <a:r>
              <a:rPr sz="2800" b="1" spc="20" dirty="0">
                <a:solidFill>
                  <a:srgbClr val="7E4D00"/>
                </a:solidFill>
                <a:latin typeface="华文楷体"/>
                <a:cs typeface="华文楷体"/>
              </a:rPr>
              <a:t>下</a:t>
            </a:r>
            <a:r>
              <a:rPr sz="2800" b="1" spc="15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能自 </a:t>
            </a:r>
            <a:r>
              <a:rPr sz="2800" b="1" spc="70" dirty="0">
                <a:solidFill>
                  <a:srgbClr val="7E4D00"/>
                </a:solidFill>
                <a:latin typeface="华文楷体"/>
                <a:cs typeface="华文楷体"/>
              </a:rPr>
              <a:t>动返回到有效循环中去的电路叫</a:t>
            </a:r>
            <a:r>
              <a:rPr sz="2800" b="1" spc="80" dirty="0">
                <a:solidFill>
                  <a:srgbClr val="7E4D00"/>
                </a:solidFill>
                <a:latin typeface="华文楷体"/>
                <a:cs typeface="华文楷体"/>
              </a:rPr>
              <a:t>能</a:t>
            </a:r>
            <a:r>
              <a:rPr sz="2800" b="1" spc="70" dirty="0">
                <a:solidFill>
                  <a:srgbClr val="FF0000"/>
                </a:solidFill>
                <a:latin typeface="华文楷体"/>
                <a:cs typeface="华文楷体"/>
              </a:rPr>
              <a:t>自启动</a:t>
            </a:r>
            <a:r>
              <a:rPr sz="2800" b="1" spc="70" dirty="0">
                <a:solidFill>
                  <a:srgbClr val="7E4D00"/>
                </a:solidFill>
                <a:latin typeface="华文楷体"/>
                <a:cs typeface="华文楷体"/>
              </a:rPr>
              <a:t>，否</a:t>
            </a:r>
            <a:r>
              <a:rPr sz="2800" b="1" spc="85" dirty="0">
                <a:solidFill>
                  <a:srgbClr val="7E4D00"/>
                </a:solidFill>
                <a:latin typeface="华文楷体"/>
                <a:cs typeface="华文楷体"/>
              </a:rPr>
              <a:t>则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叫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不能自启动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  <a:spcBef>
                <a:spcPts val="2880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显然，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此电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路不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能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自启</a:t>
            </a:r>
            <a:r>
              <a:rPr sz="2800" b="1" spc="15" dirty="0">
                <a:solidFill>
                  <a:srgbClr val="7E4D00"/>
                </a:solidFill>
                <a:latin typeface="华文楷体"/>
                <a:cs typeface="华文楷体"/>
              </a:rPr>
              <a:t>动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63581" y="944736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40">
                <a:moveTo>
                  <a:pt x="290784" y="0"/>
                </a:moveTo>
                <a:lnTo>
                  <a:pt x="243618" y="3504"/>
                </a:lnTo>
                <a:lnTo>
                  <a:pt x="198875" y="13648"/>
                </a:lnTo>
                <a:lnTo>
                  <a:pt x="157153" y="29882"/>
                </a:lnTo>
                <a:lnTo>
                  <a:pt x="119052" y="51654"/>
                </a:lnTo>
                <a:lnTo>
                  <a:pt x="85169" y="78412"/>
                </a:lnTo>
                <a:lnTo>
                  <a:pt x="56105" y="109605"/>
                </a:lnTo>
                <a:lnTo>
                  <a:pt x="32457" y="144682"/>
                </a:lnTo>
                <a:lnTo>
                  <a:pt x="14824" y="183091"/>
                </a:lnTo>
                <a:lnTo>
                  <a:pt x="3805" y="224282"/>
                </a:lnTo>
                <a:lnTo>
                  <a:pt x="0" y="267702"/>
                </a:lnTo>
                <a:lnTo>
                  <a:pt x="3805" y="311127"/>
                </a:lnTo>
                <a:lnTo>
                  <a:pt x="14824" y="352321"/>
                </a:lnTo>
                <a:lnTo>
                  <a:pt x="32457" y="390731"/>
                </a:lnTo>
                <a:lnTo>
                  <a:pt x="56105" y="425808"/>
                </a:lnTo>
                <a:lnTo>
                  <a:pt x="85169" y="457000"/>
                </a:lnTo>
                <a:lnTo>
                  <a:pt x="119052" y="483757"/>
                </a:lnTo>
                <a:lnTo>
                  <a:pt x="157153" y="505527"/>
                </a:lnTo>
                <a:lnTo>
                  <a:pt x="198875" y="521759"/>
                </a:lnTo>
                <a:lnTo>
                  <a:pt x="243618" y="531902"/>
                </a:lnTo>
                <a:lnTo>
                  <a:pt x="290784" y="535405"/>
                </a:lnTo>
                <a:lnTo>
                  <a:pt x="337954" y="531902"/>
                </a:lnTo>
                <a:lnTo>
                  <a:pt x="382699" y="521759"/>
                </a:lnTo>
                <a:lnTo>
                  <a:pt x="424421" y="505527"/>
                </a:lnTo>
                <a:lnTo>
                  <a:pt x="462522" y="483757"/>
                </a:lnTo>
                <a:lnTo>
                  <a:pt x="496404" y="457000"/>
                </a:lnTo>
                <a:lnTo>
                  <a:pt x="525467" y="425808"/>
                </a:lnTo>
                <a:lnTo>
                  <a:pt x="549114" y="390731"/>
                </a:lnTo>
                <a:lnTo>
                  <a:pt x="566746" y="352321"/>
                </a:lnTo>
                <a:lnTo>
                  <a:pt x="577764" y="311127"/>
                </a:lnTo>
                <a:lnTo>
                  <a:pt x="581569" y="267702"/>
                </a:lnTo>
                <a:lnTo>
                  <a:pt x="577764" y="224282"/>
                </a:lnTo>
                <a:lnTo>
                  <a:pt x="566746" y="183091"/>
                </a:lnTo>
                <a:lnTo>
                  <a:pt x="549114" y="144682"/>
                </a:lnTo>
                <a:lnTo>
                  <a:pt x="525467" y="109605"/>
                </a:lnTo>
                <a:lnTo>
                  <a:pt x="496404" y="78412"/>
                </a:lnTo>
                <a:lnTo>
                  <a:pt x="462522" y="51654"/>
                </a:lnTo>
                <a:lnTo>
                  <a:pt x="424421" y="29882"/>
                </a:lnTo>
                <a:lnTo>
                  <a:pt x="382698" y="13648"/>
                </a:lnTo>
                <a:lnTo>
                  <a:pt x="337953" y="3504"/>
                </a:lnTo>
                <a:lnTo>
                  <a:pt x="2907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63581" y="944736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40">
                <a:moveTo>
                  <a:pt x="581569" y="267702"/>
                </a:moveTo>
                <a:lnTo>
                  <a:pt x="577764" y="224282"/>
                </a:lnTo>
                <a:lnTo>
                  <a:pt x="566746" y="183091"/>
                </a:lnTo>
                <a:lnTo>
                  <a:pt x="549114" y="144682"/>
                </a:lnTo>
                <a:lnTo>
                  <a:pt x="525467" y="109605"/>
                </a:lnTo>
                <a:lnTo>
                  <a:pt x="496404" y="78412"/>
                </a:lnTo>
                <a:lnTo>
                  <a:pt x="462522" y="51654"/>
                </a:lnTo>
                <a:lnTo>
                  <a:pt x="424421" y="29882"/>
                </a:lnTo>
                <a:lnTo>
                  <a:pt x="382698" y="13648"/>
                </a:lnTo>
                <a:lnTo>
                  <a:pt x="337953" y="3504"/>
                </a:lnTo>
                <a:lnTo>
                  <a:pt x="290784" y="0"/>
                </a:lnTo>
                <a:lnTo>
                  <a:pt x="243618" y="3504"/>
                </a:lnTo>
                <a:lnTo>
                  <a:pt x="198875" y="13648"/>
                </a:lnTo>
                <a:lnTo>
                  <a:pt x="157153" y="29882"/>
                </a:lnTo>
                <a:lnTo>
                  <a:pt x="119052" y="51654"/>
                </a:lnTo>
                <a:lnTo>
                  <a:pt x="85169" y="78412"/>
                </a:lnTo>
                <a:lnTo>
                  <a:pt x="56105" y="109605"/>
                </a:lnTo>
                <a:lnTo>
                  <a:pt x="32457" y="144682"/>
                </a:lnTo>
                <a:lnTo>
                  <a:pt x="14824" y="183091"/>
                </a:lnTo>
                <a:lnTo>
                  <a:pt x="3805" y="224282"/>
                </a:lnTo>
                <a:lnTo>
                  <a:pt x="0" y="267702"/>
                </a:lnTo>
                <a:lnTo>
                  <a:pt x="3805" y="311127"/>
                </a:lnTo>
                <a:lnTo>
                  <a:pt x="14824" y="352321"/>
                </a:lnTo>
                <a:lnTo>
                  <a:pt x="32457" y="390731"/>
                </a:lnTo>
                <a:lnTo>
                  <a:pt x="56105" y="425808"/>
                </a:lnTo>
                <a:lnTo>
                  <a:pt x="85169" y="457000"/>
                </a:lnTo>
                <a:lnTo>
                  <a:pt x="119052" y="483757"/>
                </a:lnTo>
                <a:lnTo>
                  <a:pt x="157153" y="505527"/>
                </a:lnTo>
                <a:lnTo>
                  <a:pt x="198875" y="521759"/>
                </a:lnTo>
                <a:lnTo>
                  <a:pt x="243618" y="531902"/>
                </a:lnTo>
                <a:lnTo>
                  <a:pt x="290784" y="535405"/>
                </a:lnTo>
                <a:lnTo>
                  <a:pt x="337954" y="531902"/>
                </a:lnTo>
                <a:lnTo>
                  <a:pt x="382699" y="521759"/>
                </a:lnTo>
                <a:lnTo>
                  <a:pt x="424421" y="505527"/>
                </a:lnTo>
                <a:lnTo>
                  <a:pt x="462522" y="483757"/>
                </a:lnTo>
                <a:lnTo>
                  <a:pt x="496404" y="457000"/>
                </a:lnTo>
                <a:lnTo>
                  <a:pt x="525467" y="425808"/>
                </a:lnTo>
                <a:lnTo>
                  <a:pt x="549114" y="390731"/>
                </a:lnTo>
                <a:lnTo>
                  <a:pt x="566746" y="352321"/>
                </a:lnTo>
                <a:lnTo>
                  <a:pt x="577764" y="311127"/>
                </a:lnTo>
                <a:lnTo>
                  <a:pt x="581569" y="267702"/>
                </a:lnTo>
                <a:close/>
              </a:path>
            </a:pathLst>
          </a:custGeom>
          <a:ln w="424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55576" y="1041073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00</a:t>
            </a:r>
            <a:r>
              <a:rPr sz="1750" spc="90" dirty="0">
                <a:latin typeface="宋体"/>
                <a:cs typeface="宋体"/>
              </a:rPr>
              <a:t>0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26741" y="944736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40">
                <a:moveTo>
                  <a:pt x="290784" y="0"/>
                </a:moveTo>
                <a:lnTo>
                  <a:pt x="243615" y="3504"/>
                </a:lnTo>
                <a:lnTo>
                  <a:pt x="198870" y="13648"/>
                </a:lnTo>
                <a:lnTo>
                  <a:pt x="157148" y="29882"/>
                </a:lnTo>
                <a:lnTo>
                  <a:pt x="119046" y="51654"/>
                </a:lnTo>
                <a:lnTo>
                  <a:pt x="85165" y="78412"/>
                </a:lnTo>
                <a:lnTo>
                  <a:pt x="56101" y="109605"/>
                </a:lnTo>
                <a:lnTo>
                  <a:pt x="32455" y="144682"/>
                </a:lnTo>
                <a:lnTo>
                  <a:pt x="14823" y="183091"/>
                </a:lnTo>
                <a:lnTo>
                  <a:pt x="3805" y="224282"/>
                </a:lnTo>
                <a:lnTo>
                  <a:pt x="0" y="267702"/>
                </a:lnTo>
                <a:lnTo>
                  <a:pt x="3805" y="311127"/>
                </a:lnTo>
                <a:lnTo>
                  <a:pt x="14823" y="352321"/>
                </a:lnTo>
                <a:lnTo>
                  <a:pt x="32455" y="390731"/>
                </a:lnTo>
                <a:lnTo>
                  <a:pt x="56101" y="425808"/>
                </a:lnTo>
                <a:lnTo>
                  <a:pt x="85165" y="457000"/>
                </a:lnTo>
                <a:lnTo>
                  <a:pt x="119046" y="483757"/>
                </a:lnTo>
                <a:lnTo>
                  <a:pt x="157148" y="505527"/>
                </a:lnTo>
                <a:lnTo>
                  <a:pt x="198870" y="521759"/>
                </a:lnTo>
                <a:lnTo>
                  <a:pt x="243615" y="531902"/>
                </a:lnTo>
                <a:lnTo>
                  <a:pt x="290784" y="535405"/>
                </a:lnTo>
                <a:lnTo>
                  <a:pt x="337954" y="531902"/>
                </a:lnTo>
                <a:lnTo>
                  <a:pt x="382699" y="521759"/>
                </a:lnTo>
                <a:lnTo>
                  <a:pt x="424421" y="505527"/>
                </a:lnTo>
                <a:lnTo>
                  <a:pt x="462522" y="483757"/>
                </a:lnTo>
                <a:lnTo>
                  <a:pt x="496404" y="457000"/>
                </a:lnTo>
                <a:lnTo>
                  <a:pt x="525467" y="425808"/>
                </a:lnTo>
                <a:lnTo>
                  <a:pt x="549114" y="390731"/>
                </a:lnTo>
                <a:lnTo>
                  <a:pt x="566746" y="352321"/>
                </a:lnTo>
                <a:lnTo>
                  <a:pt x="577764" y="311127"/>
                </a:lnTo>
                <a:lnTo>
                  <a:pt x="581569" y="267702"/>
                </a:lnTo>
                <a:lnTo>
                  <a:pt x="577764" y="224282"/>
                </a:lnTo>
                <a:lnTo>
                  <a:pt x="566746" y="183091"/>
                </a:lnTo>
                <a:lnTo>
                  <a:pt x="549114" y="144682"/>
                </a:lnTo>
                <a:lnTo>
                  <a:pt x="525467" y="109605"/>
                </a:lnTo>
                <a:lnTo>
                  <a:pt x="496404" y="78412"/>
                </a:lnTo>
                <a:lnTo>
                  <a:pt x="462522" y="51654"/>
                </a:lnTo>
                <a:lnTo>
                  <a:pt x="424421" y="29882"/>
                </a:lnTo>
                <a:lnTo>
                  <a:pt x="382698" y="13648"/>
                </a:lnTo>
                <a:lnTo>
                  <a:pt x="337953" y="3504"/>
                </a:lnTo>
                <a:lnTo>
                  <a:pt x="2907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26741" y="944736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40">
                <a:moveTo>
                  <a:pt x="581569" y="267702"/>
                </a:moveTo>
                <a:lnTo>
                  <a:pt x="577764" y="224282"/>
                </a:lnTo>
                <a:lnTo>
                  <a:pt x="566746" y="183091"/>
                </a:lnTo>
                <a:lnTo>
                  <a:pt x="549114" y="144682"/>
                </a:lnTo>
                <a:lnTo>
                  <a:pt x="525467" y="109605"/>
                </a:lnTo>
                <a:lnTo>
                  <a:pt x="496404" y="78412"/>
                </a:lnTo>
                <a:lnTo>
                  <a:pt x="462522" y="51654"/>
                </a:lnTo>
                <a:lnTo>
                  <a:pt x="424421" y="29882"/>
                </a:lnTo>
                <a:lnTo>
                  <a:pt x="382698" y="13648"/>
                </a:lnTo>
                <a:lnTo>
                  <a:pt x="337953" y="3504"/>
                </a:lnTo>
                <a:lnTo>
                  <a:pt x="290784" y="0"/>
                </a:lnTo>
                <a:lnTo>
                  <a:pt x="243615" y="3504"/>
                </a:lnTo>
                <a:lnTo>
                  <a:pt x="198870" y="13648"/>
                </a:lnTo>
                <a:lnTo>
                  <a:pt x="157148" y="29882"/>
                </a:lnTo>
                <a:lnTo>
                  <a:pt x="119046" y="51654"/>
                </a:lnTo>
                <a:lnTo>
                  <a:pt x="85165" y="78412"/>
                </a:lnTo>
                <a:lnTo>
                  <a:pt x="56101" y="109605"/>
                </a:lnTo>
                <a:lnTo>
                  <a:pt x="32455" y="144682"/>
                </a:lnTo>
                <a:lnTo>
                  <a:pt x="14823" y="183091"/>
                </a:lnTo>
                <a:lnTo>
                  <a:pt x="3805" y="224282"/>
                </a:lnTo>
                <a:lnTo>
                  <a:pt x="0" y="267702"/>
                </a:lnTo>
                <a:lnTo>
                  <a:pt x="3805" y="311127"/>
                </a:lnTo>
                <a:lnTo>
                  <a:pt x="14823" y="352321"/>
                </a:lnTo>
                <a:lnTo>
                  <a:pt x="32455" y="390731"/>
                </a:lnTo>
                <a:lnTo>
                  <a:pt x="56101" y="425808"/>
                </a:lnTo>
                <a:lnTo>
                  <a:pt x="85165" y="457000"/>
                </a:lnTo>
                <a:lnTo>
                  <a:pt x="119046" y="483757"/>
                </a:lnTo>
                <a:lnTo>
                  <a:pt x="157148" y="505527"/>
                </a:lnTo>
                <a:lnTo>
                  <a:pt x="198870" y="521759"/>
                </a:lnTo>
                <a:lnTo>
                  <a:pt x="243615" y="531902"/>
                </a:lnTo>
                <a:lnTo>
                  <a:pt x="290784" y="535405"/>
                </a:lnTo>
                <a:lnTo>
                  <a:pt x="337954" y="531902"/>
                </a:lnTo>
                <a:lnTo>
                  <a:pt x="382699" y="521759"/>
                </a:lnTo>
                <a:lnTo>
                  <a:pt x="424421" y="505527"/>
                </a:lnTo>
                <a:lnTo>
                  <a:pt x="462522" y="483757"/>
                </a:lnTo>
                <a:lnTo>
                  <a:pt x="496404" y="457000"/>
                </a:lnTo>
                <a:lnTo>
                  <a:pt x="525467" y="425808"/>
                </a:lnTo>
                <a:lnTo>
                  <a:pt x="549114" y="390731"/>
                </a:lnTo>
                <a:lnTo>
                  <a:pt x="566746" y="352321"/>
                </a:lnTo>
                <a:lnTo>
                  <a:pt x="577764" y="311127"/>
                </a:lnTo>
                <a:lnTo>
                  <a:pt x="581569" y="267702"/>
                </a:lnTo>
                <a:close/>
              </a:path>
            </a:pathLst>
          </a:custGeom>
          <a:ln w="424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18738" y="1041073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00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89880" y="944736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40">
                <a:moveTo>
                  <a:pt x="290723" y="0"/>
                </a:moveTo>
                <a:lnTo>
                  <a:pt x="243595" y="3504"/>
                </a:lnTo>
                <a:lnTo>
                  <a:pt x="198878" y="13648"/>
                </a:lnTo>
                <a:lnTo>
                  <a:pt x="157172" y="29882"/>
                </a:lnTo>
                <a:lnTo>
                  <a:pt x="119077" y="51654"/>
                </a:lnTo>
                <a:lnTo>
                  <a:pt x="85196" y="78412"/>
                </a:lnTo>
                <a:lnTo>
                  <a:pt x="56127" y="109605"/>
                </a:lnTo>
                <a:lnTo>
                  <a:pt x="32472" y="144682"/>
                </a:lnTo>
                <a:lnTo>
                  <a:pt x="14832" y="183091"/>
                </a:lnTo>
                <a:lnTo>
                  <a:pt x="3808" y="224282"/>
                </a:lnTo>
                <a:lnTo>
                  <a:pt x="0" y="267702"/>
                </a:lnTo>
                <a:lnTo>
                  <a:pt x="3808" y="311127"/>
                </a:lnTo>
                <a:lnTo>
                  <a:pt x="14832" y="352321"/>
                </a:lnTo>
                <a:lnTo>
                  <a:pt x="32472" y="390731"/>
                </a:lnTo>
                <a:lnTo>
                  <a:pt x="56127" y="425808"/>
                </a:lnTo>
                <a:lnTo>
                  <a:pt x="85196" y="457000"/>
                </a:lnTo>
                <a:lnTo>
                  <a:pt x="119077" y="483757"/>
                </a:lnTo>
                <a:lnTo>
                  <a:pt x="157172" y="505527"/>
                </a:lnTo>
                <a:lnTo>
                  <a:pt x="198878" y="521759"/>
                </a:lnTo>
                <a:lnTo>
                  <a:pt x="243595" y="531902"/>
                </a:lnTo>
                <a:lnTo>
                  <a:pt x="290723" y="535405"/>
                </a:lnTo>
                <a:lnTo>
                  <a:pt x="337906" y="531902"/>
                </a:lnTo>
                <a:lnTo>
                  <a:pt x="382668" y="521759"/>
                </a:lnTo>
                <a:lnTo>
                  <a:pt x="424409" y="505527"/>
                </a:lnTo>
                <a:lnTo>
                  <a:pt x="462529" y="483757"/>
                </a:lnTo>
                <a:lnTo>
                  <a:pt x="496430" y="457000"/>
                </a:lnTo>
                <a:lnTo>
                  <a:pt x="525511" y="425808"/>
                </a:lnTo>
                <a:lnTo>
                  <a:pt x="549173" y="390731"/>
                </a:lnTo>
                <a:lnTo>
                  <a:pt x="566817" y="352321"/>
                </a:lnTo>
                <a:lnTo>
                  <a:pt x="577843" y="311127"/>
                </a:lnTo>
                <a:lnTo>
                  <a:pt x="581651" y="267702"/>
                </a:lnTo>
                <a:lnTo>
                  <a:pt x="577843" y="224282"/>
                </a:lnTo>
                <a:lnTo>
                  <a:pt x="566817" y="183091"/>
                </a:lnTo>
                <a:lnTo>
                  <a:pt x="549173" y="144682"/>
                </a:lnTo>
                <a:lnTo>
                  <a:pt x="525511" y="109605"/>
                </a:lnTo>
                <a:lnTo>
                  <a:pt x="496429" y="78412"/>
                </a:lnTo>
                <a:lnTo>
                  <a:pt x="462529" y="51654"/>
                </a:lnTo>
                <a:lnTo>
                  <a:pt x="424408" y="29882"/>
                </a:lnTo>
                <a:lnTo>
                  <a:pt x="382668" y="13648"/>
                </a:lnTo>
                <a:lnTo>
                  <a:pt x="337906" y="3504"/>
                </a:lnTo>
                <a:lnTo>
                  <a:pt x="2907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89880" y="944736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40">
                <a:moveTo>
                  <a:pt x="581651" y="267702"/>
                </a:moveTo>
                <a:lnTo>
                  <a:pt x="577843" y="224282"/>
                </a:lnTo>
                <a:lnTo>
                  <a:pt x="566817" y="183091"/>
                </a:lnTo>
                <a:lnTo>
                  <a:pt x="549173" y="144682"/>
                </a:lnTo>
                <a:lnTo>
                  <a:pt x="525511" y="109605"/>
                </a:lnTo>
                <a:lnTo>
                  <a:pt x="496429" y="78412"/>
                </a:lnTo>
                <a:lnTo>
                  <a:pt x="462529" y="51654"/>
                </a:lnTo>
                <a:lnTo>
                  <a:pt x="424408" y="29882"/>
                </a:lnTo>
                <a:lnTo>
                  <a:pt x="382668" y="13648"/>
                </a:lnTo>
                <a:lnTo>
                  <a:pt x="337906" y="3504"/>
                </a:lnTo>
                <a:lnTo>
                  <a:pt x="290723" y="0"/>
                </a:lnTo>
                <a:lnTo>
                  <a:pt x="243595" y="3504"/>
                </a:lnTo>
                <a:lnTo>
                  <a:pt x="198878" y="13648"/>
                </a:lnTo>
                <a:lnTo>
                  <a:pt x="157172" y="29882"/>
                </a:lnTo>
                <a:lnTo>
                  <a:pt x="119077" y="51654"/>
                </a:lnTo>
                <a:lnTo>
                  <a:pt x="85196" y="78412"/>
                </a:lnTo>
                <a:lnTo>
                  <a:pt x="56127" y="109605"/>
                </a:lnTo>
                <a:lnTo>
                  <a:pt x="32472" y="144682"/>
                </a:lnTo>
                <a:lnTo>
                  <a:pt x="14832" y="183091"/>
                </a:lnTo>
                <a:lnTo>
                  <a:pt x="3808" y="224282"/>
                </a:lnTo>
                <a:lnTo>
                  <a:pt x="0" y="267702"/>
                </a:lnTo>
                <a:lnTo>
                  <a:pt x="3808" y="311127"/>
                </a:lnTo>
                <a:lnTo>
                  <a:pt x="14832" y="352321"/>
                </a:lnTo>
                <a:lnTo>
                  <a:pt x="32472" y="390731"/>
                </a:lnTo>
                <a:lnTo>
                  <a:pt x="56127" y="425808"/>
                </a:lnTo>
                <a:lnTo>
                  <a:pt x="85196" y="457000"/>
                </a:lnTo>
                <a:lnTo>
                  <a:pt x="119077" y="483757"/>
                </a:lnTo>
                <a:lnTo>
                  <a:pt x="157172" y="505527"/>
                </a:lnTo>
                <a:lnTo>
                  <a:pt x="198878" y="521759"/>
                </a:lnTo>
                <a:lnTo>
                  <a:pt x="243595" y="531902"/>
                </a:lnTo>
                <a:lnTo>
                  <a:pt x="290723" y="535405"/>
                </a:lnTo>
                <a:lnTo>
                  <a:pt x="337906" y="531902"/>
                </a:lnTo>
                <a:lnTo>
                  <a:pt x="382668" y="521759"/>
                </a:lnTo>
                <a:lnTo>
                  <a:pt x="424409" y="505527"/>
                </a:lnTo>
                <a:lnTo>
                  <a:pt x="462529" y="483757"/>
                </a:lnTo>
                <a:lnTo>
                  <a:pt x="496430" y="457000"/>
                </a:lnTo>
                <a:lnTo>
                  <a:pt x="525511" y="425808"/>
                </a:lnTo>
                <a:lnTo>
                  <a:pt x="549173" y="390731"/>
                </a:lnTo>
                <a:lnTo>
                  <a:pt x="566817" y="352321"/>
                </a:lnTo>
                <a:lnTo>
                  <a:pt x="577843" y="311127"/>
                </a:lnTo>
                <a:lnTo>
                  <a:pt x="581651" y="267702"/>
                </a:lnTo>
                <a:close/>
              </a:path>
            </a:pathLst>
          </a:custGeom>
          <a:ln w="424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81816" y="1041073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01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63581" y="2015567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569" y="267702"/>
                </a:moveTo>
                <a:lnTo>
                  <a:pt x="577764" y="224278"/>
                </a:lnTo>
                <a:lnTo>
                  <a:pt x="566746" y="183084"/>
                </a:lnTo>
                <a:lnTo>
                  <a:pt x="549114" y="144674"/>
                </a:lnTo>
                <a:lnTo>
                  <a:pt x="525467" y="109597"/>
                </a:lnTo>
                <a:lnTo>
                  <a:pt x="496404" y="78405"/>
                </a:lnTo>
                <a:lnTo>
                  <a:pt x="462522" y="51648"/>
                </a:lnTo>
                <a:lnTo>
                  <a:pt x="424421" y="29878"/>
                </a:lnTo>
                <a:lnTo>
                  <a:pt x="382698" y="13646"/>
                </a:lnTo>
                <a:lnTo>
                  <a:pt x="337953" y="3503"/>
                </a:lnTo>
                <a:lnTo>
                  <a:pt x="290784" y="0"/>
                </a:lnTo>
                <a:lnTo>
                  <a:pt x="243618" y="3503"/>
                </a:lnTo>
                <a:lnTo>
                  <a:pt x="198875" y="13646"/>
                </a:lnTo>
                <a:lnTo>
                  <a:pt x="157153" y="29878"/>
                </a:lnTo>
                <a:lnTo>
                  <a:pt x="119052" y="51648"/>
                </a:lnTo>
                <a:lnTo>
                  <a:pt x="85169" y="78405"/>
                </a:lnTo>
                <a:lnTo>
                  <a:pt x="56105" y="109597"/>
                </a:lnTo>
                <a:lnTo>
                  <a:pt x="32457" y="144674"/>
                </a:lnTo>
                <a:lnTo>
                  <a:pt x="14824" y="183084"/>
                </a:lnTo>
                <a:lnTo>
                  <a:pt x="3805" y="224277"/>
                </a:lnTo>
                <a:lnTo>
                  <a:pt x="0" y="267702"/>
                </a:lnTo>
                <a:lnTo>
                  <a:pt x="3805" y="311128"/>
                </a:lnTo>
                <a:lnTo>
                  <a:pt x="14824" y="352321"/>
                </a:lnTo>
                <a:lnTo>
                  <a:pt x="32457" y="390733"/>
                </a:lnTo>
                <a:lnTo>
                  <a:pt x="56105" y="425811"/>
                </a:lnTo>
                <a:lnTo>
                  <a:pt x="85169" y="457004"/>
                </a:lnTo>
                <a:lnTo>
                  <a:pt x="119052" y="483762"/>
                </a:lnTo>
                <a:lnTo>
                  <a:pt x="157153" y="505532"/>
                </a:lnTo>
                <a:lnTo>
                  <a:pt x="198875" y="521765"/>
                </a:lnTo>
                <a:lnTo>
                  <a:pt x="243618" y="531909"/>
                </a:lnTo>
                <a:lnTo>
                  <a:pt x="290784" y="535413"/>
                </a:lnTo>
                <a:lnTo>
                  <a:pt x="337954" y="531909"/>
                </a:lnTo>
                <a:lnTo>
                  <a:pt x="382699" y="521765"/>
                </a:lnTo>
                <a:lnTo>
                  <a:pt x="424421" y="505533"/>
                </a:lnTo>
                <a:lnTo>
                  <a:pt x="462522" y="483762"/>
                </a:lnTo>
                <a:lnTo>
                  <a:pt x="496404" y="457004"/>
                </a:lnTo>
                <a:lnTo>
                  <a:pt x="525467" y="425811"/>
                </a:lnTo>
                <a:lnTo>
                  <a:pt x="549114" y="390733"/>
                </a:lnTo>
                <a:lnTo>
                  <a:pt x="566746" y="352321"/>
                </a:lnTo>
                <a:lnTo>
                  <a:pt x="577764" y="311128"/>
                </a:lnTo>
                <a:lnTo>
                  <a:pt x="581569" y="267702"/>
                </a:lnTo>
                <a:close/>
              </a:path>
            </a:pathLst>
          </a:custGeom>
          <a:ln w="424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26741" y="2015567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569" y="267702"/>
                </a:moveTo>
                <a:lnTo>
                  <a:pt x="577764" y="224278"/>
                </a:lnTo>
                <a:lnTo>
                  <a:pt x="566746" y="183084"/>
                </a:lnTo>
                <a:lnTo>
                  <a:pt x="549114" y="144674"/>
                </a:lnTo>
                <a:lnTo>
                  <a:pt x="525467" y="109597"/>
                </a:lnTo>
                <a:lnTo>
                  <a:pt x="496404" y="78405"/>
                </a:lnTo>
                <a:lnTo>
                  <a:pt x="462522" y="51648"/>
                </a:lnTo>
                <a:lnTo>
                  <a:pt x="424421" y="29878"/>
                </a:lnTo>
                <a:lnTo>
                  <a:pt x="382698" y="13646"/>
                </a:lnTo>
                <a:lnTo>
                  <a:pt x="337953" y="3503"/>
                </a:lnTo>
                <a:lnTo>
                  <a:pt x="290784" y="0"/>
                </a:lnTo>
                <a:lnTo>
                  <a:pt x="243615" y="3503"/>
                </a:lnTo>
                <a:lnTo>
                  <a:pt x="198870" y="13646"/>
                </a:lnTo>
                <a:lnTo>
                  <a:pt x="157148" y="29878"/>
                </a:lnTo>
                <a:lnTo>
                  <a:pt x="119046" y="51648"/>
                </a:lnTo>
                <a:lnTo>
                  <a:pt x="85165" y="78405"/>
                </a:lnTo>
                <a:lnTo>
                  <a:pt x="56101" y="109597"/>
                </a:lnTo>
                <a:lnTo>
                  <a:pt x="32455" y="144674"/>
                </a:lnTo>
                <a:lnTo>
                  <a:pt x="14823" y="183084"/>
                </a:lnTo>
                <a:lnTo>
                  <a:pt x="3805" y="224277"/>
                </a:lnTo>
                <a:lnTo>
                  <a:pt x="0" y="267702"/>
                </a:lnTo>
                <a:lnTo>
                  <a:pt x="3805" y="311128"/>
                </a:lnTo>
                <a:lnTo>
                  <a:pt x="14823" y="352321"/>
                </a:lnTo>
                <a:lnTo>
                  <a:pt x="32455" y="390733"/>
                </a:lnTo>
                <a:lnTo>
                  <a:pt x="56101" y="425811"/>
                </a:lnTo>
                <a:lnTo>
                  <a:pt x="85165" y="457004"/>
                </a:lnTo>
                <a:lnTo>
                  <a:pt x="119046" y="483762"/>
                </a:lnTo>
                <a:lnTo>
                  <a:pt x="157148" y="505532"/>
                </a:lnTo>
                <a:lnTo>
                  <a:pt x="198870" y="521765"/>
                </a:lnTo>
                <a:lnTo>
                  <a:pt x="243615" y="531909"/>
                </a:lnTo>
                <a:lnTo>
                  <a:pt x="290784" y="535413"/>
                </a:lnTo>
                <a:lnTo>
                  <a:pt x="337954" y="531909"/>
                </a:lnTo>
                <a:lnTo>
                  <a:pt x="382699" y="521765"/>
                </a:lnTo>
                <a:lnTo>
                  <a:pt x="424421" y="505533"/>
                </a:lnTo>
                <a:lnTo>
                  <a:pt x="462522" y="483762"/>
                </a:lnTo>
                <a:lnTo>
                  <a:pt x="496404" y="457004"/>
                </a:lnTo>
                <a:lnTo>
                  <a:pt x="525467" y="425811"/>
                </a:lnTo>
                <a:lnTo>
                  <a:pt x="549114" y="390733"/>
                </a:lnTo>
                <a:lnTo>
                  <a:pt x="566746" y="352321"/>
                </a:lnTo>
                <a:lnTo>
                  <a:pt x="577764" y="311128"/>
                </a:lnTo>
                <a:lnTo>
                  <a:pt x="581569" y="267702"/>
                </a:lnTo>
                <a:close/>
              </a:path>
            </a:pathLst>
          </a:custGeom>
          <a:ln w="424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89881" y="2015567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651" y="267702"/>
                </a:moveTo>
                <a:lnTo>
                  <a:pt x="577843" y="224278"/>
                </a:lnTo>
                <a:lnTo>
                  <a:pt x="566817" y="183084"/>
                </a:lnTo>
                <a:lnTo>
                  <a:pt x="549173" y="144674"/>
                </a:lnTo>
                <a:lnTo>
                  <a:pt x="525511" y="109597"/>
                </a:lnTo>
                <a:lnTo>
                  <a:pt x="496429" y="78405"/>
                </a:lnTo>
                <a:lnTo>
                  <a:pt x="462529" y="51648"/>
                </a:lnTo>
                <a:lnTo>
                  <a:pt x="424408" y="29878"/>
                </a:lnTo>
                <a:lnTo>
                  <a:pt x="382668" y="13646"/>
                </a:lnTo>
                <a:lnTo>
                  <a:pt x="337906" y="3503"/>
                </a:lnTo>
                <a:lnTo>
                  <a:pt x="290723" y="0"/>
                </a:lnTo>
                <a:lnTo>
                  <a:pt x="243595" y="3503"/>
                </a:lnTo>
                <a:lnTo>
                  <a:pt x="198878" y="13646"/>
                </a:lnTo>
                <a:lnTo>
                  <a:pt x="157172" y="29878"/>
                </a:lnTo>
                <a:lnTo>
                  <a:pt x="119077" y="51648"/>
                </a:lnTo>
                <a:lnTo>
                  <a:pt x="85196" y="78405"/>
                </a:lnTo>
                <a:lnTo>
                  <a:pt x="56127" y="109597"/>
                </a:lnTo>
                <a:lnTo>
                  <a:pt x="32472" y="144674"/>
                </a:lnTo>
                <a:lnTo>
                  <a:pt x="14832" y="183084"/>
                </a:lnTo>
                <a:lnTo>
                  <a:pt x="3808" y="224277"/>
                </a:lnTo>
                <a:lnTo>
                  <a:pt x="0" y="267702"/>
                </a:lnTo>
                <a:lnTo>
                  <a:pt x="3808" y="311128"/>
                </a:lnTo>
                <a:lnTo>
                  <a:pt x="14832" y="352321"/>
                </a:lnTo>
                <a:lnTo>
                  <a:pt x="32472" y="390733"/>
                </a:lnTo>
                <a:lnTo>
                  <a:pt x="56127" y="425811"/>
                </a:lnTo>
                <a:lnTo>
                  <a:pt x="85196" y="457004"/>
                </a:lnTo>
                <a:lnTo>
                  <a:pt x="119077" y="483762"/>
                </a:lnTo>
                <a:lnTo>
                  <a:pt x="157172" y="505532"/>
                </a:lnTo>
                <a:lnTo>
                  <a:pt x="198878" y="521765"/>
                </a:lnTo>
                <a:lnTo>
                  <a:pt x="243595" y="531909"/>
                </a:lnTo>
                <a:lnTo>
                  <a:pt x="290723" y="535413"/>
                </a:lnTo>
                <a:lnTo>
                  <a:pt x="337906" y="531909"/>
                </a:lnTo>
                <a:lnTo>
                  <a:pt x="382668" y="521765"/>
                </a:lnTo>
                <a:lnTo>
                  <a:pt x="424409" y="505533"/>
                </a:lnTo>
                <a:lnTo>
                  <a:pt x="462529" y="483762"/>
                </a:lnTo>
                <a:lnTo>
                  <a:pt x="496430" y="457004"/>
                </a:lnTo>
                <a:lnTo>
                  <a:pt x="525511" y="425811"/>
                </a:lnTo>
                <a:lnTo>
                  <a:pt x="549173" y="390733"/>
                </a:lnTo>
                <a:lnTo>
                  <a:pt x="566817" y="352321"/>
                </a:lnTo>
                <a:lnTo>
                  <a:pt x="577843" y="311128"/>
                </a:lnTo>
                <a:lnTo>
                  <a:pt x="581651" y="267702"/>
                </a:lnTo>
                <a:close/>
              </a:path>
            </a:pathLst>
          </a:custGeom>
          <a:ln w="424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155576" y="2111904"/>
            <a:ext cx="2722880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175385" algn="l"/>
                <a:tab pos="2338705" algn="l"/>
              </a:tabLst>
            </a:pPr>
            <a:r>
              <a:rPr sz="1750" spc="95" dirty="0">
                <a:latin typeface="宋体"/>
                <a:cs typeface="宋体"/>
              </a:rPr>
              <a:t>10</a:t>
            </a:r>
            <a:r>
              <a:rPr sz="1750" spc="90" dirty="0">
                <a:latin typeface="宋体"/>
                <a:cs typeface="宋体"/>
              </a:rPr>
              <a:t>0</a:t>
            </a:r>
            <a:r>
              <a:rPr sz="1750" dirty="0">
                <a:latin typeface="宋体"/>
                <a:cs typeface="宋体"/>
              </a:rPr>
              <a:t>	</a:t>
            </a:r>
            <a:r>
              <a:rPr sz="1750" spc="95" dirty="0">
                <a:latin typeface="宋体"/>
                <a:cs typeface="宋体"/>
              </a:rPr>
              <a:t>11</a:t>
            </a:r>
            <a:r>
              <a:rPr sz="1750" spc="90" dirty="0">
                <a:latin typeface="宋体"/>
                <a:cs typeface="宋体"/>
              </a:rPr>
              <a:t>0</a:t>
            </a:r>
            <a:r>
              <a:rPr sz="1750" dirty="0">
                <a:latin typeface="宋体"/>
                <a:cs typeface="宋体"/>
              </a:rPr>
              <a:t>	</a:t>
            </a:r>
            <a:r>
              <a:rPr sz="1750" spc="95" dirty="0">
                <a:latin typeface="宋体"/>
                <a:cs typeface="宋体"/>
              </a:rPr>
              <a:t>11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643079" y="1212439"/>
            <a:ext cx="376555" cy="0"/>
          </a:xfrm>
          <a:custGeom>
            <a:avLst/>
            <a:gdLst/>
            <a:ahLst/>
            <a:cxnLst/>
            <a:rect l="l" t="t" r="r" b="b"/>
            <a:pathLst>
              <a:path w="376554">
                <a:moveTo>
                  <a:pt x="0" y="0"/>
                </a:moveTo>
                <a:lnTo>
                  <a:pt x="376442" y="0"/>
                </a:lnTo>
              </a:path>
            </a:pathLst>
          </a:custGeom>
          <a:ln w="22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000441" y="1142175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69">
                <a:moveTo>
                  <a:pt x="0" y="0"/>
                </a:moveTo>
                <a:lnTo>
                  <a:pt x="0" y="140528"/>
                </a:lnTo>
                <a:lnTo>
                  <a:pt x="228967" y="7026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808311" y="1212439"/>
            <a:ext cx="376555" cy="0"/>
          </a:xfrm>
          <a:custGeom>
            <a:avLst/>
            <a:gdLst/>
            <a:ahLst/>
            <a:cxnLst/>
            <a:rect l="l" t="t" r="r" b="b"/>
            <a:pathLst>
              <a:path w="376554">
                <a:moveTo>
                  <a:pt x="0" y="0"/>
                </a:moveTo>
                <a:lnTo>
                  <a:pt x="376401" y="0"/>
                </a:lnTo>
              </a:path>
            </a:pathLst>
          </a:custGeom>
          <a:ln w="22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165631" y="1142175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69">
                <a:moveTo>
                  <a:pt x="0" y="0"/>
                </a:moveTo>
                <a:lnTo>
                  <a:pt x="0" y="140528"/>
                </a:lnTo>
                <a:lnTo>
                  <a:pt x="228967" y="7026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92490" y="2283270"/>
            <a:ext cx="398780" cy="0"/>
          </a:xfrm>
          <a:custGeom>
            <a:avLst/>
            <a:gdLst/>
            <a:ahLst/>
            <a:cxnLst/>
            <a:rect l="l" t="t" r="r" b="b"/>
            <a:pathLst>
              <a:path w="398779">
                <a:moveTo>
                  <a:pt x="398416" y="0"/>
                </a:moveTo>
                <a:lnTo>
                  <a:pt x="0" y="0"/>
                </a:lnTo>
              </a:path>
            </a:pathLst>
          </a:custGeom>
          <a:ln w="22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782603" y="2213006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69">
                <a:moveTo>
                  <a:pt x="228967" y="0"/>
                </a:moveTo>
                <a:lnTo>
                  <a:pt x="0" y="70264"/>
                </a:lnTo>
                <a:lnTo>
                  <a:pt x="228967" y="140528"/>
                </a:lnTo>
                <a:lnTo>
                  <a:pt x="228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28571" y="2283270"/>
            <a:ext cx="398780" cy="0"/>
          </a:xfrm>
          <a:custGeom>
            <a:avLst/>
            <a:gdLst/>
            <a:ahLst/>
            <a:cxnLst/>
            <a:rect l="l" t="t" r="r" b="b"/>
            <a:pathLst>
              <a:path w="398779">
                <a:moveTo>
                  <a:pt x="398395" y="0"/>
                </a:moveTo>
                <a:lnTo>
                  <a:pt x="0" y="0"/>
                </a:lnTo>
              </a:path>
            </a:pathLst>
          </a:custGeom>
          <a:ln w="22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618684" y="2213006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69">
                <a:moveTo>
                  <a:pt x="228967" y="0"/>
                </a:moveTo>
                <a:lnTo>
                  <a:pt x="0" y="70264"/>
                </a:lnTo>
                <a:lnTo>
                  <a:pt x="228967" y="140528"/>
                </a:lnTo>
                <a:lnTo>
                  <a:pt x="228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668499" y="1479915"/>
            <a:ext cx="0" cy="344170"/>
          </a:xfrm>
          <a:custGeom>
            <a:avLst/>
            <a:gdLst/>
            <a:ahLst/>
            <a:cxnLst/>
            <a:rect l="l" t="t" r="r" b="b"/>
            <a:pathLst>
              <a:path h="344169">
                <a:moveTo>
                  <a:pt x="0" y="0"/>
                </a:moveTo>
                <a:lnTo>
                  <a:pt x="0" y="343633"/>
                </a:lnTo>
              </a:path>
            </a:pathLst>
          </a:custGeom>
          <a:ln w="24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592176" y="1805983"/>
            <a:ext cx="153035" cy="210820"/>
          </a:xfrm>
          <a:custGeom>
            <a:avLst/>
            <a:gdLst/>
            <a:ahLst/>
            <a:cxnLst/>
            <a:rect l="l" t="t" r="r" b="b"/>
            <a:pathLst>
              <a:path w="153035" h="210819">
                <a:moveTo>
                  <a:pt x="152645" y="0"/>
                </a:moveTo>
                <a:lnTo>
                  <a:pt x="0" y="0"/>
                </a:lnTo>
                <a:lnTo>
                  <a:pt x="76322" y="210792"/>
                </a:lnTo>
                <a:lnTo>
                  <a:pt x="1526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69651" y="1671310"/>
            <a:ext cx="0" cy="344805"/>
          </a:xfrm>
          <a:custGeom>
            <a:avLst/>
            <a:gdLst/>
            <a:ahLst/>
            <a:cxnLst/>
            <a:rect l="l" t="t" r="r" b="b"/>
            <a:pathLst>
              <a:path h="344805">
                <a:moveTo>
                  <a:pt x="0" y="344634"/>
                </a:moveTo>
                <a:lnTo>
                  <a:pt x="0" y="0"/>
                </a:lnTo>
              </a:path>
            </a:pathLst>
          </a:custGeom>
          <a:ln w="24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293328" y="1478083"/>
            <a:ext cx="153035" cy="210820"/>
          </a:xfrm>
          <a:custGeom>
            <a:avLst/>
            <a:gdLst/>
            <a:ahLst/>
            <a:cxnLst/>
            <a:rect l="l" t="t" r="r" b="b"/>
            <a:pathLst>
              <a:path w="153035" h="210819">
                <a:moveTo>
                  <a:pt x="76322" y="0"/>
                </a:moveTo>
                <a:lnTo>
                  <a:pt x="0" y="210792"/>
                </a:lnTo>
                <a:lnTo>
                  <a:pt x="152645" y="210792"/>
                </a:lnTo>
                <a:lnTo>
                  <a:pt x="763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508663" y="931987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59" h="535940">
                <a:moveTo>
                  <a:pt x="290928" y="0"/>
                </a:moveTo>
                <a:lnTo>
                  <a:pt x="243745" y="3504"/>
                </a:lnTo>
                <a:lnTo>
                  <a:pt x="198983" y="13648"/>
                </a:lnTo>
                <a:lnTo>
                  <a:pt x="157242" y="29882"/>
                </a:lnTo>
                <a:lnTo>
                  <a:pt x="119122" y="51655"/>
                </a:lnTo>
                <a:lnTo>
                  <a:pt x="85221" y="78414"/>
                </a:lnTo>
                <a:lnTo>
                  <a:pt x="56140" y="109609"/>
                </a:lnTo>
                <a:lnTo>
                  <a:pt x="32478" y="144688"/>
                </a:lnTo>
                <a:lnTo>
                  <a:pt x="14834" y="183101"/>
                </a:lnTo>
                <a:lnTo>
                  <a:pt x="3808" y="224296"/>
                </a:lnTo>
                <a:lnTo>
                  <a:pt x="0" y="267721"/>
                </a:lnTo>
                <a:lnTo>
                  <a:pt x="3808" y="311142"/>
                </a:lnTo>
                <a:lnTo>
                  <a:pt x="14834" y="352332"/>
                </a:lnTo>
                <a:lnTo>
                  <a:pt x="32478" y="390742"/>
                </a:lnTo>
                <a:lnTo>
                  <a:pt x="56140" y="425819"/>
                </a:lnTo>
                <a:lnTo>
                  <a:pt x="85221" y="457012"/>
                </a:lnTo>
                <a:lnTo>
                  <a:pt x="119122" y="483770"/>
                </a:lnTo>
                <a:lnTo>
                  <a:pt x="157242" y="505542"/>
                </a:lnTo>
                <a:lnTo>
                  <a:pt x="198983" y="521776"/>
                </a:lnTo>
                <a:lnTo>
                  <a:pt x="243745" y="531920"/>
                </a:lnTo>
                <a:lnTo>
                  <a:pt x="290928" y="535424"/>
                </a:lnTo>
                <a:lnTo>
                  <a:pt x="338056" y="531920"/>
                </a:lnTo>
                <a:lnTo>
                  <a:pt x="382773" y="521776"/>
                </a:lnTo>
                <a:lnTo>
                  <a:pt x="424479" y="505542"/>
                </a:lnTo>
                <a:lnTo>
                  <a:pt x="462573" y="483770"/>
                </a:lnTo>
                <a:lnTo>
                  <a:pt x="496455" y="457012"/>
                </a:lnTo>
                <a:lnTo>
                  <a:pt x="525524" y="425819"/>
                </a:lnTo>
                <a:lnTo>
                  <a:pt x="549178" y="390742"/>
                </a:lnTo>
                <a:lnTo>
                  <a:pt x="566818" y="352332"/>
                </a:lnTo>
                <a:lnTo>
                  <a:pt x="577843" y="311142"/>
                </a:lnTo>
                <a:lnTo>
                  <a:pt x="581651" y="267721"/>
                </a:lnTo>
                <a:lnTo>
                  <a:pt x="577843" y="224296"/>
                </a:lnTo>
                <a:lnTo>
                  <a:pt x="566818" y="183101"/>
                </a:lnTo>
                <a:lnTo>
                  <a:pt x="549178" y="144688"/>
                </a:lnTo>
                <a:lnTo>
                  <a:pt x="525524" y="109609"/>
                </a:lnTo>
                <a:lnTo>
                  <a:pt x="496455" y="78414"/>
                </a:lnTo>
                <a:lnTo>
                  <a:pt x="462573" y="51655"/>
                </a:lnTo>
                <a:lnTo>
                  <a:pt x="424479" y="29882"/>
                </a:lnTo>
                <a:lnTo>
                  <a:pt x="382773" y="13648"/>
                </a:lnTo>
                <a:lnTo>
                  <a:pt x="338055" y="3504"/>
                </a:lnTo>
                <a:lnTo>
                  <a:pt x="2909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508662" y="931987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59" h="535940">
                <a:moveTo>
                  <a:pt x="581651" y="267721"/>
                </a:moveTo>
                <a:lnTo>
                  <a:pt x="577843" y="224296"/>
                </a:lnTo>
                <a:lnTo>
                  <a:pt x="566818" y="183101"/>
                </a:lnTo>
                <a:lnTo>
                  <a:pt x="549178" y="144688"/>
                </a:lnTo>
                <a:lnTo>
                  <a:pt x="525524" y="109609"/>
                </a:lnTo>
                <a:lnTo>
                  <a:pt x="496455" y="78414"/>
                </a:lnTo>
                <a:lnTo>
                  <a:pt x="462573" y="51655"/>
                </a:lnTo>
                <a:lnTo>
                  <a:pt x="424479" y="29882"/>
                </a:lnTo>
                <a:lnTo>
                  <a:pt x="382773" y="13648"/>
                </a:lnTo>
                <a:lnTo>
                  <a:pt x="338055" y="3504"/>
                </a:lnTo>
                <a:lnTo>
                  <a:pt x="290928" y="0"/>
                </a:lnTo>
                <a:lnTo>
                  <a:pt x="243745" y="3504"/>
                </a:lnTo>
                <a:lnTo>
                  <a:pt x="198983" y="13648"/>
                </a:lnTo>
                <a:lnTo>
                  <a:pt x="157242" y="29882"/>
                </a:lnTo>
                <a:lnTo>
                  <a:pt x="119122" y="51655"/>
                </a:lnTo>
                <a:lnTo>
                  <a:pt x="85221" y="78414"/>
                </a:lnTo>
                <a:lnTo>
                  <a:pt x="56140" y="109609"/>
                </a:lnTo>
                <a:lnTo>
                  <a:pt x="32478" y="144688"/>
                </a:lnTo>
                <a:lnTo>
                  <a:pt x="14834" y="183101"/>
                </a:lnTo>
                <a:lnTo>
                  <a:pt x="3808" y="224296"/>
                </a:lnTo>
                <a:lnTo>
                  <a:pt x="0" y="267721"/>
                </a:lnTo>
                <a:lnTo>
                  <a:pt x="3808" y="311142"/>
                </a:lnTo>
                <a:lnTo>
                  <a:pt x="14834" y="352332"/>
                </a:lnTo>
                <a:lnTo>
                  <a:pt x="32478" y="390742"/>
                </a:lnTo>
                <a:lnTo>
                  <a:pt x="56140" y="425819"/>
                </a:lnTo>
                <a:lnTo>
                  <a:pt x="85221" y="457012"/>
                </a:lnTo>
                <a:lnTo>
                  <a:pt x="119122" y="483770"/>
                </a:lnTo>
                <a:lnTo>
                  <a:pt x="157242" y="505542"/>
                </a:lnTo>
                <a:lnTo>
                  <a:pt x="198983" y="521776"/>
                </a:lnTo>
                <a:lnTo>
                  <a:pt x="243745" y="531920"/>
                </a:lnTo>
                <a:lnTo>
                  <a:pt x="290928" y="535424"/>
                </a:lnTo>
                <a:lnTo>
                  <a:pt x="338056" y="531920"/>
                </a:lnTo>
                <a:lnTo>
                  <a:pt x="382773" y="521776"/>
                </a:lnTo>
                <a:lnTo>
                  <a:pt x="424479" y="505542"/>
                </a:lnTo>
                <a:lnTo>
                  <a:pt x="462573" y="483770"/>
                </a:lnTo>
                <a:lnTo>
                  <a:pt x="496455" y="457012"/>
                </a:lnTo>
                <a:lnTo>
                  <a:pt x="525524" y="425819"/>
                </a:lnTo>
                <a:lnTo>
                  <a:pt x="549178" y="390742"/>
                </a:lnTo>
                <a:lnTo>
                  <a:pt x="566818" y="352332"/>
                </a:lnTo>
                <a:lnTo>
                  <a:pt x="577843" y="311142"/>
                </a:lnTo>
                <a:lnTo>
                  <a:pt x="581651" y="267721"/>
                </a:lnTo>
                <a:close/>
              </a:path>
            </a:pathLst>
          </a:custGeom>
          <a:ln w="424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600803" y="1028343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01</a:t>
            </a:r>
            <a:r>
              <a:rPr sz="1750" spc="90" dirty="0">
                <a:latin typeface="宋体"/>
                <a:cs typeface="宋体"/>
              </a:rPr>
              <a:t>0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508663" y="2002817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59" h="535939">
                <a:moveTo>
                  <a:pt x="581651" y="267702"/>
                </a:moveTo>
                <a:lnTo>
                  <a:pt x="577843" y="224282"/>
                </a:lnTo>
                <a:lnTo>
                  <a:pt x="566818" y="183091"/>
                </a:lnTo>
                <a:lnTo>
                  <a:pt x="549178" y="144682"/>
                </a:lnTo>
                <a:lnTo>
                  <a:pt x="525524" y="109605"/>
                </a:lnTo>
                <a:lnTo>
                  <a:pt x="496455" y="78412"/>
                </a:lnTo>
                <a:lnTo>
                  <a:pt x="462573" y="51654"/>
                </a:lnTo>
                <a:lnTo>
                  <a:pt x="424479" y="29882"/>
                </a:lnTo>
                <a:lnTo>
                  <a:pt x="382773" y="13648"/>
                </a:lnTo>
                <a:lnTo>
                  <a:pt x="338055" y="3504"/>
                </a:lnTo>
                <a:lnTo>
                  <a:pt x="290928" y="0"/>
                </a:lnTo>
                <a:lnTo>
                  <a:pt x="243745" y="3504"/>
                </a:lnTo>
                <a:lnTo>
                  <a:pt x="198983" y="13648"/>
                </a:lnTo>
                <a:lnTo>
                  <a:pt x="157242" y="29882"/>
                </a:lnTo>
                <a:lnTo>
                  <a:pt x="119122" y="51654"/>
                </a:lnTo>
                <a:lnTo>
                  <a:pt x="85221" y="78412"/>
                </a:lnTo>
                <a:lnTo>
                  <a:pt x="56140" y="109605"/>
                </a:lnTo>
                <a:lnTo>
                  <a:pt x="32478" y="144682"/>
                </a:lnTo>
                <a:lnTo>
                  <a:pt x="14834" y="183091"/>
                </a:lnTo>
                <a:lnTo>
                  <a:pt x="3808" y="224282"/>
                </a:lnTo>
                <a:lnTo>
                  <a:pt x="0" y="267702"/>
                </a:lnTo>
                <a:lnTo>
                  <a:pt x="3808" y="311128"/>
                </a:lnTo>
                <a:lnTo>
                  <a:pt x="14834" y="352322"/>
                </a:lnTo>
                <a:lnTo>
                  <a:pt x="32478" y="390734"/>
                </a:lnTo>
                <a:lnTo>
                  <a:pt x="56140" y="425813"/>
                </a:lnTo>
                <a:lnTo>
                  <a:pt x="85221" y="457007"/>
                </a:lnTo>
                <a:lnTo>
                  <a:pt x="119122" y="483765"/>
                </a:lnTo>
                <a:lnTo>
                  <a:pt x="157242" y="505537"/>
                </a:lnTo>
                <a:lnTo>
                  <a:pt x="198983" y="521770"/>
                </a:lnTo>
                <a:lnTo>
                  <a:pt x="243745" y="531915"/>
                </a:lnTo>
                <a:lnTo>
                  <a:pt x="290928" y="535419"/>
                </a:lnTo>
                <a:lnTo>
                  <a:pt x="338056" y="531915"/>
                </a:lnTo>
                <a:lnTo>
                  <a:pt x="382773" y="521771"/>
                </a:lnTo>
                <a:lnTo>
                  <a:pt x="424479" y="505537"/>
                </a:lnTo>
                <a:lnTo>
                  <a:pt x="462573" y="483767"/>
                </a:lnTo>
                <a:lnTo>
                  <a:pt x="496455" y="457009"/>
                </a:lnTo>
                <a:lnTo>
                  <a:pt x="525524" y="425817"/>
                </a:lnTo>
                <a:lnTo>
                  <a:pt x="549178" y="390741"/>
                </a:lnTo>
                <a:lnTo>
                  <a:pt x="566818" y="352332"/>
                </a:lnTo>
                <a:lnTo>
                  <a:pt x="577843" y="311142"/>
                </a:lnTo>
                <a:lnTo>
                  <a:pt x="581651" y="267721"/>
                </a:lnTo>
                <a:close/>
              </a:path>
            </a:pathLst>
          </a:custGeom>
          <a:ln w="424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600804" y="2099174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10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654127" y="1413863"/>
            <a:ext cx="0" cy="429259"/>
          </a:xfrm>
          <a:custGeom>
            <a:avLst/>
            <a:gdLst/>
            <a:ahLst/>
            <a:cxnLst/>
            <a:rect l="l" t="t" r="r" b="b"/>
            <a:pathLst>
              <a:path h="429260">
                <a:moveTo>
                  <a:pt x="0" y="0"/>
                </a:moveTo>
                <a:lnTo>
                  <a:pt x="0" y="429197"/>
                </a:lnTo>
              </a:path>
            </a:pathLst>
          </a:custGeom>
          <a:ln w="24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577804" y="1825495"/>
            <a:ext cx="153035" cy="210820"/>
          </a:xfrm>
          <a:custGeom>
            <a:avLst/>
            <a:gdLst/>
            <a:ahLst/>
            <a:cxnLst/>
            <a:rect l="l" t="t" r="r" b="b"/>
            <a:pathLst>
              <a:path w="153034" h="210819">
                <a:moveTo>
                  <a:pt x="152645" y="0"/>
                </a:moveTo>
                <a:lnTo>
                  <a:pt x="0" y="0"/>
                </a:lnTo>
                <a:lnTo>
                  <a:pt x="76322" y="210792"/>
                </a:lnTo>
                <a:lnTo>
                  <a:pt x="1526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960853" y="1618593"/>
            <a:ext cx="0" cy="429259"/>
          </a:xfrm>
          <a:custGeom>
            <a:avLst/>
            <a:gdLst/>
            <a:ahLst/>
            <a:cxnLst/>
            <a:rect l="l" t="t" r="r" b="b"/>
            <a:pathLst>
              <a:path h="429260">
                <a:moveTo>
                  <a:pt x="0" y="0"/>
                </a:moveTo>
                <a:lnTo>
                  <a:pt x="0" y="429197"/>
                </a:lnTo>
              </a:path>
            </a:pathLst>
          </a:custGeom>
          <a:ln w="24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884530" y="1425366"/>
            <a:ext cx="153035" cy="210820"/>
          </a:xfrm>
          <a:custGeom>
            <a:avLst/>
            <a:gdLst/>
            <a:ahLst/>
            <a:cxnLst/>
            <a:rect l="l" t="t" r="r" b="b"/>
            <a:pathLst>
              <a:path w="153034" h="210819">
                <a:moveTo>
                  <a:pt x="76322" y="0"/>
                </a:moveTo>
                <a:lnTo>
                  <a:pt x="0" y="210792"/>
                </a:lnTo>
                <a:lnTo>
                  <a:pt x="152645" y="210792"/>
                </a:lnTo>
                <a:lnTo>
                  <a:pt x="763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106502" y="182482"/>
            <a:ext cx="698500" cy="642620"/>
          </a:xfrm>
          <a:custGeom>
            <a:avLst/>
            <a:gdLst/>
            <a:ahLst/>
            <a:cxnLst/>
            <a:rect l="l" t="t" r="r" b="b"/>
            <a:pathLst>
              <a:path w="698500" h="642619">
                <a:moveTo>
                  <a:pt x="697900" y="321100"/>
                </a:moveTo>
                <a:lnTo>
                  <a:pt x="694116" y="273645"/>
                </a:lnTo>
                <a:lnTo>
                  <a:pt x="683125" y="228354"/>
                </a:lnTo>
                <a:lnTo>
                  <a:pt x="665466" y="185722"/>
                </a:lnTo>
                <a:lnTo>
                  <a:pt x="641680" y="146248"/>
                </a:lnTo>
                <a:lnTo>
                  <a:pt x="612306" y="110425"/>
                </a:lnTo>
                <a:lnTo>
                  <a:pt x="577884" y="78753"/>
                </a:lnTo>
                <a:lnTo>
                  <a:pt x="538954" y="51725"/>
                </a:lnTo>
                <a:lnTo>
                  <a:pt x="496056" y="29840"/>
                </a:lnTo>
                <a:lnTo>
                  <a:pt x="449729" y="13593"/>
                </a:lnTo>
                <a:lnTo>
                  <a:pt x="400514" y="3481"/>
                </a:lnTo>
                <a:lnTo>
                  <a:pt x="348949" y="0"/>
                </a:lnTo>
                <a:lnTo>
                  <a:pt x="297385" y="3481"/>
                </a:lnTo>
                <a:lnTo>
                  <a:pt x="248170" y="13593"/>
                </a:lnTo>
                <a:lnTo>
                  <a:pt x="201843" y="29840"/>
                </a:lnTo>
                <a:lnTo>
                  <a:pt x="158945" y="51725"/>
                </a:lnTo>
                <a:lnTo>
                  <a:pt x="120015" y="78752"/>
                </a:lnTo>
                <a:lnTo>
                  <a:pt x="85593" y="110425"/>
                </a:lnTo>
                <a:lnTo>
                  <a:pt x="56219" y="146247"/>
                </a:lnTo>
                <a:lnTo>
                  <a:pt x="32433" y="185722"/>
                </a:lnTo>
                <a:lnTo>
                  <a:pt x="14774" y="228354"/>
                </a:lnTo>
                <a:lnTo>
                  <a:pt x="3783" y="273645"/>
                </a:lnTo>
                <a:lnTo>
                  <a:pt x="0" y="321099"/>
                </a:lnTo>
                <a:lnTo>
                  <a:pt x="3783" y="368602"/>
                </a:lnTo>
                <a:lnTo>
                  <a:pt x="14774" y="413934"/>
                </a:lnTo>
                <a:lnTo>
                  <a:pt x="32433" y="456600"/>
                </a:lnTo>
                <a:lnTo>
                  <a:pt x="56219" y="496103"/>
                </a:lnTo>
                <a:lnTo>
                  <a:pt x="85593" y="531948"/>
                </a:lnTo>
                <a:lnTo>
                  <a:pt x="120015" y="563639"/>
                </a:lnTo>
                <a:lnTo>
                  <a:pt x="158945" y="590680"/>
                </a:lnTo>
                <a:lnTo>
                  <a:pt x="201843" y="612575"/>
                </a:lnTo>
                <a:lnTo>
                  <a:pt x="248170" y="628828"/>
                </a:lnTo>
                <a:lnTo>
                  <a:pt x="297385" y="638944"/>
                </a:lnTo>
                <a:lnTo>
                  <a:pt x="348950" y="642426"/>
                </a:lnTo>
                <a:lnTo>
                  <a:pt x="400514" y="638944"/>
                </a:lnTo>
                <a:lnTo>
                  <a:pt x="449729" y="628828"/>
                </a:lnTo>
                <a:lnTo>
                  <a:pt x="496056" y="612575"/>
                </a:lnTo>
                <a:lnTo>
                  <a:pt x="538954" y="590680"/>
                </a:lnTo>
                <a:lnTo>
                  <a:pt x="577884" y="563639"/>
                </a:lnTo>
                <a:lnTo>
                  <a:pt x="612306" y="531948"/>
                </a:lnTo>
                <a:lnTo>
                  <a:pt x="641680" y="496103"/>
                </a:lnTo>
                <a:lnTo>
                  <a:pt x="665466" y="456600"/>
                </a:lnTo>
                <a:lnTo>
                  <a:pt x="683125" y="413934"/>
                </a:lnTo>
                <a:lnTo>
                  <a:pt x="694116" y="368602"/>
                </a:lnTo>
                <a:lnTo>
                  <a:pt x="697900" y="321100"/>
                </a:lnTo>
                <a:close/>
              </a:path>
            </a:pathLst>
          </a:custGeom>
          <a:ln w="424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158834" y="358663"/>
            <a:ext cx="593090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50" spc="60" dirty="0">
                <a:latin typeface="宋体"/>
                <a:cs typeface="宋体"/>
              </a:rPr>
              <a:t>Q</a:t>
            </a:r>
            <a:r>
              <a:rPr sz="1500" spc="89" baseline="-11111" dirty="0">
                <a:latin typeface="宋体"/>
                <a:cs typeface="宋体"/>
              </a:rPr>
              <a:t>3</a:t>
            </a:r>
            <a:r>
              <a:rPr sz="1450" spc="60" dirty="0">
                <a:latin typeface="宋体"/>
                <a:cs typeface="宋体"/>
              </a:rPr>
              <a:t>Q</a:t>
            </a:r>
            <a:r>
              <a:rPr sz="1500" spc="89" baseline="-11111" dirty="0">
                <a:latin typeface="宋体"/>
                <a:cs typeface="宋体"/>
              </a:rPr>
              <a:t>2</a:t>
            </a:r>
            <a:r>
              <a:rPr sz="1450" spc="60" dirty="0">
                <a:latin typeface="宋体"/>
                <a:cs typeface="宋体"/>
              </a:rPr>
              <a:t>Q</a:t>
            </a:r>
            <a:r>
              <a:rPr sz="1500" spc="89" baseline="-11111" dirty="0">
                <a:latin typeface="宋体"/>
                <a:cs typeface="宋体"/>
              </a:rPr>
              <a:t>1</a:t>
            </a:r>
            <a:endParaRPr sz="1500" baseline="-11111">
              <a:latin typeface="宋体"/>
              <a:cs typeface="宋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034660" y="6539775"/>
            <a:ext cx="35369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22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370832" y="982217"/>
            <a:ext cx="4868545" cy="0"/>
          </a:xfrm>
          <a:custGeom>
            <a:avLst/>
            <a:gdLst/>
            <a:ahLst/>
            <a:cxnLst/>
            <a:rect l="l" t="t" r="r" b="b"/>
            <a:pathLst>
              <a:path w="4868545">
                <a:moveTo>
                  <a:pt x="0" y="0"/>
                </a:moveTo>
                <a:lnTo>
                  <a:pt x="4868418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939800" cy="0"/>
          </a:xfrm>
          <a:custGeom>
            <a:avLst/>
            <a:gdLst/>
            <a:ahLst/>
            <a:cxnLst/>
            <a:rect l="l" t="t" r="r" b="b"/>
            <a:pathLst>
              <a:path w="939800">
                <a:moveTo>
                  <a:pt x="0" y="0"/>
                </a:moveTo>
                <a:lnTo>
                  <a:pt x="939546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04529" y="4387300"/>
            <a:ext cx="581660" cy="536575"/>
          </a:xfrm>
          <a:custGeom>
            <a:avLst/>
            <a:gdLst/>
            <a:ahLst/>
            <a:cxnLst/>
            <a:rect l="l" t="t" r="r" b="b"/>
            <a:pathLst>
              <a:path w="581660" h="536575">
                <a:moveTo>
                  <a:pt x="581569" y="268002"/>
                </a:moveTo>
                <a:lnTo>
                  <a:pt x="577764" y="224533"/>
                </a:lnTo>
                <a:lnTo>
                  <a:pt x="566746" y="183297"/>
                </a:lnTo>
                <a:lnTo>
                  <a:pt x="549114" y="144844"/>
                </a:lnTo>
                <a:lnTo>
                  <a:pt x="525467" y="109728"/>
                </a:lnTo>
                <a:lnTo>
                  <a:pt x="496404" y="78499"/>
                </a:lnTo>
                <a:lnTo>
                  <a:pt x="462522" y="51711"/>
                </a:lnTo>
                <a:lnTo>
                  <a:pt x="424421" y="29915"/>
                </a:lnTo>
                <a:lnTo>
                  <a:pt x="382699" y="13663"/>
                </a:lnTo>
                <a:lnTo>
                  <a:pt x="337953" y="3507"/>
                </a:lnTo>
                <a:lnTo>
                  <a:pt x="290784" y="0"/>
                </a:lnTo>
                <a:lnTo>
                  <a:pt x="243618" y="3507"/>
                </a:lnTo>
                <a:lnTo>
                  <a:pt x="198875" y="13663"/>
                </a:lnTo>
                <a:lnTo>
                  <a:pt x="157153" y="29915"/>
                </a:lnTo>
                <a:lnTo>
                  <a:pt x="119052" y="51711"/>
                </a:lnTo>
                <a:lnTo>
                  <a:pt x="85169" y="78499"/>
                </a:lnTo>
                <a:lnTo>
                  <a:pt x="56105" y="109728"/>
                </a:lnTo>
                <a:lnTo>
                  <a:pt x="32457" y="144844"/>
                </a:lnTo>
                <a:lnTo>
                  <a:pt x="14824" y="183296"/>
                </a:lnTo>
                <a:lnTo>
                  <a:pt x="3805" y="224533"/>
                </a:lnTo>
                <a:lnTo>
                  <a:pt x="0" y="268002"/>
                </a:lnTo>
                <a:lnTo>
                  <a:pt x="3805" y="311476"/>
                </a:lnTo>
                <a:lnTo>
                  <a:pt x="14824" y="352717"/>
                </a:lnTo>
                <a:lnTo>
                  <a:pt x="32457" y="391173"/>
                </a:lnTo>
                <a:lnTo>
                  <a:pt x="56105" y="426292"/>
                </a:lnTo>
                <a:lnTo>
                  <a:pt x="85169" y="457522"/>
                </a:lnTo>
                <a:lnTo>
                  <a:pt x="119052" y="484311"/>
                </a:lnTo>
                <a:lnTo>
                  <a:pt x="157153" y="506107"/>
                </a:lnTo>
                <a:lnTo>
                  <a:pt x="198875" y="522360"/>
                </a:lnTo>
                <a:lnTo>
                  <a:pt x="243618" y="532516"/>
                </a:lnTo>
                <a:lnTo>
                  <a:pt x="290784" y="536024"/>
                </a:lnTo>
                <a:lnTo>
                  <a:pt x="337953" y="532516"/>
                </a:lnTo>
                <a:lnTo>
                  <a:pt x="382699" y="522360"/>
                </a:lnTo>
                <a:lnTo>
                  <a:pt x="424421" y="506107"/>
                </a:lnTo>
                <a:lnTo>
                  <a:pt x="462522" y="484311"/>
                </a:lnTo>
                <a:lnTo>
                  <a:pt x="496404" y="457522"/>
                </a:lnTo>
                <a:lnTo>
                  <a:pt x="525467" y="426292"/>
                </a:lnTo>
                <a:lnTo>
                  <a:pt x="549114" y="391173"/>
                </a:lnTo>
                <a:lnTo>
                  <a:pt x="566746" y="352717"/>
                </a:lnTo>
                <a:lnTo>
                  <a:pt x="577764" y="311476"/>
                </a:lnTo>
                <a:lnTo>
                  <a:pt x="581569" y="268002"/>
                </a:lnTo>
                <a:close/>
              </a:path>
            </a:pathLst>
          </a:custGeom>
          <a:ln w="424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96524" y="4483778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00</a:t>
            </a:r>
            <a:r>
              <a:rPr sz="1750" spc="90" dirty="0">
                <a:latin typeface="宋体"/>
                <a:cs typeface="宋体"/>
              </a:rPr>
              <a:t>0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67689" y="4387300"/>
            <a:ext cx="581660" cy="536575"/>
          </a:xfrm>
          <a:custGeom>
            <a:avLst/>
            <a:gdLst/>
            <a:ahLst/>
            <a:cxnLst/>
            <a:rect l="l" t="t" r="r" b="b"/>
            <a:pathLst>
              <a:path w="581660" h="536575">
                <a:moveTo>
                  <a:pt x="581569" y="268002"/>
                </a:moveTo>
                <a:lnTo>
                  <a:pt x="577764" y="224533"/>
                </a:lnTo>
                <a:lnTo>
                  <a:pt x="566746" y="183297"/>
                </a:lnTo>
                <a:lnTo>
                  <a:pt x="549114" y="144844"/>
                </a:lnTo>
                <a:lnTo>
                  <a:pt x="525467" y="109728"/>
                </a:lnTo>
                <a:lnTo>
                  <a:pt x="496404" y="78499"/>
                </a:lnTo>
                <a:lnTo>
                  <a:pt x="462522" y="51711"/>
                </a:lnTo>
                <a:lnTo>
                  <a:pt x="424421" y="29915"/>
                </a:lnTo>
                <a:lnTo>
                  <a:pt x="382699" y="13663"/>
                </a:lnTo>
                <a:lnTo>
                  <a:pt x="337953" y="3507"/>
                </a:lnTo>
                <a:lnTo>
                  <a:pt x="290784" y="0"/>
                </a:lnTo>
                <a:lnTo>
                  <a:pt x="243615" y="3507"/>
                </a:lnTo>
                <a:lnTo>
                  <a:pt x="198870" y="13663"/>
                </a:lnTo>
                <a:lnTo>
                  <a:pt x="157148" y="29915"/>
                </a:lnTo>
                <a:lnTo>
                  <a:pt x="119046" y="51711"/>
                </a:lnTo>
                <a:lnTo>
                  <a:pt x="85165" y="78499"/>
                </a:lnTo>
                <a:lnTo>
                  <a:pt x="56101" y="109728"/>
                </a:lnTo>
                <a:lnTo>
                  <a:pt x="32455" y="144844"/>
                </a:lnTo>
                <a:lnTo>
                  <a:pt x="14823" y="183296"/>
                </a:lnTo>
                <a:lnTo>
                  <a:pt x="3805" y="224533"/>
                </a:lnTo>
                <a:lnTo>
                  <a:pt x="0" y="268002"/>
                </a:lnTo>
                <a:lnTo>
                  <a:pt x="3805" y="311476"/>
                </a:lnTo>
                <a:lnTo>
                  <a:pt x="14823" y="352717"/>
                </a:lnTo>
                <a:lnTo>
                  <a:pt x="32455" y="391173"/>
                </a:lnTo>
                <a:lnTo>
                  <a:pt x="56101" y="426292"/>
                </a:lnTo>
                <a:lnTo>
                  <a:pt x="85165" y="457522"/>
                </a:lnTo>
                <a:lnTo>
                  <a:pt x="119046" y="484311"/>
                </a:lnTo>
                <a:lnTo>
                  <a:pt x="157148" y="506107"/>
                </a:lnTo>
                <a:lnTo>
                  <a:pt x="198870" y="522360"/>
                </a:lnTo>
                <a:lnTo>
                  <a:pt x="243615" y="532516"/>
                </a:lnTo>
                <a:lnTo>
                  <a:pt x="290784" y="536024"/>
                </a:lnTo>
                <a:lnTo>
                  <a:pt x="337953" y="532516"/>
                </a:lnTo>
                <a:lnTo>
                  <a:pt x="382699" y="522360"/>
                </a:lnTo>
                <a:lnTo>
                  <a:pt x="424421" y="506107"/>
                </a:lnTo>
                <a:lnTo>
                  <a:pt x="462522" y="484311"/>
                </a:lnTo>
                <a:lnTo>
                  <a:pt x="496404" y="457522"/>
                </a:lnTo>
                <a:lnTo>
                  <a:pt x="525467" y="426292"/>
                </a:lnTo>
                <a:lnTo>
                  <a:pt x="549114" y="391173"/>
                </a:lnTo>
                <a:lnTo>
                  <a:pt x="566746" y="352717"/>
                </a:lnTo>
                <a:lnTo>
                  <a:pt x="577764" y="311476"/>
                </a:lnTo>
                <a:lnTo>
                  <a:pt x="581569" y="268002"/>
                </a:lnTo>
                <a:close/>
              </a:path>
            </a:pathLst>
          </a:custGeom>
          <a:ln w="424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759686" y="4483778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00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30828" y="4387300"/>
            <a:ext cx="581660" cy="536575"/>
          </a:xfrm>
          <a:custGeom>
            <a:avLst/>
            <a:gdLst/>
            <a:ahLst/>
            <a:cxnLst/>
            <a:rect l="l" t="t" r="r" b="b"/>
            <a:pathLst>
              <a:path w="581660" h="536575">
                <a:moveTo>
                  <a:pt x="581651" y="268002"/>
                </a:moveTo>
                <a:lnTo>
                  <a:pt x="577843" y="224533"/>
                </a:lnTo>
                <a:lnTo>
                  <a:pt x="566817" y="183297"/>
                </a:lnTo>
                <a:lnTo>
                  <a:pt x="549173" y="144844"/>
                </a:lnTo>
                <a:lnTo>
                  <a:pt x="525511" y="109728"/>
                </a:lnTo>
                <a:lnTo>
                  <a:pt x="496430" y="78499"/>
                </a:lnTo>
                <a:lnTo>
                  <a:pt x="462529" y="51711"/>
                </a:lnTo>
                <a:lnTo>
                  <a:pt x="424409" y="29915"/>
                </a:lnTo>
                <a:lnTo>
                  <a:pt x="382668" y="13663"/>
                </a:lnTo>
                <a:lnTo>
                  <a:pt x="337906" y="3507"/>
                </a:lnTo>
                <a:lnTo>
                  <a:pt x="290723" y="0"/>
                </a:lnTo>
                <a:lnTo>
                  <a:pt x="243595" y="3507"/>
                </a:lnTo>
                <a:lnTo>
                  <a:pt x="198878" y="13663"/>
                </a:lnTo>
                <a:lnTo>
                  <a:pt x="157172" y="29915"/>
                </a:lnTo>
                <a:lnTo>
                  <a:pt x="119077" y="51711"/>
                </a:lnTo>
                <a:lnTo>
                  <a:pt x="85196" y="78499"/>
                </a:lnTo>
                <a:lnTo>
                  <a:pt x="56127" y="109728"/>
                </a:lnTo>
                <a:lnTo>
                  <a:pt x="32472" y="144844"/>
                </a:lnTo>
                <a:lnTo>
                  <a:pt x="14832" y="183296"/>
                </a:lnTo>
                <a:lnTo>
                  <a:pt x="3808" y="224533"/>
                </a:lnTo>
                <a:lnTo>
                  <a:pt x="0" y="268002"/>
                </a:lnTo>
                <a:lnTo>
                  <a:pt x="3808" y="311476"/>
                </a:lnTo>
                <a:lnTo>
                  <a:pt x="14832" y="352717"/>
                </a:lnTo>
                <a:lnTo>
                  <a:pt x="32472" y="391173"/>
                </a:lnTo>
                <a:lnTo>
                  <a:pt x="56127" y="426292"/>
                </a:lnTo>
                <a:lnTo>
                  <a:pt x="85196" y="457522"/>
                </a:lnTo>
                <a:lnTo>
                  <a:pt x="119077" y="484311"/>
                </a:lnTo>
                <a:lnTo>
                  <a:pt x="157172" y="506107"/>
                </a:lnTo>
                <a:lnTo>
                  <a:pt x="198878" y="522360"/>
                </a:lnTo>
                <a:lnTo>
                  <a:pt x="243595" y="532516"/>
                </a:lnTo>
                <a:lnTo>
                  <a:pt x="290723" y="536024"/>
                </a:lnTo>
                <a:lnTo>
                  <a:pt x="337906" y="532516"/>
                </a:lnTo>
                <a:lnTo>
                  <a:pt x="382668" y="522360"/>
                </a:lnTo>
                <a:lnTo>
                  <a:pt x="424409" y="506107"/>
                </a:lnTo>
                <a:lnTo>
                  <a:pt x="462529" y="484311"/>
                </a:lnTo>
                <a:lnTo>
                  <a:pt x="496430" y="457522"/>
                </a:lnTo>
                <a:lnTo>
                  <a:pt x="525511" y="426292"/>
                </a:lnTo>
                <a:lnTo>
                  <a:pt x="549173" y="391173"/>
                </a:lnTo>
                <a:lnTo>
                  <a:pt x="566817" y="352717"/>
                </a:lnTo>
                <a:lnTo>
                  <a:pt x="577843" y="311476"/>
                </a:lnTo>
                <a:lnTo>
                  <a:pt x="581651" y="268002"/>
                </a:lnTo>
                <a:close/>
              </a:path>
            </a:pathLst>
          </a:custGeom>
          <a:ln w="424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922764" y="4483778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01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04529" y="5459329"/>
            <a:ext cx="581660" cy="536575"/>
          </a:xfrm>
          <a:custGeom>
            <a:avLst/>
            <a:gdLst/>
            <a:ahLst/>
            <a:cxnLst/>
            <a:rect l="l" t="t" r="r" b="b"/>
            <a:pathLst>
              <a:path w="581660" h="536575">
                <a:moveTo>
                  <a:pt x="581569" y="268002"/>
                </a:moveTo>
                <a:lnTo>
                  <a:pt x="577764" y="224533"/>
                </a:lnTo>
                <a:lnTo>
                  <a:pt x="566746" y="183297"/>
                </a:lnTo>
                <a:lnTo>
                  <a:pt x="549114" y="144844"/>
                </a:lnTo>
                <a:lnTo>
                  <a:pt x="525467" y="109728"/>
                </a:lnTo>
                <a:lnTo>
                  <a:pt x="496404" y="78499"/>
                </a:lnTo>
                <a:lnTo>
                  <a:pt x="462522" y="51711"/>
                </a:lnTo>
                <a:lnTo>
                  <a:pt x="424421" y="29915"/>
                </a:lnTo>
                <a:lnTo>
                  <a:pt x="382699" y="13663"/>
                </a:lnTo>
                <a:lnTo>
                  <a:pt x="337953" y="3507"/>
                </a:lnTo>
                <a:lnTo>
                  <a:pt x="290784" y="0"/>
                </a:lnTo>
                <a:lnTo>
                  <a:pt x="243618" y="3507"/>
                </a:lnTo>
                <a:lnTo>
                  <a:pt x="198875" y="13663"/>
                </a:lnTo>
                <a:lnTo>
                  <a:pt x="157153" y="29915"/>
                </a:lnTo>
                <a:lnTo>
                  <a:pt x="119052" y="51711"/>
                </a:lnTo>
                <a:lnTo>
                  <a:pt x="85169" y="78499"/>
                </a:lnTo>
                <a:lnTo>
                  <a:pt x="56105" y="109728"/>
                </a:lnTo>
                <a:lnTo>
                  <a:pt x="32457" y="144844"/>
                </a:lnTo>
                <a:lnTo>
                  <a:pt x="14824" y="183296"/>
                </a:lnTo>
                <a:lnTo>
                  <a:pt x="3805" y="224533"/>
                </a:lnTo>
                <a:lnTo>
                  <a:pt x="0" y="268002"/>
                </a:lnTo>
                <a:lnTo>
                  <a:pt x="3805" y="311476"/>
                </a:lnTo>
                <a:lnTo>
                  <a:pt x="14824" y="352716"/>
                </a:lnTo>
                <a:lnTo>
                  <a:pt x="32457" y="391171"/>
                </a:lnTo>
                <a:lnTo>
                  <a:pt x="56105" y="426289"/>
                </a:lnTo>
                <a:lnTo>
                  <a:pt x="85169" y="457518"/>
                </a:lnTo>
                <a:lnTo>
                  <a:pt x="119052" y="484306"/>
                </a:lnTo>
                <a:lnTo>
                  <a:pt x="157153" y="506102"/>
                </a:lnTo>
                <a:lnTo>
                  <a:pt x="198875" y="522353"/>
                </a:lnTo>
                <a:lnTo>
                  <a:pt x="243618" y="532509"/>
                </a:lnTo>
                <a:lnTo>
                  <a:pt x="290784" y="536016"/>
                </a:lnTo>
                <a:lnTo>
                  <a:pt x="337953" y="532509"/>
                </a:lnTo>
                <a:lnTo>
                  <a:pt x="382699" y="522353"/>
                </a:lnTo>
                <a:lnTo>
                  <a:pt x="424421" y="506102"/>
                </a:lnTo>
                <a:lnTo>
                  <a:pt x="462522" y="484306"/>
                </a:lnTo>
                <a:lnTo>
                  <a:pt x="496404" y="457518"/>
                </a:lnTo>
                <a:lnTo>
                  <a:pt x="525467" y="426289"/>
                </a:lnTo>
                <a:lnTo>
                  <a:pt x="549114" y="391171"/>
                </a:lnTo>
                <a:lnTo>
                  <a:pt x="566746" y="352716"/>
                </a:lnTo>
                <a:lnTo>
                  <a:pt x="577764" y="311476"/>
                </a:lnTo>
                <a:lnTo>
                  <a:pt x="581569" y="268002"/>
                </a:lnTo>
                <a:close/>
              </a:path>
            </a:pathLst>
          </a:custGeom>
          <a:ln w="424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596525" y="5555808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10</a:t>
            </a:r>
            <a:r>
              <a:rPr sz="1750" spc="90" dirty="0">
                <a:latin typeface="宋体"/>
                <a:cs typeface="宋体"/>
              </a:rPr>
              <a:t>0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667689" y="5459329"/>
            <a:ext cx="581660" cy="536575"/>
          </a:xfrm>
          <a:custGeom>
            <a:avLst/>
            <a:gdLst/>
            <a:ahLst/>
            <a:cxnLst/>
            <a:rect l="l" t="t" r="r" b="b"/>
            <a:pathLst>
              <a:path w="581660" h="536575">
                <a:moveTo>
                  <a:pt x="581569" y="268002"/>
                </a:moveTo>
                <a:lnTo>
                  <a:pt x="577764" y="224533"/>
                </a:lnTo>
                <a:lnTo>
                  <a:pt x="566746" y="183297"/>
                </a:lnTo>
                <a:lnTo>
                  <a:pt x="549114" y="144844"/>
                </a:lnTo>
                <a:lnTo>
                  <a:pt x="525467" y="109728"/>
                </a:lnTo>
                <a:lnTo>
                  <a:pt x="496404" y="78499"/>
                </a:lnTo>
                <a:lnTo>
                  <a:pt x="462522" y="51711"/>
                </a:lnTo>
                <a:lnTo>
                  <a:pt x="424421" y="29915"/>
                </a:lnTo>
                <a:lnTo>
                  <a:pt x="382699" y="13663"/>
                </a:lnTo>
                <a:lnTo>
                  <a:pt x="337953" y="3507"/>
                </a:lnTo>
                <a:lnTo>
                  <a:pt x="290784" y="0"/>
                </a:lnTo>
                <a:lnTo>
                  <a:pt x="243615" y="3507"/>
                </a:lnTo>
                <a:lnTo>
                  <a:pt x="198870" y="13663"/>
                </a:lnTo>
                <a:lnTo>
                  <a:pt x="157148" y="29915"/>
                </a:lnTo>
                <a:lnTo>
                  <a:pt x="119046" y="51711"/>
                </a:lnTo>
                <a:lnTo>
                  <a:pt x="85165" y="78499"/>
                </a:lnTo>
                <a:lnTo>
                  <a:pt x="56101" y="109728"/>
                </a:lnTo>
                <a:lnTo>
                  <a:pt x="32455" y="144844"/>
                </a:lnTo>
                <a:lnTo>
                  <a:pt x="14823" y="183296"/>
                </a:lnTo>
                <a:lnTo>
                  <a:pt x="3805" y="224533"/>
                </a:lnTo>
                <a:lnTo>
                  <a:pt x="0" y="268002"/>
                </a:lnTo>
                <a:lnTo>
                  <a:pt x="3805" y="311476"/>
                </a:lnTo>
                <a:lnTo>
                  <a:pt x="14823" y="352716"/>
                </a:lnTo>
                <a:lnTo>
                  <a:pt x="32455" y="391171"/>
                </a:lnTo>
                <a:lnTo>
                  <a:pt x="56101" y="426289"/>
                </a:lnTo>
                <a:lnTo>
                  <a:pt x="85165" y="457518"/>
                </a:lnTo>
                <a:lnTo>
                  <a:pt x="119046" y="484306"/>
                </a:lnTo>
                <a:lnTo>
                  <a:pt x="157148" y="506102"/>
                </a:lnTo>
                <a:lnTo>
                  <a:pt x="198870" y="522353"/>
                </a:lnTo>
                <a:lnTo>
                  <a:pt x="243615" y="532509"/>
                </a:lnTo>
                <a:lnTo>
                  <a:pt x="290784" y="536016"/>
                </a:lnTo>
                <a:lnTo>
                  <a:pt x="337953" y="532509"/>
                </a:lnTo>
                <a:lnTo>
                  <a:pt x="382699" y="522353"/>
                </a:lnTo>
                <a:lnTo>
                  <a:pt x="424421" y="506102"/>
                </a:lnTo>
                <a:lnTo>
                  <a:pt x="462522" y="484306"/>
                </a:lnTo>
                <a:lnTo>
                  <a:pt x="496404" y="457518"/>
                </a:lnTo>
                <a:lnTo>
                  <a:pt x="525467" y="426289"/>
                </a:lnTo>
                <a:lnTo>
                  <a:pt x="549114" y="391171"/>
                </a:lnTo>
                <a:lnTo>
                  <a:pt x="566746" y="352716"/>
                </a:lnTo>
                <a:lnTo>
                  <a:pt x="577764" y="311476"/>
                </a:lnTo>
                <a:lnTo>
                  <a:pt x="581569" y="268002"/>
                </a:lnTo>
                <a:close/>
              </a:path>
            </a:pathLst>
          </a:custGeom>
          <a:ln w="424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759686" y="5555808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11</a:t>
            </a:r>
            <a:r>
              <a:rPr sz="1750" spc="90" dirty="0">
                <a:latin typeface="宋体"/>
                <a:cs typeface="宋体"/>
              </a:rPr>
              <a:t>0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830828" y="5459329"/>
            <a:ext cx="581660" cy="536575"/>
          </a:xfrm>
          <a:custGeom>
            <a:avLst/>
            <a:gdLst/>
            <a:ahLst/>
            <a:cxnLst/>
            <a:rect l="l" t="t" r="r" b="b"/>
            <a:pathLst>
              <a:path w="581660" h="536575">
                <a:moveTo>
                  <a:pt x="581651" y="268002"/>
                </a:moveTo>
                <a:lnTo>
                  <a:pt x="577843" y="224533"/>
                </a:lnTo>
                <a:lnTo>
                  <a:pt x="566817" y="183297"/>
                </a:lnTo>
                <a:lnTo>
                  <a:pt x="549173" y="144844"/>
                </a:lnTo>
                <a:lnTo>
                  <a:pt x="525511" y="109728"/>
                </a:lnTo>
                <a:lnTo>
                  <a:pt x="496430" y="78499"/>
                </a:lnTo>
                <a:lnTo>
                  <a:pt x="462529" y="51711"/>
                </a:lnTo>
                <a:lnTo>
                  <a:pt x="424409" y="29915"/>
                </a:lnTo>
                <a:lnTo>
                  <a:pt x="382668" y="13663"/>
                </a:lnTo>
                <a:lnTo>
                  <a:pt x="337906" y="3507"/>
                </a:lnTo>
                <a:lnTo>
                  <a:pt x="290723" y="0"/>
                </a:lnTo>
                <a:lnTo>
                  <a:pt x="243595" y="3507"/>
                </a:lnTo>
                <a:lnTo>
                  <a:pt x="198878" y="13663"/>
                </a:lnTo>
                <a:lnTo>
                  <a:pt x="157172" y="29915"/>
                </a:lnTo>
                <a:lnTo>
                  <a:pt x="119077" y="51711"/>
                </a:lnTo>
                <a:lnTo>
                  <a:pt x="85196" y="78499"/>
                </a:lnTo>
                <a:lnTo>
                  <a:pt x="56127" y="109728"/>
                </a:lnTo>
                <a:lnTo>
                  <a:pt x="32472" y="144844"/>
                </a:lnTo>
                <a:lnTo>
                  <a:pt x="14832" y="183296"/>
                </a:lnTo>
                <a:lnTo>
                  <a:pt x="3808" y="224533"/>
                </a:lnTo>
                <a:lnTo>
                  <a:pt x="0" y="268002"/>
                </a:lnTo>
                <a:lnTo>
                  <a:pt x="3808" y="311476"/>
                </a:lnTo>
                <a:lnTo>
                  <a:pt x="14832" y="352716"/>
                </a:lnTo>
                <a:lnTo>
                  <a:pt x="32472" y="391171"/>
                </a:lnTo>
                <a:lnTo>
                  <a:pt x="56127" y="426289"/>
                </a:lnTo>
                <a:lnTo>
                  <a:pt x="85196" y="457518"/>
                </a:lnTo>
                <a:lnTo>
                  <a:pt x="119077" y="484306"/>
                </a:lnTo>
                <a:lnTo>
                  <a:pt x="157172" y="506102"/>
                </a:lnTo>
                <a:lnTo>
                  <a:pt x="198878" y="522353"/>
                </a:lnTo>
                <a:lnTo>
                  <a:pt x="243595" y="532509"/>
                </a:lnTo>
                <a:lnTo>
                  <a:pt x="290723" y="536016"/>
                </a:lnTo>
                <a:lnTo>
                  <a:pt x="337906" y="532509"/>
                </a:lnTo>
                <a:lnTo>
                  <a:pt x="382668" y="522353"/>
                </a:lnTo>
                <a:lnTo>
                  <a:pt x="424409" y="506102"/>
                </a:lnTo>
                <a:lnTo>
                  <a:pt x="462529" y="484306"/>
                </a:lnTo>
                <a:lnTo>
                  <a:pt x="496430" y="457518"/>
                </a:lnTo>
                <a:lnTo>
                  <a:pt x="525511" y="426289"/>
                </a:lnTo>
                <a:lnTo>
                  <a:pt x="549173" y="391171"/>
                </a:lnTo>
                <a:lnTo>
                  <a:pt x="566817" y="352716"/>
                </a:lnTo>
                <a:lnTo>
                  <a:pt x="577843" y="311476"/>
                </a:lnTo>
                <a:lnTo>
                  <a:pt x="581651" y="268002"/>
                </a:lnTo>
                <a:close/>
              </a:path>
            </a:pathLst>
          </a:custGeom>
          <a:ln w="424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922764" y="5555808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11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084027" y="4655303"/>
            <a:ext cx="376555" cy="0"/>
          </a:xfrm>
          <a:custGeom>
            <a:avLst/>
            <a:gdLst/>
            <a:ahLst/>
            <a:cxnLst/>
            <a:rect l="l" t="t" r="r" b="b"/>
            <a:pathLst>
              <a:path w="376555">
                <a:moveTo>
                  <a:pt x="0" y="0"/>
                </a:moveTo>
                <a:lnTo>
                  <a:pt x="376442" y="0"/>
                </a:lnTo>
              </a:path>
            </a:pathLst>
          </a:custGeom>
          <a:ln w="22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441389" y="4584960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0" y="0"/>
                </a:moveTo>
                <a:lnTo>
                  <a:pt x="0" y="140685"/>
                </a:lnTo>
                <a:lnTo>
                  <a:pt x="228967" y="703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249259" y="4655303"/>
            <a:ext cx="376555" cy="0"/>
          </a:xfrm>
          <a:custGeom>
            <a:avLst/>
            <a:gdLst/>
            <a:ahLst/>
            <a:cxnLst/>
            <a:rect l="l" t="t" r="r" b="b"/>
            <a:pathLst>
              <a:path w="376554">
                <a:moveTo>
                  <a:pt x="0" y="0"/>
                </a:moveTo>
                <a:lnTo>
                  <a:pt x="376401" y="0"/>
                </a:lnTo>
              </a:path>
            </a:pathLst>
          </a:custGeom>
          <a:ln w="22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606580" y="4584960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0" y="0"/>
                </a:moveTo>
                <a:lnTo>
                  <a:pt x="0" y="140685"/>
                </a:lnTo>
                <a:lnTo>
                  <a:pt x="228967" y="703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433438" y="5727332"/>
            <a:ext cx="398780" cy="0"/>
          </a:xfrm>
          <a:custGeom>
            <a:avLst/>
            <a:gdLst/>
            <a:ahLst/>
            <a:cxnLst/>
            <a:rect l="l" t="t" r="r" b="b"/>
            <a:pathLst>
              <a:path w="398779">
                <a:moveTo>
                  <a:pt x="398416" y="0"/>
                </a:moveTo>
                <a:lnTo>
                  <a:pt x="0" y="0"/>
                </a:lnTo>
              </a:path>
            </a:pathLst>
          </a:custGeom>
          <a:ln w="22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223551" y="5656989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228967" y="0"/>
                </a:moveTo>
                <a:lnTo>
                  <a:pt x="0" y="70342"/>
                </a:lnTo>
                <a:lnTo>
                  <a:pt x="228967" y="140685"/>
                </a:lnTo>
                <a:lnTo>
                  <a:pt x="228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269519" y="5727332"/>
            <a:ext cx="398780" cy="0"/>
          </a:xfrm>
          <a:custGeom>
            <a:avLst/>
            <a:gdLst/>
            <a:ahLst/>
            <a:cxnLst/>
            <a:rect l="l" t="t" r="r" b="b"/>
            <a:pathLst>
              <a:path w="398780">
                <a:moveTo>
                  <a:pt x="398395" y="0"/>
                </a:moveTo>
                <a:lnTo>
                  <a:pt x="0" y="0"/>
                </a:lnTo>
              </a:path>
            </a:pathLst>
          </a:custGeom>
          <a:ln w="22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059632" y="5656989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228967" y="0"/>
                </a:moveTo>
                <a:lnTo>
                  <a:pt x="0" y="70342"/>
                </a:lnTo>
                <a:lnTo>
                  <a:pt x="228967" y="140685"/>
                </a:lnTo>
                <a:lnTo>
                  <a:pt x="228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109447" y="4923078"/>
            <a:ext cx="0" cy="344170"/>
          </a:xfrm>
          <a:custGeom>
            <a:avLst/>
            <a:gdLst/>
            <a:ahLst/>
            <a:cxnLst/>
            <a:rect l="l" t="t" r="r" b="b"/>
            <a:pathLst>
              <a:path h="344170">
                <a:moveTo>
                  <a:pt x="0" y="0"/>
                </a:moveTo>
                <a:lnTo>
                  <a:pt x="0" y="344018"/>
                </a:lnTo>
              </a:path>
            </a:pathLst>
          </a:custGeom>
          <a:ln w="24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033124" y="5249511"/>
            <a:ext cx="153035" cy="211454"/>
          </a:xfrm>
          <a:custGeom>
            <a:avLst/>
            <a:gdLst/>
            <a:ahLst/>
            <a:cxnLst/>
            <a:rect l="l" t="t" r="r" b="b"/>
            <a:pathLst>
              <a:path w="153035" h="211454">
                <a:moveTo>
                  <a:pt x="152645" y="0"/>
                </a:moveTo>
                <a:lnTo>
                  <a:pt x="0" y="0"/>
                </a:lnTo>
                <a:lnTo>
                  <a:pt x="76322" y="211028"/>
                </a:lnTo>
                <a:lnTo>
                  <a:pt x="1526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10599" y="5114687"/>
            <a:ext cx="0" cy="345440"/>
          </a:xfrm>
          <a:custGeom>
            <a:avLst/>
            <a:gdLst/>
            <a:ahLst/>
            <a:cxnLst/>
            <a:rect l="l" t="t" r="r" b="b"/>
            <a:pathLst>
              <a:path h="345439">
                <a:moveTo>
                  <a:pt x="0" y="345020"/>
                </a:moveTo>
                <a:lnTo>
                  <a:pt x="0" y="0"/>
                </a:lnTo>
              </a:path>
            </a:pathLst>
          </a:custGeom>
          <a:ln w="24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734277" y="4921244"/>
            <a:ext cx="153035" cy="211454"/>
          </a:xfrm>
          <a:custGeom>
            <a:avLst/>
            <a:gdLst/>
            <a:ahLst/>
            <a:cxnLst/>
            <a:rect l="l" t="t" r="r" b="b"/>
            <a:pathLst>
              <a:path w="153035" h="211454">
                <a:moveTo>
                  <a:pt x="76322" y="0"/>
                </a:moveTo>
                <a:lnTo>
                  <a:pt x="0" y="211028"/>
                </a:lnTo>
                <a:lnTo>
                  <a:pt x="152645" y="211028"/>
                </a:lnTo>
                <a:lnTo>
                  <a:pt x="763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949611" y="4374555"/>
            <a:ext cx="581660" cy="536575"/>
          </a:xfrm>
          <a:custGeom>
            <a:avLst/>
            <a:gdLst/>
            <a:ahLst/>
            <a:cxnLst/>
            <a:rect l="l" t="t" r="r" b="b"/>
            <a:pathLst>
              <a:path w="581660" h="536575">
                <a:moveTo>
                  <a:pt x="581651" y="268002"/>
                </a:moveTo>
                <a:lnTo>
                  <a:pt x="577843" y="224529"/>
                </a:lnTo>
                <a:lnTo>
                  <a:pt x="566818" y="183289"/>
                </a:lnTo>
                <a:lnTo>
                  <a:pt x="549178" y="144836"/>
                </a:lnTo>
                <a:lnTo>
                  <a:pt x="525524" y="109719"/>
                </a:lnTo>
                <a:lnTo>
                  <a:pt x="496455" y="78492"/>
                </a:lnTo>
                <a:lnTo>
                  <a:pt x="462573" y="51706"/>
                </a:lnTo>
                <a:lnTo>
                  <a:pt x="424479" y="29912"/>
                </a:lnTo>
                <a:lnTo>
                  <a:pt x="382773" y="13662"/>
                </a:lnTo>
                <a:lnTo>
                  <a:pt x="338055" y="3507"/>
                </a:lnTo>
                <a:lnTo>
                  <a:pt x="290928" y="0"/>
                </a:lnTo>
                <a:lnTo>
                  <a:pt x="243745" y="3507"/>
                </a:lnTo>
                <a:lnTo>
                  <a:pt x="198983" y="13662"/>
                </a:lnTo>
                <a:lnTo>
                  <a:pt x="157242" y="29912"/>
                </a:lnTo>
                <a:lnTo>
                  <a:pt x="119122" y="51706"/>
                </a:lnTo>
                <a:lnTo>
                  <a:pt x="85221" y="78492"/>
                </a:lnTo>
                <a:lnTo>
                  <a:pt x="56140" y="109719"/>
                </a:lnTo>
                <a:lnTo>
                  <a:pt x="32478" y="144836"/>
                </a:lnTo>
                <a:lnTo>
                  <a:pt x="14834" y="183289"/>
                </a:lnTo>
                <a:lnTo>
                  <a:pt x="3808" y="224529"/>
                </a:lnTo>
                <a:lnTo>
                  <a:pt x="0" y="268002"/>
                </a:lnTo>
                <a:lnTo>
                  <a:pt x="3808" y="311471"/>
                </a:lnTo>
                <a:lnTo>
                  <a:pt x="14834" y="352708"/>
                </a:lnTo>
                <a:lnTo>
                  <a:pt x="32478" y="391160"/>
                </a:lnTo>
                <a:lnTo>
                  <a:pt x="56140" y="426277"/>
                </a:lnTo>
                <a:lnTo>
                  <a:pt x="85221" y="457505"/>
                </a:lnTo>
                <a:lnTo>
                  <a:pt x="119122" y="484293"/>
                </a:lnTo>
                <a:lnTo>
                  <a:pt x="157242" y="506089"/>
                </a:lnTo>
                <a:lnTo>
                  <a:pt x="198983" y="522341"/>
                </a:lnTo>
                <a:lnTo>
                  <a:pt x="243745" y="532497"/>
                </a:lnTo>
                <a:lnTo>
                  <a:pt x="290928" y="536005"/>
                </a:lnTo>
                <a:lnTo>
                  <a:pt x="338056" y="532497"/>
                </a:lnTo>
                <a:lnTo>
                  <a:pt x="382773" y="522341"/>
                </a:lnTo>
                <a:lnTo>
                  <a:pt x="424479" y="506089"/>
                </a:lnTo>
                <a:lnTo>
                  <a:pt x="462573" y="484293"/>
                </a:lnTo>
                <a:lnTo>
                  <a:pt x="496455" y="457505"/>
                </a:lnTo>
                <a:lnTo>
                  <a:pt x="525524" y="426277"/>
                </a:lnTo>
                <a:lnTo>
                  <a:pt x="549178" y="391160"/>
                </a:lnTo>
                <a:lnTo>
                  <a:pt x="566818" y="352708"/>
                </a:lnTo>
                <a:lnTo>
                  <a:pt x="577843" y="311471"/>
                </a:lnTo>
                <a:lnTo>
                  <a:pt x="581651" y="268002"/>
                </a:lnTo>
                <a:close/>
              </a:path>
            </a:pathLst>
          </a:custGeom>
          <a:ln w="424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041751" y="4471014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01</a:t>
            </a:r>
            <a:r>
              <a:rPr sz="1750" spc="90" dirty="0">
                <a:latin typeface="宋体"/>
                <a:cs typeface="宋体"/>
              </a:rPr>
              <a:t>0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949611" y="5446566"/>
            <a:ext cx="581660" cy="536575"/>
          </a:xfrm>
          <a:custGeom>
            <a:avLst/>
            <a:gdLst/>
            <a:ahLst/>
            <a:cxnLst/>
            <a:rect l="l" t="t" r="r" b="b"/>
            <a:pathLst>
              <a:path w="581660" h="536575">
                <a:moveTo>
                  <a:pt x="581651" y="268021"/>
                </a:moveTo>
                <a:lnTo>
                  <a:pt x="577843" y="224547"/>
                </a:lnTo>
                <a:lnTo>
                  <a:pt x="566818" y="183306"/>
                </a:lnTo>
                <a:lnTo>
                  <a:pt x="549178" y="144850"/>
                </a:lnTo>
                <a:lnTo>
                  <a:pt x="525524" y="109732"/>
                </a:lnTo>
                <a:lnTo>
                  <a:pt x="496455" y="78502"/>
                </a:lnTo>
                <a:lnTo>
                  <a:pt x="462573" y="51713"/>
                </a:lnTo>
                <a:lnTo>
                  <a:pt x="424479" y="29916"/>
                </a:lnTo>
                <a:lnTo>
                  <a:pt x="382773" y="13664"/>
                </a:lnTo>
                <a:lnTo>
                  <a:pt x="338055" y="3507"/>
                </a:lnTo>
                <a:lnTo>
                  <a:pt x="290928" y="0"/>
                </a:lnTo>
                <a:lnTo>
                  <a:pt x="243745" y="3507"/>
                </a:lnTo>
                <a:lnTo>
                  <a:pt x="198983" y="13664"/>
                </a:lnTo>
                <a:lnTo>
                  <a:pt x="157242" y="29916"/>
                </a:lnTo>
                <a:lnTo>
                  <a:pt x="119122" y="51713"/>
                </a:lnTo>
                <a:lnTo>
                  <a:pt x="85221" y="78502"/>
                </a:lnTo>
                <a:lnTo>
                  <a:pt x="56140" y="109732"/>
                </a:lnTo>
                <a:lnTo>
                  <a:pt x="32478" y="144850"/>
                </a:lnTo>
                <a:lnTo>
                  <a:pt x="14834" y="183306"/>
                </a:lnTo>
                <a:lnTo>
                  <a:pt x="3808" y="224547"/>
                </a:lnTo>
                <a:lnTo>
                  <a:pt x="0" y="268021"/>
                </a:lnTo>
                <a:lnTo>
                  <a:pt x="3808" y="311490"/>
                </a:lnTo>
                <a:lnTo>
                  <a:pt x="14834" y="352727"/>
                </a:lnTo>
                <a:lnTo>
                  <a:pt x="32478" y="391179"/>
                </a:lnTo>
                <a:lnTo>
                  <a:pt x="56140" y="426295"/>
                </a:lnTo>
                <a:lnTo>
                  <a:pt x="85221" y="457523"/>
                </a:lnTo>
                <a:lnTo>
                  <a:pt x="119122" y="484311"/>
                </a:lnTo>
                <a:lnTo>
                  <a:pt x="157242" y="506107"/>
                </a:lnTo>
                <a:lnTo>
                  <a:pt x="198983" y="522358"/>
                </a:lnTo>
                <a:lnTo>
                  <a:pt x="243745" y="532514"/>
                </a:lnTo>
                <a:lnTo>
                  <a:pt x="290928" y="536022"/>
                </a:lnTo>
                <a:lnTo>
                  <a:pt x="338056" y="532514"/>
                </a:lnTo>
                <a:lnTo>
                  <a:pt x="382773" y="522358"/>
                </a:lnTo>
                <a:lnTo>
                  <a:pt x="424479" y="506107"/>
                </a:lnTo>
                <a:lnTo>
                  <a:pt x="462573" y="484311"/>
                </a:lnTo>
                <a:lnTo>
                  <a:pt x="496455" y="457523"/>
                </a:lnTo>
                <a:lnTo>
                  <a:pt x="525524" y="426295"/>
                </a:lnTo>
                <a:lnTo>
                  <a:pt x="549178" y="391179"/>
                </a:lnTo>
                <a:lnTo>
                  <a:pt x="566818" y="352727"/>
                </a:lnTo>
                <a:lnTo>
                  <a:pt x="577843" y="311490"/>
                </a:lnTo>
                <a:lnTo>
                  <a:pt x="581651" y="268021"/>
                </a:lnTo>
                <a:close/>
              </a:path>
            </a:pathLst>
          </a:custGeom>
          <a:ln w="424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041751" y="5543044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10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095075" y="4856952"/>
            <a:ext cx="0" cy="429895"/>
          </a:xfrm>
          <a:custGeom>
            <a:avLst/>
            <a:gdLst/>
            <a:ahLst/>
            <a:cxnLst/>
            <a:rect l="l" t="t" r="r" b="b"/>
            <a:pathLst>
              <a:path h="429895">
                <a:moveTo>
                  <a:pt x="0" y="0"/>
                </a:moveTo>
                <a:lnTo>
                  <a:pt x="0" y="429677"/>
                </a:lnTo>
              </a:path>
            </a:pathLst>
          </a:custGeom>
          <a:ln w="24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018752" y="5269045"/>
            <a:ext cx="153035" cy="211454"/>
          </a:xfrm>
          <a:custGeom>
            <a:avLst/>
            <a:gdLst/>
            <a:ahLst/>
            <a:cxnLst/>
            <a:rect l="l" t="t" r="r" b="b"/>
            <a:pathLst>
              <a:path w="153035" h="211454">
                <a:moveTo>
                  <a:pt x="152645" y="0"/>
                </a:moveTo>
                <a:lnTo>
                  <a:pt x="0" y="0"/>
                </a:lnTo>
                <a:lnTo>
                  <a:pt x="76322" y="211028"/>
                </a:lnTo>
                <a:lnTo>
                  <a:pt x="1526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401801" y="5061911"/>
            <a:ext cx="0" cy="429895"/>
          </a:xfrm>
          <a:custGeom>
            <a:avLst/>
            <a:gdLst/>
            <a:ahLst/>
            <a:cxnLst/>
            <a:rect l="l" t="t" r="r" b="b"/>
            <a:pathLst>
              <a:path h="429895">
                <a:moveTo>
                  <a:pt x="0" y="0"/>
                </a:moveTo>
                <a:lnTo>
                  <a:pt x="0" y="429677"/>
                </a:lnTo>
              </a:path>
            </a:pathLst>
          </a:custGeom>
          <a:ln w="24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325479" y="4868468"/>
            <a:ext cx="153035" cy="211454"/>
          </a:xfrm>
          <a:custGeom>
            <a:avLst/>
            <a:gdLst/>
            <a:ahLst/>
            <a:cxnLst/>
            <a:rect l="l" t="t" r="r" b="b"/>
            <a:pathLst>
              <a:path w="153035" h="211454">
                <a:moveTo>
                  <a:pt x="76322" y="0"/>
                </a:moveTo>
                <a:lnTo>
                  <a:pt x="0" y="211028"/>
                </a:lnTo>
                <a:lnTo>
                  <a:pt x="152645" y="211028"/>
                </a:lnTo>
                <a:lnTo>
                  <a:pt x="763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547450" y="3382890"/>
            <a:ext cx="698500" cy="643890"/>
          </a:xfrm>
          <a:custGeom>
            <a:avLst/>
            <a:gdLst/>
            <a:ahLst/>
            <a:cxnLst/>
            <a:rect l="l" t="t" r="r" b="b"/>
            <a:pathLst>
              <a:path w="698500" h="643889">
                <a:moveTo>
                  <a:pt x="697900" y="321648"/>
                </a:moveTo>
                <a:lnTo>
                  <a:pt x="694116" y="274136"/>
                </a:lnTo>
                <a:lnTo>
                  <a:pt x="683125" y="228782"/>
                </a:lnTo>
                <a:lnTo>
                  <a:pt x="665466" y="186085"/>
                </a:lnTo>
                <a:lnTo>
                  <a:pt x="641680" y="146544"/>
                </a:lnTo>
                <a:lnTo>
                  <a:pt x="612306" y="110656"/>
                </a:lnTo>
                <a:lnTo>
                  <a:pt x="577884" y="78922"/>
                </a:lnTo>
                <a:lnTo>
                  <a:pt x="538954" y="51840"/>
                </a:lnTo>
                <a:lnTo>
                  <a:pt x="496056" y="29908"/>
                </a:lnTo>
                <a:lnTo>
                  <a:pt x="449729" y="13624"/>
                </a:lnTo>
                <a:lnTo>
                  <a:pt x="400514" y="3489"/>
                </a:lnTo>
                <a:lnTo>
                  <a:pt x="348950" y="0"/>
                </a:lnTo>
                <a:lnTo>
                  <a:pt x="297385" y="3489"/>
                </a:lnTo>
                <a:lnTo>
                  <a:pt x="248170" y="13624"/>
                </a:lnTo>
                <a:lnTo>
                  <a:pt x="201843" y="29908"/>
                </a:lnTo>
                <a:lnTo>
                  <a:pt x="158945" y="51840"/>
                </a:lnTo>
                <a:lnTo>
                  <a:pt x="120015" y="78922"/>
                </a:lnTo>
                <a:lnTo>
                  <a:pt x="85593" y="110656"/>
                </a:lnTo>
                <a:lnTo>
                  <a:pt x="56219" y="146544"/>
                </a:lnTo>
                <a:lnTo>
                  <a:pt x="32433" y="186085"/>
                </a:lnTo>
                <a:lnTo>
                  <a:pt x="14774" y="228782"/>
                </a:lnTo>
                <a:lnTo>
                  <a:pt x="3783" y="274136"/>
                </a:lnTo>
                <a:lnTo>
                  <a:pt x="0" y="321648"/>
                </a:lnTo>
                <a:lnTo>
                  <a:pt x="3783" y="369160"/>
                </a:lnTo>
                <a:lnTo>
                  <a:pt x="14774" y="414514"/>
                </a:lnTo>
                <a:lnTo>
                  <a:pt x="32433" y="457211"/>
                </a:lnTo>
                <a:lnTo>
                  <a:pt x="56219" y="496753"/>
                </a:lnTo>
                <a:lnTo>
                  <a:pt x="85593" y="532640"/>
                </a:lnTo>
                <a:lnTo>
                  <a:pt x="120015" y="564374"/>
                </a:lnTo>
                <a:lnTo>
                  <a:pt x="158945" y="591456"/>
                </a:lnTo>
                <a:lnTo>
                  <a:pt x="201843" y="613389"/>
                </a:lnTo>
                <a:lnTo>
                  <a:pt x="248170" y="629672"/>
                </a:lnTo>
                <a:lnTo>
                  <a:pt x="297385" y="639807"/>
                </a:lnTo>
                <a:lnTo>
                  <a:pt x="348950" y="643297"/>
                </a:lnTo>
                <a:lnTo>
                  <a:pt x="400514" y="639807"/>
                </a:lnTo>
                <a:lnTo>
                  <a:pt x="449729" y="629672"/>
                </a:lnTo>
                <a:lnTo>
                  <a:pt x="496056" y="613389"/>
                </a:lnTo>
                <a:lnTo>
                  <a:pt x="538954" y="591456"/>
                </a:lnTo>
                <a:lnTo>
                  <a:pt x="577884" y="564374"/>
                </a:lnTo>
                <a:lnTo>
                  <a:pt x="612306" y="532640"/>
                </a:lnTo>
                <a:lnTo>
                  <a:pt x="641680" y="496753"/>
                </a:lnTo>
                <a:lnTo>
                  <a:pt x="665466" y="457211"/>
                </a:lnTo>
                <a:lnTo>
                  <a:pt x="683125" y="414514"/>
                </a:lnTo>
                <a:lnTo>
                  <a:pt x="694116" y="369160"/>
                </a:lnTo>
                <a:lnTo>
                  <a:pt x="697900" y="321648"/>
                </a:lnTo>
                <a:close/>
              </a:path>
            </a:pathLst>
          </a:custGeom>
          <a:ln w="424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599782" y="3559471"/>
            <a:ext cx="59309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50" spc="60" dirty="0">
                <a:latin typeface="宋体"/>
                <a:cs typeface="宋体"/>
              </a:rPr>
              <a:t>Q</a:t>
            </a:r>
            <a:r>
              <a:rPr sz="1500" spc="89" baseline="-11111" dirty="0">
                <a:latin typeface="宋体"/>
                <a:cs typeface="宋体"/>
              </a:rPr>
              <a:t>3</a:t>
            </a:r>
            <a:r>
              <a:rPr sz="1450" spc="60" dirty="0">
                <a:latin typeface="宋体"/>
                <a:cs typeface="宋体"/>
              </a:rPr>
              <a:t>Q</a:t>
            </a:r>
            <a:r>
              <a:rPr sz="1500" spc="89" baseline="-11111" dirty="0">
                <a:latin typeface="宋体"/>
                <a:cs typeface="宋体"/>
              </a:rPr>
              <a:t>2</a:t>
            </a:r>
            <a:r>
              <a:rPr sz="1450" spc="60" dirty="0">
                <a:latin typeface="宋体"/>
                <a:cs typeface="宋体"/>
              </a:rPr>
              <a:t>Q</a:t>
            </a:r>
            <a:r>
              <a:rPr sz="1500" spc="89" baseline="-11111" dirty="0">
                <a:latin typeface="宋体"/>
                <a:cs typeface="宋体"/>
              </a:rPr>
              <a:t>1</a:t>
            </a:r>
            <a:endParaRPr sz="1500" baseline="-11111">
              <a:latin typeface="宋体"/>
              <a:cs typeface="宋体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34660" y="6539775"/>
            <a:ext cx="35369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23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xfrm>
            <a:off x="1429511" y="598931"/>
            <a:ext cx="2941320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397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10"/>
              </a:spcBef>
            </a:pPr>
            <a:r>
              <a:rPr i="0" dirty="0">
                <a:solidFill>
                  <a:srgbClr val="000000"/>
                </a:solidFill>
                <a:latin typeface="华文楷体"/>
                <a:cs typeface="华文楷体"/>
              </a:rPr>
              <a:t>5</a:t>
            </a:r>
            <a:r>
              <a:rPr i="0" spc="-35" dirty="0">
                <a:solidFill>
                  <a:srgbClr val="000000"/>
                </a:solidFill>
                <a:latin typeface="华文楷体"/>
                <a:cs typeface="华文楷体"/>
              </a:rPr>
              <a:t> </a:t>
            </a:r>
            <a:r>
              <a:rPr dirty="0">
                <a:solidFill>
                  <a:srgbClr val="000000"/>
                </a:solidFill>
              </a:rPr>
              <a:t>分析电路功能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6081521" y="3884224"/>
            <a:ext cx="3094990" cy="2221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57200" algn="just">
              <a:lnSpc>
                <a:spcPct val="150000"/>
              </a:lnSpc>
              <a:spcBef>
                <a:spcPts val="105"/>
              </a:spcBef>
            </a:pPr>
            <a:r>
              <a:rPr sz="3200" i="1" spc="165" dirty="0">
                <a:solidFill>
                  <a:srgbClr val="C00000"/>
                </a:solidFill>
                <a:latin typeface="华文楷体"/>
                <a:cs typeface="华文楷体"/>
              </a:rPr>
              <a:t>不</a:t>
            </a:r>
            <a:r>
              <a:rPr sz="3200" i="1" spc="180" dirty="0">
                <a:solidFill>
                  <a:srgbClr val="C00000"/>
                </a:solidFill>
                <a:latin typeface="华文楷体"/>
                <a:cs typeface="华文楷体"/>
              </a:rPr>
              <a:t>能</a:t>
            </a:r>
            <a:r>
              <a:rPr sz="3200" i="1" spc="165" dirty="0">
                <a:solidFill>
                  <a:srgbClr val="C00000"/>
                </a:solidFill>
                <a:latin typeface="华文楷体"/>
                <a:cs typeface="华文楷体"/>
              </a:rPr>
              <a:t>自启</a:t>
            </a:r>
            <a:r>
              <a:rPr sz="3200" i="1" spc="180" dirty="0">
                <a:solidFill>
                  <a:srgbClr val="C00000"/>
                </a:solidFill>
                <a:latin typeface="华文楷体"/>
                <a:cs typeface="华文楷体"/>
              </a:rPr>
              <a:t>动</a:t>
            </a:r>
            <a:r>
              <a:rPr sz="3200" i="1" spc="5" dirty="0">
                <a:solidFill>
                  <a:srgbClr val="C00000"/>
                </a:solidFill>
                <a:latin typeface="华文楷体"/>
                <a:cs typeface="华文楷体"/>
              </a:rPr>
              <a:t>的 </a:t>
            </a:r>
            <a:r>
              <a:rPr sz="3200" i="1" spc="490" dirty="0">
                <a:solidFill>
                  <a:srgbClr val="C00000"/>
                </a:solidFill>
                <a:latin typeface="华文楷体"/>
                <a:cs typeface="华文楷体"/>
              </a:rPr>
              <a:t>同步</a:t>
            </a:r>
            <a:r>
              <a:rPr sz="3200" dirty="0">
                <a:solidFill>
                  <a:srgbClr val="C00000"/>
                </a:solidFill>
                <a:latin typeface="华文楷体"/>
                <a:cs typeface="华文楷体"/>
              </a:rPr>
              <a:t>6</a:t>
            </a:r>
            <a:r>
              <a:rPr sz="3200" spc="-385" dirty="0">
                <a:solidFill>
                  <a:srgbClr val="C00000"/>
                </a:solidFill>
                <a:latin typeface="华文楷体"/>
                <a:cs typeface="华文楷体"/>
              </a:rPr>
              <a:t> </a:t>
            </a:r>
            <a:r>
              <a:rPr sz="3200" i="1" spc="490" dirty="0">
                <a:solidFill>
                  <a:srgbClr val="C00000"/>
                </a:solidFill>
                <a:latin typeface="华文楷体"/>
                <a:cs typeface="华文楷体"/>
              </a:rPr>
              <a:t>进制计数 </a:t>
            </a:r>
            <a:r>
              <a:rPr sz="3200" i="1" spc="5" dirty="0">
                <a:solidFill>
                  <a:srgbClr val="C00000"/>
                </a:solidFill>
                <a:latin typeface="华文楷体"/>
                <a:cs typeface="华文楷体"/>
              </a:rPr>
              <a:t>器</a:t>
            </a:r>
            <a:endParaRPr sz="32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74928"/>
            <a:ext cx="55302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-5" dirty="0">
                <a:solidFill>
                  <a:srgbClr val="FF0000"/>
                </a:solidFill>
                <a:latin typeface="隶书"/>
                <a:cs typeface="隶书"/>
              </a:rPr>
              <a:t>异步时序逻辑电路分析方法</a:t>
            </a:r>
            <a:endParaRPr sz="3600">
              <a:latin typeface="隶书"/>
              <a:cs typeface="隶书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34660" y="6539775"/>
            <a:ext cx="35369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24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8044" y="1210061"/>
            <a:ext cx="8065134" cy="417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7200">
              <a:lnSpc>
                <a:spcPct val="150000"/>
              </a:lnSpc>
              <a:spcBef>
                <a:spcPts val="95"/>
              </a:spcBef>
            </a:pPr>
            <a:r>
              <a:rPr sz="2800" b="1" spc="40" dirty="0">
                <a:solidFill>
                  <a:srgbClr val="7E4D00"/>
                </a:solidFill>
                <a:latin typeface="华文楷体"/>
                <a:cs typeface="华文楷体"/>
              </a:rPr>
              <a:t>一般步骤与同步时序逻辑电路的分析步骤相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同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，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但必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须</a:t>
            </a:r>
            <a:r>
              <a:rPr sz="2800" b="1" dirty="0">
                <a:solidFill>
                  <a:srgbClr val="FF0000"/>
                </a:solidFill>
                <a:latin typeface="华文楷体"/>
                <a:cs typeface="华文楷体"/>
              </a:rPr>
              <a:t>首先</a:t>
            </a:r>
            <a:r>
              <a:rPr sz="2800" b="1" spc="-5" dirty="0">
                <a:solidFill>
                  <a:srgbClr val="FF0000"/>
                </a:solidFill>
                <a:latin typeface="华文楷体"/>
                <a:cs typeface="华文楷体"/>
              </a:rPr>
              <a:t>考虑时</a:t>
            </a:r>
            <a:r>
              <a:rPr sz="2800" b="1" spc="5" dirty="0">
                <a:solidFill>
                  <a:srgbClr val="FF0000"/>
                </a:solidFill>
                <a:latin typeface="华文楷体"/>
                <a:cs typeface="华文楷体"/>
              </a:rPr>
              <a:t>钟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条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件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 dirty="0">
              <a:latin typeface="华文楷体"/>
              <a:cs typeface="华文楷体"/>
            </a:endParaRPr>
          </a:p>
          <a:p>
            <a:pPr marL="12700" marR="5080" indent="457200" algn="just">
              <a:lnSpc>
                <a:spcPct val="150000"/>
              </a:lnSpc>
              <a:spcBef>
                <a:spcPts val="1200"/>
              </a:spcBef>
            </a:pPr>
            <a:r>
              <a:rPr sz="2800" b="1" spc="40" dirty="0">
                <a:solidFill>
                  <a:srgbClr val="7E4D00"/>
                </a:solidFill>
                <a:latin typeface="华文楷体"/>
                <a:cs typeface="华文楷体"/>
              </a:rPr>
              <a:t>每次电路状态更新</a:t>
            </a:r>
            <a:r>
              <a:rPr sz="2800" b="1" spc="20" dirty="0">
                <a:solidFill>
                  <a:srgbClr val="7E4D00"/>
                </a:solidFill>
                <a:latin typeface="华文楷体"/>
                <a:cs typeface="华文楷体"/>
              </a:rPr>
              <a:t>时</a:t>
            </a:r>
            <a:r>
              <a:rPr sz="2800" b="1" spc="35" dirty="0">
                <a:solidFill>
                  <a:srgbClr val="7E4D00"/>
                </a:solidFill>
                <a:latin typeface="华文楷体"/>
                <a:cs typeface="华文楷体"/>
              </a:rPr>
              <a:t>，不是所有的触发器都</a:t>
            </a:r>
            <a:r>
              <a:rPr sz="2800" b="1" spc="45" dirty="0">
                <a:solidFill>
                  <a:srgbClr val="7E4D00"/>
                </a:solidFill>
                <a:latin typeface="华文楷体"/>
                <a:cs typeface="华文楷体"/>
              </a:rPr>
              <a:t>有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时 </a:t>
            </a:r>
            <a:r>
              <a:rPr sz="2800" b="1" spc="50" dirty="0">
                <a:solidFill>
                  <a:srgbClr val="7E4D00"/>
                </a:solidFill>
                <a:latin typeface="华文楷体"/>
                <a:cs typeface="华文楷体"/>
              </a:rPr>
              <a:t>钟条件，具备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C</a:t>
            </a:r>
            <a:r>
              <a:rPr sz="2800" b="1" spc="50" dirty="0">
                <a:solidFill>
                  <a:srgbClr val="7E4D00"/>
                </a:solidFill>
                <a:latin typeface="华文楷体"/>
                <a:cs typeface="华文楷体"/>
              </a:rPr>
              <a:t>P</a:t>
            </a:r>
            <a:r>
              <a:rPr sz="2800" b="1" spc="35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b="1" spc="50" dirty="0">
                <a:solidFill>
                  <a:srgbClr val="7E4D00"/>
                </a:solidFill>
                <a:latin typeface="华文楷体"/>
                <a:cs typeface="华文楷体"/>
              </a:rPr>
              <a:t>触发器根据状态</a:t>
            </a:r>
            <a:r>
              <a:rPr sz="2800" b="1" spc="35" dirty="0">
                <a:solidFill>
                  <a:srgbClr val="7E4D00"/>
                </a:solidFill>
                <a:latin typeface="华文楷体"/>
                <a:cs typeface="华文楷体"/>
              </a:rPr>
              <a:t>方</a:t>
            </a:r>
            <a:r>
              <a:rPr sz="2800" b="1" spc="50" dirty="0">
                <a:solidFill>
                  <a:srgbClr val="7E4D00"/>
                </a:solidFill>
                <a:latin typeface="华文楷体"/>
                <a:cs typeface="华文楷体"/>
              </a:rPr>
              <a:t>程求次</a:t>
            </a:r>
            <a:r>
              <a:rPr sz="2800" b="1" spc="65" dirty="0">
                <a:solidFill>
                  <a:srgbClr val="7E4D00"/>
                </a:solidFill>
                <a:latin typeface="华文楷体"/>
                <a:cs typeface="华文楷体"/>
              </a:rPr>
              <a:t>态</a:t>
            </a:r>
            <a:r>
              <a:rPr sz="2800" b="1" spc="50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无 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CP的触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发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保持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原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状</a:t>
            </a:r>
            <a:r>
              <a:rPr sz="2800" b="1" spc="-15" dirty="0">
                <a:solidFill>
                  <a:srgbClr val="7E4D00"/>
                </a:solidFill>
                <a:latin typeface="华文楷体"/>
                <a:cs typeface="华文楷体"/>
              </a:rPr>
              <a:t>态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 dirty="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  <a:spcBef>
                <a:spcPts val="2880"/>
              </a:spcBef>
            </a:pPr>
            <a:r>
              <a:rPr sz="2800" b="1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状态方程中</a:t>
            </a:r>
            <a:r>
              <a:rPr sz="2800" b="1" spc="-5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需写</a:t>
            </a:r>
            <a:r>
              <a:rPr sz="2800" b="1" spc="10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入</a:t>
            </a:r>
            <a:r>
              <a:rPr sz="2800" b="1" spc="-10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CP条</a:t>
            </a:r>
            <a:r>
              <a:rPr sz="2800" b="1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件</a:t>
            </a:r>
            <a:r>
              <a:rPr sz="2800" b="1" spc="-5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。</a:t>
            </a:r>
            <a:endParaRPr sz="2800" dirty="0">
              <a:highlight>
                <a:srgbClr val="FFFF00"/>
              </a:highlight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96136" y="177749"/>
            <a:ext cx="8183245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pc="145" dirty="0">
                <a:solidFill>
                  <a:srgbClr val="000000"/>
                </a:solidFill>
              </a:rPr>
              <a:t>例</a:t>
            </a:r>
            <a:r>
              <a:rPr i="0" spc="-5" dirty="0">
                <a:solidFill>
                  <a:srgbClr val="000000"/>
                </a:solidFill>
                <a:latin typeface="华文楷体"/>
                <a:cs typeface="华文楷体"/>
              </a:rPr>
              <a:t>6</a:t>
            </a:r>
            <a:r>
              <a:rPr i="0" dirty="0">
                <a:solidFill>
                  <a:srgbClr val="000000"/>
                </a:solidFill>
                <a:latin typeface="华文楷体"/>
                <a:cs typeface="华文楷体"/>
              </a:rPr>
              <a:t>-</a:t>
            </a:r>
            <a:r>
              <a:rPr i="0" spc="140" dirty="0">
                <a:solidFill>
                  <a:srgbClr val="000000"/>
                </a:solidFill>
                <a:latin typeface="华文楷体"/>
                <a:cs typeface="华文楷体"/>
              </a:rPr>
              <a:t>2</a:t>
            </a:r>
            <a:r>
              <a:rPr spc="130" dirty="0">
                <a:solidFill>
                  <a:srgbClr val="000000"/>
                </a:solidFill>
              </a:rPr>
              <a:t>：</a:t>
            </a:r>
            <a:r>
              <a:rPr spc="145" dirty="0"/>
              <a:t>分析</a:t>
            </a:r>
            <a:r>
              <a:rPr spc="130" dirty="0"/>
              <a:t>图</a:t>
            </a:r>
            <a:r>
              <a:rPr spc="145" dirty="0"/>
              <a:t>示的</a:t>
            </a:r>
            <a:r>
              <a:rPr spc="130" dirty="0"/>
              <a:t>异</a:t>
            </a:r>
            <a:r>
              <a:rPr spc="145" dirty="0"/>
              <a:t>步时</a:t>
            </a:r>
            <a:r>
              <a:rPr spc="130" dirty="0"/>
              <a:t>序</a:t>
            </a:r>
            <a:r>
              <a:rPr spc="145" dirty="0"/>
              <a:t>电</a:t>
            </a:r>
            <a:r>
              <a:rPr spc="160" dirty="0"/>
              <a:t>路</a:t>
            </a:r>
            <a:r>
              <a:rPr spc="130" dirty="0"/>
              <a:t>，</a:t>
            </a:r>
            <a:r>
              <a:rPr spc="140" dirty="0"/>
              <a:t>要求</a:t>
            </a:r>
            <a:r>
              <a:rPr spc="130" dirty="0"/>
              <a:t>写</a:t>
            </a:r>
            <a:r>
              <a:rPr dirty="0"/>
              <a:t>出 </a:t>
            </a:r>
            <a:r>
              <a:rPr spc="5" dirty="0"/>
              <a:t>驱动</a:t>
            </a:r>
            <a:r>
              <a:rPr dirty="0"/>
              <a:t>方</a:t>
            </a:r>
            <a:r>
              <a:rPr spc="15" dirty="0"/>
              <a:t>程</a:t>
            </a:r>
            <a:r>
              <a:rPr spc="10" dirty="0"/>
              <a:t>、</a:t>
            </a:r>
            <a:r>
              <a:rPr dirty="0"/>
              <a:t>次</a:t>
            </a:r>
            <a:r>
              <a:rPr spc="5" dirty="0"/>
              <a:t>态方程</a:t>
            </a:r>
            <a:r>
              <a:rPr spc="10" dirty="0"/>
              <a:t>，</a:t>
            </a:r>
            <a:r>
              <a:rPr spc="5" dirty="0"/>
              <a:t>画</a:t>
            </a:r>
            <a:r>
              <a:rPr dirty="0"/>
              <a:t>出</a:t>
            </a:r>
            <a:r>
              <a:rPr spc="5" dirty="0"/>
              <a:t>状态</a:t>
            </a:r>
            <a:r>
              <a:rPr dirty="0"/>
              <a:t>转</a:t>
            </a:r>
            <a:r>
              <a:rPr spc="5" dirty="0"/>
              <a:t>换</a:t>
            </a:r>
            <a:r>
              <a:rPr spc="20" dirty="0"/>
              <a:t>图</a:t>
            </a:r>
            <a:r>
              <a:rPr dirty="0"/>
              <a:t>，并说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6136" y="1153795"/>
            <a:ext cx="368807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明电路的逻辑功能。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04288" y="2309208"/>
            <a:ext cx="935355" cy="1075055"/>
          </a:xfrm>
          <a:custGeom>
            <a:avLst/>
            <a:gdLst/>
            <a:ahLst/>
            <a:cxnLst/>
            <a:rect l="l" t="t" r="r" b="b"/>
            <a:pathLst>
              <a:path w="935354" h="1075054">
                <a:moveTo>
                  <a:pt x="0" y="1074477"/>
                </a:moveTo>
                <a:lnTo>
                  <a:pt x="935280" y="1074477"/>
                </a:lnTo>
                <a:lnTo>
                  <a:pt x="935280" y="0"/>
                </a:lnTo>
                <a:lnTo>
                  <a:pt x="0" y="0"/>
                </a:lnTo>
                <a:lnTo>
                  <a:pt x="0" y="1074477"/>
                </a:lnTo>
                <a:close/>
              </a:path>
            </a:pathLst>
          </a:custGeom>
          <a:ln w="343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04288" y="2738993"/>
            <a:ext cx="117475" cy="215265"/>
          </a:xfrm>
          <a:custGeom>
            <a:avLst/>
            <a:gdLst/>
            <a:ahLst/>
            <a:cxnLst/>
            <a:rect l="l" t="t" r="r" b="b"/>
            <a:pathLst>
              <a:path w="117475" h="215264">
                <a:moveTo>
                  <a:pt x="0" y="0"/>
                </a:moveTo>
                <a:lnTo>
                  <a:pt x="116949" y="107453"/>
                </a:lnTo>
                <a:lnTo>
                  <a:pt x="0" y="214907"/>
                </a:lnTo>
              </a:path>
            </a:pathLst>
          </a:custGeom>
          <a:ln w="349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04288" y="2314492"/>
            <a:ext cx="935355" cy="1075055"/>
          </a:xfrm>
          <a:prstGeom prst="rect">
            <a:avLst/>
          </a:prstGeom>
          <a:ln w="34508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39370" marR="505459" indent="31750">
              <a:lnSpc>
                <a:spcPct val="128200"/>
              </a:lnSpc>
              <a:spcBef>
                <a:spcPts val="110"/>
              </a:spcBef>
            </a:pPr>
            <a:r>
              <a:rPr sz="1650" b="1" spc="80" dirty="0">
                <a:latin typeface="Times New Roman"/>
                <a:cs typeface="Times New Roman"/>
              </a:rPr>
              <a:t>1J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55204" y="3437294"/>
            <a:ext cx="43370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1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39503" y="2524176"/>
            <a:ext cx="234315" cy="0"/>
          </a:xfrm>
          <a:custGeom>
            <a:avLst/>
            <a:gdLst/>
            <a:ahLst/>
            <a:cxnLst/>
            <a:rect l="l" t="t" r="r" b="b"/>
            <a:pathLst>
              <a:path w="234314">
                <a:moveTo>
                  <a:pt x="0" y="0"/>
                </a:moveTo>
                <a:lnTo>
                  <a:pt x="233931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44261" y="3168793"/>
            <a:ext cx="129539" cy="0"/>
          </a:xfrm>
          <a:custGeom>
            <a:avLst/>
            <a:gdLst/>
            <a:ahLst/>
            <a:cxnLst/>
            <a:rect l="l" t="t" r="r" b="b"/>
            <a:pathLst>
              <a:path w="129539">
                <a:moveTo>
                  <a:pt x="0" y="0"/>
                </a:moveTo>
                <a:lnTo>
                  <a:pt x="129173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28450" y="3115574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80">
                <a:moveTo>
                  <a:pt x="115810" y="53218"/>
                </a:moveTo>
                <a:lnTo>
                  <a:pt x="111263" y="32500"/>
                </a:lnTo>
                <a:lnTo>
                  <a:pt x="98860" y="15584"/>
                </a:lnTo>
                <a:lnTo>
                  <a:pt x="80455" y="4181"/>
                </a:lnTo>
                <a:lnTo>
                  <a:pt x="57905" y="0"/>
                </a:lnTo>
                <a:lnTo>
                  <a:pt x="35355" y="4181"/>
                </a:lnTo>
                <a:lnTo>
                  <a:pt x="16950" y="15584"/>
                </a:lnTo>
                <a:lnTo>
                  <a:pt x="4547" y="32500"/>
                </a:lnTo>
                <a:lnTo>
                  <a:pt x="0" y="53218"/>
                </a:lnTo>
                <a:lnTo>
                  <a:pt x="4547" y="73930"/>
                </a:lnTo>
                <a:lnTo>
                  <a:pt x="16950" y="90847"/>
                </a:lnTo>
                <a:lnTo>
                  <a:pt x="35355" y="102254"/>
                </a:lnTo>
                <a:lnTo>
                  <a:pt x="57905" y="106437"/>
                </a:lnTo>
                <a:lnTo>
                  <a:pt x="80455" y="102254"/>
                </a:lnTo>
                <a:lnTo>
                  <a:pt x="98860" y="90847"/>
                </a:lnTo>
                <a:lnTo>
                  <a:pt x="111263" y="73930"/>
                </a:lnTo>
                <a:lnTo>
                  <a:pt x="115810" y="53218"/>
                </a:lnTo>
                <a:close/>
              </a:path>
            </a:pathLst>
          </a:custGeom>
          <a:ln w="340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70472" y="2524176"/>
            <a:ext cx="234315" cy="0"/>
          </a:xfrm>
          <a:custGeom>
            <a:avLst/>
            <a:gdLst/>
            <a:ahLst/>
            <a:cxnLst/>
            <a:rect l="l" t="t" r="r" b="b"/>
            <a:pathLst>
              <a:path w="234314">
                <a:moveTo>
                  <a:pt x="233816" y="0"/>
                </a:moveTo>
                <a:lnTo>
                  <a:pt x="0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70472" y="3168793"/>
            <a:ext cx="234315" cy="0"/>
          </a:xfrm>
          <a:custGeom>
            <a:avLst/>
            <a:gdLst/>
            <a:ahLst/>
            <a:cxnLst/>
            <a:rect l="l" t="t" r="r" b="b"/>
            <a:pathLst>
              <a:path w="234314">
                <a:moveTo>
                  <a:pt x="233816" y="0"/>
                </a:moveTo>
                <a:lnTo>
                  <a:pt x="0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414410" y="2212333"/>
            <a:ext cx="31813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1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10131" y="2319776"/>
            <a:ext cx="935355" cy="1075055"/>
          </a:xfrm>
          <a:custGeom>
            <a:avLst/>
            <a:gdLst/>
            <a:ahLst/>
            <a:cxnLst/>
            <a:rect l="l" t="t" r="r" b="b"/>
            <a:pathLst>
              <a:path w="935354" h="1075054">
                <a:moveTo>
                  <a:pt x="0" y="1074477"/>
                </a:moveTo>
                <a:lnTo>
                  <a:pt x="935280" y="1074477"/>
                </a:lnTo>
                <a:lnTo>
                  <a:pt x="935280" y="0"/>
                </a:lnTo>
                <a:lnTo>
                  <a:pt x="0" y="0"/>
                </a:lnTo>
                <a:lnTo>
                  <a:pt x="0" y="1074477"/>
                </a:lnTo>
                <a:close/>
              </a:path>
            </a:pathLst>
          </a:custGeom>
          <a:ln w="343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210131" y="2749576"/>
            <a:ext cx="117475" cy="215265"/>
          </a:xfrm>
          <a:custGeom>
            <a:avLst/>
            <a:gdLst/>
            <a:ahLst/>
            <a:cxnLst/>
            <a:rect l="l" t="t" r="r" b="b"/>
            <a:pathLst>
              <a:path w="117475" h="215264">
                <a:moveTo>
                  <a:pt x="0" y="0"/>
                </a:moveTo>
                <a:lnTo>
                  <a:pt x="116965" y="107438"/>
                </a:lnTo>
                <a:lnTo>
                  <a:pt x="0" y="214892"/>
                </a:lnTo>
              </a:path>
            </a:pathLst>
          </a:custGeom>
          <a:ln w="349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210131" y="2317141"/>
            <a:ext cx="935355" cy="1071880"/>
          </a:xfrm>
          <a:prstGeom prst="rect">
            <a:avLst/>
          </a:prstGeom>
          <a:ln w="34508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39370" marR="505459" indent="31750">
              <a:lnSpc>
                <a:spcPct val="128200"/>
              </a:lnSpc>
              <a:spcBef>
                <a:spcPts val="175"/>
              </a:spcBef>
            </a:pPr>
            <a:r>
              <a:rPr sz="1650" b="1" spc="80" dirty="0">
                <a:latin typeface="Times New Roman"/>
                <a:cs typeface="Times New Roman"/>
              </a:rPr>
              <a:t>1J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61063" y="3447877"/>
            <a:ext cx="43370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2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145362" y="2534638"/>
            <a:ext cx="234315" cy="0"/>
          </a:xfrm>
          <a:custGeom>
            <a:avLst/>
            <a:gdLst/>
            <a:ahLst/>
            <a:cxnLst/>
            <a:rect l="l" t="t" r="r" b="b"/>
            <a:pathLst>
              <a:path w="234314">
                <a:moveTo>
                  <a:pt x="0" y="0"/>
                </a:moveTo>
                <a:lnTo>
                  <a:pt x="233931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50120" y="3179361"/>
            <a:ext cx="129539" cy="0"/>
          </a:xfrm>
          <a:custGeom>
            <a:avLst/>
            <a:gdLst/>
            <a:ahLst/>
            <a:cxnLst/>
            <a:rect l="l" t="t" r="r" b="b"/>
            <a:pathLst>
              <a:path w="129539">
                <a:moveTo>
                  <a:pt x="0" y="0"/>
                </a:moveTo>
                <a:lnTo>
                  <a:pt x="129173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134309" y="3126142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80">
                <a:moveTo>
                  <a:pt x="115810" y="53218"/>
                </a:moveTo>
                <a:lnTo>
                  <a:pt x="111263" y="32507"/>
                </a:lnTo>
                <a:lnTo>
                  <a:pt x="98860" y="15590"/>
                </a:lnTo>
                <a:lnTo>
                  <a:pt x="80455" y="4183"/>
                </a:lnTo>
                <a:lnTo>
                  <a:pt x="57905" y="0"/>
                </a:lnTo>
                <a:lnTo>
                  <a:pt x="35355" y="4183"/>
                </a:lnTo>
                <a:lnTo>
                  <a:pt x="16950" y="15590"/>
                </a:lnTo>
                <a:lnTo>
                  <a:pt x="4547" y="32507"/>
                </a:lnTo>
                <a:lnTo>
                  <a:pt x="0" y="53218"/>
                </a:lnTo>
                <a:lnTo>
                  <a:pt x="4547" y="73937"/>
                </a:lnTo>
                <a:lnTo>
                  <a:pt x="16950" y="90853"/>
                </a:lnTo>
                <a:lnTo>
                  <a:pt x="35355" y="102256"/>
                </a:lnTo>
                <a:lnTo>
                  <a:pt x="57905" y="106437"/>
                </a:lnTo>
                <a:lnTo>
                  <a:pt x="80455" y="102256"/>
                </a:lnTo>
                <a:lnTo>
                  <a:pt x="98860" y="90853"/>
                </a:lnTo>
                <a:lnTo>
                  <a:pt x="111263" y="73937"/>
                </a:lnTo>
                <a:lnTo>
                  <a:pt x="115810" y="53218"/>
                </a:lnTo>
                <a:close/>
              </a:path>
            </a:pathLst>
          </a:custGeom>
          <a:ln w="340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952938" y="2534638"/>
            <a:ext cx="257810" cy="0"/>
          </a:xfrm>
          <a:custGeom>
            <a:avLst/>
            <a:gdLst/>
            <a:ahLst/>
            <a:cxnLst/>
            <a:rect l="l" t="t" r="r" b="b"/>
            <a:pathLst>
              <a:path w="257810">
                <a:moveTo>
                  <a:pt x="257192" y="0"/>
                </a:moveTo>
                <a:lnTo>
                  <a:pt x="0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976364" y="3179361"/>
            <a:ext cx="234315" cy="0"/>
          </a:xfrm>
          <a:custGeom>
            <a:avLst/>
            <a:gdLst/>
            <a:ahLst/>
            <a:cxnLst/>
            <a:rect l="l" t="t" r="r" b="b"/>
            <a:pathLst>
              <a:path w="234314">
                <a:moveTo>
                  <a:pt x="233766" y="0"/>
                </a:moveTo>
                <a:lnTo>
                  <a:pt x="0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220269" y="2222946"/>
            <a:ext cx="31813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2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92564" y="2212337"/>
            <a:ext cx="935355" cy="1075055"/>
          </a:xfrm>
          <a:custGeom>
            <a:avLst/>
            <a:gdLst/>
            <a:ahLst/>
            <a:cxnLst/>
            <a:rect l="l" t="t" r="r" b="b"/>
            <a:pathLst>
              <a:path w="935354" h="1075054">
                <a:moveTo>
                  <a:pt x="0" y="1074477"/>
                </a:moveTo>
                <a:lnTo>
                  <a:pt x="935280" y="1074477"/>
                </a:lnTo>
                <a:lnTo>
                  <a:pt x="935280" y="0"/>
                </a:lnTo>
                <a:lnTo>
                  <a:pt x="0" y="0"/>
                </a:lnTo>
                <a:lnTo>
                  <a:pt x="0" y="1074477"/>
                </a:lnTo>
                <a:close/>
              </a:path>
            </a:pathLst>
          </a:custGeom>
          <a:ln w="343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992564" y="2642137"/>
            <a:ext cx="117475" cy="215265"/>
          </a:xfrm>
          <a:custGeom>
            <a:avLst/>
            <a:gdLst/>
            <a:ahLst/>
            <a:cxnLst/>
            <a:rect l="l" t="t" r="r" b="b"/>
            <a:pathLst>
              <a:path w="117475" h="215264">
                <a:moveTo>
                  <a:pt x="0" y="0"/>
                </a:moveTo>
                <a:lnTo>
                  <a:pt x="116965" y="107438"/>
                </a:lnTo>
                <a:lnTo>
                  <a:pt x="0" y="214877"/>
                </a:lnTo>
              </a:path>
            </a:pathLst>
          </a:custGeom>
          <a:ln w="349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992564" y="2212337"/>
            <a:ext cx="935355" cy="1075055"/>
          </a:xfrm>
          <a:prstGeom prst="rect">
            <a:avLst/>
          </a:prstGeom>
          <a:ln w="34508">
            <a:solidFill>
              <a:srgbClr val="00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39370" marR="505459" indent="31750">
              <a:lnSpc>
                <a:spcPct val="128200"/>
              </a:lnSpc>
              <a:spcBef>
                <a:spcPts val="150"/>
              </a:spcBef>
            </a:pPr>
            <a:r>
              <a:rPr sz="1650" b="1" spc="80" dirty="0">
                <a:latin typeface="Times New Roman"/>
                <a:cs typeface="Times New Roman"/>
              </a:rPr>
              <a:t>1J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43496" y="3340423"/>
            <a:ext cx="43370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3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927795" y="2427290"/>
            <a:ext cx="234315" cy="0"/>
          </a:xfrm>
          <a:custGeom>
            <a:avLst/>
            <a:gdLst/>
            <a:ahLst/>
            <a:cxnLst/>
            <a:rect l="l" t="t" r="r" b="b"/>
            <a:pathLst>
              <a:path w="234315">
                <a:moveTo>
                  <a:pt x="0" y="0"/>
                </a:moveTo>
                <a:lnTo>
                  <a:pt x="233931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032553" y="3071922"/>
            <a:ext cx="129539" cy="0"/>
          </a:xfrm>
          <a:custGeom>
            <a:avLst/>
            <a:gdLst/>
            <a:ahLst/>
            <a:cxnLst/>
            <a:rect l="l" t="t" r="r" b="b"/>
            <a:pathLst>
              <a:path w="129540">
                <a:moveTo>
                  <a:pt x="0" y="0"/>
                </a:moveTo>
                <a:lnTo>
                  <a:pt x="129173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916742" y="3018703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80">
                <a:moveTo>
                  <a:pt x="115810" y="53218"/>
                </a:moveTo>
                <a:lnTo>
                  <a:pt x="111263" y="32500"/>
                </a:lnTo>
                <a:lnTo>
                  <a:pt x="98860" y="15584"/>
                </a:lnTo>
                <a:lnTo>
                  <a:pt x="80455" y="4181"/>
                </a:lnTo>
                <a:lnTo>
                  <a:pt x="57905" y="0"/>
                </a:lnTo>
                <a:lnTo>
                  <a:pt x="35355" y="4181"/>
                </a:lnTo>
                <a:lnTo>
                  <a:pt x="16950" y="15584"/>
                </a:lnTo>
                <a:lnTo>
                  <a:pt x="4547" y="32500"/>
                </a:lnTo>
                <a:lnTo>
                  <a:pt x="0" y="53218"/>
                </a:lnTo>
                <a:lnTo>
                  <a:pt x="4547" y="73930"/>
                </a:lnTo>
                <a:lnTo>
                  <a:pt x="16950" y="90847"/>
                </a:lnTo>
                <a:lnTo>
                  <a:pt x="35355" y="102254"/>
                </a:lnTo>
                <a:lnTo>
                  <a:pt x="57905" y="106437"/>
                </a:lnTo>
                <a:lnTo>
                  <a:pt x="80455" y="102254"/>
                </a:lnTo>
                <a:lnTo>
                  <a:pt x="98860" y="90847"/>
                </a:lnTo>
                <a:lnTo>
                  <a:pt x="111263" y="73930"/>
                </a:lnTo>
                <a:lnTo>
                  <a:pt x="115810" y="53218"/>
                </a:lnTo>
                <a:close/>
              </a:path>
            </a:pathLst>
          </a:custGeom>
          <a:ln w="340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758797" y="2427290"/>
            <a:ext cx="234315" cy="0"/>
          </a:xfrm>
          <a:custGeom>
            <a:avLst/>
            <a:gdLst/>
            <a:ahLst/>
            <a:cxnLst/>
            <a:rect l="l" t="t" r="r" b="b"/>
            <a:pathLst>
              <a:path w="234315">
                <a:moveTo>
                  <a:pt x="233766" y="0"/>
                </a:moveTo>
                <a:lnTo>
                  <a:pt x="0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758797" y="3071922"/>
            <a:ext cx="234315" cy="0"/>
          </a:xfrm>
          <a:custGeom>
            <a:avLst/>
            <a:gdLst/>
            <a:ahLst/>
            <a:cxnLst/>
            <a:rect l="l" t="t" r="r" b="b"/>
            <a:pathLst>
              <a:path w="234315">
                <a:moveTo>
                  <a:pt x="233766" y="0"/>
                </a:moveTo>
                <a:lnTo>
                  <a:pt x="0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002702" y="2115447"/>
            <a:ext cx="31813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3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823566" y="2319791"/>
            <a:ext cx="467995" cy="0"/>
          </a:xfrm>
          <a:custGeom>
            <a:avLst/>
            <a:gdLst/>
            <a:ahLst/>
            <a:cxnLst/>
            <a:rect l="l" t="t" r="r" b="b"/>
            <a:pathLst>
              <a:path w="467995">
                <a:moveTo>
                  <a:pt x="0" y="0"/>
                </a:moveTo>
                <a:lnTo>
                  <a:pt x="467533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823566" y="2534638"/>
            <a:ext cx="467995" cy="0"/>
          </a:xfrm>
          <a:custGeom>
            <a:avLst/>
            <a:gdLst/>
            <a:ahLst/>
            <a:cxnLst/>
            <a:rect l="l" t="t" r="r" b="b"/>
            <a:pathLst>
              <a:path w="467995">
                <a:moveTo>
                  <a:pt x="0" y="0"/>
                </a:moveTo>
                <a:lnTo>
                  <a:pt x="467533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291099" y="2427290"/>
            <a:ext cx="467995" cy="0"/>
          </a:xfrm>
          <a:custGeom>
            <a:avLst/>
            <a:gdLst/>
            <a:ahLst/>
            <a:cxnLst/>
            <a:rect l="l" t="t" r="r" b="b"/>
            <a:pathLst>
              <a:path w="467995">
                <a:moveTo>
                  <a:pt x="467698" y="0"/>
                </a:moveTo>
                <a:lnTo>
                  <a:pt x="0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987219" y="2212292"/>
            <a:ext cx="608330" cy="429895"/>
          </a:xfrm>
          <a:custGeom>
            <a:avLst/>
            <a:gdLst/>
            <a:ahLst/>
            <a:cxnLst/>
            <a:rect l="l" t="t" r="r" b="b"/>
            <a:pathLst>
              <a:path w="608329" h="429894">
                <a:moveTo>
                  <a:pt x="182295" y="0"/>
                </a:moveTo>
                <a:lnTo>
                  <a:pt x="0" y="0"/>
                </a:lnTo>
                <a:lnTo>
                  <a:pt x="30467" y="41482"/>
                </a:lnTo>
                <a:lnTo>
                  <a:pt x="54163" y="83974"/>
                </a:lnTo>
                <a:lnTo>
                  <a:pt x="71090" y="127224"/>
                </a:lnTo>
                <a:lnTo>
                  <a:pt x="81245" y="170977"/>
                </a:lnTo>
                <a:lnTo>
                  <a:pt x="84629" y="214998"/>
                </a:lnTo>
                <a:lnTo>
                  <a:pt x="81245" y="258977"/>
                </a:lnTo>
                <a:lnTo>
                  <a:pt x="71090" y="302716"/>
                </a:lnTo>
                <a:lnTo>
                  <a:pt x="54163" y="345943"/>
                </a:lnTo>
                <a:lnTo>
                  <a:pt x="30467" y="388404"/>
                </a:lnTo>
                <a:lnTo>
                  <a:pt x="0" y="429845"/>
                </a:lnTo>
                <a:lnTo>
                  <a:pt x="182295" y="429845"/>
                </a:lnTo>
                <a:lnTo>
                  <a:pt x="239592" y="419613"/>
                </a:lnTo>
                <a:lnTo>
                  <a:pt x="294392" y="406482"/>
                </a:lnTo>
                <a:lnTo>
                  <a:pt x="346402" y="390602"/>
                </a:lnTo>
                <a:lnTo>
                  <a:pt x="395331" y="372122"/>
                </a:lnTo>
                <a:lnTo>
                  <a:pt x="440890" y="351192"/>
                </a:lnTo>
                <a:lnTo>
                  <a:pt x="482785" y="327959"/>
                </a:lnTo>
                <a:lnTo>
                  <a:pt x="520728" y="302575"/>
                </a:lnTo>
                <a:lnTo>
                  <a:pt x="554426" y="275187"/>
                </a:lnTo>
                <a:lnTo>
                  <a:pt x="583589" y="245945"/>
                </a:lnTo>
                <a:lnTo>
                  <a:pt x="607925" y="214998"/>
                </a:lnTo>
                <a:lnTo>
                  <a:pt x="583927" y="183920"/>
                </a:lnTo>
                <a:lnTo>
                  <a:pt x="554996" y="154561"/>
                </a:lnTo>
                <a:lnTo>
                  <a:pt x="521435" y="127074"/>
                </a:lnTo>
                <a:lnTo>
                  <a:pt x="483546" y="101612"/>
                </a:lnTo>
                <a:lnTo>
                  <a:pt x="441632" y="78331"/>
                </a:lnTo>
                <a:lnTo>
                  <a:pt x="395996" y="57383"/>
                </a:lnTo>
                <a:lnTo>
                  <a:pt x="346942" y="38922"/>
                </a:lnTo>
                <a:lnTo>
                  <a:pt x="294772" y="23102"/>
                </a:lnTo>
                <a:lnTo>
                  <a:pt x="239788" y="10076"/>
                </a:lnTo>
                <a:lnTo>
                  <a:pt x="182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987219" y="2212292"/>
            <a:ext cx="608330" cy="429895"/>
          </a:xfrm>
          <a:custGeom>
            <a:avLst/>
            <a:gdLst/>
            <a:ahLst/>
            <a:cxnLst/>
            <a:rect l="l" t="t" r="r" b="b"/>
            <a:pathLst>
              <a:path w="608329" h="429894">
                <a:moveTo>
                  <a:pt x="607925" y="214998"/>
                </a:moveTo>
                <a:lnTo>
                  <a:pt x="583588" y="245945"/>
                </a:lnTo>
                <a:lnTo>
                  <a:pt x="554426" y="275187"/>
                </a:lnTo>
                <a:lnTo>
                  <a:pt x="520728" y="302575"/>
                </a:lnTo>
                <a:lnTo>
                  <a:pt x="482785" y="327959"/>
                </a:lnTo>
                <a:lnTo>
                  <a:pt x="440890" y="351192"/>
                </a:lnTo>
                <a:lnTo>
                  <a:pt x="395331" y="372122"/>
                </a:lnTo>
                <a:lnTo>
                  <a:pt x="346402" y="390602"/>
                </a:lnTo>
                <a:lnTo>
                  <a:pt x="294392" y="406482"/>
                </a:lnTo>
                <a:lnTo>
                  <a:pt x="239592" y="419613"/>
                </a:lnTo>
                <a:lnTo>
                  <a:pt x="182295" y="429845"/>
                </a:lnTo>
                <a:lnTo>
                  <a:pt x="0" y="429845"/>
                </a:lnTo>
                <a:lnTo>
                  <a:pt x="30467" y="388404"/>
                </a:lnTo>
                <a:lnTo>
                  <a:pt x="54163" y="345943"/>
                </a:lnTo>
                <a:lnTo>
                  <a:pt x="71090" y="302716"/>
                </a:lnTo>
                <a:lnTo>
                  <a:pt x="81245" y="258977"/>
                </a:lnTo>
                <a:lnTo>
                  <a:pt x="84631" y="214979"/>
                </a:lnTo>
                <a:lnTo>
                  <a:pt x="81245" y="170977"/>
                </a:lnTo>
                <a:lnTo>
                  <a:pt x="71090" y="127224"/>
                </a:lnTo>
                <a:lnTo>
                  <a:pt x="54163" y="83974"/>
                </a:lnTo>
                <a:lnTo>
                  <a:pt x="30467" y="41482"/>
                </a:lnTo>
                <a:lnTo>
                  <a:pt x="0" y="0"/>
                </a:lnTo>
                <a:lnTo>
                  <a:pt x="182295" y="0"/>
                </a:lnTo>
                <a:lnTo>
                  <a:pt x="239788" y="10076"/>
                </a:lnTo>
                <a:lnTo>
                  <a:pt x="294772" y="23102"/>
                </a:lnTo>
                <a:lnTo>
                  <a:pt x="346942" y="38922"/>
                </a:lnTo>
                <a:lnTo>
                  <a:pt x="395996" y="57383"/>
                </a:lnTo>
                <a:lnTo>
                  <a:pt x="441632" y="78331"/>
                </a:lnTo>
                <a:lnTo>
                  <a:pt x="483546" y="101612"/>
                </a:lnTo>
                <a:lnTo>
                  <a:pt x="521435" y="127074"/>
                </a:lnTo>
                <a:lnTo>
                  <a:pt x="554996" y="154561"/>
                </a:lnTo>
                <a:lnTo>
                  <a:pt x="583927" y="183920"/>
                </a:lnTo>
                <a:lnTo>
                  <a:pt x="607925" y="214998"/>
                </a:lnTo>
                <a:close/>
              </a:path>
            </a:pathLst>
          </a:custGeom>
          <a:ln w="337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987219" y="2212292"/>
            <a:ext cx="608330" cy="429895"/>
          </a:xfrm>
          <a:custGeom>
            <a:avLst/>
            <a:gdLst/>
            <a:ahLst/>
            <a:cxnLst/>
            <a:rect l="l" t="t" r="r" b="b"/>
            <a:pathLst>
              <a:path w="608329" h="429894">
                <a:moveTo>
                  <a:pt x="373993" y="0"/>
                </a:moveTo>
                <a:lnTo>
                  <a:pt x="0" y="0"/>
                </a:lnTo>
                <a:lnTo>
                  <a:pt x="0" y="429845"/>
                </a:lnTo>
                <a:lnTo>
                  <a:pt x="373993" y="429845"/>
                </a:lnTo>
                <a:lnTo>
                  <a:pt x="421132" y="425476"/>
                </a:lnTo>
                <a:lnTo>
                  <a:pt x="465040" y="412949"/>
                </a:lnTo>
                <a:lnTo>
                  <a:pt x="504776" y="393129"/>
                </a:lnTo>
                <a:lnTo>
                  <a:pt x="539399" y="366884"/>
                </a:lnTo>
                <a:lnTo>
                  <a:pt x="567967" y="335082"/>
                </a:lnTo>
                <a:lnTo>
                  <a:pt x="589538" y="298589"/>
                </a:lnTo>
                <a:lnTo>
                  <a:pt x="603171" y="258272"/>
                </a:lnTo>
                <a:lnTo>
                  <a:pt x="607925" y="214998"/>
                </a:lnTo>
                <a:lnTo>
                  <a:pt x="603171" y="171674"/>
                </a:lnTo>
                <a:lnTo>
                  <a:pt x="589538" y="131320"/>
                </a:lnTo>
                <a:lnTo>
                  <a:pt x="567967" y="94800"/>
                </a:lnTo>
                <a:lnTo>
                  <a:pt x="539399" y="62979"/>
                </a:lnTo>
                <a:lnTo>
                  <a:pt x="504776" y="36723"/>
                </a:lnTo>
                <a:lnTo>
                  <a:pt x="465040" y="16898"/>
                </a:lnTo>
                <a:lnTo>
                  <a:pt x="421132" y="4368"/>
                </a:lnTo>
                <a:lnTo>
                  <a:pt x="3739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987219" y="2212292"/>
            <a:ext cx="608330" cy="429895"/>
          </a:xfrm>
          <a:custGeom>
            <a:avLst/>
            <a:gdLst/>
            <a:ahLst/>
            <a:cxnLst/>
            <a:rect l="l" t="t" r="r" b="b"/>
            <a:pathLst>
              <a:path w="608329" h="429894">
                <a:moveTo>
                  <a:pt x="373993" y="429845"/>
                </a:moveTo>
                <a:lnTo>
                  <a:pt x="0" y="429845"/>
                </a:lnTo>
                <a:lnTo>
                  <a:pt x="0" y="0"/>
                </a:lnTo>
                <a:lnTo>
                  <a:pt x="373993" y="0"/>
                </a:lnTo>
                <a:lnTo>
                  <a:pt x="421132" y="4368"/>
                </a:lnTo>
                <a:lnTo>
                  <a:pt x="465040" y="16898"/>
                </a:lnTo>
                <a:lnTo>
                  <a:pt x="504776" y="36723"/>
                </a:lnTo>
                <a:lnTo>
                  <a:pt x="539399" y="62979"/>
                </a:lnTo>
                <a:lnTo>
                  <a:pt x="567967" y="94800"/>
                </a:lnTo>
                <a:lnTo>
                  <a:pt x="589538" y="131320"/>
                </a:lnTo>
                <a:lnTo>
                  <a:pt x="603171" y="171674"/>
                </a:lnTo>
                <a:lnTo>
                  <a:pt x="607925" y="214998"/>
                </a:lnTo>
                <a:lnTo>
                  <a:pt x="603171" y="258272"/>
                </a:lnTo>
                <a:lnTo>
                  <a:pt x="589538" y="298589"/>
                </a:lnTo>
                <a:lnTo>
                  <a:pt x="567967" y="335082"/>
                </a:lnTo>
                <a:lnTo>
                  <a:pt x="539399" y="366884"/>
                </a:lnTo>
                <a:lnTo>
                  <a:pt x="504776" y="393129"/>
                </a:lnTo>
                <a:lnTo>
                  <a:pt x="465040" y="412949"/>
                </a:lnTo>
                <a:lnTo>
                  <a:pt x="421132" y="425476"/>
                </a:lnTo>
                <a:lnTo>
                  <a:pt x="373993" y="429845"/>
                </a:lnTo>
                <a:close/>
              </a:path>
            </a:pathLst>
          </a:custGeom>
          <a:ln w="337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361642" y="2534638"/>
            <a:ext cx="462280" cy="0"/>
          </a:xfrm>
          <a:custGeom>
            <a:avLst/>
            <a:gdLst/>
            <a:ahLst/>
            <a:cxnLst/>
            <a:rect l="l" t="t" r="r" b="b"/>
            <a:pathLst>
              <a:path w="462279">
                <a:moveTo>
                  <a:pt x="0" y="0"/>
                </a:moveTo>
                <a:lnTo>
                  <a:pt x="461924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573435" y="2524176"/>
            <a:ext cx="444500" cy="0"/>
          </a:xfrm>
          <a:custGeom>
            <a:avLst/>
            <a:gdLst/>
            <a:ahLst/>
            <a:cxnLst/>
            <a:rect l="l" t="t" r="r" b="b"/>
            <a:pathLst>
              <a:path w="444500">
                <a:moveTo>
                  <a:pt x="0" y="0"/>
                </a:moveTo>
                <a:lnTo>
                  <a:pt x="444272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028760" y="1997445"/>
            <a:ext cx="2796540" cy="0"/>
          </a:xfrm>
          <a:custGeom>
            <a:avLst/>
            <a:gdLst/>
            <a:ahLst/>
            <a:cxnLst/>
            <a:rect l="l" t="t" r="r" b="b"/>
            <a:pathLst>
              <a:path w="2796540">
                <a:moveTo>
                  <a:pt x="2796455" y="0"/>
                </a:moveTo>
                <a:lnTo>
                  <a:pt x="0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877629" y="2524176"/>
            <a:ext cx="467995" cy="0"/>
          </a:xfrm>
          <a:custGeom>
            <a:avLst/>
            <a:gdLst/>
            <a:ahLst/>
            <a:cxnLst/>
            <a:rect l="l" t="t" r="r" b="b"/>
            <a:pathLst>
              <a:path w="467994">
                <a:moveTo>
                  <a:pt x="0" y="0"/>
                </a:moveTo>
                <a:lnTo>
                  <a:pt x="467648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886983" y="3813485"/>
            <a:ext cx="7285990" cy="0"/>
          </a:xfrm>
          <a:custGeom>
            <a:avLst/>
            <a:gdLst/>
            <a:ahLst/>
            <a:cxnLst/>
            <a:rect l="l" t="t" r="r" b="b"/>
            <a:pathLst>
              <a:path w="7285990">
                <a:moveTo>
                  <a:pt x="7285797" y="0"/>
                </a:moveTo>
                <a:lnTo>
                  <a:pt x="0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823566" y="2008361"/>
            <a:ext cx="0" cy="311785"/>
          </a:xfrm>
          <a:custGeom>
            <a:avLst/>
            <a:gdLst/>
            <a:ahLst/>
            <a:cxnLst/>
            <a:rect l="l" t="t" r="r" b="b"/>
            <a:pathLst>
              <a:path h="311785">
                <a:moveTo>
                  <a:pt x="0" y="311429"/>
                </a:moveTo>
                <a:lnTo>
                  <a:pt x="0" y="0"/>
                </a:lnTo>
              </a:path>
            </a:pathLst>
          </a:custGeom>
          <a:ln w="356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77629" y="2524176"/>
            <a:ext cx="0" cy="1289685"/>
          </a:xfrm>
          <a:custGeom>
            <a:avLst/>
            <a:gdLst/>
            <a:ahLst/>
            <a:cxnLst/>
            <a:rect l="l" t="t" r="r" b="b"/>
            <a:pathLst>
              <a:path h="1289685">
                <a:moveTo>
                  <a:pt x="0" y="1289309"/>
                </a:moveTo>
                <a:lnTo>
                  <a:pt x="0" y="0"/>
                </a:lnTo>
              </a:path>
            </a:pathLst>
          </a:custGeom>
          <a:ln w="356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835973" y="2541309"/>
            <a:ext cx="0" cy="638175"/>
          </a:xfrm>
          <a:custGeom>
            <a:avLst/>
            <a:gdLst/>
            <a:ahLst/>
            <a:cxnLst/>
            <a:rect l="l" t="t" r="r" b="b"/>
            <a:pathLst>
              <a:path h="638175">
                <a:moveTo>
                  <a:pt x="0" y="0"/>
                </a:moveTo>
                <a:lnTo>
                  <a:pt x="0" y="638051"/>
                </a:lnTo>
              </a:path>
            </a:pathLst>
          </a:custGeom>
          <a:ln w="356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550290" y="2846446"/>
            <a:ext cx="726440" cy="0"/>
          </a:xfrm>
          <a:custGeom>
            <a:avLst/>
            <a:gdLst/>
            <a:ahLst/>
            <a:cxnLst/>
            <a:rect l="l" t="t" r="r" b="b"/>
            <a:pathLst>
              <a:path w="726439">
                <a:moveTo>
                  <a:pt x="725946" y="0"/>
                </a:moveTo>
                <a:lnTo>
                  <a:pt x="0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259140" y="2776131"/>
            <a:ext cx="150003" cy="1406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835973" y="3179361"/>
            <a:ext cx="140970" cy="0"/>
          </a:xfrm>
          <a:custGeom>
            <a:avLst/>
            <a:gdLst/>
            <a:ahLst/>
            <a:cxnLst/>
            <a:rect l="l" t="t" r="r" b="b"/>
            <a:pathLst>
              <a:path w="140970">
                <a:moveTo>
                  <a:pt x="140391" y="0"/>
                </a:moveTo>
                <a:lnTo>
                  <a:pt x="0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641832" y="3071922"/>
            <a:ext cx="117475" cy="0"/>
          </a:xfrm>
          <a:custGeom>
            <a:avLst/>
            <a:gdLst/>
            <a:ahLst/>
            <a:cxnLst/>
            <a:rect l="l" t="t" r="r" b="b"/>
            <a:pathLst>
              <a:path w="117475">
                <a:moveTo>
                  <a:pt x="116965" y="0"/>
                </a:moveTo>
                <a:lnTo>
                  <a:pt x="0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952938" y="2857014"/>
            <a:ext cx="129539" cy="0"/>
          </a:xfrm>
          <a:custGeom>
            <a:avLst/>
            <a:gdLst/>
            <a:ahLst/>
            <a:cxnLst/>
            <a:rect l="l" t="t" r="r" b="b"/>
            <a:pathLst>
              <a:path w="129539">
                <a:moveTo>
                  <a:pt x="129173" y="0"/>
                </a:moveTo>
                <a:lnTo>
                  <a:pt x="0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082112" y="2803795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80">
                <a:moveTo>
                  <a:pt x="0" y="53218"/>
                </a:moveTo>
                <a:lnTo>
                  <a:pt x="4547" y="73937"/>
                </a:lnTo>
                <a:lnTo>
                  <a:pt x="16950" y="90853"/>
                </a:lnTo>
                <a:lnTo>
                  <a:pt x="35355" y="102256"/>
                </a:lnTo>
                <a:lnTo>
                  <a:pt x="57905" y="106437"/>
                </a:lnTo>
                <a:lnTo>
                  <a:pt x="80455" y="102256"/>
                </a:lnTo>
                <a:lnTo>
                  <a:pt x="98860" y="90853"/>
                </a:lnTo>
                <a:lnTo>
                  <a:pt x="111263" y="73937"/>
                </a:lnTo>
                <a:lnTo>
                  <a:pt x="115810" y="53218"/>
                </a:lnTo>
                <a:lnTo>
                  <a:pt x="111263" y="32507"/>
                </a:lnTo>
                <a:lnTo>
                  <a:pt x="98860" y="15590"/>
                </a:lnTo>
                <a:lnTo>
                  <a:pt x="80455" y="4183"/>
                </a:lnTo>
                <a:lnTo>
                  <a:pt x="57905" y="0"/>
                </a:lnTo>
                <a:lnTo>
                  <a:pt x="35355" y="4183"/>
                </a:lnTo>
                <a:lnTo>
                  <a:pt x="16950" y="15590"/>
                </a:lnTo>
                <a:lnTo>
                  <a:pt x="4547" y="32507"/>
                </a:lnTo>
                <a:lnTo>
                  <a:pt x="0" y="53218"/>
                </a:lnTo>
                <a:close/>
              </a:path>
            </a:pathLst>
          </a:custGeom>
          <a:ln w="340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758797" y="2749576"/>
            <a:ext cx="106045" cy="0"/>
          </a:xfrm>
          <a:custGeom>
            <a:avLst/>
            <a:gdLst/>
            <a:ahLst/>
            <a:cxnLst/>
            <a:rect l="l" t="t" r="r" b="b"/>
            <a:pathLst>
              <a:path w="106045">
                <a:moveTo>
                  <a:pt x="105747" y="0"/>
                </a:moveTo>
                <a:lnTo>
                  <a:pt x="0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864545" y="2696417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80">
                <a:moveTo>
                  <a:pt x="0" y="53158"/>
                </a:moveTo>
                <a:lnTo>
                  <a:pt x="4547" y="73870"/>
                </a:lnTo>
                <a:lnTo>
                  <a:pt x="16950" y="90786"/>
                </a:lnTo>
                <a:lnTo>
                  <a:pt x="35355" y="102193"/>
                </a:lnTo>
                <a:lnTo>
                  <a:pt x="57905" y="106377"/>
                </a:lnTo>
                <a:lnTo>
                  <a:pt x="80455" y="102193"/>
                </a:lnTo>
                <a:lnTo>
                  <a:pt x="98860" y="90786"/>
                </a:lnTo>
                <a:lnTo>
                  <a:pt x="111263" y="73870"/>
                </a:lnTo>
                <a:lnTo>
                  <a:pt x="115810" y="53158"/>
                </a:lnTo>
                <a:lnTo>
                  <a:pt x="111263" y="32468"/>
                </a:lnTo>
                <a:lnTo>
                  <a:pt x="98860" y="15571"/>
                </a:lnTo>
                <a:lnTo>
                  <a:pt x="80455" y="4178"/>
                </a:lnTo>
                <a:lnTo>
                  <a:pt x="57905" y="0"/>
                </a:lnTo>
                <a:lnTo>
                  <a:pt x="35355" y="4178"/>
                </a:lnTo>
                <a:lnTo>
                  <a:pt x="16950" y="15571"/>
                </a:lnTo>
                <a:lnTo>
                  <a:pt x="4547" y="32468"/>
                </a:lnTo>
                <a:lnTo>
                  <a:pt x="0" y="53158"/>
                </a:lnTo>
                <a:close/>
              </a:path>
            </a:pathLst>
          </a:custGeom>
          <a:ln w="340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758797" y="2749576"/>
            <a:ext cx="0" cy="1313815"/>
          </a:xfrm>
          <a:custGeom>
            <a:avLst/>
            <a:gdLst/>
            <a:ahLst/>
            <a:cxnLst/>
            <a:rect l="l" t="t" r="r" b="b"/>
            <a:pathLst>
              <a:path h="1313814">
                <a:moveTo>
                  <a:pt x="0" y="0"/>
                </a:moveTo>
                <a:lnTo>
                  <a:pt x="0" y="1313189"/>
                </a:lnTo>
              </a:path>
            </a:pathLst>
          </a:custGeom>
          <a:ln w="356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325811" y="4060445"/>
            <a:ext cx="6437630" cy="0"/>
          </a:xfrm>
          <a:custGeom>
            <a:avLst/>
            <a:gdLst/>
            <a:ahLst/>
            <a:cxnLst/>
            <a:rect l="l" t="t" r="r" b="b"/>
            <a:pathLst>
              <a:path w="6437630">
                <a:moveTo>
                  <a:pt x="6437605" y="0"/>
                </a:moveTo>
                <a:lnTo>
                  <a:pt x="0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550290" y="2865611"/>
            <a:ext cx="0" cy="1195070"/>
          </a:xfrm>
          <a:custGeom>
            <a:avLst/>
            <a:gdLst/>
            <a:ahLst/>
            <a:cxnLst/>
            <a:rect l="l" t="t" r="r" b="b"/>
            <a:pathLst>
              <a:path h="1195070">
                <a:moveTo>
                  <a:pt x="0" y="0"/>
                </a:moveTo>
                <a:lnTo>
                  <a:pt x="0" y="1194834"/>
                </a:lnTo>
              </a:path>
            </a:pathLst>
          </a:custGeom>
          <a:ln w="356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922379" y="3910072"/>
            <a:ext cx="32067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b="1" i="1" spc="105" dirty="0">
                <a:latin typeface="Times New Roman"/>
                <a:cs typeface="Times New Roman"/>
              </a:rPr>
              <a:t>CP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4636685" y="2534638"/>
            <a:ext cx="327660" cy="0"/>
          </a:xfrm>
          <a:custGeom>
            <a:avLst/>
            <a:gdLst/>
            <a:ahLst/>
            <a:cxnLst/>
            <a:rect l="l" t="t" r="r" b="b"/>
            <a:pathLst>
              <a:path w="327660">
                <a:moveTo>
                  <a:pt x="327306" y="0"/>
                </a:moveTo>
                <a:lnTo>
                  <a:pt x="0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028760" y="2857014"/>
            <a:ext cx="935355" cy="0"/>
          </a:xfrm>
          <a:custGeom>
            <a:avLst/>
            <a:gdLst/>
            <a:ahLst/>
            <a:cxnLst/>
            <a:rect l="l" t="t" r="r" b="b"/>
            <a:pathLst>
              <a:path w="935354">
                <a:moveTo>
                  <a:pt x="935231" y="0"/>
                </a:moveTo>
                <a:lnTo>
                  <a:pt x="0" y="0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028760" y="1997445"/>
            <a:ext cx="0" cy="859790"/>
          </a:xfrm>
          <a:custGeom>
            <a:avLst/>
            <a:gdLst/>
            <a:ahLst/>
            <a:cxnLst/>
            <a:rect l="l" t="t" r="r" b="b"/>
            <a:pathLst>
              <a:path h="859789">
                <a:moveTo>
                  <a:pt x="0" y="859569"/>
                </a:moveTo>
                <a:lnTo>
                  <a:pt x="0" y="0"/>
                </a:lnTo>
              </a:path>
            </a:pathLst>
          </a:custGeom>
          <a:ln w="356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9161727" y="3071922"/>
            <a:ext cx="11430" cy="741680"/>
          </a:xfrm>
          <a:custGeom>
            <a:avLst/>
            <a:gdLst/>
            <a:ahLst/>
            <a:cxnLst/>
            <a:rect l="l" t="t" r="r" b="b"/>
            <a:pathLst>
              <a:path w="11429" h="741679">
                <a:moveTo>
                  <a:pt x="0" y="0"/>
                </a:moveTo>
                <a:lnTo>
                  <a:pt x="11053" y="741563"/>
                </a:lnTo>
              </a:path>
            </a:pathLst>
          </a:custGeom>
          <a:ln w="356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4472705" y="2384271"/>
            <a:ext cx="14097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b="1" spc="80" dirty="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994251" y="3007509"/>
            <a:ext cx="14097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b="1" spc="80" dirty="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346453" y="4263390"/>
            <a:ext cx="780224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7200">
              <a:lnSpc>
                <a:spcPct val="150000"/>
              </a:lnSpc>
              <a:spcBef>
                <a:spcPts val="95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触发器的时钟不是同一</a:t>
            </a:r>
            <a:r>
              <a:rPr sz="3200" i="1" spc="-15" dirty="0">
                <a:solidFill>
                  <a:srgbClr val="7E4D00"/>
                </a:solidFill>
                <a:latin typeface="华文楷体"/>
                <a:cs typeface="华文楷体"/>
              </a:rPr>
              <a:t>时</a:t>
            </a: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钟，</a:t>
            </a:r>
            <a:r>
              <a:rPr sz="3200" i="1" spc="-15" dirty="0">
                <a:solidFill>
                  <a:srgbClr val="7E4D00"/>
                </a:solidFill>
                <a:latin typeface="华文楷体"/>
                <a:cs typeface="华文楷体"/>
              </a:rPr>
              <a:t>其</a:t>
            </a: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翻转</a:t>
            </a:r>
            <a:r>
              <a:rPr sz="3200" i="1" spc="-15" dirty="0">
                <a:solidFill>
                  <a:srgbClr val="7E4D00"/>
                </a:solidFill>
                <a:latin typeface="华文楷体"/>
                <a:cs typeface="华文楷体"/>
              </a:rPr>
              <a:t>不</a:t>
            </a: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同 时发生，为</a:t>
            </a:r>
            <a:r>
              <a:rPr sz="3200" i="1" dirty="0">
                <a:solidFill>
                  <a:srgbClr val="FF0000"/>
                </a:solidFill>
                <a:latin typeface="华文楷体"/>
                <a:cs typeface="华文楷体"/>
              </a:rPr>
              <a:t>异步时序逻</a:t>
            </a:r>
            <a:r>
              <a:rPr sz="3200" i="1" spc="-15" dirty="0">
                <a:solidFill>
                  <a:srgbClr val="FF0000"/>
                </a:solidFill>
                <a:latin typeface="华文楷体"/>
                <a:cs typeface="华文楷体"/>
              </a:rPr>
              <a:t>辑</a:t>
            </a:r>
            <a:r>
              <a:rPr sz="3200" i="1" dirty="0">
                <a:solidFill>
                  <a:srgbClr val="FF0000"/>
                </a:solidFill>
                <a:latin typeface="华文楷体"/>
                <a:cs typeface="华文楷体"/>
              </a:rPr>
              <a:t>电路</a:t>
            </a:r>
            <a:r>
              <a:rPr sz="1800" i="1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026157" y="2497073"/>
            <a:ext cx="1127760" cy="736600"/>
          </a:xfrm>
          <a:custGeom>
            <a:avLst/>
            <a:gdLst/>
            <a:ahLst/>
            <a:cxnLst/>
            <a:rect l="l" t="t" r="r" b="b"/>
            <a:pathLst>
              <a:path w="1127760" h="736600">
                <a:moveTo>
                  <a:pt x="0" y="368046"/>
                </a:moveTo>
                <a:lnTo>
                  <a:pt x="11456" y="293854"/>
                </a:lnTo>
                <a:lnTo>
                  <a:pt x="44315" y="224760"/>
                </a:lnTo>
                <a:lnTo>
                  <a:pt x="68060" y="192586"/>
                </a:lnTo>
                <a:lnTo>
                  <a:pt x="96306" y="162241"/>
                </a:lnTo>
                <a:lnTo>
                  <a:pt x="128768" y="133909"/>
                </a:lnTo>
                <a:lnTo>
                  <a:pt x="165163" y="107775"/>
                </a:lnTo>
                <a:lnTo>
                  <a:pt x="205207" y="84024"/>
                </a:lnTo>
                <a:lnTo>
                  <a:pt x="248617" y="62840"/>
                </a:lnTo>
                <a:lnTo>
                  <a:pt x="295109" y="44408"/>
                </a:lnTo>
                <a:lnTo>
                  <a:pt x="344400" y="28914"/>
                </a:lnTo>
                <a:lnTo>
                  <a:pt x="396206" y="16541"/>
                </a:lnTo>
                <a:lnTo>
                  <a:pt x="450243" y="7474"/>
                </a:lnTo>
                <a:lnTo>
                  <a:pt x="506229" y="1899"/>
                </a:lnTo>
                <a:lnTo>
                  <a:pt x="563880" y="0"/>
                </a:lnTo>
                <a:lnTo>
                  <a:pt x="621530" y="1899"/>
                </a:lnTo>
                <a:lnTo>
                  <a:pt x="677516" y="7474"/>
                </a:lnTo>
                <a:lnTo>
                  <a:pt x="731553" y="16541"/>
                </a:lnTo>
                <a:lnTo>
                  <a:pt x="783359" y="28914"/>
                </a:lnTo>
                <a:lnTo>
                  <a:pt x="832650" y="44408"/>
                </a:lnTo>
                <a:lnTo>
                  <a:pt x="879142" y="62840"/>
                </a:lnTo>
                <a:lnTo>
                  <a:pt x="922552" y="84024"/>
                </a:lnTo>
                <a:lnTo>
                  <a:pt x="962596" y="107775"/>
                </a:lnTo>
                <a:lnTo>
                  <a:pt x="998991" y="133909"/>
                </a:lnTo>
                <a:lnTo>
                  <a:pt x="1031453" y="162241"/>
                </a:lnTo>
                <a:lnTo>
                  <a:pt x="1059699" y="192586"/>
                </a:lnTo>
                <a:lnTo>
                  <a:pt x="1083444" y="224760"/>
                </a:lnTo>
                <a:lnTo>
                  <a:pt x="1102407" y="258577"/>
                </a:lnTo>
                <a:lnTo>
                  <a:pt x="1124848" y="330405"/>
                </a:lnTo>
                <a:lnTo>
                  <a:pt x="1127760" y="368046"/>
                </a:lnTo>
                <a:lnTo>
                  <a:pt x="1124848" y="405686"/>
                </a:lnTo>
                <a:lnTo>
                  <a:pt x="1102407" y="477514"/>
                </a:lnTo>
                <a:lnTo>
                  <a:pt x="1083444" y="511331"/>
                </a:lnTo>
                <a:lnTo>
                  <a:pt x="1059699" y="543505"/>
                </a:lnTo>
                <a:lnTo>
                  <a:pt x="1031453" y="573850"/>
                </a:lnTo>
                <a:lnTo>
                  <a:pt x="998991" y="602182"/>
                </a:lnTo>
                <a:lnTo>
                  <a:pt x="962596" y="628316"/>
                </a:lnTo>
                <a:lnTo>
                  <a:pt x="922552" y="652067"/>
                </a:lnTo>
                <a:lnTo>
                  <a:pt x="879142" y="673251"/>
                </a:lnTo>
                <a:lnTo>
                  <a:pt x="832650" y="691683"/>
                </a:lnTo>
                <a:lnTo>
                  <a:pt x="783359" y="707177"/>
                </a:lnTo>
                <a:lnTo>
                  <a:pt x="731553" y="719550"/>
                </a:lnTo>
                <a:lnTo>
                  <a:pt x="677516" y="728617"/>
                </a:lnTo>
                <a:lnTo>
                  <a:pt x="621530" y="734192"/>
                </a:lnTo>
                <a:lnTo>
                  <a:pt x="563880" y="736091"/>
                </a:lnTo>
                <a:lnTo>
                  <a:pt x="506229" y="734192"/>
                </a:lnTo>
                <a:lnTo>
                  <a:pt x="450243" y="728617"/>
                </a:lnTo>
                <a:lnTo>
                  <a:pt x="396206" y="719550"/>
                </a:lnTo>
                <a:lnTo>
                  <a:pt x="344400" y="707177"/>
                </a:lnTo>
                <a:lnTo>
                  <a:pt x="295109" y="691683"/>
                </a:lnTo>
                <a:lnTo>
                  <a:pt x="248617" y="673251"/>
                </a:lnTo>
                <a:lnTo>
                  <a:pt x="205207" y="652067"/>
                </a:lnTo>
                <a:lnTo>
                  <a:pt x="165163" y="628316"/>
                </a:lnTo>
                <a:lnTo>
                  <a:pt x="128768" y="602182"/>
                </a:lnTo>
                <a:lnTo>
                  <a:pt x="96306" y="573850"/>
                </a:lnTo>
                <a:lnTo>
                  <a:pt x="68060" y="543505"/>
                </a:lnTo>
                <a:lnTo>
                  <a:pt x="44315" y="511331"/>
                </a:lnTo>
                <a:lnTo>
                  <a:pt x="25352" y="477514"/>
                </a:lnTo>
                <a:lnTo>
                  <a:pt x="2911" y="405686"/>
                </a:lnTo>
                <a:lnTo>
                  <a:pt x="0" y="368046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847082" y="2484882"/>
            <a:ext cx="883919" cy="734695"/>
          </a:xfrm>
          <a:custGeom>
            <a:avLst/>
            <a:gdLst/>
            <a:ahLst/>
            <a:cxnLst/>
            <a:rect l="l" t="t" r="r" b="b"/>
            <a:pathLst>
              <a:path w="883920" h="734694">
                <a:moveTo>
                  <a:pt x="0" y="367283"/>
                </a:moveTo>
                <a:lnTo>
                  <a:pt x="2973" y="324455"/>
                </a:lnTo>
                <a:lnTo>
                  <a:pt x="11672" y="283077"/>
                </a:lnTo>
                <a:lnTo>
                  <a:pt x="25764" y="243424"/>
                </a:lnTo>
                <a:lnTo>
                  <a:pt x="44920" y="205773"/>
                </a:lnTo>
                <a:lnTo>
                  <a:pt x="68806" y="170399"/>
                </a:lnTo>
                <a:lnTo>
                  <a:pt x="97091" y="137577"/>
                </a:lnTo>
                <a:lnTo>
                  <a:pt x="129444" y="107584"/>
                </a:lnTo>
                <a:lnTo>
                  <a:pt x="165533" y="80696"/>
                </a:lnTo>
                <a:lnTo>
                  <a:pt x="205027" y="57188"/>
                </a:lnTo>
                <a:lnTo>
                  <a:pt x="247594" y="37335"/>
                </a:lnTo>
                <a:lnTo>
                  <a:pt x="292902" y="21415"/>
                </a:lnTo>
                <a:lnTo>
                  <a:pt x="340620" y="9701"/>
                </a:lnTo>
                <a:lnTo>
                  <a:pt x="390416" y="2471"/>
                </a:lnTo>
                <a:lnTo>
                  <a:pt x="441959" y="0"/>
                </a:lnTo>
                <a:lnTo>
                  <a:pt x="493503" y="2471"/>
                </a:lnTo>
                <a:lnTo>
                  <a:pt x="543299" y="9701"/>
                </a:lnTo>
                <a:lnTo>
                  <a:pt x="591017" y="21415"/>
                </a:lnTo>
                <a:lnTo>
                  <a:pt x="636325" y="37335"/>
                </a:lnTo>
                <a:lnTo>
                  <a:pt x="678892" y="57188"/>
                </a:lnTo>
                <a:lnTo>
                  <a:pt x="718386" y="80696"/>
                </a:lnTo>
                <a:lnTo>
                  <a:pt x="754475" y="107584"/>
                </a:lnTo>
                <a:lnTo>
                  <a:pt x="786828" y="137577"/>
                </a:lnTo>
                <a:lnTo>
                  <a:pt x="815113" y="170399"/>
                </a:lnTo>
                <a:lnTo>
                  <a:pt x="838999" y="205773"/>
                </a:lnTo>
                <a:lnTo>
                  <a:pt x="858155" y="243424"/>
                </a:lnTo>
                <a:lnTo>
                  <a:pt x="872247" y="283077"/>
                </a:lnTo>
                <a:lnTo>
                  <a:pt x="880946" y="324455"/>
                </a:lnTo>
                <a:lnTo>
                  <a:pt x="883919" y="367283"/>
                </a:lnTo>
                <a:lnTo>
                  <a:pt x="880946" y="410112"/>
                </a:lnTo>
                <a:lnTo>
                  <a:pt x="872247" y="451490"/>
                </a:lnTo>
                <a:lnTo>
                  <a:pt x="858155" y="491143"/>
                </a:lnTo>
                <a:lnTo>
                  <a:pt x="838999" y="528794"/>
                </a:lnTo>
                <a:lnTo>
                  <a:pt x="815113" y="564168"/>
                </a:lnTo>
                <a:lnTo>
                  <a:pt x="786828" y="596990"/>
                </a:lnTo>
                <a:lnTo>
                  <a:pt x="754475" y="626983"/>
                </a:lnTo>
                <a:lnTo>
                  <a:pt x="718386" y="653871"/>
                </a:lnTo>
                <a:lnTo>
                  <a:pt x="678892" y="677379"/>
                </a:lnTo>
                <a:lnTo>
                  <a:pt x="636325" y="697232"/>
                </a:lnTo>
                <a:lnTo>
                  <a:pt x="591017" y="713152"/>
                </a:lnTo>
                <a:lnTo>
                  <a:pt x="543299" y="724866"/>
                </a:lnTo>
                <a:lnTo>
                  <a:pt x="493503" y="732096"/>
                </a:lnTo>
                <a:lnTo>
                  <a:pt x="441959" y="734567"/>
                </a:lnTo>
                <a:lnTo>
                  <a:pt x="390416" y="732096"/>
                </a:lnTo>
                <a:lnTo>
                  <a:pt x="340620" y="724866"/>
                </a:lnTo>
                <a:lnTo>
                  <a:pt x="292902" y="713152"/>
                </a:lnTo>
                <a:lnTo>
                  <a:pt x="247594" y="697232"/>
                </a:lnTo>
                <a:lnTo>
                  <a:pt x="205027" y="677379"/>
                </a:lnTo>
                <a:lnTo>
                  <a:pt x="165533" y="653871"/>
                </a:lnTo>
                <a:lnTo>
                  <a:pt x="129444" y="626983"/>
                </a:lnTo>
                <a:lnTo>
                  <a:pt x="97091" y="596990"/>
                </a:lnTo>
                <a:lnTo>
                  <a:pt x="68806" y="564168"/>
                </a:lnTo>
                <a:lnTo>
                  <a:pt x="44920" y="528794"/>
                </a:lnTo>
                <a:lnTo>
                  <a:pt x="25764" y="491143"/>
                </a:lnTo>
                <a:lnTo>
                  <a:pt x="11672" y="451490"/>
                </a:lnTo>
                <a:lnTo>
                  <a:pt x="2973" y="410112"/>
                </a:lnTo>
                <a:lnTo>
                  <a:pt x="0" y="367283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725918" y="2381250"/>
            <a:ext cx="1043940" cy="734695"/>
          </a:xfrm>
          <a:custGeom>
            <a:avLst/>
            <a:gdLst/>
            <a:ahLst/>
            <a:cxnLst/>
            <a:rect l="l" t="t" r="r" b="b"/>
            <a:pathLst>
              <a:path w="1043940" h="734694">
                <a:moveTo>
                  <a:pt x="0" y="367284"/>
                </a:moveTo>
                <a:lnTo>
                  <a:pt x="3062" y="327268"/>
                </a:lnTo>
                <a:lnTo>
                  <a:pt x="12038" y="288500"/>
                </a:lnTo>
                <a:lnTo>
                  <a:pt x="26609" y="251203"/>
                </a:lnTo>
                <a:lnTo>
                  <a:pt x="46456" y="215602"/>
                </a:lnTo>
                <a:lnTo>
                  <a:pt x="71261" y="181920"/>
                </a:lnTo>
                <a:lnTo>
                  <a:pt x="100705" y="150382"/>
                </a:lnTo>
                <a:lnTo>
                  <a:pt x="134472" y="121211"/>
                </a:lnTo>
                <a:lnTo>
                  <a:pt x="172241" y="94633"/>
                </a:lnTo>
                <a:lnTo>
                  <a:pt x="213695" y="70872"/>
                </a:lnTo>
                <a:lnTo>
                  <a:pt x="258515" y="50150"/>
                </a:lnTo>
                <a:lnTo>
                  <a:pt x="306383" y="32694"/>
                </a:lnTo>
                <a:lnTo>
                  <a:pt x="356981" y="18726"/>
                </a:lnTo>
                <a:lnTo>
                  <a:pt x="409990" y="8472"/>
                </a:lnTo>
                <a:lnTo>
                  <a:pt x="465093" y="2155"/>
                </a:lnTo>
                <a:lnTo>
                  <a:pt x="521970" y="0"/>
                </a:lnTo>
                <a:lnTo>
                  <a:pt x="578846" y="2155"/>
                </a:lnTo>
                <a:lnTo>
                  <a:pt x="633949" y="8472"/>
                </a:lnTo>
                <a:lnTo>
                  <a:pt x="686958" y="18726"/>
                </a:lnTo>
                <a:lnTo>
                  <a:pt x="737556" y="32694"/>
                </a:lnTo>
                <a:lnTo>
                  <a:pt x="785424" y="50150"/>
                </a:lnTo>
                <a:lnTo>
                  <a:pt x="830244" y="70872"/>
                </a:lnTo>
                <a:lnTo>
                  <a:pt x="871698" y="94633"/>
                </a:lnTo>
                <a:lnTo>
                  <a:pt x="909467" y="121211"/>
                </a:lnTo>
                <a:lnTo>
                  <a:pt x="943234" y="150382"/>
                </a:lnTo>
                <a:lnTo>
                  <a:pt x="972678" y="181920"/>
                </a:lnTo>
                <a:lnTo>
                  <a:pt x="997483" y="215602"/>
                </a:lnTo>
                <a:lnTo>
                  <a:pt x="1017330" y="251203"/>
                </a:lnTo>
                <a:lnTo>
                  <a:pt x="1031901" y="288500"/>
                </a:lnTo>
                <a:lnTo>
                  <a:pt x="1040877" y="327268"/>
                </a:lnTo>
                <a:lnTo>
                  <a:pt x="1043939" y="367284"/>
                </a:lnTo>
                <a:lnTo>
                  <a:pt x="1040877" y="407299"/>
                </a:lnTo>
                <a:lnTo>
                  <a:pt x="1031901" y="446067"/>
                </a:lnTo>
                <a:lnTo>
                  <a:pt x="1017330" y="483364"/>
                </a:lnTo>
                <a:lnTo>
                  <a:pt x="997483" y="518965"/>
                </a:lnTo>
                <a:lnTo>
                  <a:pt x="972678" y="552647"/>
                </a:lnTo>
                <a:lnTo>
                  <a:pt x="943234" y="584185"/>
                </a:lnTo>
                <a:lnTo>
                  <a:pt x="909467" y="613356"/>
                </a:lnTo>
                <a:lnTo>
                  <a:pt x="871698" y="639934"/>
                </a:lnTo>
                <a:lnTo>
                  <a:pt x="830244" y="663695"/>
                </a:lnTo>
                <a:lnTo>
                  <a:pt x="785424" y="684417"/>
                </a:lnTo>
                <a:lnTo>
                  <a:pt x="737556" y="701873"/>
                </a:lnTo>
                <a:lnTo>
                  <a:pt x="686958" y="715841"/>
                </a:lnTo>
                <a:lnTo>
                  <a:pt x="633949" y="726095"/>
                </a:lnTo>
                <a:lnTo>
                  <a:pt x="578846" y="732412"/>
                </a:lnTo>
                <a:lnTo>
                  <a:pt x="521970" y="734567"/>
                </a:lnTo>
                <a:lnTo>
                  <a:pt x="465093" y="732412"/>
                </a:lnTo>
                <a:lnTo>
                  <a:pt x="409990" y="726095"/>
                </a:lnTo>
                <a:lnTo>
                  <a:pt x="356981" y="715841"/>
                </a:lnTo>
                <a:lnTo>
                  <a:pt x="306383" y="701873"/>
                </a:lnTo>
                <a:lnTo>
                  <a:pt x="258515" y="684417"/>
                </a:lnTo>
                <a:lnTo>
                  <a:pt x="213695" y="663695"/>
                </a:lnTo>
                <a:lnTo>
                  <a:pt x="172241" y="639934"/>
                </a:lnTo>
                <a:lnTo>
                  <a:pt x="134472" y="613356"/>
                </a:lnTo>
                <a:lnTo>
                  <a:pt x="100705" y="584185"/>
                </a:lnTo>
                <a:lnTo>
                  <a:pt x="71261" y="552647"/>
                </a:lnTo>
                <a:lnTo>
                  <a:pt x="46456" y="518965"/>
                </a:lnTo>
                <a:lnTo>
                  <a:pt x="26609" y="483364"/>
                </a:lnTo>
                <a:lnTo>
                  <a:pt x="12038" y="446067"/>
                </a:lnTo>
                <a:lnTo>
                  <a:pt x="3062" y="407299"/>
                </a:lnTo>
                <a:lnTo>
                  <a:pt x="0" y="367284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5034660" y="6539775"/>
            <a:ext cx="35369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25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2403AB39-B170-E59D-35F7-E7EA4631A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67" y="256732"/>
            <a:ext cx="9069066" cy="63445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标题 40">
            <a:extLst>
              <a:ext uri="{FF2B5EF4-FFF2-40B4-BE49-F238E27FC236}">
                <a16:creationId xmlns:a16="http://schemas.microsoft.com/office/drawing/2014/main" id="{76A4BED2-53A6-67F4-12E7-BD15711AA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7FC18BFA-FBEE-AC78-78B7-9A2E1F750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46" y="432969"/>
            <a:ext cx="9192908" cy="59920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370832" y="982217"/>
            <a:ext cx="4868545" cy="0"/>
          </a:xfrm>
          <a:custGeom>
            <a:avLst/>
            <a:gdLst/>
            <a:ahLst/>
            <a:cxnLst/>
            <a:rect l="l" t="t" r="r" b="b"/>
            <a:pathLst>
              <a:path w="4868545">
                <a:moveTo>
                  <a:pt x="0" y="0"/>
                </a:moveTo>
                <a:lnTo>
                  <a:pt x="4868418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939800" cy="0"/>
          </a:xfrm>
          <a:custGeom>
            <a:avLst/>
            <a:gdLst/>
            <a:ahLst/>
            <a:cxnLst/>
            <a:rect l="l" t="t" r="r" b="b"/>
            <a:pathLst>
              <a:path w="939800">
                <a:moveTo>
                  <a:pt x="0" y="0"/>
                </a:moveTo>
                <a:lnTo>
                  <a:pt x="939546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09700" y="3420405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03398" y="3420405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97098" y="3420405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09446" y="570551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02764" y="570551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96463" y="570551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09064" y="6175856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02764" y="6175856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96463" y="6175856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08430" y="5243744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02129" y="5243744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95827" y="5243744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08811" y="477282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02129" y="477282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95827" y="477282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08811" y="433112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02510" y="433112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96082" y="433112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08811" y="388154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02510" y="388154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96082" y="388154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29511" y="598931"/>
            <a:ext cx="2941320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397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latin typeface="华文楷体"/>
                <a:cs typeface="华文楷体"/>
              </a:rPr>
              <a:t>3</a:t>
            </a:r>
            <a:r>
              <a:rPr sz="3200" spc="-35" dirty="0">
                <a:latin typeface="华文楷体"/>
                <a:cs typeface="华文楷体"/>
              </a:rPr>
              <a:t> </a:t>
            </a:r>
            <a:r>
              <a:rPr sz="3200" i="1" dirty="0">
                <a:latin typeface="华文楷体"/>
                <a:cs typeface="华文楷体"/>
              </a:rPr>
              <a:t>画状态转换表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330446" y="46428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5">
                <a:moveTo>
                  <a:pt x="0" y="0"/>
                </a:moveTo>
                <a:lnTo>
                  <a:pt x="366040" y="0"/>
                </a:lnTo>
              </a:path>
            </a:pathLst>
          </a:custGeom>
          <a:ln w="189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769516" y="46428"/>
            <a:ext cx="395605" cy="0"/>
          </a:xfrm>
          <a:custGeom>
            <a:avLst/>
            <a:gdLst/>
            <a:ahLst/>
            <a:cxnLst/>
            <a:rect l="l" t="t" r="r" b="b"/>
            <a:pathLst>
              <a:path w="395604">
                <a:moveTo>
                  <a:pt x="0" y="0"/>
                </a:moveTo>
                <a:lnTo>
                  <a:pt x="395074" y="0"/>
                </a:lnTo>
              </a:path>
            </a:pathLst>
          </a:custGeom>
          <a:ln w="189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330446" y="702252"/>
            <a:ext cx="410209" cy="0"/>
          </a:xfrm>
          <a:custGeom>
            <a:avLst/>
            <a:gdLst/>
            <a:ahLst/>
            <a:cxnLst/>
            <a:rect l="l" t="t" r="r" b="b"/>
            <a:pathLst>
              <a:path w="410209">
                <a:moveTo>
                  <a:pt x="0" y="0"/>
                </a:moveTo>
                <a:lnTo>
                  <a:pt x="410002" y="0"/>
                </a:lnTo>
              </a:path>
            </a:pathLst>
          </a:custGeom>
          <a:ln w="189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138852" y="1355815"/>
            <a:ext cx="395605" cy="0"/>
          </a:xfrm>
          <a:custGeom>
            <a:avLst/>
            <a:gdLst/>
            <a:ahLst/>
            <a:cxnLst/>
            <a:rect l="l" t="t" r="r" b="b"/>
            <a:pathLst>
              <a:path w="395604">
                <a:moveTo>
                  <a:pt x="0" y="0"/>
                </a:moveTo>
                <a:lnTo>
                  <a:pt x="395074" y="0"/>
                </a:lnTo>
              </a:path>
            </a:pathLst>
          </a:custGeom>
          <a:ln w="189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452921" y="1576778"/>
            <a:ext cx="14605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95" dirty="0"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974858" y="1494178"/>
            <a:ext cx="23114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135" dirty="0">
                <a:latin typeface="Symbol"/>
                <a:cs typeface="Symbol"/>
              </a:rPr>
              <a:t>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073275" y="1995500"/>
            <a:ext cx="612775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45"/>
              </a:lnSpc>
            </a:pPr>
            <a:r>
              <a:rPr sz="2400" b="1" spc="5" dirty="0">
                <a:solidFill>
                  <a:srgbClr val="FFFFFF"/>
                </a:solidFill>
                <a:latin typeface="华文楷体"/>
                <a:cs typeface="华文楷体"/>
              </a:rPr>
              <a:t>初态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754245" y="1995500"/>
            <a:ext cx="612775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45"/>
              </a:lnSpc>
            </a:pPr>
            <a:r>
              <a:rPr sz="2400" b="1" spc="5" dirty="0">
                <a:solidFill>
                  <a:srgbClr val="FFFFFF"/>
                </a:solidFill>
                <a:latin typeface="华文楷体"/>
                <a:cs typeface="华文楷体"/>
              </a:rPr>
              <a:t>次态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24355" y="2492289"/>
            <a:ext cx="32131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spc="-10" dirty="0">
                <a:latin typeface="Times New Roman"/>
                <a:cs typeface="Times New Roman"/>
              </a:rPr>
              <a:t>Q</a:t>
            </a:r>
            <a:r>
              <a:rPr sz="2400" spc="-7" baseline="-20833" dirty="0"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218054" y="2492289"/>
            <a:ext cx="32131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spc="-10" dirty="0">
                <a:latin typeface="Times New Roman"/>
                <a:cs typeface="Times New Roman"/>
              </a:rPr>
              <a:t>Q</a:t>
            </a:r>
            <a:r>
              <a:rPr sz="2400" spc="-7" baseline="-20833" dirty="0"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111754" y="2492289"/>
            <a:ext cx="32131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spc="-10" dirty="0">
                <a:latin typeface="Times New Roman"/>
                <a:cs typeface="Times New Roman"/>
              </a:rPr>
              <a:t>Q</a:t>
            </a:r>
            <a:r>
              <a:rPr sz="2400" spc="-7" baseline="-20833" dirty="0"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846576" y="2491839"/>
            <a:ext cx="639445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3600" spc="-15" baseline="-16203" dirty="0">
                <a:latin typeface="Times New Roman"/>
                <a:cs typeface="Times New Roman"/>
              </a:rPr>
              <a:t>Q</a:t>
            </a:r>
            <a:r>
              <a:rPr sz="2400" baseline="-45138" dirty="0">
                <a:latin typeface="Times New Roman"/>
                <a:cs typeface="Times New Roman"/>
              </a:rPr>
              <a:t>3</a:t>
            </a:r>
            <a:r>
              <a:rPr sz="1600" spc="-5" dirty="0">
                <a:latin typeface="Times New Roman"/>
                <a:cs typeface="Times New Roman"/>
              </a:rPr>
              <a:t>n+1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740275" y="2491839"/>
            <a:ext cx="639445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3600" spc="-15" baseline="-16203" dirty="0">
                <a:latin typeface="Times New Roman"/>
                <a:cs typeface="Times New Roman"/>
              </a:rPr>
              <a:t>Q</a:t>
            </a:r>
            <a:r>
              <a:rPr sz="2400" baseline="-45138" dirty="0">
                <a:latin typeface="Times New Roman"/>
                <a:cs typeface="Times New Roman"/>
              </a:rPr>
              <a:t>2</a:t>
            </a:r>
            <a:r>
              <a:rPr sz="1600" spc="-5" dirty="0">
                <a:latin typeface="Times New Roman"/>
                <a:cs typeface="Times New Roman"/>
              </a:rPr>
              <a:t>n+1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633973" y="2491839"/>
            <a:ext cx="639445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3600" spc="-15" baseline="-16203" dirty="0">
                <a:latin typeface="Times New Roman"/>
                <a:cs typeface="Times New Roman"/>
              </a:rPr>
              <a:t>Q</a:t>
            </a:r>
            <a:r>
              <a:rPr sz="2400" baseline="-45138" dirty="0">
                <a:latin typeface="Times New Roman"/>
                <a:cs typeface="Times New Roman"/>
              </a:rPr>
              <a:t>1</a:t>
            </a:r>
            <a:r>
              <a:rPr sz="1600" spc="-5" dirty="0">
                <a:latin typeface="Times New Roman"/>
                <a:cs typeface="Times New Roman"/>
              </a:rPr>
              <a:t>n+1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09700" y="2949489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303398" y="2949489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197098" y="2949489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072894" y="1999517"/>
            <a:ext cx="612775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400" b="1" spc="5" dirty="0">
                <a:solidFill>
                  <a:srgbClr val="FFFFFF"/>
                </a:solidFill>
                <a:latin typeface="华文楷体"/>
                <a:cs typeface="华文楷体"/>
              </a:rPr>
              <a:t>初态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753990" y="1999517"/>
            <a:ext cx="612775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400" b="1" spc="5" dirty="0">
                <a:solidFill>
                  <a:srgbClr val="FFFFFF"/>
                </a:solidFill>
                <a:latin typeface="华文楷体"/>
                <a:cs typeface="华文楷体"/>
              </a:rPr>
              <a:t>次态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324102" y="2496861"/>
            <a:ext cx="32131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spc="-10" dirty="0">
                <a:latin typeface="Times New Roman"/>
                <a:cs typeface="Times New Roman"/>
              </a:rPr>
              <a:t>Q</a:t>
            </a:r>
            <a:r>
              <a:rPr sz="2400" spc="-7" baseline="-20833" dirty="0"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217673" y="2496861"/>
            <a:ext cx="32131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spc="-10" dirty="0">
                <a:latin typeface="Times New Roman"/>
                <a:cs typeface="Times New Roman"/>
              </a:rPr>
              <a:t>Q</a:t>
            </a:r>
            <a:r>
              <a:rPr sz="2400" spc="-7" baseline="-20833" dirty="0"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111373" y="2496861"/>
            <a:ext cx="32131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spc="-10" dirty="0">
                <a:latin typeface="Times New Roman"/>
                <a:cs typeface="Times New Roman"/>
              </a:rPr>
              <a:t>Q</a:t>
            </a:r>
            <a:r>
              <a:rPr sz="2400" spc="-7" baseline="-20833" dirty="0"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846321" y="2496411"/>
            <a:ext cx="639445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3600" spc="-15" baseline="-16203" dirty="0">
                <a:latin typeface="Times New Roman"/>
                <a:cs typeface="Times New Roman"/>
              </a:rPr>
              <a:t>Q</a:t>
            </a:r>
            <a:r>
              <a:rPr sz="2400" baseline="-45138" dirty="0">
                <a:latin typeface="Times New Roman"/>
                <a:cs typeface="Times New Roman"/>
              </a:rPr>
              <a:t>3</a:t>
            </a:r>
            <a:r>
              <a:rPr sz="1600" spc="-5" dirty="0">
                <a:latin typeface="Times New Roman"/>
                <a:cs typeface="Times New Roman"/>
              </a:rPr>
              <a:t>n+1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739894" y="2496411"/>
            <a:ext cx="639445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3600" spc="-15" baseline="-16203" dirty="0">
                <a:latin typeface="Times New Roman"/>
                <a:cs typeface="Times New Roman"/>
              </a:rPr>
              <a:t>Q</a:t>
            </a:r>
            <a:r>
              <a:rPr sz="2400" baseline="-45138" dirty="0">
                <a:latin typeface="Times New Roman"/>
                <a:cs typeface="Times New Roman"/>
              </a:rPr>
              <a:t>2</a:t>
            </a:r>
            <a:r>
              <a:rPr sz="1600" spc="-5" dirty="0">
                <a:latin typeface="Times New Roman"/>
                <a:cs typeface="Times New Roman"/>
              </a:rPr>
              <a:t>n+1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633592" y="2496411"/>
            <a:ext cx="639445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3600" spc="-15" baseline="-16203" dirty="0">
                <a:latin typeface="Times New Roman"/>
                <a:cs typeface="Times New Roman"/>
              </a:rPr>
              <a:t>Q</a:t>
            </a:r>
            <a:r>
              <a:rPr sz="2400" baseline="-45138" dirty="0">
                <a:latin typeface="Times New Roman"/>
                <a:cs typeface="Times New Roman"/>
              </a:rPr>
              <a:t>1</a:t>
            </a:r>
            <a:r>
              <a:rPr sz="1600" spc="-5" dirty="0">
                <a:latin typeface="Times New Roman"/>
                <a:cs typeface="Times New Roman"/>
              </a:rPr>
              <a:t>n+1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015250" y="1947164"/>
          <a:ext cx="5363844" cy="4593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4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0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1708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b="1" spc="5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初态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T="29209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b="1" spc="5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次态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6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</a:pPr>
                      <a:r>
                        <a:rPr sz="3600" spc="-7" baseline="-16203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45138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n+1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2440"/>
                        </a:lnSpc>
                      </a:pPr>
                      <a:r>
                        <a:rPr sz="3600" spc="-7" baseline="-16203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45138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n+1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40"/>
                        </a:lnSpc>
                      </a:pPr>
                      <a:r>
                        <a:rPr sz="3600" spc="-7" baseline="-16203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45138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n+1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454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93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T w="9525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T w="9525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739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E4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32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53975">
                      <a:solidFill>
                        <a:srgbClr val="000000"/>
                      </a:solidFill>
                      <a:prstDash val="solid"/>
                    </a:lnL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C8C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706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53975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217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2153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F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0166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8C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8" name="object 58"/>
          <p:cNvSpPr txBox="1"/>
          <p:nvPr/>
        </p:nvSpPr>
        <p:spPr>
          <a:xfrm>
            <a:off x="6434663" y="266625"/>
            <a:ext cx="172529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134110" algn="l"/>
                <a:tab pos="1591310" algn="l"/>
              </a:tabLst>
            </a:pPr>
            <a:r>
              <a:rPr sz="1700" spc="95" dirty="0">
                <a:latin typeface="Times New Roman"/>
                <a:cs typeface="Times New Roman"/>
              </a:rPr>
              <a:t>1	1	3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582504" y="923235"/>
            <a:ext cx="14605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95" dirty="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176544" y="664671"/>
            <a:ext cx="32575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i="1" spc="195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176544" y="1318218"/>
            <a:ext cx="31305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i="1" spc="5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495270" y="653566"/>
            <a:ext cx="40259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i="1" spc="204" dirty="0">
                <a:latin typeface="Times New Roman"/>
                <a:cs typeface="Times New Roman"/>
              </a:rPr>
              <a:t>n</a:t>
            </a:r>
            <a:r>
              <a:rPr sz="1700" spc="25" dirty="0">
                <a:latin typeface="Symbol"/>
                <a:cs typeface="Symbol"/>
              </a:rPr>
              <a:t></a:t>
            </a:r>
            <a:r>
              <a:rPr sz="1700" spc="95" dirty="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460402" y="803737"/>
            <a:ext cx="437515" cy="79375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700" spc="95" dirty="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  <a:p>
            <a:pPr marL="46990">
              <a:lnSpc>
                <a:spcPct val="100000"/>
              </a:lnSpc>
              <a:spcBef>
                <a:spcPts val="980"/>
              </a:spcBef>
            </a:pPr>
            <a:r>
              <a:rPr sz="1700" i="1" spc="204" dirty="0">
                <a:latin typeface="Times New Roman"/>
                <a:cs typeface="Times New Roman"/>
              </a:rPr>
              <a:t>n</a:t>
            </a:r>
            <a:r>
              <a:rPr sz="1700" spc="25" dirty="0">
                <a:latin typeface="Symbol"/>
                <a:cs typeface="Symbol"/>
              </a:rPr>
              <a:t></a:t>
            </a:r>
            <a:r>
              <a:rPr sz="1700" spc="95" dirty="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956967" y="8062"/>
            <a:ext cx="89471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i="1" spc="170" dirty="0">
                <a:solidFill>
                  <a:srgbClr val="FF0000"/>
                </a:solidFill>
                <a:latin typeface="Times New Roman"/>
                <a:cs typeface="Times New Roman"/>
              </a:rPr>
              <a:t>CP</a:t>
            </a:r>
            <a:r>
              <a:rPr sz="3000" i="1" spc="-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65" dirty="0">
                <a:solidFill>
                  <a:srgbClr val="FF0000"/>
                </a:solidFill>
                <a:latin typeface="Symbol"/>
                <a:cs typeface="Symbol"/>
              </a:rPr>
              <a:t>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945333" y="664672"/>
            <a:ext cx="75819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4030" algn="l"/>
              </a:tabLst>
            </a:pPr>
            <a:r>
              <a:rPr sz="3000" i="1" spc="195" dirty="0">
                <a:solidFill>
                  <a:srgbClr val="FF0000"/>
                </a:solidFill>
                <a:latin typeface="Times New Roman"/>
                <a:cs typeface="Times New Roman"/>
              </a:rPr>
              <a:t>Q	</a:t>
            </a:r>
            <a:r>
              <a:rPr sz="3000" spc="165" dirty="0">
                <a:solidFill>
                  <a:srgbClr val="FF0000"/>
                </a:solidFill>
                <a:latin typeface="Symbol"/>
                <a:cs typeface="Symbol"/>
              </a:rPr>
              <a:t>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949458" y="8062"/>
            <a:ext cx="213868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500" spc="232" baseline="6481" dirty="0">
                <a:latin typeface="Symbol"/>
                <a:cs typeface="Symbol"/>
              </a:rPr>
              <a:t></a:t>
            </a:r>
            <a:r>
              <a:rPr sz="3000" i="1" spc="155" dirty="0">
                <a:latin typeface="Times New Roman"/>
                <a:cs typeface="Times New Roman"/>
              </a:rPr>
              <a:t>Q</a:t>
            </a:r>
            <a:r>
              <a:rPr sz="2550" i="1" spc="232" baseline="44117" dirty="0">
                <a:latin typeface="Times New Roman"/>
                <a:cs typeface="Times New Roman"/>
              </a:rPr>
              <a:t>n</a:t>
            </a:r>
            <a:r>
              <a:rPr sz="2550" spc="232" baseline="44117" dirty="0">
                <a:latin typeface="Symbol"/>
                <a:cs typeface="Symbol"/>
              </a:rPr>
              <a:t></a:t>
            </a:r>
            <a:r>
              <a:rPr sz="2550" spc="232" baseline="44117" dirty="0">
                <a:latin typeface="Times New Roman"/>
                <a:cs typeface="Times New Roman"/>
              </a:rPr>
              <a:t>1 </a:t>
            </a:r>
            <a:r>
              <a:rPr sz="3000" spc="150" dirty="0">
                <a:latin typeface="Symbol"/>
                <a:cs typeface="Symbol"/>
              </a:rPr>
              <a:t></a:t>
            </a:r>
            <a:r>
              <a:rPr sz="3000" spc="150" dirty="0">
                <a:latin typeface="Times New Roman"/>
                <a:cs typeface="Times New Roman"/>
              </a:rPr>
              <a:t> </a:t>
            </a:r>
            <a:r>
              <a:rPr sz="3000" i="1" spc="195" dirty="0">
                <a:latin typeface="Times New Roman"/>
                <a:cs typeface="Times New Roman"/>
              </a:rPr>
              <a:t>Q</a:t>
            </a:r>
            <a:r>
              <a:rPr sz="3000" i="1" spc="-250" dirty="0">
                <a:latin typeface="Times New Roman"/>
                <a:cs typeface="Times New Roman"/>
              </a:rPr>
              <a:t> </a:t>
            </a:r>
            <a:r>
              <a:rPr sz="3000" i="1" spc="195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974858" y="443759"/>
            <a:ext cx="23114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b="1" spc="130" dirty="0">
                <a:latin typeface="Symbol"/>
                <a:cs typeface="Symbol"/>
              </a:rPr>
              <a:t>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989078" y="664671"/>
            <a:ext cx="63563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150" dirty="0">
                <a:latin typeface="Symbol"/>
                <a:cs typeface="Symbol"/>
              </a:rPr>
              <a:t></a:t>
            </a:r>
            <a:r>
              <a:rPr sz="3000" spc="-195" dirty="0">
                <a:latin typeface="Times New Roman"/>
                <a:cs typeface="Times New Roman"/>
              </a:rPr>
              <a:t> </a:t>
            </a:r>
            <a:r>
              <a:rPr sz="3000" i="1" spc="195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974858" y="730172"/>
            <a:ext cx="23114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135" dirty="0">
                <a:latin typeface="Symbol"/>
                <a:cs typeface="Symbol"/>
              </a:rPr>
              <a:t>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950978" y="847643"/>
            <a:ext cx="2882900" cy="95313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R="490220" algn="r">
              <a:lnSpc>
                <a:spcPct val="100000"/>
              </a:lnSpc>
              <a:spcBef>
                <a:spcPts val="730"/>
              </a:spcBef>
            </a:pPr>
            <a:r>
              <a:rPr sz="1700" spc="95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030"/>
              </a:spcBef>
              <a:tabLst>
                <a:tab pos="1974850" algn="l"/>
              </a:tabLst>
            </a:pPr>
            <a:r>
              <a:rPr sz="3000" spc="150" dirty="0">
                <a:latin typeface="Symbol"/>
                <a:cs typeface="Symbol"/>
              </a:rPr>
              <a:t>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i="1" spc="5" dirty="0">
                <a:latin typeface="Times New Roman"/>
                <a:cs typeface="Times New Roman"/>
              </a:rPr>
              <a:t>Q</a:t>
            </a:r>
            <a:r>
              <a:rPr sz="2550" spc="7" baseline="-24509" dirty="0">
                <a:latin typeface="Times New Roman"/>
                <a:cs typeface="Times New Roman"/>
              </a:rPr>
              <a:t>1</a:t>
            </a:r>
            <a:r>
              <a:rPr sz="3000" i="1" spc="5" dirty="0">
                <a:latin typeface="Times New Roman"/>
                <a:cs typeface="Times New Roman"/>
              </a:rPr>
              <a:t>Q</a:t>
            </a:r>
            <a:r>
              <a:rPr sz="2550" spc="7" baseline="-24509" dirty="0">
                <a:latin typeface="Times New Roman"/>
                <a:cs typeface="Times New Roman"/>
              </a:rPr>
              <a:t>2</a:t>
            </a:r>
            <a:r>
              <a:rPr sz="2550" spc="-202" baseline="-24509" dirty="0">
                <a:latin typeface="Times New Roman"/>
                <a:cs typeface="Times New Roman"/>
              </a:rPr>
              <a:t> </a:t>
            </a:r>
            <a:r>
              <a:rPr sz="3000" i="1" spc="55" dirty="0">
                <a:latin typeface="Times New Roman"/>
                <a:cs typeface="Times New Roman"/>
              </a:rPr>
              <a:t>Q</a:t>
            </a:r>
            <a:r>
              <a:rPr sz="2550" spc="82" baseline="-24509" dirty="0">
                <a:latin typeface="Times New Roman"/>
                <a:cs typeface="Times New Roman"/>
              </a:rPr>
              <a:t>3	</a:t>
            </a:r>
            <a:r>
              <a:rPr sz="3000" i="1" spc="170" dirty="0">
                <a:solidFill>
                  <a:srgbClr val="FF0000"/>
                </a:solidFill>
                <a:latin typeface="Times New Roman"/>
                <a:cs typeface="Times New Roman"/>
              </a:rPr>
              <a:t>CP</a:t>
            </a:r>
            <a:r>
              <a:rPr sz="3000" i="1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65" dirty="0">
                <a:solidFill>
                  <a:srgbClr val="FF0000"/>
                </a:solidFill>
                <a:latin typeface="Symbol"/>
                <a:cs typeface="Symbol"/>
              </a:rPr>
              <a:t>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974858" y="1095783"/>
            <a:ext cx="23114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135" dirty="0">
                <a:latin typeface="Symbol"/>
                <a:cs typeface="Symbol"/>
              </a:rPr>
              <a:t>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974858" y="1437050"/>
            <a:ext cx="21844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-1485" dirty="0">
                <a:latin typeface="Symbol"/>
                <a:cs typeface="Symbol"/>
              </a:rPr>
              <a:t>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6454902" y="5229605"/>
            <a:ext cx="554990" cy="1260475"/>
          </a:xfrm>
          <a:custGeom>
            <a:avLst/>
            <a:gdLst/>
            <a:ahLst/>
            <a:cxnLst/>
            <a:rect l="l" t="t" r="r" b="b"/>
            <a:pathLst>
              <a:path w="554990" h="1260475">
                <a:moveTo>
                  <a:pt x="0" y="0"/>
                </a:moveTo>
                <a:lnTo>
                  <a:pt x="73727" y="1651"/>
                </a:lnTo>
                <a:lnTo>
                  <a:pt x="139982" y="6312"/>
                </a:lnTo>
                <a:lnTo>
                  <a:pt x="196119" y="13541"/>
                </a:lnTo>
                <a:lnTo>
                  <a:pt x="239493" y="22897"/>
                </a:lnTo>
                <a:lnTo>
                  <a:pt x="277368" y="46228"/>
                </a:lnTo>
                <a:lnTo>
                  <a:pt x="277368" y="583946"/>
                </a:lnTo>
                <a:lnTo>
                  <a:pt x="287277" y="596233"/>
                </a:lnTo>
                <a:lnTo>
                  <a:pt x="358616" y="616632"/>
                </a:lnTo>
                <a:lnTo>
                  <a:pt x="414753" y="623861"/>
                </a:lnTo>
                <a:lnTo>
                  <a:pt x="481008" y="628522"/>
                </a:lnTo>
                <a:lnTo>
                  <a:pt x="554736" y="630174"/>
                </a:lnTo>
                <a:lnTo>
                  <a:pt x="481008" y="631825"/>
                </a:lnTo>
                <a:lnTo>
                  <a:pt x="414753" y="636486"/>
                </a:lnTo>
                <a:lnTo>
                  <a:pt x="358616" y="643715"/>
                </a:lnTo>
                <a:lnTo>
                  <a:pt x="315242" y="653071"/>
                </a:lnTo>
                <a:lnTo>
                  <a:pt x="277368" y="676402"/>
                </a:lnTo>
                <a:lnTo>
                  <a:pt x="277368" y="1214120"/>
                </a:lnTo>
                <a:lnTo>
                  <a:pt x="267458" y="1226407"/>
                </a:lnTo>
                <a:lnTo>
                  <a:pt x="239493" y="1237450"/>
                </a:lnTo>
                <a:lnTo>
                  <a:pt x="196119" y="1246806"/>
                </a:lnTo>
                <a:lnTo>
                  <a:pt x="139982" y="1254035"/>
                </a:lnTo>
                <a:lnTo>
                  <a:pt x="73727" y="1258696"/>
                </a:lnTo>
                <a:lnTo>
                  <a:pt x="0" y="1260348"/>
                </a:lnTo>
              </a:path>
            </a:pathLst>
          </a:custGeom>
          <a:ln w="25908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7008876" y="5574791"/>
            <a:ext cx="1826260" cy="584200"/>
          </a:xfrm>
          <a:prstGeom prst="rect">
            <a:avLst/>
          </a:prstGeom>
          <a:solidFill>
            <a:srgbClr val="C2C2D5"/>
          </a:solidFill>
        </p:spPr>
        <p:txBody>
          <a:bodyPr vert="horz" wrap="square" lIns="0" tIns="1968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5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无效状态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6483858" y="2710433"/>
            <a:ext cx="774700" cy="2447925"/>
          </a:xfrm>
          <a:custGeom>
            <a:avLst/>
            <a:gdLst/>
            <a:ahLst/>
            <a:cxnLst/>
            <a:rect l="l" t="t" r="r" b="b"/>
            <a:pathLst>
              <a:path w="774700" h="2447925">
                <a:moveTo>
                  <a:pt x="0" y="0"/>
                </a:moveTo>
                <a:lnTo>
                  <a:pt x="78000" y="1308"/>
                </a:lnTo>
                <a:lnTo>
                  <a:pt x="150655" y="5062"/>
                </a:lnTo>
                <a:lnTo>
                  <a:pt x="216408" y="11003"/>
                </a:lnTo>
                <a:lnTo>
                  <a:pt x="273700" y="18875"/>
                </a:lnTo>
                <a:lnTo>
                  <a:pt x="320973" y="28419"/>
                </a:lnTo>
                <a:lnTo>
                  <a:pt x="379229" y="51497"/>
                </a:lnTo>
                <a:lnTo>
                  <a:pt x="387095" y="64515"/>
                </a:lnTo>
                <a:lnTo>
                  <a:pt x="387095" y="1159255"/>
                </a:lnTo>
                <a:lnTo>
                  <a:pt x="394962" y="1172274"/>
                </a:lnTo>
                <a:lnTo>
                  <a:pt x="453218" y="1195352"/>
                </a:lnTo>
                <a:lnTo>
                  <a:pt x="500491" y="1204896"/>
                </a:lnTo>
                <a:lnTo>
                  <a:pt x="557783" y="1212768"/>
                </a:lnTo>
                <a:lnTo>
                  <a:pt x="623536" y="1218709"/>
                </a:lnTo>
                <a:lnTo>
                  <a:pt x="696191" y="1222463"/>
                </a:lnTo>
                <a:lnTo>
                  <a:pt x="774191" y="1223771"/>
                </a:lnTo>
                <a:lnTo>
                  <a:pt x="696191" y="1225080"/>
                </a:lnTo>
                <a:lnTo>
                  <a:pt x="623536" y="1228834"/>
                </a:lnTo>
                <a:lnTo>
                  <a:pt x="557783" y="1234775"/>
                </a:lnTo>
                <a:lnTo>
                  <a:pt x="500491" y="1242647"/>
                </a:lnTo>
                <a:lnTo>
                  <a:pt x="453218" y="1252191"/>
                </a:lnTo>
                <a:lnTo>
                  <a:pt x="394962" y="1275269"/>
                </a:lnTo>
                <a:lnTo>
                  <a:pt x="387095" y="1288288"/>
                </a:lnTo>
                <a:lnTo>
                  <a:pt x="387095" y="2383028"/>
                </a:lnTo>
                <a:lnTo>
                  <a:pt x="379229" y="2396046"/>
                </a:lnTo>
                <a:lnTo>
                  <a:pt x="320973" y="2419124"/>
                </a:lnTo>
                <a:lnTo>
                  <a:pt x="273700" y="2428668"/>
                </a:lnTo>
                <a:lnTo>
                  <a:pt x="216408" y="2436540"/>
                </a:lnTo>
                <a:lnTo>
                  <a:pt x="150655" y="2442481"/>
                </a:lnTo>
                <a:lnTo>
                  <a:pt x="78000" y="2446235"/>
                </a:lnTo>
                <a:lnTo>
                  <a:pt x="0" y="2447543"/>
                </a:lnTo>
              </a:path>
            </a:pathLst>
          </a:custGeom>
          <a:ln w="25908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7124700" y="3718559"/>
            <a:ext cx="1826260" cy="585470"/>
          </a:xfrm>
          <a:prstGeom prst="rect">
            <a:avLst/>
          </a:prstGeom>
          <a:solidFill>
            <a:srgbClr val="C2C2D5"/>
          </a:solidFill>
        </p:spPr>
        <p:txBody>
          <a:bodyPr vert="horz" wrap="square" lIns="0" tIns="1968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55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有效状态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77" name="object 7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966" y="982217"/>
            <a:ext cx="939800" cy="0"/>
          </a:xfrm>
          <a:custGeom>
            <a:avLst/>
            <a:gdLst/>
            <a:ahLst/>
            <a:cxnLst/>
            <a:rect l="l" t="t" r="r" b="b"/>
            <a:pathLst>
              <a:path w="939800">
                <a:moveTo>
                  <a:pt x="0" y="0"/>
                </a:moveTo>
                <a:lnTo>
                  <a:pt x="939546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71845" y="4742040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299" y="267825"/>
                </a:moveTo>
                <a:lnTo>
                  <a:pt x="577495" y="224380"/>
                </a:lnTo>
                <a:lnTo>
                  <a:pt x="566483" y="183168"/>
                </a:lnTo>
                <a:lnTo>
                  <a:pt x="548860" y="144740"/>
                </a:lnTo>
                <a:lnTo>
                  <a:pt x="525224" y="109647"/>
                </a:lnTo>
                <a:lnTo>
                  <a:pt x="496174" y="78440"/>
                </a:lnTo>
                <a:lnTo>
                  <a:pt x="462308" y="51672"/>
                </a:lnTo>
                <a:lnTo>
                  <a:pt x="424225" y="29892"/>
                </a:lnTo>
                <a:lnTo>
                  <a:pt x="382522" y="13653"/>
                </a:lnTo>
                <a:lnTo>
                  <a:pt x="337798" y="3505"/>
                </a:lnTo>
                <a:lnTo>
                  <a:pt x="290651" y="0"/>
                </a:lnTo>
                <a:lnTo>
                  <a:pt x="243504" y="3505"/>
                </a:lnTo>
                <a:lnTo>
                  <a:pt x="198780" y="13653"/>
                </a:lnTo>
                <a:lnTo>
                  <a:pt x="157077" y="29892"/>
                </a:lnTo>
                <a:lnTo>
                  <a:pt x="118993" y="51672"/>
                </a:lnTo>
                <a:lnTo>
                  <a:pt x="85127" y="78440"/>
                </a:lnTo>
                <a:lnTo>
                  <a:pt x="56076" y="109647"/>
                </a:lnTo>
                <a:lnTo>
                  <a:pt x="32440" y="144740"/>
                </a:lnTo>
                <a:lnTo>
                  <a:pt x="14816" y="183168"/>
                </a:lnTo>
                <a:lnTo>
                  <a:pt x="3803" y="224380"/>
                </a:lnTo>
                <a:lnTo>
                  <a:pt x="0" y="267825"/>
                </a:lnTo>
                <a:lnTo>
                  <a:pt x="3803" y="311270"/>
                </a:lnTo>
                <a:lnTo>
                  <a:pt x="14816" y="352482"/>
                </a:lnTo>
                <a:lnTo>
                  <a:pt x="32440" y="390910"/>
                </a:lnTo>
                <a:lnTo>
                  <a:pt x="56076" y="426003"/>
                </a:lnTo>
                <a:lnTo>
                  <a:pt x="85127" y="457209"/>
                </a:lnTo>
                <a:lnTo>
                  <a:pt x="118993" y="483978"/>
                </a:lnTo>
                <a:lnTo>
                  <a:pt x="157077" y="505758"/>
                </a:lnTo>
                <a:lnTo>
                  <a:pt x="198780" y="521997"/>
                </a:lnTo>
                <a:lnTo>
                  <a:pt x="243504" y="532145"/>
                </a:lnTo>
                <a:lnTo>
                  <a:pt x="290651" y="535650"/>
                </a:lnTo>
                <a:lnTo>
                  <a:pt x="337798" y="532145"/>
                </a:lnTo>
                <a:lnTo>
                  <a:pt x="382522" y="521997"/>
                </a:lnTo>
                <a:lnTo>
                  <a:pt x="424225" y="505758"/>
                </a:lnTo>
                <a:lnTo>
                  <a:pt x="462308" y="483978"/>
                </a:lnTo>
                <a:lnTo>
                  <a:pt x="496174" y="457209"/>
                </a:lnTo>
                <a:lnTo>
                  <a:pt x="525224" y="426003"/>
                </a:lnTo>
                <a:lnTo>
                  <a:pt x="548860" y="390910"/>
                </a:lnTo>
                <a:lnTo>
                  <a:pt x="566483" y="352482"/>
                </a:lnTo>
                <a:lnTo>
                  <a:pt x="577495" y="311270"/>
                </a:lnTo>
                <a:lnTo>
                  <a:pt x="581299" y="267825"/>
                </a:lnTo>
                <a:close/>
              </a:path>
            </a:pathLst>
          </a:custGeom>
          <a:ln w="42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34461" y="4742040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295" y="267825"/>
                </a:moveTo>
                <a:lnTo>
                  <a:pt x="577491" y="224380"/>
                </a:lnTo>
                <a:lnTo>
                  <a:pt x="566479" y="183168"/>
                </a:lnTo>
                <a:lnTo>
                  <a:pt x="548855" y="144740"/>
                </a:lnTo>
                <a:lnTo>
                  <a:pt x="525220" y="109647"/>
                </a:lnTo>
                <a:lnTo>
                  <a:pt x="496170" y="78440"/>
                </a:lnTo>
                <a:lnTo>
                  <a:pt x="462304" y="51672"/>
                </a:lnTo>
                <a:lnTo>
                  <a:pt x="424221" y="29892"/>
                </a:lnTo>
                <a:lnTo>
                  <a:pt x="382518" y="13653"/>
                </a:lnTo>
                <a:lnTo>
                  <a:pt x="337794" y="3505"/>
                </a:lnTo>
                <a:lnTo>
                  <a:pt x="290647" y="0"/>
                </a:lnTo>
                <a:lnTo>
                  <a:pt x="243500" y="3505"/>
                </a:lnTo>
                <a:lnTo>
                  <a:pt x="198776" y="13653"/>
                </a:lnTo>
                <a:lnTo>
                  <a:pt x="157074" y="29892"/>
                </a:lnTo>
                <a:lnTo>
                  <a:pt x="118990" y="51672"/>
                </a:lnTo>
                <a:lnTo>
                  <a:pt x="85125" y="78440"/>
                </a:lnTo>
                <a:lnTo>
                  <a:pt x="56075" y="109647"/>
                </a:lnTo>
                <a:lnTo>
                  <a:pt x="32439" y="144740"/>
                </a:lnTo>
                <a:lnTo>
                  <a:pt x="14816" y="183168"/>
                </a:lnTo>
                <a:lnTo>
                  <a:pt x="3803" y="224380"/>
                </a:lnTo>
                <a:lnTo>
                  <a:pt x="0" y="267825"/>
                </a:lnTo>
                <a:lnTo>
                  <a:pt x="3803" y="311270"/>
                </a:lnTo>
                <a:lnTo>
                  <a:pt x="14816" y="352482"/>
                </a:lnTo>
                <a:lnTo>
                  <a:pt x="32439" y="390910"/>
                </a:lnTo>
                <a:lnTo>
                  <a:pt x="56075" y="426003"/>
                </a:lnTo>
                <a:lnTo>
                  <a:pt x="85125" y="457209"/>
                </a:lnTo>
                <a:lnTo>
                  <a:pt x="118990" y="483978"/>
                </a:lnTo>
                <a:lnTo>
                  <a:pt x="157074" y="505758"/>
                </a:lnTo>
                <a:lnTo>
                  <a:pt x="198776" y="521997"/>
                </a:lnTo>
                <a:lnTo>
                  <a:pt x="243500" y="532145"/>
                </a:lnTo>
                <a:lnTo>
                  <a:pt x="290647" y="535650"/>
                </a:lnTo>
                <a:lnTo>
                  <a:pt x="337794" y="532145"/>
                </a:lnTo>
                <a:lnTo>
                  <a:pt x="382518" y="521997"/>
                </a:lnTo>
                <a:lnTo>
                  <a:pt x="424221" y="505758"/>
                </a:lnTo>
                <a:lnTo>
                  <a:pt x="462304" y="483978"/>
                </a:lnTo>
                <a:lnTo>
                  <a:pt x="496170" y="457209"/>
                </a:lnTo>
                <a:lnTo>
                  <a:pt x="525220" y="426003"/>
                </a:lnTo>
                <a:lnTo>
                  <a:pt x="548855" y="390910"/>
                </a:lnTo>
                <a:lnTo>
                  <a:pt x="566479" y="352482"/>
                </a:lnTo>
                <a:lnTo>
                  <a:pt x="577491" y="311270"/>
                </a:lnTo>
                <a:lnTo>
                  <a:pt x="581295" y="267825"/>
                </a:lnTo>
                <a:close/>
              </a:path>
            </a:pathLst>
          </a:custGeom>
          <a:ln w="42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97032" y="4742040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377" y="267825"/>
                </a:moveTo>
                <a:lnTo>
                  <a:pt x="577570" y="224380"/>
                </a:lnTo>
                <a:lnTo>
                  <a:pt x="566550" y="183168"/>
                </a:lnTo>
                <a:lnTo>
                  <a:pt x="548914" y="144740"/>
                </a:lnTo>
                <a:lnTo>
                  <a:pt x="525263" y="109647"/>
                </a:lnTo>
                <a:lnTo>
                  <a:pt x="496196" y="78440"/>
                </a:lnTo>
                <a:lnTo>
                  <a:pt x="462311" y="51672"/>
                </a:lnTo>
                <a:lnTo>
                  <a:pt x="424209" y="29892"/>
                </a:lnTo>
                <a:lnTo>
                  <a:pt x="382487" y="13653"/>
                </a:lnTo>
                <a:lnTo>
                  <a:pt x="337747" y="3505"/>
                </a:lnTo>
                <a:lnTo>
                  <a:pt x="290586" y="0"/>
                </a:lnTo>
                <a:lnTo>
                  <a:pt x="243480" y="3505"/>
                </a:lnTo>
                <a:lnTo>
                  <a:pt x="198784" y="13653"/>
                </a:lnTo>
                <a:lnTo>
                  <a:pt x="157098" y="29892"/>
                </a:lnTo>
                <a:lnTo>
                  <a:pt x="119021" y="51672"/>
                </a:lnTo>
                <a:lnTo>
                  <a:pt x="85155" y="78440"/>
                </a:lnTo>
                <a:lnTo>
                  <a:pt x="56101" y="109647"/>
                </a:lnTo>
                <a:lnTo>
                  <a:pt x="32457" y="144740"/>
                </a:lnTo>
                <a:lnTo>
                  <a:pt x="14825" y="183168"/>
                </a:lnTo>
                <a:lnTo>
                  <a:pt x="3806" y="224380"/>
                </a:lnTo>
                <a:lnTo>
                  <a:pt x="0" y="267825"/>
                </a:lnTo>
                <a:lnTo>
                  <a:pt x="3806" y="311270"/>
                </a:lnTo>
                <a:lnTo>
                  <a:pt x="14825" y="352482"/>
                </a:lnTo>
                <a:lnTo>
                  <a:pt x="32457" y="390910"/>
                </a:lnTo>
                <a:lnTo>
                  <a:pt x="56101" y="426003"/>
                </a:lnTo>
                <a:lnTo>
                  <a:pt x="85155" y="457209"/>
                </a:lnTo>
                <a:lnTo>
                  <a:pt x="119021" y="483978"/>
                </a:lnTo>
                <a:lnTo>
                  <a:pt x="157098" y="505758"/>
                </a:lnTo>
                <a:lnTo>
                  <a:pt x="198784" y="521997"/>
                </a:lnTo>
                <a:lnTo>
                  <a:pt x="243480" y="532145"/>
                </a:lnTo>
                <a:lnTo>
                  <a:pt x="290586" y="535650"/>
                </a:lnTo>
                <a:lnTo>
                  <a:pt x="337747" y="532145"/>
                </a:lnTo>
                <a:lnTo>
                  <a:pt x="382487" y="521997"/>
                </a:lnTo>
                <a:lnTo>
                  <a:pt x="424209" y="505758"/>
                </a:lnTo>
                <a:lnTo>
                  <a:pt x="462311" y="483978"/>
                </a:lnTo>
                <a:lnTo>
                  <a:pt x="496196" y="457209"/>
                </a:lnTo>
                <a:lnTo>
                  <a:pt x="525263" y="426003"/>
                </a:lnTo>
                <a:lnTo>
                  <a:pt x="548914" y="390910"/>
                </a:lnTo>
                <a:lnTo>
                  <a:pt x="566550" y="352482"/>
                </a:lnTo>
                <a:lnTo>
                  <a:pt x="577570" y="311270"/>
                </a:lnTo>
                <a:lnTo>
                  <a:pt x="581377" y="267825"/>
                </a:lnTo>
                <a:close/>
              </a:path>
            </a:pathLst>
          </a:custGeom>
          <a:ln w="42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71845" y="5813359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290651" y="0"/>
                </a:moveTo>
                <a:lnTo>
                  <a:pt x="243504" y="3505"/>
                </a:lnTo>
                <a:lnTo>
                  <a:pt x="198780" y="13653"/>
                </a:lnTo>
                <a:lnTo>
                  <a:pt x="157077" y="29892"/>
                </a:lnTo>
                <a:lnTo>
                  <a:pt x="118993" y="51672"/>
                </a:lnTo>
                <a:lnTo>
                  <a:pt x="85127" y="78440"/>
                </a:lnTo>
                <a:lnTo>
                  <a:pt x="56076" y="109647"/>
                </a:lnTo>
                <a:lnTo>
                  <a:pt x="32440" y="144740"/>
                </a:lnTo>
                <a:lnTo>
                  <a:pt x="14816" y="183168"/>
                </a:lnTo>
                <a:lnTo>
                  <a:pt x="3803" y="224380"/>
                </a:lnTo>
                <a:lnTo>
                  <a:pt x="0" y="267825"/>
                </a:lnTo>
                <a:lnTo>
                  <a:pt x="3803" y="311270"/>
                </a:lnTo>
                <a:lnTo>
                  <a:pt x="14816" y="352482"/>
                </a:lnTo>
                <a:lnTo>
                  <a:pt x="32440" y="390911"/>
                </a:lnTo>
                <a:lnTo>
                  <a:pt x="56076" y="426005"/>
                </a:lnTo>
                <a:lnTo>
                  <a:pt x="85127" y="457212"/>
                </a:lnTo>
                <a:lnTo>
                  <a:pt x="118993" y="483982"/>
                </a:lnTo>
                <a:lnTo>
                  <a:pt x="157077" y="505762"/>
                </a:lnTo>
                <a:lnTo>
                  <a:pt x="198780" y="522002"/>
                </a:lnTo>
                <a:lnTo>
                  <a:pt x="243504" y="532151"/>
                </a:lnTo>
                <a:lnTo>
                  <a:pt x="290651" y="535656"/>
                </a:lnTo>
                <a:lnTo>
                  <a:pt x="337798" y="532151"/>
                </a:lnTo>
                <a:lnTo>
                  <a:pt x="382522" y="522002"/>
                </a:lnTo>
                <a:lnTo>
                  <a:pt x="424225" y="505762"/>
                </a:lnTo>
                <a:lnTo>
                  <a:pt x="462308" y="483982"/>
                </a:lnTo>
                <a:lnTo>
                  <a:pt x="496174" y="457212"/>
                </a:lnTo>
                <a:lnTo>
                  <a:pt x="525224" y="426005"/>
                </a:lnTo>
                <a:lnTo>
                  <a:pt x="548860" y="390911"/>
                </a:lnTo>
                <a:lnTo>
                  <a:pt x="566483" y="352482"/>
                </a:lnTo>
                <a:lnTo>
                  <a:pt x="577495" y="311270"/>
                </a:lnTo>
                <a:lnTo>
                  <a:pt x="581299" y="267825"/>
                </a:lnTo>
                <a:lnTo>
                  <a:pt x="577495" y="224380"/>
                </a:lnTo>
                <a:lnTo>
                  <a:pt x="566483" y="183168"/>
                </a:lnTo>
                <a:lnTo>
                  <a:pt x="548860" y="144740"/>
                </a:lnTo>
                <a:lnTo>
                  <a:pt x="525224" y="109647"/>
                </a:lnTo>
                <a:lnTo>
                  <a:pt x="496174" y="78440"/>
                </a:lnTo>
                <a:lnTo>
                  <a:pt x="462308" y="51672"/>
                </a:lnTo>
                <a:lnTo>
                  <a:pt x="424225" y="29892"/>
                </a:lnTo>
                <a:lnTo>
                  <a:pt x="382522" y="13653"/>
                </a:lnTo>
                <a:lnTo>
                  <a:pt x="337798" y="3505"/>
                </a:lnTo>
                <a:lnTo>
                  <a:pt x="2906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1845" y="5813359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299" y="267825"/>
                </a:moveTo>
                <a:lnTo>
                  <a:pt x="577495" y="224380"/>
                </a:lnTo>
                <a:lnTo>
                  <a:pt x="566483" y="183168"/>
                </a:lnTo>
                <a:lnTo>
                  <a:pt x="548860" y="144740"/>
                </a:lnTo>
                <a:lnTo>
                  <a:pt x="525224" y="109647"/>
                </a:lnTo>
                <a:lnTo>
                  <a:pt x="496174" y="78440"/>
                </a:lnTo>
                <a:lnTo>
                  <a:pt x="462308" y="51672"/>
                </a:lnTo>
                <a:lnTo>
                  <a:pt x="424225" y="29892"/>
                </a:lnTo>
                <a:lnTo>
                  <a:pt x="382522" y="13653"/>
                </a:lnTo>
                <a:lnTo>
                  <a:pt x="337798" y="3505"/>
                </a:lnTo>
                <a:lnTo>
                  <a:pt x="290651" y="0"/>
                </a:lnTo>
                <a:lnTo>
                  <a:pt x="243504" y="3505"/>
                </a:lnTo>
                <a:lnTo>
                  <a:pt x="198780" y="13653"/>
                </a:lnTo>
                <a:lnTo>
                  <a:pt x="157077" y="29892"/>
                </a:lnTo>
                <a:lnTo>
                  <a:pt x="118993" y="51672"/>
                </a:lnTo>
                <a:lnTo>
                  <a:pt x="85127" y="78440"/>
                </a:lnTo>
                <a:lnTo>
                  <a:pt x="56076" y="109647"/>
                </a:lnTo>
                <a:lnTo>
                  <a:pt x="32440" y="144740"/>
                </a:lnTo>
                <a:lnTo>
                  <a:pt x="14816" y="183168"/>
                </a:lnTo>
                <a:lnTo>
                  <a:pt x="3803" y="224380"/>
                </a:lnTo>
                <a:lnTo>
                  <a:pt x="0" y="267825"/>
                </a:lnTo>
                <a:lnTo>
                  <a:pt x="3803" y="311270"/>
                </a:lnTo>
                <a:lnTo>
                  <a:pt x="14816" y="352482"/>
                </a:lnTo>
                <a:lnTo>
                  <a:pt x="32440" y="390911"/>
                </a:lnTo>
                <a:lnTo>
                  <a:pt x="56076" y="426005"/>
                </a:lnTo>
                <a:lnTo>
                  <a:pt x="85127" y="457212"/>
                </a:lnTo>
                <a:lnTo>
                  <a:pt x="118993" y="483982"/>
                </a:lnTo>
                <a:lnTo>
                  <a:pt x="157077" y="505762"/>
                </a:lnTo>
                <a:lnTo>
                  <a:pt x="198780" y="522002"/>
                </a:lnTo>
                <a:lnTo>
                  <a:pt x="243504" y="532151"/>
                </a:lnTo>
                <a:lnTo>
                  <a:pt x="290651" y="535656"/>
                </a:lnTo>
                <a:lnTo>
                  <a:pt x="337798" y="532151"/>
                </a:lnTo>
                <a:lnTo>
                  <a:pt x="382522" y="522002"/>
                </a:lnTo>
                <a:lnTo>
                  <a:pt x="424225" y="505762"/>
                </a:lnTo>
                <a:lnTo>
                  <a:pt x="462308" y="483982"/>
                </a:lnTo>
                <a:lnTo>
                  <a:pt x="496174" y="457212"/>
                </a:lnTo>
                <a:lnTo>
                  <a:pt x="525224" y="426005"/>
                </a:lnTo>
                <a:lnTo>
                  <a:pt x="548860" y="390911"/>
                </a:lnTo>
                <a:lnTo>
                  <a:pt x="566483" y="352482"/>
                </a:lnTo>
                <a:lnTo>
                  <a:pt x="577495" y="311270"/>
                </a:lnTo>
                <a:lnTo>
                  <a:pt x="581299" y="267825"/>
                </a:lnTo>
                <a:close/>
              </a:path>
            </a:pathLst>
          </a:custGeom>
          <a:ln w="42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63797" y="5909747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11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34461" y="5813359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295" y="267825"/>
                </a:moveTo>
                <a:lnTo>
                  <a:pt x="577491" y="224380"/>
                </a:lnTo>
                <a:lnTo>
                  <a:pt x="566479" y="183168"/>
                </a:lnTo>
                <a:lnTo>
                  <a:pt x="548855" y="144740"/>
                </a:lnTo>
                <a:lnTo>
                  <a:pt x="525220" y="109647"/>
                </a:lnTo>
                <a:lnTo>
                  <a:pt x="496170" y="78440"/>
                </a:lnTo>
                <a:lnTo>
                  <a:pt x="462304" y="51672"/>
                </a:lnTo>
                <a:lnTo>
                  <a:pt x="424221" y="29892"/>
                </a:lnTo>
                <a:lnTo>
                  <a:pt x="382518" y="13653"/>
                </a:lnTo>
                <a:lnTo>
                  <a:pt x="337794" y="3505"/>
                </a:lnTo>
                <a:lnTo>
                  <a:pt x="290647" y="0"/>
                </a:lnTo>
                <a:lnTo>
                  <a:pt x="243500" y="3505"/>
                </a:lnTo>
                <a:lnTo>
                  <a:pt x="198776" y="13653"/>
                </a:lnTo>
                <a:lnTo>
                  <a:pt x="157074" y="29892"/>
                </a:lnTo>
                <a:lnTo>
                  <a:pt x="118990" y="51672"/>
                </a:lnTo>
                <a:lnTo>
                  <a:pt x="85125" y="78440"/>
                </a:lnTo>
                <a:lnTo>
                  <a:pt x="56075" y="109647"/>
                </a:lnTo>
                <a:lnTo>
                  <a:pt x="32439" y="144740"/>
                </a:lnTo>
                <a:lnTo>
                  <a:pt x="14816" y="183168"/>
                </a:lnTo>
                <a:lnTo>
                  <a:pt x="3803" y="224380"/>
                </a:lnTo>
                <a:lnTo>
                  <a:pt x="0" y="267825"/>
                </a:lnTo>
                <a:lnTo>
                  <a:pt x="3803" y="311270"/>
                </a:lnTo>
                <a:lnTo>
                  <a:pt x="14816" y="352482"/>
                </a:lnTo>
                <a:lnTo>
                  <a:pt x="32439" y="390911"/>
                </a:lnTo>
                <a:lnTo>
                  <a:pt x="56075" y="426005"/>
                </a:lnTo>
                <a:lnTo>
                  <a:pt x="85125" y="457212"/>
                </a:lnTo>
                <a:lnTo>
                  <a:pt x="118990" y="483982"/>
                </a:lnTo>
                <a:lnTo>
                  <a:pt x="157074" y="505762"/>
                </a:lnTo>
                <a:lnTo>
                  <a:pt x="198776" y="522002"/>
                </a:lnTo>
                <a:lnTo>
                  <a:pt x="243500" y="532151"/>
                </a:lnTo>
                <a:lnTo>
                  <a:pt x="290647" y="535656"/>
                </a:lnTo>
                <a:lnTo>
                  <a:pt x="337794" y="532151"/>
                </a:lnTo>
                <a:lnTo>
                  <a:pt x="382518" y="522002"/>
                </a:lnTo>
                <a:lnTo>
                  <a:pt x="424221" y="505762"/>
                </a:lnTo>
                <a:lnTo>
                  <a:pt x="462304" y="483982"/>
                </a:lnTo>
                <a:lnTo>
                  <a:pt x="496170" y="457212"/>
                </a:lnTo>
                <a:lnTo>
                  <a:pt x="525220" y="426005"/>
                </a:lnTo>
                <a:lnTo>
                  <a:pt x="548855" y="390911"/>
                </a:lnTo>
                <a:lnTo>
                  <a:pt x="566479" y="352482"/>
                </a:lnTo>
                <a:lnTo>
                  <a:pt x="577491" y="311270"/>
                </a:lnTo>
                <a:lnTo>
                  <a:pt x="581295" y="267825"/>
                </a:lnTo>
                <a:close/>
              </a:path>
            </a:pathLst>
          </a:custGeom>
          <a:ln w="42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97032" y="5813359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377" y="267825"/>
                </a:moveTo>
                <a:lnTo>
                  <a:pt x="577570" y="224380"/>
                </a:lnTo>
                <a:lnTo>
                  <a:pt x="566550" y="183168"/>
                </a:lnTo>
                <a:lnTo>
                  <a:pt x="548914" y="144740"/>
                </a:lnTo>
                <a:lnTo>
                  <a:pt x="525263" y="109647"/>
                </a:lnTo>
                <a:lnTo>
                  <a:pt x="496196" y="78440"/>
                </a:lnTo>
                <a:lnTo>
                  <a:pt x="462311" y="51672"/>
                </a:lnTo>
                <a:lnTo>
                  <a:pt x="424209" y="29892"/>
                </a:lnTo>
                <a:lnTo>
                  <a:pt x="382487" y="13653"/>
                </a:lnTo>
                <a:lnTo>
                  <a:pt x="337747" y="3505"/>
                </a:lnTo>
                <a:lnTo>
                  <a:pt x="290586" y="0"/>
                </a:lnTo>
                <a:lnTo>
                  <a:pt x="243480" y="3505"/>
                </a:lnTo>
                <a:lnTo>
                  <a:pt x="198784" y="13653"/>
                </a:lnTo>
                <a:lnTo>
                  <a:pt x="157098" y="29892"/>
                </a:lnTo>
                <a:lnTo>
                  <a:pt x="119021" y="51672"/>
                </a:lnTo>
                <a:lnTo>
                  <a:pt x="85155" y="78440"/>
                </a:lnTo>
                <a:lnTo>
                  <a:pt x="56101" y="109647"/>
                </a:lnTo>
                <a:lnTo>
                  <a:pt x="32457" y="144740"/>
                </a:lnTo>
                <a:lnTo>
                  <a:pt x="14825" y="183168"/>
                </a:lnTo>
                <a:lnTo>
                  <a:pt x="3806" y="224380"/>
                </a:lnTo>
                <a:lnTo>
                  <a:pt x="0" y="267825"/>
                </a:lnTo>
                <a:lnTo>
                  <a:pt x="3806" y="311270"/>
                </a:lnTo>
                <a:lnTo>
                  <a:pt x="14825" y="352482"/>
                </a:lnTo>
                <a:lnTo>
                  <a:pt x="32457" y="390911"/>
                </a:lnTo>
                <a:lnTo>
                  <a:pt x="56101" y="426005"/>
                </a:lnTo>
                <a:lnTo>
                  <a:pt x="85155" y="457212"/>
                </a:lnTo>
                <a:lnTo>
                  <a:pt x="119021" y="483982"/>
                </a:lnTo>
                <a:lnTo>
                  <a:pt x="157098" y="505762"/>
                </a:lnTo>
                <a:lnTo>
                  <a:pt x="198784" y="522002"/>
                </a:lnTo>
                <a:lnTo>
                  <a:pt x="243480" y="532151"/>
                </a:lnTo>
                <a:lnTo>
                  <a:pt x="290586" y="535656"/>
                </a:lnTo>
                <a:lnTo>
                  <a:pt x="337747" y="532151"/>
                </a:lnTo>
                <a:lnTo>
                  <a:pt x="382487" y="522002"/>
                </a:lnTo>
                <a:lnTo>
                  <a:pt x="424209" y="505762"/>
                </a:lnTo>
                <a:lnTo>
                  <a:pt x="462311" y="483982"/>
                </a:lnTo>
                <a:lnTo>
                  <a:pt x="496196" y="457212"/>
                </a:lnTo>
                <a:lnTo>
                  <a:pt x="525263" y="426005"/>
                </a:lnTo>
                <a:lnTo>
                  <a:pt x="548914" y="390911"/>
                </a:lnTo>
                <a:lnTo>
                  <a:pt x="566550" y="352482"/>
                </a:lnTo>
                <a:lnTo>
                  <a:pt x="577570" y="311270"/>
                </a:lnTo>
                <a:lnTo>
                  <a:pt x="581377" y="267825"/>
                </a:lnTo>
                <a:close/>
              </a:path>
            </a:pathLst>
          </a:custGeom>
          <a:ln w="42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051074" y="5009865"/>
            <a:ext cx="376555" cy="0"/>
          </a:xfrm>
          <a:custGeom>
            <a:avLst/>
            <a:gdLst/>
            <a:ahLst/>
            <a:cxnLst/>
            <a:rect l="l" t="t" r="r" b="b"/>
            <a:pathLst>
              <a:path w="376555">
                <a:moveTo>
                  <a:pt x="0" y="0"/>
                </a:moveTo>
                <a:lnTo>
                  <a:pt x="376265" y="0"/>
                </a:lnTo>
              </a:path>
            </a:pathLst>
          </a:custGeom>
          <a:ln w="226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08267" y="4939568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0" y="0"/>
                </a:moveTo>
                <a:lnTo>
                  <a:pt x="0" y="140592"/>
                </a:lnTo>
                <a:lnTo>
                  <a:pt x="228859" y="702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15757" y="5009865"/>
            <a:ext cx="376555" cy="0"/>
          </a:xfrm>
          <a:custGeom>
            <a:avLst/>
            <a:gdLst/>
            <a:ahLst/>
            <a:cxnLst/>
            <a:rect l="l" t="t" r="r" b="b"/>
            <a:pathLst>
              <a:path w="376554">
                <a:moveTo>
                  <a:pt x="0" y="0"/>
                </a:moveTo>
                <a:lnTo>
                  <a:pt x="376203" y="0"/>
                </a:lnTo>
              </a:path>
            </a:pathLst>
          </a:custGeom>
          <a:ln w="226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72889" y="4939568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0" y="0"/>
                </a:moveTo>
                <a:lnTo>
                  <a:pt x="0" y="140592"/>
                </a:lnTo>
                <a:lnTo>
                  <a:pt x="228859" y="702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399850" y="6081185"/>
            <a:ext cx="398780" cy="0"/>
          </a:xfrm>
          <a:custGeom>
            <a:avLst/>
            <a:gdLst/>
            <a:ahLst/>
            <a:cxnLst/>
            <a:rect l="l" t="t" r="r" b="b"/>
            <a:pathLst>
              <a:path w="398779">
                <a:moveTo>
                  <a:pt x="398207" y="0"/>
                </a:moveTo>
                <a:lnTo>
                  <a:pt x="0" y="0"/>
                </a:lnTo>
              </a:path>
            </a:pathLst>
          </a:custGeom>
          <a:ln w="226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190061" y="6010888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228818" y="0"/>
                </a:moveTo>
                <a:lnTo>
                  <a:pt x="0" y="70296"/>
                </a:lnTo>
                <a:lnTo>
                  <a:pt x="228818" y="140592"/>
                </a:lnTo>
                <a:lnTo>
                  <a:pt x="2288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129698" y="5322816"/>
            <a:ext cx="577215" cy="531495"/>
          </a:xfrm>
          <a:custGeom>
            <a:avLst/>
            <a:gdLst/>
            <a:ahLst/>
            <a:cxnLst/>
            <a:rect l="l" t="t" r="r" b="b"/>
            <a:pathLst>
              <a:path w="577214" h="531495">
                <a:moveTo>
                  <a:pt x="576722" y="531436"/>
                </a:moveTo>
                <a:lnTo>
                  <a:pt x="0" y="0"/>
                </a:lnTo>
              </a:path>
            </a:pathLst>
          </a:custGeom>
          <a:ln w="23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81349" y="5186116"/>
            <a:ext cx="215900" cy="199390"/>
          </a:xfrm>
          <a:custGeom>
            <a:avLst/>
            <a:gdLst/>
            <a:ahLst/>
            <a:cxnLst/>
            <a:rect l="l" t="t" r="r" b="b"/>
            <a:pathLst>
              <a:path w="215900" h="199389">
                <a:moveTo>
                  <a:pt x="0" y="0"/>
                </a:moveTo>
                <a:lnTo>
                  <a:pt x="107888" y="198832"/>
                </a:lnTo>
                <a:lnTo>
                  <a:pt x="215776" y="9941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075519" y="5277463"/>
            <a:ext cx="0" cy="344170"/>
          </a:xfrm>
          <a:custGeom>
            <a:avLst/>
            <a:gdLst/>
            <a:ahLst/>
            <a:cxnLst/>
            <a:rect l="l" t="t" r="r" b="b"/>
            <a:pathLst>
              <a:path h="344170">
                <a:moveTo>
                  <a:pt x="0" y="0"/>
                </a:moveTo>
                <a:lnTo>
                  <a:pt x="0" y="343790"/>
                </a:lnTo>
              </a:path>
            </a:pathLst>
          </a:custGeom>
          <a:ln w="24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999233" y="5603680"/>
            <a:ext cx="153035" cy="211454"/>
          </a:xfrm>
          <a:custGeom>
            <a:avLst/>
            <a:gdLst/>
            <a:ahLst/>
            <a:cxnLst/>
            <a:rect l="l" t="t" r="r" b="b"/>
            <a:pathLst>
              <a:path w="153035" h="211454">
                <a:moveTo>
                  <a:pt x="152573" y="0"/>
                </a:moveTo>
                <a:lnTo>
                  <a:pt x="0" y="0"/>
                </a:lnTo>
                <a:lnTo>
                  <a:pt x="76286" y="210889"/>
                </a:lnTo>
                <a:lnTo>
                  <a:pt x="1525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77775" y="5468945"/>
            <a:ext cx="0" cy="344805"/>
          </a:xfrm>
          <a:custGeom>
            <a:avLst/>
            <a:gdLst/>
            <a:ahLst/>
            <a:cxnLst/>
            <a:rect l="l" t="t" r="r" b="b"/>
            <a:pathLst>
              <a:path h="344804">
                <a:moveTo>
                  <a:pt x="0" y="344773"/>
                </a:moveTo>
                <a:lnTo>
                  <a:pt x="0" y="0"/>
                </a:lnTo>
              </a:path>
            </a:pathLst>
          </a:custGeom>
          <a:ln w="24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01488" y="5275630"/>
            <a:ext cx="153035" cy="211454"/>
          </a:xfrm>
          <a:custGeom>
            <a:avLst/>
            <a:gdLst/>
            <a:ahLst/>
            <a:cxnLst/>
            <a:rect l="l" t="t" r="r" b="b"/>
            <a:pathLst>
              <a:path w="153035" h="211454">
                <a:moveTo>
                  <a:pt x="76286" y="0"/>
                </a:moveTo>
                <a:lnTo>
                  <a:pt x="0" y="210889"/>
                </a:lnTo>
                <a:lnTo>
                  <a:pt x="152573" y="210889"/>
                </a:lnTo>
                <a:lnTo>
                  <a:pt x="762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915287" y="4729284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377" y="267825"/>
                </a:moveTo>
                <a:lnTo>
                  <a:pt x="577576" y="224385"/>
                </a:lnTo>
                <a:lnTo>
                  <a:pt x="566571" y="183175"/>
                </a:lnTo>
                <a:lnTo>
                  <a:pt x="548959" y="144748"/>
                </a:lnTo>
                <a:lnTo>
                  <a:pt x="525335" y="109655"/>
                </a:lnTo>
                <a:lnTo>
                  <a:pt x="496298" y="78447"/>
                </a:lnTo>
                <a:lnTo>
                  <a:pt x="462444" y="51677"/>
                </a:lnTo>
                <a:lnTo>
                  <a:pt x="424369" y="29896"/>
                </a:lnTo>
                <a:lnTo>
                  <a:pt x="382671" y="13654"/>
                </a:lnTo>
                <a:lnTo>
                  <a:pt x="337946" y="3505"/>
                </a:lnTo>
                <a:lnTo>
                  <a:pt x="290791" y="0"/>
                </a:lnTo>
                <a:lnTo>
                  <a:pt x="243630" y="3505"/>
                </a:lnTo>
                <a:lnTo>
                  <a:pt x="198889" y="13654"/>
                </a:lnTo>
                <a:lnTo>
                  <a:pt x="157168" y="29896"/>
                </a:lnTo>
                <a:lnTo>
                  <a:pt x="119066" y="51677"/>
                </a:lnTo>
                <a:lnTo>
                  <a:pt x="85181" y="78447"/>
                </a:lnTo>
                <a:lnTo>
                  <a:pt x="56114" y="109655"/>
                </a:lnTo>
                <a:lnTo>
                  <a:pt x="32463" y="144748"/>
                </a:lnTo>
                <a:lnTo>
                  <a:pt x="14827" y="183175"/>
                </a:lnTo>
                <a:lnTo>
                  <a:pt x="3806" y="224385"/>
                </a:lnTo>
                <a:lnTo>
                  <a:pt x="0" y="267825"/>
                </a:lnTo>
                <a:lnTo>
                  <a:pt x="3806" y="311270"/>
                </a:lnTo>
                <a:lnTo>
                  <a:pt x="14827" y="352484"/>
                </a:lnTo>
                <a:lnTo>
                  <a:pt x="32463" y="390914"/>
                </a:lnTo>
                <a:lnTo>
                  <a:pt x="56114" y="426009"/>
                </a:lnTo>
                <a:lnTo>
                  <a:pt x="85181" y="457219"/>
                </a:lnTo>
                <a:lnTo>
                  <a:pt x="119066" y="483990"/>
                </a:lnTo>
                <a:lnTo>
                  <a:pt x="157168" y="505772"/>
                </a:lnTo>
                <a:lnTo>
                  <a:pt x="198889" y="522014"/>
                </a:lnTo>
                <a:lnTo>
                  <a:pt x="243630" y="532163"/>
                </a:lnTo>
                <a:lnTo>
                  <a:pt x="290791" y="535669"/>
                </a:lnTo>
                <a:lnTo>
                  <a:pt x="337946" y="532163"/>
                </a:lnTo>
                <a:lnTo>
                  <a:pt x="382671" y="522014"/>
                </a:lnTo>
                <a:lnTo>
                  <a:pt x="424369" y="505772"/>
                </a:lnTo>
                <a:lnTo>
                  <a:pt x="462444" y="483990"/>
                </a:lnTo>
                <a:lnTo>
                  <a:pt x="496298" y="457219"/>
                </a:lnTo>
                <a:lnTo>
                  <a:pt x="525335" y="426009"/>
                </a:lnTo>
                <a:lnTo>
                  <a:pt x="548959" y="390914"/>
                </a:lnTo>
                <a:lnTo>
                  <a:pt x="566571" y="352484"/>
                </a:lnTo>
                <a:lnTo>
                  <a:pt x="577576" y="311270"/>
                </a:lnTo>
                <a:lnTo>
                  <a:pt x="581377" y="267825"/>
                </a:lnTo>
                <a:close/>
              </a:path>
            </a:pathLst>
          </a:custGeom>
          <a:ln w="42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007378" y="4825690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10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915287" y="5800604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377" y="267825"/>
                </a:moveTo>
                <a:lnTo>
                  <a:pt x="577576" y="224385"/>
                </a:lnTo>
                <a:lnTo>
                  <a:pt x="566571" y="183175"/>
                </a:lnTo>
                <a:lnTo>
                  <a:pt x="548959" y="144748"/>
                </a:lnTo>
                <a:lnTo>
                  <a:pt x="525335" y="109655"/>
                </a:lnTo>
                <a:lnTo>
                  <a:pt x="496298" y="78447"/>
                </a:lnTo>
                <a:lnTo>
                  <a:pt x="462444" y="51677"/>
                </a:lnTo>
                <a:lnTo>
                  <a:pt x="424369" y="29896"/>
                </a:lnTo>
                <a:lnTo>
                  <a:pt x="382671" y="13654"/>
                </a:lnTo>
                <a:lnTo>
                  <a:pt x="337946" y="3505"/>
                </a:lnTo>
                <a:lnTo>
                  <a:pt x="290791" y="0"/>
                </a:lnTo>
                <a:lnTo>
                  <a:pt x="243630" y="3505"/>
                </a:lnTo>
                <a:lnTo>
                  <a:pt x="198889" y="13654"/>
                </a:lnTo>
                <a:lnTo>
                  <a:pt x="157168" y="29896"/>
                </a:lnTo>
                <a:lnTo>
                  <a:pt x="119066" y="51677"/>
                </a:lnTo>
                <a:lnTo>
                  <a:pt x="85181" y="78447"/>
                </a:lnTo>
                <a:lnTo>
                  <a:pt x="56114" y="109655"/>
                </a:lnTo>
                <a:lnTo>
                  <a:pt x="32463" y="144748"/>
                </a:lnTo>
                <a:lnTo>
                  <a:pt x="14827" y="183175"/>
                </a:lnTo>
                <a:lnTo>
                  <a:pt x="3806" y="224385"/>
                </a:lnTo>
                <a:lnTo>
                  <a:pt x="0" y="267825"/>
                </a:lnTo>
                <a:lnTo>
                  <a:pt x="3806" y="311270"/>
                </a:lnTo>
                <a:lnTo>
                  <a:pt x="14827" y="352483"/>
                </a:lnTo>
                <a:lnTo>
                  <a:pt x="32463" y="390912"/>
                </a:lnTo>
                <a:lnTo>
                  <a:pt x="56114" y="426007"/>
                </a:lnTo>
                <a:lnTo>
                  <a:pt x="85181" y="457215"/>
                </a:lnTo>
                <a:lnTo>
                  <a:pt x="119066" y="483985"/>
                </a:lnTo>
                <a:lnTo>
                  <a:pt x="157168" y="505767"/>
                </a:lnTo>
                <a:lnTo>
                  <a:pt x="198889" y="522007"/>
                </a:lnTo>
                <a:lnTo>
                  <a:pt x="243630" y="532156"/>
                </a:lnTo>
                <a:lnTo>
                  <a:pt x="290791" y="535661"/>
                </a:lnTo>
                <a:lnTo>
                  <a:pt x="337946" y="532156"/>
                </a:lnTo>
                <a:lnTo>
                  <a:pt x="382671" y="522007"/>
                </a:lnTo>
                <a:lnTo>
                  <a:pt x="424369" y="505767"/>
                </a:lnTo>
                <a:lnTo>
                  <a:pt x="462444" y="483985"/>
                </a:lnTo>
                <a:lnTo>
                  <a:pt x="496298" y="457215"/>
                </a:lnTo>
                <a:lnTo>
                  <a:pt x="525335" y="426007"/>
                </a:lnTo>
                <a:lnTo>
                  <a:pt x="548959" y="390912"/>
                </a:lnTo>
                <a:lnTo>
                  <a:pt x="566571" y="352483"/>
                </a:lnTo>
                <a:lnTo>
                  <a:pt x="577576" y="311270"/>
                </a:lnTo>
                <a:lnTo>
                  <a:pt x="581377" y="267825"/>
                </a:lnTo>
                <a:close/>
              </a:path>
            </a:pathLst>
          </a:custGeom>
          <a:ln w="42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007378" y="5897010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11</a:t>
            </a:r>
            <a:r>
              <a:rPr sz="1750" spc="90" dirty="0">
                <a:latin typeface="宋体"/>
                <a:cs typeface="宋体"/>
              </a:rPr>
              <a:t>0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601938" y="4997109"/>
            <a:ext cx="306070" cy="0"/>
          </a:xfrm>
          <a:custGeom>
            <a:avLst/>
            <a:gdLst/>
            <a:ahLst/>
            <a:cxnLst/>
            <a:rect l="l" t="t" r="r" b="b"/>
            <a:pathLst>
              <a:path w="306070">
                <a:moveTo>
                  <a:pt x="305761" y="0"/>
                </a:moveTo>
                <a:lnTo>
                  <a:pt x="0" y="0"/>
                </a:lnTo>
              </a:path>
            </a:pathLst>
          </a:custGeom>
          <a:ln w="226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392150" y="4926813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228859" y="0"/>
                </a:moveTo>
                <a:lnTo>
                  <a:pt x="0" y="70296"/>
                </a:lnTo>
                <a:lnTo>
                  <a:pt x="228859" y="140592"/>
                </a:lnTo>
                <a:lnTo>
                  <a:pt x="2288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442597" y="5334343"/>
            <a:ext cx="546100" cy="556895"/>
          </a:xfrm>
          <a:custGeom>
            <a:avLst/>
            <a:gdLst/>
            <a:ahLst/>
            <a:cxnLst/>
            <a:rect l="l" t="t" r="r" b="b"/>
            <a:pathLst>
              <a:path w="546100" h="556895">
                <a:moveTo>
                  <a:pt x="0" y="0"/>
                </a:moveTo>
                <a:lnTo>
                  <a:pt x="546105" y="556361"/>
                </a:lnTo>
              </a:path>
            </a:pathLst>
          </a:custGeom>
          <a:ln w="236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301918" y="5190972"/>
            <a:ext cx="210185" cy="203835"/>
          </a:xfrm>
          <a:custGeom>
            <a:avLst/>
            <a:gdLst/>
            <a:ahLst/>
            <a:cxnLst/>
            <a:rect l="l" t="t" r="r" b="b"/>
            <a:pathLst>
              <a:path w="210185" h="203835">
                <a:moveTo>
                  <a:pt x="0" y="0"/>
                </a:moveTo>
                <a:lnTo>
                  <a:pt x="96793" y="203557"/>
                </a:lnTo>
                <a:lnTo>
                  <a:pt x="209993" y="1092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474054" y="3972748"/>
            <a:ext cx="596265" cy="549275"/>
          </a:xfrm>
          <a:custGeom>
            <a:avLst/>
            <a:gdLst/>
            <a:ahLst/>
            <a:cxnLst/>
            <a:rect l="l" t="t" r="r" b="b"/>
            <a:pathLst>
              <a:path w="596264" h="549275">
                <a:moveTo>
                  <a:pt x="595845" y="274382"/>
                </a:moveTo>
                <a:lnTo>
                  <a:pt x="591945" y="229872"/>
                </a:lnTo>
                <a:lnTo>
                  <a:pt x="580655" y="187650"/>
                </a:lnTo>
                <a:lnTo>
                  <a:pt x="562589" y="148281"/>
                </a:lnTo>
                <a:lnTo>
                  <a:pt x="538359" y="112329"/>
                </a:lnTo>
                <a:lnTo>
                  <a:pt x="508579" y="80358"/>
                </a:lnTo>
                <a:lnTo>
                  <a:pt x="473864" y="52935"/>
                </a:lnTo>
                <a:lnTo>
                  <a:pt x="434827" y="30623"/>
                </a:lnTo>
                <a:lnTo>
                  <a:pt x="392081" y="13986"/>
                </a:lnTo>
                <a:lnTo>
                  <a:pt x="346240" y="3590"/>
                </a:lnTo>
                <a:lnTo>
                  <a:pt x="297917" y="0"/>
                </a:lnTo>
                <a:lnTo>
                  <a:pt x="249595" y="3590"/>
                </a:lnTo>
                <a:lnTo>
                  <a:pt x="203755" y="13986"/>
                </a:lnTo>
                <a:lnTo>
                  <a:pt x="161010" y="30623"/>
                </a:lnTo>
                <a:lnTo>
                  <a:pt x="121974" y="52935"/>
                </a:lnTo>
                <a:lnTo>
                  <a:pt x="87260" y="80358"/>
                </a:lnTo>
                <a:lnTo>
                  <a:pt x="57482" y="112329"/>
                </a:lnTo>
                <a:lnTo>
                  <a:pt x="33254" y="148281"/>
                </a:lnTo>
                <a:lnTo>
                  <a:pt x="15188" y="187650"/>
                </a:lnTo>
                <a:lnTo>
                  <a:pt x="3899" y="229872"/>
                </a:lnTo>
                <a:lnTo>
                  <a:pt x="0" y="274382"/>
                </a:lnTo>
                <a:lnTo>
                  <a:pt x="3899" y="318943"/>
                </a:lnTo>
                <a:lnTo>
                  <a:pt x="15188" y="361206"/>
                </a:lnTo>
                <a:lnTo>
                  <a:pt x="33254" y="400608"/>
                </a:lnTo>
                <a:lnTo>
                  <a:pt x="57482" y="436584"/>
                </a:lnTo>
                <a:lnTo>
                  <a:pt x="87260" y="468571"/>
                </a:lnTo>
                <a:lnTo>
                  <a:pt x="121974" y="496006"/>
                </a:lnTo>
                <a:lnTo>
                  <a:pt x="161010" y="518325"/>
                </a:lnTo>
                <a:lnTo>
                  <a:pt x="203755" y="534965"/>
                </a:lnTo>
                <a:lnTo>
                  <a:pt x="249595" y="545363"/>
                </a:lnTo>
                <a:lnTo>
                  <a:pt x="297917" y="548954"/>
                </a:lnTo>
                <a:lnTo>
                  <a:pt x="346240" y="545363"/>
                </a:lnTo>
                <a:lnTo>
                  <a:pt x="392081" y="534965"/>
                </a:lnTo>
                <a:lnTo>
                  <a:pt x="434827" y="518325"/>
                </a:lnTo>
                <a:lnTo>
                  <a:pt x="473864" y="496006"/>
                </a:lnTo>
                <a:lnTo>
                  <a:pt x="508579" y="468571"/>
                </a:lnTo>
                <a:lnTo>
                  <a:pt x="538359" y="436584"/>
                </a:lnTo>
                <a:lnTo>
                  <a:pt x="562589" y="400608"/>
                </a:lnTo>
                <a:lnTo>
                  <a:pt x="580655" y="361206"/>
                </a:lnTo>
                <a:lnTo>
                  <a:pt x="591945" y="318943"/>
                </a:lnTo>
                <a:lnTo>
                  <a:pt x="595845" y="274382"/>
                </a:lnTo>
                <a:close/>
              </a:path>
            </a:pathLst>
          </a:custGeom>
          <a:ln w="42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1429511" y="598931"/>
            <a:ext cx="2941320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397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10"/>
              </a:spcBef>
            </a:pPr>
            <a:r>
              <a:rPr i="0" dirty="0">
                <a:solidFill>
                  <a:srgbClr val="000000"/>
                </a:solidFill>
                <a:latin typeface="华文楷体"/>
                <a:cs typeface="华文楷体"/>
              </a:rPr>
              <a:t>4</a:t>
            </a:r>
            <a:r>
              <a:rPr i="0" spc="-35" dirty="0">
                <a:solidFill>
                  <a:srgbClr val="000000"/>
                </a:solidFill>
                <a:latin typeface="华文楷体"/>
                <a:cs typeface="华文楷体"/>
              </a:rPr>
              <a:t> </a:t>
            </a:r>
            <a:r>
              <a:rPr dirty="0">
                <a:solidFill>
                  <a:srgbClr val="000000"/>
                </a:solidFill>
              </a:rPr>
              <a:t>画状态转换图</a:t>
            </a:r>
          </a:p>
        </p:txBody>
      </p:sp>
      <p:sp>
        <p:nvSpPr>
          <p:cNvPr id="39" name="object 39"/>
          <p:cNvSpPr/>
          <p:nvPr/>
        </p:nvSpPr>
        <p:spPr>
          <a:xfrm>
            <a:off x="1471845" y="4742040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290651" y="0"/>
                </a:moveTo>
                <a:lnTo>
                  <a:pt x="243504" y="3505"/>
                </a:lnTo>
                <a:lnTo>
                  <a:pt x="198780" y="13653"/>
                </a:lnTo>
                <a:lnTo>
                  <a:pt x="157077" y="29892"/>
                </a:lnTo>
                <a:lnTo>
                  <a:pt x="118993" y="51672"/>
                </a:lnTo>
                <a:lnTo>
                  <a:pt x="85127" y="78440"/>
                </a:lnTo>
                <a:lnTo>
                  <a:pt x="56076" y="109647"/>
                </a:lnTo>
                <a:lnTo>
                  <a:pt x="32440" y="144740"/>
                </a:lnTo>
                <a:lnTo>
                  <a:pt x="14816" y="183168"/>
                </a:lnTo>
                <a:lnTo>
                  <a:pt x="3803" y="224380"/>
                </a:lnTo>
                <a:lnTo>
                  <a:pt x="0" y="267825"/>
                </a:lnTo>
                <a:lnTo>
                  <a:pt x="3803" y="311270"/>
                </a:lnTo>
                <a:lnTo>
                  <a:pt x="14816" y="352482"/>
                </a:lnTo>
                <a:lnTo>
                  <a:pt x="32440" y="390910"/>
                </a:lnTo>
                <a:lnTo>
                  <a:pt x="56076" y="426003"/>
                </a:lnTo>
                <a:lnTo>
                  <a:pt x="85127" y="457209"/>
                </a:lnTo>
                <a:lnTo>
                  <a:pt x="118993" y="483978"/>
                </a:lnTo>
                <a:lnTo>
                  <a:pt x="157077" y="505758"/>
                </a:lnTo>
                <a:lnTo>
                  <a:pt x="198780" y="521997"/>
                </a:lnTo>
                <a:lnTo>
                  <a:pt x="243504" y="532145"/>
                </a:lnTo>
                <a:lnTo>
                  <a:pt x="290651" y="535650"/>
                </a:lnTo>
                <a:lnTo>
                  <a:pt x="337798" y="532145"/>
                </a:lnTo>
                <a:lnTo>
                  <a:pt x="382522" y="521997"/>
                </a:lnTo>
                <a:lnTo>
                  <a:pt x="424225" y="505758"/>
                </a:lnTo>
                <a:lnTo>
                  <a:pt x="462308" y="483978"/>
                </a:lnTo>
                <a:lnTo>
                  <a:pt x="496174" y="457209"/>
                </a:lnTo>
                <a:lnTo>
                  <a:pt x="525224" y="426003"/>
                </a:lnTo>
                <a:lnTo>
                  <a:pt x="548860" y="390910"/>
                </a:lnTo>
                <a:lnTo>
                  <a:pt x="566483" y="352482"/>
                </a:lnTo>
                <a:lnTo>
                  <a:pt x="577495" y="311270"/>
                </a:lnTo>
                <a:lnTo>
                  <a:pt x="581299" y="267825"/>
                </a:lnTo>
                <a:lnTo>
                  <a:pt x="577495" y="224380"/>
                </a:lnTo>
                <a:lnTo>
                  <a:pt x="566483" y="183168"/>
                </a:lnTo>
                <a:lnTo>
                  <a:pt x="548860" y="144740"/>
                </a:lnTo>
                <a:lnTo>
                  <a:pt x="525224" y="109647"/>
                </a:lnTo>
                <a:lnTo>
                  <a:pt x="496174" y="78440"/>
                </a:lnTo>
                <a:lnTo>
                  <a:pt x="462308" y="51672"/>
                </a:lnTo>
                <a:lnTo>
                  <a:pt x="424225" y="29892"/>
                </a:lnTo>
                <a:lnTo>
                  <a:pt x="382522" y="13653"/>
                </a:lnTo>
                <a:lnTo>
                  <a:pt x="337798" y="3505"/>
                </a:lnTo>
                <a:lnTo>
                  <a:pt x="2906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471845" y="4742040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299" y="267825"/>
                </a:moveTo>
                <a:lnTo>
                  <a:pt x="577495" y="224380"/>
                </a:lnTo>
                <a:lnTo>
                  <a:pt x="566483" y="183168"/>
                </a:lnTo>
                <a:lnTo>
                  <a:pt x="548860" y="144740"/>
                </a:lnTo>
                <a:lnTo>
                  <a:pt x="525224" y="109647"/>
                </a:lnTo>
                <a:lnTo>
                  <a:pt x="496174" y="78440"/>
                </a:lnTo>
                <a:lnTo>
                  <a:pt x="462308" y="51672"/>
                </a:lnTo>
                <a:lnTo>
                  <a:pt x="424225" y="29892"/>
                </a:lnTo>
                <a:lnTo>
                  <a:pt x="382522" y="13653"/>
                </a:lnTo>
                <a:lnTo>
                  <a:pt x="337798" y="3505"/>
                </a:lnTo>
                <a:lnTo>
                  <a:pt x="290651" y="0"/>
                </a:lnTo>
                <a:lnTo>
                  <a:pt x="243504" y="3505"/>
                </a:lnTo>
                <a:lnTo>
                  <a:pt x="198780" y="13653"/>
                </a:lnTo>
                <a:lnTo>
                  <a:pt x="157077" y="29892"/>
                </a:lnTo>
                <a:lnTo>
                  <a:pt x="118993" y="51672"/>
                </a:lnTo>
                <a:lnTo>
                  <a:pt x="85127" y="78440"/>
                </a:lnTo>
                <a:lnTo>
                  <a:pt x="56076" y="109647"/>
                </a:lnTo>
                <a:lnTo>
                  <a:pt x="32440" y="144740"/>
                </a:lnTo>
                <a:lnTo>
                  <a:pt x="14816" y="183168"/>
                </a:lnTo>
                <a:lnTo>
                  <a:pt x="3803" y="224380"/>
                </a:lnTo>
                <a:lnTo>
                  <a:pt x="0" y="267825"/>
                </a:lnTo>
                <a:lnTo>
                  <a:pt x="3803" y="311270"/>
                </a:lnTo>
                <a:lnTo>
                  <a:pt x="14816" y="352482"/>
                </a:lnTo>
                <a:lnTo>
                  <a:pt x="32440" y="390910"/>
                </a:lnTo>
                <a:lnTo>
                  <a:pt x="56076" y="426003"/>
                </a:lnTo>
                <a:lnTo>
                  <a:pt x="85127" y="457209"/>
                </a:lnTo>
                <a:lnTo>
                  <a:pt x="118993" y="483978"/>
                </a:lnTo>
                <a:lnTo>
                  <a:pt x="157077" y="505758"/>
                </a:lnTo>
                <a:lnTo>
                  <a:pt x="198780" y="521997"/>
                </a:lnTo>
                <a:lnTo>
                  <a:pt x="243504" y="532145"/>
                </a:lnTo>
                <a:lnTo>
                  <a:pt x="290651" y="535650"/>
                </a:lnTo>
                <a:lnTo>
                  <a:pt x="337798" y="532145"/>
                </a:lnTo>
                <a:lnTo>
                  <a:pt x="382522" y="521997"/>
                </a:lnTo>
                <a:lnTo>
                  <a:pt x="424225" y="505758"/>
                </a:lnTo>
                <a:lnTo>
                  <a:pt x="462308" y="483978"/>
                </a:lnTo>
                <a:lnTo>
                  <a:pt x="496174" y="457209"/>
                </a:lnTo>
                <a:lnTo>
                  <a:pt x="525224" y="426003"/>
                </a:lnTo>
                <a:lnTo>
                  <a:pt x="548860" y="390910"/>
                </a:lnTo>
                <a:lnTo>
                  <a:pt x="566483" y="352482"/>
                </a:lnTo>
                <a:lnTo>
                  <a:pt x="577495" y="311270"/>
                </a:lnTo>
                <a:lnTo>
                  <a:pt x="581299" y="267825"/>
                </a:lnTo>
                <a:close/>
              </a:path>
            </a:pathLst>
          </a:custGeom>
          <a:ln w="42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563797" y="4838427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00</a:t>
            </a:r>
            <a:r>
              <a:rPr sz="1750" spc="90" dirty="0">
                <a:latin typeface="宋体"/>
                <a:cs typeface="宋体"/>
              </a:rPr>
              <a:t>0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634461" y="4742040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290647" y="0"/>
                </a:moveTo>
                <a:lnTo>
                  <a:pt x="243500" y="3505"/>
                </a:lnTo>
                <a:lnTo>
                  <a:pt x="198776" y="13653"/>
                </a:lnTo>
                <a:lnTo>
                  <a:pt x="157074" y="29892"/>
                </a:lnTo>
                <a:lnTo>
                  <a:pt x="118990" y="51672"/>
                </a:lnTo>
                <a:lnTo>
                  <a:pt x="85125" y="78440"/>
                </a:lnTo>
                <a:lnTo>
                  <a:pt x="56075" y="109647"/>
                </a:lnTo>
                <a:lnTo>
                  <a:pt x="32439" y="144740"/>
                </a:lnTo>
                <a:lnTo>
                  <a:pt x="14816" y="183168"/>
                </a:lnTo>
                <a:lnTo>
                  <a:pt x="3803" y="224380"/>
                </a:lnTo>
                <a:lnTo>
                  <a:pt x="0" y="267825"/>
                </a:lnTo>
                <a:lnTo>
                  <a:pt x="3803" y="311270"/>
                </a:lnTo>
                <a:lnTo>
                  <a:pt x="14816" y="352482"/>
                </a:lnTo>
                <a:lnTo>
                  <a:pt x="32439" y="390910"/>
                </a:lnTo>
                <a:lnTo>
                  <a:pt x="56075" y="426003"/>
                </a:lnTo>
                <a:lnTo>
                  <a:pt x="85125" y="457209"/>
                </a:lnTo>
                <a:lnTo>
                  <a:pt x="118990" y="483978"/>
                </a:lnTo>
                <a:lnTo>
                  <a:pt x="157074" y="505758"/>
                </a:lnTo>
                <a:lnTo>
                  <a:pt x="198776" y="521997"/>
                </a:lnTo>
                <a:lnTo>
                  <a:pt x="243500" y="532145"/>
                </a:lnTo>
                <a:lnTo>
                  <a:pt x="290647" y="535650"/>
                </a:lnTo>
                <a:lnTo>
                  <a:pt x="337794" y="532145"/>
                </a:lnTo>
                <a:lnTo>
                  <a:pt x="382518" y="521997"/>
                </a:lnTo>
                <a:lnTo>
                  <a:pt x="424221" y="505758"/>
                </a:lnTo>
                <a:lnTo>
                  <a:pt x="462304" y="483978"/>
                </a:lnTo>
                <a:lnTo>
                  <a:pt x="496170" y="457209"/>
                </a:lnTo>
                <a:lnTo>
                  <a:pt x="525220" y="426003"/>
                </a:lnTo>
                <a:lnTo>
                  <a:pt x="548855" y="390910"/>
                </a:lnTo>
                <a:lnTo>
                  <a:pt x="566479" y="352482"/>
                </a:lnTo>
                <a:lnTo>
                  <a:pt x="577491" y="311270"/>
                </a:lnTo>
                <a:lnTo>
                  <a:pt x="581295" y="267825"/>
                </a:lnTo>
                <a:lnTo>
                  <a:pt x="577491" y="224380"/>
                </a:lnTo>
                <a:lnTo>
                  <a:pt x="566479" y="183168"/>
                </a:lnTo>
                <a:lnTo>
                  <a:pt x="548855" y="144740"/>
                </a:lnTo>
                <a:lnTo>
                  <a:pt x="525220" y="109647"/>
                </a:lnTo>
                <a:lnTo>
                  <a:pt x="496170" y="78440"/>
                </a:lnTo>
                <a:lnTo>
                  <a:pt x="462304" y="51672"/>
                </a:lnTo>
                <a:lnTo>
                  <a:pt x="424221" y="29892"/>
                </a:lnTo>
                <a:lnTo>
                  <a:pt x="382518" y="13653"/>
                </a:lnTo>
                <a:lnTo>
                  <a:pt x="337794" y="3505"/>
                </a:lnTo>
                <a:lnTo>
                  <a:pt x="2906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634461" y="4742040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295" y="267825"/>
                </a:moveTo>
                <a:lnTo>
                  <a:pt x="577491" y="224380"/>
                </a:lnTo>
                <a:lnTo>
                  <a:pt x="566479" y="183168"/>
                </a:lnTo>
                <a:lnTo>
                  <a:pt x="548855" y="144740"/>
                </a:lnTo>
                <a:lnTo>
                  <a:pt x="525220" y="109647"/>
                </a:lnTo>
                <a:lnTo>
                  <a:pt x="496170" y="78440"/>
                </a:lnTo>
                <a:lnTo>
                  <a:pt x="462304" y="51672"/>
                </a:lnTo>
                <a:lnTo>
                  <a:pt x="424221" y="29892"/>
                </a:lnTo>
                <a:lnTo>
                  <a:pt x="382518" y="13653"/>
                </a:lnTo>
                <a:lnTo>
                  <a:pt x="337794" y="3505"/>
                </a:lnTo>
                <a:lnTo>
                  <a:pt x="290647" y="0"/>
                </a:lnTo>
                <a:lnTo>
                  <a:pt x="243500" y="3505"/>
                </a:lnTo>
                <a:lnTo>
                  <a:pt x="198776" y="13653"/>
                </a:lnTo>
                <a:lnTo>
                  <a:pt x="157074" y="29892"/>
                </a:lnTo>
                <a:lnTo>
                  <a:pt x="118990" y="51672"/>
                </a:lnTo>
                <a:lnTo>
                  <a:pt x="85125" y="78440"/>
                </a:lnTo>
                <a:lnTo>
                  <a:pt x="56075" y="109647"/>
                </a:lnTo>
                <a:lnTo>
                  <a:pt x="32439" y="144740"/>
                </a:lnTo>
                <a:lnTo>
                  <a:pt x="14816" y="183168"/>
                </a:lnTo>
                <a:lnTo>
                  <a:pt x="3803" y="224380"/>
                </a:lnTo>
                <a:lnTo>
                  <a:pt x="0" y="267825"/>
                </a:lnTo>
                <a:lnTo>
                  <a:pt x="3803" y="311270"/>
                </a:lnTo>
                <a:lnTo>
                  <a:pt x="14816" y="352482"/>
                </a:lnTo>
                <a:lnTo>
                  <a:pt x="32439" y="390910"/>
                </a:lnTo>
                <a:lnTo>
                  <a:pt x="56075" y="426003"/>
                </a:lnTo>
                <a:lnTo>
                  <a:pt x="85125" y="457209"/>
                </a:lnTo>
                <a:lnTo>
                  <a:pt x="118990" y="483978"/>
                </a:lnTo>
                <a:lnTo>
                  <a:pt x="157074" y="505758"/>
                </a:lnTo>
                <a:lnTo>
                  <a:pt x="198776" y="521997"/>
                </a:lnTo>
                <a:lnTo>
                  <a:pt x="243500" y="532145"/>
                </a:lnTo>
                <a:lnTo>
                  <a:pt x="290647" y="535650"/>
                </a:lnTo>
                <a:lnTo>
                  <a:pt x="337794" y="532145"/>
                </a:lnTo>
                <a:lnTo>
                  <a:pt x="382518" y="521997"/>
                </a:lnTo>
                <a:lnTo>
                  <a:pt x="424221" y="505758"/>
                </a:lnTo>
                <a:lnTo>
                  <a:pt x="462304" y="483978"/>
                </a:lnTo>
                <a:lnTo>
                  <a:pt x="496170" y="457209"/>
                </a:lnTo>
                <a:lnTo>
                  <a:pt x="525220" y="426003"/>
                </a:lnTo>
                <a:lnTo>
                  <a:pt x="548855" y="390910"/>
                </a:lnTo>
                <a:lnTo>
                  <a:pt x="566479" y="352482"/>
                </a:lnTo>
                <a:lnTo>
                  <a:pt x="577491" y="311270"/>
                </a:lnTo>
                <a:lnTo>
                  <a:pt x="581295" y="267825"/>
                </a:lnTo>
                <a:close/>
              </a:path>
            </a:pathLst>
          </a:custGeom>
          <a:ln w="42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726409" y="4838427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00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797032" y="4742040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290586" y="0"/>
                </a:moveTo>
                <a:lnTo>
                  <a:pt x="243480" y="3505"/>
                </a:lnTo>
                <a:lnTo>
                  <a:pt x="198784" y="13653"/>
                </a:lnTo>
                <a:lnTo>
                  <a:pt x="157098" y="29892"/>
                </a:lnTo>
                <a:lnTo>
                  <a:pt x="119021" y="51672"/>
                </a:lnTo>
                <a:lnTo>
                  <a:pt x="85155" y="78440"/>
                </a:lnTo>
                <a:lnTo>
                  <a:pt x="56101" y="109647"/>
                </a:lnTo>
                <a:lnTo>
                  <a:pt x="32457" y="144740"/>
                </a:lnTo>
                <a:lnTo>
                  <a:pt x="14825" y="183168"/>
                </a:lnTo>
                <a:lnTo>
                  <a:pt x="3806" y="224380"/>
                </a:lnTo>
                <a:lnTo>
                  <a:pt x="0" y="267825"/>
                </a:lnTo>
                <a:lnTo>
                  <a:pt x="3806" y="311270"/>
                </a:lnTo>
                <a:lnTo>
                  <a:pt x="14825" y="352482"/>
                </a:lnTo>
                <a:lnTo>
                  <a:pt x="32457" y="390910"/>
                </a:lnTo>
                <a:lnTo>
                  <a:pt x="56101" y="426003"/>
                </a:lnTo>
                <a:lnTo>
                  <a:pt x="85155" y="457209"/>
                </a:lnTo>
                <a:lnTo>
                  <a:pt x="119021" y="483978"/>
                </a:lnTo>
                <a:lnTo>
                  <a:pt x="157098" y="505758"/>
                </a:lnTo>
                <a:lnTo>
                  <a:pt x="198784" y="521997"/>
                </a:lnTo>
                <a:lnTo>
                  <a:pt x="243480" y="532145"/>
                </a:lnTo>
                <a:lnTo>
                  <a:pt x="290586" y="535650"/>
                </a:lnTo>
                <a:lnTo>
                  <a:pt x="337747" y="532145"/>
                </a:lnTo>
                <a:lnTo>
                  <a:pt x="382487" y="521997"/>
                </a:lnTo>
                <a:lnTo>
                  <a:pt x="424209" y="505758"/>
                </a:lnTo>
                <a:lnTo>
                  <a:pt x="462311" y="483978"/>
                </a:lnTo>
                <a:lnTo>
                  <a:pt x="496196" y="457209"/>
                </a:lnTo>
                <a:lnTo>
                  <a:pt x="525263" y="426003"/>
                </a:lnTo>
                <a:lnTo>
                  <a:pt x="548914" y="390910"/>
                </a:lnTo>
                <a:lnTo>
                  <a:pt x="566550" y="352482"/>
                </a:lnTo>
                <a:lnTo>
                  <a:pt x="577570" y="311270"/>
                </a:lnTo>
                <a:lnTo>
                  <a:pt x="581377" y="267825"/>
                </a:lnTo>
                <a:lnTo>
                  <a:pt x="577570" y="224380"/>
                </a:lnTo>
                <a:lnTo>
                  <a:pt x="566550" y="183168"/>
                </a:lnTo>
                <a:lnTo>
                  <a:pt x="548914" y="144740"/>
                </a:lnTo>
                <a:lnTo>
                  <a:pt x="525263" y="109647"/>
                </a:lnTo>
                <a:lnTo>
                  <a:pt x="496196" y="78440"/>
                </a:lnTo>
                <a:lnTo>
                  <a:pt x="462311" y="51672"/>
                </a:lnTo>
                <a:lnTo>
                  <a:pt x="424209" y="29892"/>
                </a:lnTo>
                <a:lnTo>
                  <a:pt x="382487" y="13653"/>
                </a:lnTo>
                <a:lnTo>
                  <a:pt x="337747" y="3505"/>
                </a:lnTo>
                <a:lnTo>
                  <a:pt x="2905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797032" y="4742040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377" y="267825"/>
                </a:moveTo>
                <a:lnTo>
                  <a:pt x="577570" y="224380"/>
                </a:lnTo>
                <a:lnTo>
                  <a:pt x="566550" y="183168"/>
                </a:lnTo>
                <a:lnTo>
                  <a:pt x="548914" y="144740"/>
                </a:lnTo>
                <a:lnTo>
                  <a:pt x="525263" y="109647"/>
                </a:lnTo>
                <a:lnTo>
                  <a:pt x="496196" y="78440"/>
                </a:lnTo>
                <a:lnTo>
                  <a:pt x="462311" y="51672"/>
                </a:lnTo>
                <a:lnTo>
                  <a:pt x="424209" y="29892"/>
                </a:lnTo>
                <a:lnTo>
                  <a:pt x="382487" y="13653"/>
                </a:lnTo>
                <a:lnTo>
                  <a:pt x="337747" y="3505"/>
                </a:lnTo>
                <a:lnTo>
                  <a:pt x="290586" y="0"/>
                </a:lnTo>
                <a:lnTo>
                  <a:pt x="243480" y="3505"/>
                </a:lnTo>
                <a:lnTo>
                  <a:pt x="198784" y="13653"/>
                </a:lnTo>
                <a:lnTo>
                  <a:pt x="157098" y="29892"/>
                </a:lnTo>
                <a:lnTo>
                  <a:pt x="119021" y="51672"/>
                </a:lnTo>
                <a:lnTo>
                  <a:pt x="85155" y="78440"/>
                </a:lnTo>
                <a:lnTo>
                  <a:pt x="56101" y="109647"/>
                </a:lnTo>
                <a:lnTo>
                  <a:pt x="32457" y="144740"/>
                </a:lnTo>
                <a:lnTo>
                  <a:pt x="14825" y="183168"/>
                </a:lnTo>
                <a:lnTo>
                  <a:pt x="3806" y="224380"/>
                </a:lnTo>
                <a:lnTo>
                  <a:pt x="0" y="267825"/>
                </a:lnTo>
                <a:lnTo>
                  <a:pt x="3806" y="311270"/>
                </a:lnTo>
                <a:lnTo>
                  <a:pt x="14825" y="352482"/>
                </a:lnTo>
                <a:lnTo>
                  <a:pt x="32457" y="390910"/>
                </a:lnTo>
                <a:lnTo>
                  <a:pt x="56101" y="426003"/>
                </a:lnTo>
                <a:lnTo>
                  <a:pt x="85155" y="457209"/>
                </a:lnTo>
                <a:lnTo>
                  <a:pt x="119021" y="483978"/>
                </a:lnTo>
                <a:lnTo>
                  <a:pt x="157098" y="505758"/>
                </a:lnTo>
                <a:lnTo>
                  <a:pt x="198784" y="521997"/>
                </a:lnTo>
                <a:lnTo>
                  <a:pt x="243480" y="532145"/>
                </a:lnTo>
                <a:lnTo>
                  <a:pt x="290586" y="535650"/>
                </a:lnTo>
                <a:lnTo>
                  <a:pt x="337747" y="532145"/>
                </a:lnTo>
                <a:lnTo>
                  <a:pt x="382487" y="521997"/>
                </a:lnTo>
                <a:lnTo>
                  <a:pt x="424209" y="505758"/>
                </a:lnTo>
                <a:lnTo>
                  <a:pt x="462311" y="483978"/>
                </a:lnTo>
                <a:lnTo>
                  <a:pt x="496196" y="457209"/>
                </a:lnTo>
                <a:lnTo>
                  <a:pt x="525263" y="426003"/>
                </a:lnTo>
                <a:lnTo>
                  <a:pt x="548914" y="390910"/>
                </a:lnTo>
                <a:lnTo>
                  <a:pt x="566550" y="352482"/>
                </a:lnTo>
                <a:lnTo>
                  <a:pt x="577570" y="311270"/>
                </a:lnTo>
                <a:lnTo>
                  <a:pt x="581377" y="267825"/>
                </a:lnTo>
                <a:close/>
              </a:path>
            </a:pathLst>
          </a:custGeom>
          <a:ln w="42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888919" y="4838427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01</a:t>
            </a:r>
            <a:r>
              <a:rPr sz="1750" spc="90" dirty="0">
                <a:latin typeface="宋体"/>
                <a:cs typeface="宋体"/>
              </a:rPr>
              <a:t>0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634461" y="5813359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290647" y="0"/>
                </a:moveTo>
                <a:lnTo>
                  <a:pt x="243500" y="3505"/>
                </a:lnTo>
                <a:lnTo>
                  <a:pt x="198776" y="13653"/>
                </a:lnTo>
                <a:lnTo>
                  <a:pt x="157074" y="29892"/>
                </a:lnTo>
                <a:lnTo>
                  <a:pt x="118990" y="51672"/>
                </a:lnTo>
                <a:lnTo>
                  <a:pt x="85125" y="78440"/>
                </a:lnTo>
                <a:lnTo>
                  <a:pt x="56075" y="109647"/>
                </a:lnTo>
                <a:lnTo>
                  <a:pt x="32439" y="144740"/>
                </a:lnTo>
                <a:lnTo>
                  <a:pt x="14816" y="183168"/>
                </a:lnTo>
                <a:lnTo>
                  <a:pt x="3803" y="224380"/>
                </a:lnTo>
                <a:lnTo>
                  <a:pt x="0" y="267825"/>
                </a:lnTo>
                <a:lnTo>
                  <a:pt x="3803" y="311270"/>
                </a:lnTo>
                <a:lnTo>
                  <a:pt x="14816" y="352482"/>
                </a:lnTo>
                <a:lnTo>
                  <a:pt x="32439" y="390911"/>
                </a:lnTo>
                <a:lnTo>
                  <a:pt x="56075" y="426005"/>
                </a:lnTo>
                <a:lnTo>
                  <a:pt x="85125" y="457212"/>
                </a:lnTo>
                <a:lnTo>
                  <a:pt x="118990" y="483982"/>
                </a:lnTo>
                <a:lnTo>
                  <a:pt x="157074" y="505762"/>
                </a:lnTo>
                <a:lnTo>
                  <a:pt x="198776" y="522002"/>
                </a:lnTo>
                <a:lnTo>
                  <a:pt x="243500" y="532151"/>
                </a:lnTo>
                <a:lnTo>
                  <a:pt x="290647" y="535656"/>
                </a:lnTo>
                <a:lnTo>
                  <a:pt x="337794" y="532151"/>
                </a:lnTo>
                <a:lnTo>
                  <a:pt x="382518" y="522002"/>
                </a:lnTo>
                <a:lnTo>
                  <a:pt x="424221" y="505762"/>
                </a:lnTo>
                <a:lnTo>
                  <a:pt x="462304" y="483982"/>
                </a:lnTo>
                <a:lnTo>
                  <a:pt x="496170" y="457212"/>
                </a:lnTo>
                <a:lnTo>
                  <a:pt x="525220" y="426005"/>
                </a:lnTo>
                <a:lnTo>
                  <a:pt x="548855" y="390911"/>
                </a:lnTo>
                <a:lnTo>
                  <a:pt x="566479" y="352482"/>
                </a:lnTo>
                <a:lnTo>
                  <a:pt x="577491" y="311270"/>
                </a:lnTo>
                <a:lnTo>
                  <a:pt x="581295" y="267825"/>
                </a:lnTo>
                <a:lnTo>
                  <a:pt x="577491" y="224380"/>
                </a:lnTo>
                <a:lnTo>
                  <a:pt x="566479" y="183168"/>
                </a:lnTo>
                <a:lnTo>
                  <a:pt x="548855" y="144740"/>
                </a:lnTo>
                <a:lnTo>
                  <a:pt x="525220" y="109647"/>
                </a:lnTo>
                <a:lnTo>
                  <a:pt x="496170" y="78440"/>
                </a:lnTo>
                <a:lnTo>
                  <a:pt x="462304" y="51672"/>
                </a:lnTo>
                <a:lnTo>
                  <a:pt x="424221" y="29892"/>
                </a:lnTo>
                <a:lnTo>
                  <a:pt x="382518" y="13653"/>
                </a:lnTo>
                <a:lnTo>
                  <a:pt x="337794" y="3505"/>
                </a:lnTo>
                <a:lnTo>
                  <a:pt x="2906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634461" y="5813359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295" y="267825"/>
                </a:moveTo>
                <a:lnTo>
                  <a:pt x="577491" y="224380"/>
                </a:lnTo>
                <a:lnTo>
                  <a:pt x="566479" y="183168"/>
                </a:lnTo>
                <a:lnTo>
                  <a:pt x="548855" y="144740"/>
                </a:lnTo>
                <a:lnTo>
                  <a:pt x="525220" y="109647"/>
                </a:lnTo>
                <a:lnTo>
                  <a:pt x="496170" y="78440"/>
                </a:lnTo>
                <a:lnTo>
                  <a:pt x="462304" y="51672"/>
                </a:lnTo>
                <a:lnTo>
                  <a:pt x="424221" y="29892"/>
                </a:lnTo>
                <a:lnTo>
                  <a:pt x="382518" y="13653"/>
                </a:lnTo>
                <a:lnTo>
                  <a:pt x="337794" y="3505"/>
                </a:lnTo>
                <a:lnTo>
                  <a:pt x="290647" y="0"/>
                </a:lnTo>
                <a:lnTo>
                  <a:pt x="243500" y="3505"/>
                </a:lnTo>
                <a:lnTo>
                  <a:pt x="198776" y="13653"/>
                </a:lnTo>
                <a:lnTo>
                  <a:pt x="157074" y="29892"/>
                </a:lnTo>
                <a:lnTo>
                  <a:pt x="118990" y="51672"/>
                </a:lnTo>
                <a:lnTo>
                  <a:pt x="85125" y="78440"/>
                </a:lnTo>
                <a:lnTo>
                  <a:pt x="56075" y="109647"/>
                </a:lnTo>
                <a:lnTo>
                  <a:pt x="32439" y="144740"/>
                </a:lnTo>
                <a:lnTo>
                  <a:pt x="14816" y="183168"/>
                </a:lnTo>
                <a:lnTo>
                  <a:pt x="3803" y="224380"/>
                </a:lnTo>
                <a:lnTo>
                  <a:pt x="0" y="267825"/>
                </a:lnTo>
                <a:lnTo>
                  <a:pt x="3803" y="311270"/>
                </a:lnTo>
                <a:lnTo>
                  <a:pt x="14816" y="352482"/>
                </a:lnTo>
                <a:lnTo>
                  <a:pt x="32439" y="390911"/>
                </a:lnTo>
                <a:lnTo>
                  <a:pt x="56075" y="426005"/>
                </a:lnTo>
                <a:lnTo>
                  <a:pt x="85125" y="457212"/>
                </a:lnTo>
                <a:lnTo>
                  <a:pt x="118990" y="483982"/>
                </a:lnTo>
                <a:lnTo>
                  <a:pt x="157074" y="505762"/>
                </a:lnTo>
                <a:lnTo>
                  <a:pt x="198776" y="522002"/>
                </a:lnTo>
                <a:lnTo>
                  <a:pt x="243500" y="532151"/>
                </a:lnTo>
                <a:lnTo>
                  <a:pt x="290647" y="535656"/>
                </a:lnTo>
                <a:lnTo>
                  <a:pt x="337794" y="532151"/>
                </a:lnTo>
                <a:lnTo>
                  <a:pt x="382518" y="522002"/>
                </a:lnTo>
                <a:lnTo>
                  <a:pt x="424221" y="505762"/>
                </a:lnTo>
                <a:lnTo>
                  <a:pt x="462304" y="483982"/>
                </a:lnTo>
                <a:lnTo>
                  <a:pt x="496170" y="457212"/>
                </a:lnTo>
                <a:lnTo>
                  <a:pt x="525220" y="426005"/>
                </a:lnTo>
                <a:lnTo>
                  <a:pt x="548855" y="390911"/>
                </a:lnTo>
                <a:lnTo>
                  <a:pt x="566479" y="352482"/>
                </a:lnTo>
                <a:lnTo>
                  <a:pt x="577491" y="311270"/>
                </a:lnTo>
                <a:lnTo>
                  <a:pt x="581295" y="267825"/>
                </a:lnTo>
                <a:close/>
              </a:path>
            </a:pathLst>
          </a:custGeom>
          <a:ln w="42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2726409" y="5909747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10</a:t>
            </a:r>
            <a:r>
              <a:rPr sz="1750" spc="90" dirty="0">
                <a:latin typeface="宋体"/>
                <a:cs typeface="宋体"/>
              </a:rPr>
              <a:t>0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3797032" y="5813359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290586" y="0"/>
                </a:moveTo>
                <a:lnTo>
                  <a:pt x="243480" y="3505"/>
                </a:lnTo>
                <a:lnTo>
                  <a:pt x="198784" y="13653"/>
                </a:lnTo>
                <a:lnTo>
                  <a:pt x="157098" y="29892"/>
                </a:lnTo>
                <a:lnTo>
                  <a:pt x="119021" y="51672"/>
                </a:lnTo>
                <a:lnTo>
                  <a:pt x="85155" y="78440"/>
                </a:lnTo>
                <a:lnTo>
                  <a:pt x="56101" y="109647"/>
                </a:lnTo>
                <a:lnTo>
                  <a:pt x="32457" y="144740"/>
                </a:lnTo>
                <a:lnTo>
                  <a:pt x="14825" y="183168"/>
                </a:lnTo>
                <a:lnTo>
                  <a:pt x="3806" y="224380"/>
                </a:lnTo>
                <a:lnTo>
                  <a:pt x="0" y="267825"/>
                </a:lnTo>
                <a:lnTo>
                  <a:pt x="3806" y="311270"/>
                </a:lnTo>
                <a:lnTo>
                  <a:pt x="14825" y="352482"/>
                </a:lnTo>
                <a:lnTo>
                  <a:pt x="32457" y="390911"/>
                </a:lnTo>
                <a:lnTo>
                  <a:pt x="56101" y="426005"/>
                </a:lnTo>
                <a:lnTo>
                  <a:pt x="85155" y="457212"/>
                </a:lnTo>
                <a:lnTo>
                  <a:pt x="119021" y="483982"/>
                </a:lnTo>
                <a:lnTo>
                  <a:pt x="157098" y="505762"/>
                </a:lnTo>
                <a:lnTo>
                  <a:pt x="198784" y="522002"/>
                </a:lnTo>
                <a:lnTo>
                  <a:pt x="243480" y="532151"/>
                </a:lnTo>
                <a:lnTo>
                  <a:pt x="290586" y="535656"/>
                </a:lnTo>
                <a:lnTo>
                  <a:pt x="337747" y="532151"/>
                </a:lnTo>
                <a:lnTo>
                  <a:pt x="382487" y="522002"/>
                </a:lnTo>
                <a:lnTo>
                  <a:pt x="424209" y="505762"/>
                </a:lnTo>
                <a:lnTo>
                  <a:pt x="462311" y="483982"/>
                </a:lnTo>
                <a:lnTo>
                  <a:pt x="496196" y="457212"/>
                </a:lnTo>
                <a:lnTo>
                  <a:pt x="525263" y="426005"/>
                </a:lnTo>
                <a:lnTo>
                  <a:pt x="548914" y="390911"/>
                </a:lnTo>
                <a:lnTo>
                  <a:pt x="566550" y="352482"/>
                </a:lnTo>
                <a:lnTo>
                  <a:pt x="577570" y="311270"/>
                </a:lnTo>
                <a:lnTo>
                  <a:pt x="581377" y="267825"/>
                </a:lnTo>
                <a:lnTo>
                  <a:pt x="577570" y="224380"/>
                </a:lnTo>
                <a:lnTo>
                  <a:pt x="566550" y="183168"/>
                </a:lnTo>
                <a:lnTo>
                  <a:pt x="548914" y="144740"/>
                </a:lnTo>
                <a:lnTo>
                  <a:pt x="525263" y="109647"/>
                </a:lnTo>
                <a:lnTo>
                  <a:pt x="496196" y="78440"/>
                </a:lnTo>
                <a:lnTo>
                  <a:pt x="462311" y="51672"/>
                </a:lnTo>
                <a:lnTo>
                  <a:pt x="424209" y="29892"/>
                </a:lnTo>
                <a:lnTo>
                  <a:pt x="382487" y="13653"/>
                </a:lnTo>
                <a:lnTo>
                  <a:pt x="337747" y="3505"/>
                </a:lnTo>
                <a:lnTo>
                  <a:pt x="2905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797032" y="5813359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377" y="267825"/>
                </a:moveTo>
                <a:lnTo>
                  <a:pt x="577570" y="224380"/>
                </a:lnTo>
                <a:lnTo>
                  <a:pt x="566550" y="183168"/>
                </a:lnTo>
                <a:lnTo>
                  <a:pt x="548914" y="144740"/>
                </a:lnTo>
                <a:lnTo>
                  <a:pt x="525263" y="109647"/>
                </a:lnTo>
                <a:lnTo>
                  <a:pt x="496196" y="78440"/>
                </a:lnTo>
                <a:lnTo>
                  <a:pt x="462311" y="51672"/>
                </a:lnTo>
                <a:lnTo>
                  <a:pt x="424209" y="29892"/>
                </a:lnTo>
                <a:lnTo>
                  <a:pt x="382487" y="13653"/>
                </a:lnTo>
                <a:lnTo>
                  <a:pt x="337747" y="3505"/>
                </a:lnTo>
                <a:lnTo>
                  <a:pt x="290586" y="0"/>
                </a:lnTo>
                <a:lnTo>
                  <a:pt x="243480" y="3505"/>
                </a:lnTo>
                <a:lnTo>
                  <a:pt x="198784" y="13653"/>
                </a:lnTo>
                <a:lnTo>
                  <a:pt x="157098" y="29892"/>
                </a:lnTo>
                <a:lnTo>
                  <a:pt x="119021" y="51672"/>
                </a:lnTo>
                <a:lnTo>
                  <a:pt x="85155" y="78440"/>
                </a:lnTo>
                <a:lnTo>
                  <a:pt x="56101" y="109647"/>
                </a:lnTo>
                <a:lnTo>
                  <a:pt x="32457" y="144740"/>
                </a:lnTo>
                <a:lnTo>
                  <a:pt x="14825" y="183168"/>
                </a:lnTo>
                <a:lnTo>
                  <a:pt x="3806" y="224380"/>
                </a:lnTo>
                <a:lnTo>
                  <a:pt x="0" y="267825"/>
                </a:lnTo>
                <a:lnTo>
                  <a:pt x="3806" y="311270"/>
                </a:lnTo>
                <a:lnTo>
                  <a:pt x="14825" y="352482"/>
                </a:lnTo>
                <a:lnTo>
                  <a:pt x="32457" y="390911"/>
                </a:lnTo>
                <a:lnTo>
                  <a:pt x="56101" y="426005"/>
                </a:lnTo>
                <a:lnTo>
                  <a:pt x="85155" y="457212"/>
                </a:lnTo>
                <a:lnTo>
                  <a:pt x="119021" y="483982"/>
                </a:lnTo>
                <a:lnTo>
                  <a:pt x="157098" y="505762"/>
                </a:lnTo>
                <a:lnTo>
                  <a:pt x="198784" y="522002"/>
                </a:lnTo>
                <a:lnTo>
                  <a:pt x="243480" y="532151"/>
                </a:lnTo>
                <a:lnTo>
                  <a:pt x="290586" y="535656"/>
                </a:lnTo>
                <a:lnTo>
                  <a:pt x="337747" y="532151"/>
                </a:lnTo>
                <a:lnTo>
                  <a:pt x="382487" y="522002"/>
                </a:lnTo>
                <a:lnTo>
                  <a:pt x="424209" y="505762"/>
                </a:lnTo>
                <a:lnTo>
                  <a:pt x="462311" y="483982"/>
                </a:lnTo>
                <a:lnTo>
                  <a:pt x="496196" y="457212"/>
                </a:lnTo>
                <a:lnTo>
                  <a:pt x="525263" y="426005"/>
                </a:lnTo>
                <a:lnTo>
                  <a:pt x="548914" y="390911"/>
                </a:lnTo>
                <a:lnTo>
                  <a:pt x="566550" y="352482"/>
                </a:lnTo>
                <a:lnTo>
                  <a:pt x="577570" y="311270"/>
                </a:lnTo>
                <a:lnTo>
                  <a:pt x="581377" y="267825"/>
                </a:lnTo>
                <a:close/>
              </a:path>
            </a:pathLst>
          </a:custGeom>
          <a:ln w="42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3888919" y="5909747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01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051074" y="5009865"/>
            <a:ext cx="376555" cy="0"/>
          </a:xfrm>
          <a:custGeom>
            <a:avLst/>
            <a:gdLst/>
            <a:ahLst/>
            <a:cxnLst/>
            <a:rect l="l" t="t" r="r" b="b"/>
            <a:pathLst>
              <a:path w="376555">
                <a:moveTo>
                  <a:pt x="0" y="0"/>
                </a:moveTo>
                <a:lnTo>
                  <a:pt x="376265" y="0"/>
                </a:lnTo>
              </a:path>
            </a:pathLst>
          </a:custGeom>
          <a:ln w="226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408267" y="4939568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0" y="0"/>
                </a:moveTo>
                <a:lnTo>
                  <a:pt x="0" y="140592"/>
                </a:lnTo>
                <a:lnTo>
                  <a:pt x="228859" y="702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215757" y="5009865"/>
            <a:ext cx="376555" cy="0"/>
          </a:xfrm>
          <a:custGeom>
            <a:avLst/>
            <a:gdLst/>
            <a:ahLst/>
            <a:cxnLst/>
            <a:rect l="l" t="t" r="r" b="b"/>
            <a:pathLst>
              <a:path w="376554">
                <a:moveTo>
                  <a:pt x="0" y="0"/>
                </a:moveTo>
                <a:lnTo>
                  <a:pt x="376203" y="0"/>
                </a:lnTo>
              </a:path>
            </a:pathLst>
          </a:custGeom>
          <a:ln w="226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572889" y="4939568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0" y="0"/>
                </a:moveTo>
                <a:lnTo>
                  <a:pt x="0" y="140592"/>
                </a:lnTo>
                <a:lnTo>
                  <a:pt x="228859" y="702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399850" y="6081185"/>
            <a:ext cx="398780" cy="0"/>
          </a:xfrm>
          <a:custGeom>
            <a:avLst/>
            <a:gdLst/>
            <a:ahLst/>
            <a:cxnLst/>
            <a:rect l="l" t="t" r="r" b="b"/>
            <a:pathLst>
              <a:path w="398779">
                <a:moveTo>
                  <a:pt x="398207" y="0"/>
                </a:moveTo>
                <a:lnTo>
                  <a:pt x="0" y="0"/>
                </a:lnTo>
              </a:path>
            </a:pathLst>
          </a:custGeom>
          <a:ln w="226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190061" y="6010888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228818" y="0"/>
                </a:moveTo>
                <a:lnTo>
                  <a:pt x="0" y="70296"/>
                </a:lnTo>
                <a:lnTo>
                  <a:pt x="228818" y="140592"/>
                </a:lnTo>
                <a:lnTo>
                  <a:pt x="2288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129698" y="5322816"/>
            <a:ext cx="577215" cy="531495"/>
          </a:xfrm>
          <a:custGeom>
            <a:avLst/>
            <a:gdLst/>
            <a:ahLst/>
            <a:cxnLst/>
            <a:rect l="l" t="t" r="r" b="b"/>
            <a:pathLst>
              <a:path w="577214" h="531495">
                <a:moveTo>
                  <a:pt x="576722" y="531436"/>
                </a:moveTo>
                <a:lnTo>
                  <a:pt x="0" y="0"/>
                </a:lnTo>
              </a:path>
            </a:pathLst>
          </a:custGeom>
          <a:ln w="23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981349" y="5186116"/>
            <a:ext cx="215900" cy="199390"/>
          </a:xfrm>
          <a:custGeom>
            <a:avLst/>
            <a:gdLst/>
            <a:ahLst/>
            <a:cxnLst/>
            <a:rect l="l" t="t" r="r" b="b"/>
            <a:pathLst>
              <a:path w="215900" h="199389">
                <a:moveTo>
                  <a:pt x="0" y="0"/>
                </a:moveTo>
                <a:lnTo>
                  <a:pt x="107888" y="198832"/>
                </a:lnTo>
                <a:lnTo>
                  <a:pt x="215776" y="9941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075519" y="5277463"/>
            <a:ext cx="0" cy="344170"/>
          </a:xfrm>
          <a:custGeom>
            <a:avLst/>
            <a:gdLst/>
            <a:ahLst/>
            <a:cxnLst/>
            <a:rect l="l" t="t" r="r" b="b"/>
            <a:pathLst>
              <a:path h="344170">
                <a:moveTo>
                  <a:pt x="0" y="0"/>
                </a:moveTo>
                <a:lnTo>
                  <a:pt x="0" y="343790"/>
                </a:lnTo>
              </a:path>
            </a:pathLst>
          </a:custGeom>
          <a:ln w="24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999233" y="5603680"/>
            <a:ext cx="153035" cy="211454"/>
          </a:xfrm>
          <a:custGeom>
            <a:avLst/>
            <a:gdLst/>
            <a:ahLst/>
            <a:cxnLst/>
            <a:rect l="l" t="t" r="r" b="b"/>
            <a:pathLst>
              <a:path w="153035" h="211454">
                <a:moveTo>
                  <a:pt x="152573" y="0"/>
                </a:moveTo>
                <a:lnTo>
                  <a:pt x="0" y="0"/>
                </a:lnTo>
                <a:lnTo>
                  <a:pt x="76286" y="210889"/>
                </a:lnTo>
                <a:lnTo>
                  <a:pt x="1525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474054" y="3972748"/>
            <a:ext cx="596265" cy="549275"/>
          </a:xfrm>
          <a:custGeom>
            <a:avLst/>
            <a:gdLst/>
            <a:ahLst/>
            <a:cxnLst/>
            <a:rect l="l" t="t" r="r" b="b"/>
            <a:pathLst>
              <a:path w="596264" h="549275">
                <a:moveTo>
                  <a:pt x="297917" y="0"/>
                </a:moveTo>
                <a:lnTo>
                  <a:pt x="249595" y="3590"/>
                </a:lnTo>
                <a:lnTo>
                  <a:pt x="203755" y="13986"/>
                </a:lnTo>
                <a:lnTo>
                  <a:pt x="161010" y="30623"/>
                </a:lnTo>
                <a:lnTo>
                  <a:pt x="121974" y="52935"/>
                </a:lnTo>
                <a:lnTo>
                  <a:pt x="87260" y="80358"/>
                </a:lnTo>
                <a:lnTo>
                  <a:pt x="57482" y="112329"/>
                </a:lnTo>
                <a:lnTo>
                  <a:pt x="33254" y="148281"/>
                </a:lnTo>
                <a:lnTo>
                  <a:pt x="15188" y="187650"/>
                </a:lnTo>
                <a:lnTo>
                  <a:pt x="3899" y="229872"/>
                </a:lnTo>
                <a:lnTo>
                  <a:pt x="0" y="274382"/>
                </a:lnTo>
                <a:lnTo>
                  <a:pt x="3899" y="318943"/>
                </a:lnTo>
                <a:lnTo>
                  <a:pt x="15188" y="361206"/>
                </a:lnTo>
                <a:lnTo>
                  <a:pt x="33254" y="400608"/>
                </a:lnTo>
                <a:lnTo>
                  <a:pt x="57482" y="436584"/>
                </a:lnTo>
                <a:lnTo>
                  <a:pt x="87260" y="468571"/>
                </a:lnTo>
                <a:lnTo>
                  <a:pt x="121974" y="496006"/>
                </a:lnTo>
                <a:lnTo>
                  <a:pt x="161010" y="518325"/>
                </a:lnTo>
                <a:lnTo>
                  <a:pt x="203755" y="534965"/>
                </a:lnTo>
                <a:lnTo>
                  <a:pt x="249595" y="545363"/>
                </a:lnTo>
                <a:lnTo>
                  <a:pt x="297917" y="548954"/>
                </a:lnTo>
                <a:lnTo>
                  <a:pt x="346240" y="545363"/>
                </a:lnTo>
                <a:lnTo>
                  <a:pt x="392081" y="534965"/>
                </a:lnTo>
                <a:lnTo>
                  <a:pt x="434827" y="518325"/>
                </a:lnTo>
                <a:lnTo>
                  <a:pt x="473864" y="496006"/>
                </a:lnTo>
                <a:lnTo>
                  <a:pt x="508579" y="468571"/>
                </a:lnTo>
                <a:lnTo>
                  <a:pt x="538359" y="436584"/>
                </a:lnTo>
                <a:lnTo>
                  <a:pt x="562589" y="400608"/>
                </a:lnTo>
                <a:lnTo>
                  <a:pt x="580655" y="361206"/>
                </a:lnTo>
                <a:lnTo>
                  <a:pt x="591945" y="318943"/>
                </a:lnTo>
                <a:lnTo>
                  <a:pt x="595845" y="274382"/>
                </a:lnTo>
                <a:lnTo>
                  <a:pt x="591945" y="229872"/>
                </a:lnTo>
                <a:lnTo>
                  <a:pt x="580655" y="187650"/>
                </a:lnTo>
                <a:lnTo>
                  <a:pt x="562589" y="148281"/>
                </a:lnTo>
                <a:lnTo>
                  <a:pt x="538359" y="112329"/>
                </a:lnTo>
                <a:lnTo>
                  <a:pt x="508579" y="80358"/>
                </a:lnTo>
                <a:lnTo>
                  <a:pt x="473864" y="52935"/>
                </a:lnTo>
                <a:lnTo>
                  <a:pt x="434827" y="30623"/>
                </a:lnTo>
                <a:lnTo>
                  <a:pt x="392081" y="13986"/>
                </a:lnTo>
                <a:lnTo>
                  <a:pt x="346240" y="3590"/>
                </a:lnTo>
                <a:lnTo>
                  <a:pt x="2979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474054" y="3972748"/>
            <a:ext cx="596265" cy="549275"/>
          </a:xfrm>
          <a:custGeom>
            <a:avLst/>
            <a:gdLst/>
            <a:ahLst/>
            <a:cxnLst/>
            <a:rect l="l" t="t" r="r" b="b"/>
            <a:pathLst>
              <a:path w="596264" h="549275">
                <a:moveTo>
                  <a:pt x="595845" y="274382"/>
                </a:moveTo>
                <a:lnTo>
                  <a:pt x="591945" y="229872"/>
                </a:lnTo>
                <a:lnTo>
                  <a:pt x="580655" y="187650"/>
                </a:lnTo>
                <a:lnTo>
                  <a:pt x="562589" y="148281"/>
                </a:lnTo>
                <a:lnTo>
                  <a:pt x="538359" y="112329"/>
                </a:lnTo>
                <a:lnTo>
                  <a:pt x="508579" y="80358"/>
                </a:lnTo>
                <a:lnTo>
                  <a:pt x="473864" y="52935"/>
                </a:lnTo>
                <a:lnTo>
                  <a:pt x="434827" y="30623"/>
                </a:lnTo>
                <a:lnTo>
                  <a:pt x="392081" y="13986"/>
                </a:lnTo>
                <a:lnTo>
                  <a:pt x="346240" y="3590"/>
                </a:lnTo>
                <a:lnTo>
                  <a:pt x="297917" y="0"/>
                </a:lnTo>
                <a:lnTo>
                  <a:pt x="249595" y="3590"/>
                </a:lnTo>
                <a:lnTo>
                  <a:pt x="203755" y="13986"/>
                </a:lnTo>
                <a:lnTo>
                  <a:pt x="161010" y="30623"/>
                </a:lnTo>
                <a:lnTo>
                  <a:pt x="121974" y="52935"/>
                </a:lnTo>
                <a:lnTo>
                  <a:pt x="87260" y="80358"/>
                </a:lnTo>
                <a:lnTo>
                  <a:pt x="57482" y="112329"/>
                </a:lnTo>
                <a:lnTo>
                  <a:pt x="33254" y="148281"/>
                </a:lnTo>
                <a:lnTo>
                  <a:pt x="15188" y="187650"/>
                </a:lnTo>
                <a:lnTo>
                  <a:pt x="3899" y="229872"/>
                </a:lnTo>
                <a:lnTo>
                  <a:pt x="0" y="274382"/>
                </a:lnTo>
                <a:lnTo>
                  <a:pt x="3899" y="318943"/>
                </a:lnTo>
                <a:lnTo>
                  <a:pt x="15188" y="361206"/>
                </a:lnTo>
                <a:lnTo>
                  <a:pt x="33254" y="400608"/>
                </a:lnTo>
                <a:lnTo>
                  <a:pt x="57482" y="436584"/>
                </a:lnTo>
                <a:lnTo>
                  <a:pt x="87260" y="468571"/>
                </a:lnTo>
                <a:lnTo>
                  <a:pt x="121974" y="496006"/>
                </a:lnTo>
                <a:lnTo>
                  <a:pt x="161010" y="518325"/>
                </a:lnTo>
                <a:lnTo>
                  <a:pt x="203755" y="534965"/>
                </a:lnTo>
                <a:lnTo>
                  <a:pt x="249595" y="545363"/>
                </a:lnTo>
                <a:lnTo>
                  <a:pt x="297917" y="548954"/>
                </a:lnTo>
                <a:lnTo>
                  <a:pt x="346240" y="545363"/>
                </a:lnTo>
                <a:lnTo>
                  <a:pt x="392081" y="534965"/>
                </a:lnTo>
                <a:lnTo>
                  <a:pt x="434827" y="518325"/>
                </a:lnTo>
                <a:lnTo>
                  <a:pt x="473864" y="496006"/>
                </a:lnTo>
                <a:lnTo>
                  <a:pt x="508579" y="468571"/>
                </a:lnTo>
                <a:lnTo>
                  <a:pt x="538359" y="436584"/>
                </a:lnTo>
                <a:lnTo>
                  <a:pt x="562589" y="400608"/>
                </a:lnTo>
                <a:lnTo>
                  <a:pt x="580655" y="361206"/>
                </a:lnTo>
                <a:lnTo>
                  <a:pt x="591945" y="318943"/>
                </a:lnTo>
                <a:lnTo>
                  <a:pt x="595845" y="274382"/>
                </a:lnTo>
                <a:close/>
              </a:path>
            </a:pathLst>
          </a:custGeom>
          <a:ln w="42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6" name="object 66"/>
          <p:cNvGraphicFramePr>
            <a:graphicFrameLocks noGrp="1"/>
          </p:cNvGraphicFramePr>
          <p:nvPr/>
        </p:nvGraphicFramePr>
        <p:xfrm>
          <a:off x="4370832" y="48132"/>
          <a:ext cx="5477508" cy="45719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1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21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666699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5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初态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5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次态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7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66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ts val="2435"/>
                        </a:lnSpc>
                      </a:pPr>
                      <a:r>
                        <a:rPr sz="3600" spc="-7" baseline="-16203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45138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n+1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2435"/>
                        </a:lnSpc>
                      </a:pPr>
                      <a:r>
                        <a:rPr sz="3600" spc="-7" baseline="-16203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45138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n+1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2435"/>
                        </a:lnSpc>
                      </a:pPr>
                      <a:r>
                        <a:rPr sz="3600" spc="-7" baseline="-16203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spc="-7" baseline="-45138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n+1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692"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1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8" name="object 6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29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1461042" y="4112544"/>
            <a:ext cx="619125" cy="25272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85"/>
              </a:spcBef>
            </a:pPr>
            <a:r>
              <a:rPr sz="1800" b="1" spc="-52" baseline="6944" dirty="0">
                <a:latin typeface="Times New Roman"/>
                <a:cs typeface="Times New Roman"/>
              </a:rPr>
              <a:t>Q</a:t>
            </a:r>
            <a:r>
              <a:rPr sz="750" b="1" spc="-35" dirty="0">
                <a:latin typeface="Times New Roman"/>
                <a:cs typeface="Times New Roman"/>
              </a:rPr>
              <a:t>3</a:t>
            </a:r>
            <a:r>
              <a:rPr sz="1800" b="1" spc="-52" baseline="6944" dirty="0">
                <a:latin typeface="Times New Roman"/>
                <a:cs typeface="Times New Roman"/>
              </a:rPr>
              <a:t>Q</a:t>
            </a:r>
            <a:r>
              <a:rPr sz="1800" b="1" spc="-104" baseline="4629" dirty="0">
                <a:latin typeface="Times New Roman"/>
                <a:cs typeface="Times New Roman"/>
              </a:rPr>
              <a:t> </a:t>
            </a:r>
            <a:r>
              <a:rPr sz="750" b="1" spc="50" dirty="0">
                <a:latin typeface="Times New Roman"/>
                <a:cs typeface="Times New Roman"/>
              </a:rPr>
              <a:t>2</a:t>
            </a:r>
            <a:r>
              <a:rPr sz="1800" b="1" spc="75" baseline="6944" dirty="0">
                <a:latin typeface="Times New Roman"/>
                <a:cs typeface="Times New Roman"/>
              </a:rPr>
              <a:t>Q</a:t>
            </a:r>
            <a:r>
              <a:rPr sz="750" b="1" spc="50" dirty="0">
                <a:latin typeface="Times New Roman"/>
                <a:cs typeface="Times New Roman"/>
              </a:rPr>
              <a:t>1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49396" y="982217"/>
            <a:ext cx="5690235" cy="0"/>
          </a:xfrm>
          <a:custGeom>
            <a:avLst/>
            <a:gdLst/>
            <a:ahLst/>
            <a:cxnLst/>
            <a:rect l="l" t="t" r="r" b="b"/>
            <a:pathLst>
              <a:path w="5690234">
                <a:moveTo>
                  <a:pt x="0" y="0"/>
                </a:moveTo>
                <a:lnTo>
                  <a:pt x="5689854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939800" cy="0"/>
          </a:xfrm>
          <a:custGeom>
            <a:avLst/>
            <a:gdLst/>
            <a:ahLst/>
            <a:cxnLst/>
            <a:rect l="l" t="t" r="r" b="b"/>
            <a:pathLst>
              <a:path w="939800">
                <a:moveTo>
                  <a:pt x="0" y="0"/>
                </a:moveTo>
                <a:lnTo>
                  <a:pt x="939546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74580" y="3102215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513" y="267825"/>
                </a:moveTo>
                <a:lnTo>
                  <a:pt x="577708" y="224380"/>
                </a:lnTo>
                <a:lnTo>
                  <a:pt x="566691" y="183168"/>
                </a:lnTo>
                <a:lnTo>
                  <a:pt x="549061" y="144740"/>
                </a:lnTo>
                <a:lnTo>
                  <a:pt x="525417" y="109647"/>
                </a:lnTo>
                <a:lnTo>
                  <a:pt x="496357" y="78440"/>
                </a:lnTo>
                <a:lnTo>
                  <a:pt x="462479" y="51672"/>
                </a:lnTo>
                <a:lnTo>
                  <a:pt x="424381" y="29892"/>
                </a:lnTo>
                <a:lnTo>
                  <a:pt x="382663" y="13653"/>
                </a:lnTo>
                <a:lnTo>
                  <a:pt x="337923" y="3505"/>
                </a:lnTo>
                <a:lnTo>
                  <a:pt x="290758" y="0"/>
                </a:lnTo>
                <a:lnTo>
                  <a:pt x="243594" y="3505"/>
                </a:lnTo>
                <a:lnTo>
                  <a:pt x="198853" y="13653"/>
                </a:lnTo>
                <a:lnTo>
                  <a:pt x="157135" y="29892"/>
                </a:lnTo>
                <a:lnTo>
                  <a:pt x="119037" y="51672"/>
                </a:lnTo>
                <a:lnTo>
                  <a:pt x="85158" y="78440"/>
                </a:lnTo>
                <a:lnTo>
                  <a:pt x="56097" y="109647"/>
                </a:lnTo>
                <a:lnTo>
                  <a:pt x="32452" y="144740"/>
                </a:lnTo>
                <a:lnTo>
                  <a:pt x="14822" y="183168"/>
                </a:lnTo>
                <a:lnTo>
                  <a:pt x="3805" y="224380"/>
                </a:lnTo>
                <a:lnTo>
                  <a:pt x="0" y="267825"/>
                </a:lnTo>
                <a:lnTo>
                  <a:pt x="3805" y="311270"/>
                </a:lnTo>
                <a:lnTo>
                  <a:pt x="14822" y="352482"/>
                </a:lnTo>
                <a:lnTo>
                  <a:pt x="32452" y="390910"/>
                </a:lnTo>
                <a:lnTo>
                  <a:pt x="56097" y="426003"/>
                </a:lnTo>
                <a:lnTo>
                  <a:pt x="85158" y="457209"/>
                </a:lnTo>
                <a:lnTo>
                  <a:pt x="119037" y="483978"/>
                </a:lnTo>
                <a:lnTo>
                  <a:pt x="157135" y="505758"/>
                </a:lnTo>
                <a:lnTo>
                  <a:pt x="198853" y="521997"/>
                </a:lnTo>
                <a:lnTo>
                  <a:pt x="243594" y="532145"/>
                </a:lnTo>
                <a:lnTo>
                  <a:pt x="290758" y="535650"/>
                </a:lnTo>
                <a:lnTo>
                  <a:pt x="337923" y="532145"/>
                </a:lnTo>
                <a:lnTo>
                  <a:pt x="382663" y="521997"/>
                </a:lnTo>
                <a:lnTo>
                  <a:pt x="424381" y="505758"/>
                </a:lnTo>
                <a:lnTo>
                  <a:pt x="462479" y="483978"/>
                </a:lnTo>
                <a:lnTo>
                  <a:pt x="496357" y="457209"/>
                </a:lnTo>
                <a:lnTo>
                  <a:pt x="525417" y="426003"/>
                </a:lnTo>
                <a:lnTo>
                  <a:pt x="549062" y="390910"/>
                </a:lnTo>
                <a:lnTo>
                  <a:pt x="566691" y="352482"/>
                </a:lnTo>
                <a:lnTo>
                  <a:pt x="577708" y="311270"/>
                </a:lnTo>
                <a:lnTo>
                  <a:pt x="581513" y="267825"/>
                </a:lnTo>
                <a:close/>
              </a:path>
            </a:pathLst>
          </a:custGeom>
          <a:ln w="424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66571" y="3198603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00</a:t>
            </a:r>
            <a:r>
              <a:rPr sz="1750" spc="90" dirty="0">
                <a:latin typeface="宋体"/>
                <a:cs typeface="宋体"/>
              </a:rPr>
              <a:t>0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37624" y="3102215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509" y="267825"/>
                </a:moveTo>
                <a:lnTo>
                  <a:pt x="577704" y="224380"/>
                </a:lnTo>
                <a:lnTo>
                  <a:pt x="566687" y="183168"/>
                </a:lnTo>
                <a:lnTo>
                  <a:pt x="549057" y="144740"/>
                </a:lnTo>
                <a:lnTo>
                  <a:pt x="525413" y="109647"/>
                </a:lnTo>
                <a:lnTo>
                  <a:pt x="496353" y="78440"/>
                </a:lnTo>
                <a:lnTo>
                  <a:pt x="462474" y="51672"/>
                </a:lnTo>
                <a:lnTo>
                  <a:pt x="424377" y="29892"/>
                </a:lnTo>
                <a:lnTo>
                  <a:pt x="382659" y="13653"/>
                </a:lnTo>
                <a:lnTo>
                  <a:pt x="337919" y="3505"/>
                </a:lnTo>
                <a:lnTo>
                  <a:pt x="290754" y="0"/>
                </a:lnTo>
                <a:lnTo>
                  <a:pt x="243590" y="3505"/>
                </a:lnTo>
                <a:lnTo>
                  <a:pt x="198850" y="13653"/>
                </a:lnTo>
                <a:lnTo>
                  <a:pt x="157131" y="29892"/>
                </a:lnTo>
                <a:lnTo>
                  <a:pt x="119034" y="51672"/>
                </a:lnTo>
                <a:lnTo>
                  <a:pt x="85156" y="78440"/>
                </a:lnTo>
                <a:lnTo>
                  <a:pt x="56096" y="109647"/>
                </a:lnTo>
                <a:lnTo>
                  <a:pt x="32451" y="144740"/>
                </a:lnTo>
                <a:lnTo>
                  <a:pt x="14821" y="183168"/>
                </a:lnTo>
                <a:lnTo>
                  <a:pt x="3805" y="224380"/>
                </a:lnTo>
                <a:lnTo>
                  <a:pt x="0" y="267825"/>
                </a:lnTo>
                <a:lnTo>
                  <a:pt x="3805" y="311270"/>
                </a:lnTo>
                <a:lnTo>
                  <a:pt x="14821" y="352482"/>
                </a:lnTo>
                <a:lnTo>
                  <a:pt x="32451" y="390910"/>
                </a:lnTo>
                <a:lnTo>
                  <a:pt x="56096" y="426003"/>
                </a:lnTo>
                <a:lnTo>
                  <a:pt x="85156" y="457209"/>
                </a:lnTo>
                <a:lnTo>
                  <a:pt x="119034" y="483978"/>
                </a:lnTo>
                <a:lnTo>
                  <a:pt x="157132" y="505758"/>
                </a:lnTo>
                <a:lnTo>
                  <a:pt x="198850" y="521997"/>
                </a:lnTo>
                <a:lnTo>
                  <a:pt x="243590" y="532145"/>
                </a:lnTo>
                <a:lnTo>
                  <a:pt x="290754" y="535650"/>
                </a:lnTo>
                <a:lnTo>
                  <a:pt x="337919" y="532145"/>
                </a:lnTo>
                <a:lnTo>
                  <a:pt x="382659" y="521997"/>
                </a:lnTo>
                <a:lnTo>
                  <a:pt x="424377" y="505758"/>
                </a:lnTo>
                <a:lnTo>
                  <a:pt x="462474" y="483978"/>
                </a:lnTo>
                <a:lnTo>
                  <a:pt x="496353" y="457209"/>
                </a:lnTo>
                <a:lnTo>
                  <a:pt x="525413" y="426003"/>
                </a:lnTo>
                <a:lnTo>
                  <a:pt x="549057" y="390910"/>
                </a:lnTo>
                <a:lnTo>
                  <a:pt x="566687" y="352482"/>
                </a:lnTo>
                <a:lnTo>
                  <a:pt x="577704" y="311270"/>
                </a:lnTo>
                <a:lnTo>
                  <a:pt x="581509" y="267825"/>
                </a:lnTo>
                <a:close/>
              </a:path>
            </a:pathLst>
          </a:custGeom>
          <a:ln w="424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929610" y="3198603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00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00623" y="3102215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591" y="267825"/>
                </a:moveTo>
                <a:lnTo>
                  <a:pt x="577783" y="224380"/>
                </a:lnTo>
                <a:lnTo>
                  <a:pt x="566758" y="183168"/>
                </a:lnTo>
                <a:lnTo>
                  <a:pt x="549116" y="144740"/>
                </a:lnTo>
                <a:lnTo>
                  <a:pt x="525456" y="109647"/>
                </a:lnTo>
                <a:lnTo>
                  <a:pt x="496378" y="78440"/>
                </a:lnTo>
                <a:lnTo>
                  <a:pt x="462481" y="51672"/>
                </a:lnTo>
                <a:lnTo>
                  <a:pt x="424365" y="29892"/>
                </a:lnTo>
                <a:lnTo>
                  <a:pt x="382628" y="13653"/>
                </a:lnTo>
                <a:lnTo>
                  <a:pt x="337871" y="3505"/>
                </a:lnTo>
                <a:lnTo>
                  <a:pt x="290693" y="0"/>
                </a:lnTo>
                <a:lnTo>
                  <a:pt x="243570" y="3505"/>
                </a:lnTo>
                <a:lnTo>
                  <a:pt x="198857" y="13653"/>
                </a:lnTo>
                <a:lnTo>
                  <a:pt x="157156" y="29892"/>
                </a:lnTo>
                <a:lnTo>
                  <a:pt x="119065" y="51672"/>
                </a:lnTo>
                <a:lnTo>
                  <a:pt x="85187" y="78440"/>
                </a:lnTo>
                <a:lnTo>
                  <a:pt x="56121" y="109647"/>
                </a:lnTo>
                <a:lnTo>
                  <a:pt x="32469" y="144740"/>
                </a:lnTo>
                <a:lnTo>
                  <a:pt x="14831" y="183168"/>
                </a:lnTo>
                <a:lnTo>
                  <a:pt x="3807" y="224380"/>
                </a:lnTo>
                <a:lnTo>
                  <a:pt x="0" y="267825"/>
                </a:lnTo>
                <a:lnTo>
                  <a:pt x="3807" y="311270"/>
                </a:lnTo>
                <a:lnTo>
                  <a:pt x="14831" y="352482"/>
                </a:lnTo>
                <a:lnTo>
                  <a:pt x="32469" y="390910"/>
                </a:lnTo>
                <a:lnTo>
                  <a:pt x="56121" y="426003"/>
                </a:lnTo>
                <a:lnTo>
                  <a:pt x="85187" y="457209"/>
                </a:lnTo>
                <a:lnTo>
                  <a:pt x="119065" y="483978"/>
                </a:lnTo>
                <a:lnTo>
                  <a:pt x="157156" y="505758"/>
                </a:lnTo>
                <a:lnTo>
                  <a:pt x="198858" y="521997"/>
                </a:lnTo>
                <a:lnTo>
                  <a:pt x="243570" y="532145"/>
                </a:lnTo>
                <a:lnTo>
                  <a:pt x="290693" y="535650"/>
                </a:lnTo>
                <a:lnTo>
                  <a:pt x="337871" y="532145"/>
                </a:lnTo>
                <a:lnTo>
                  <a:pt x="382628" y="521997"/>
                </a:lnTo>
                <a:lnTo>
                  <a:pt x="424365" y="505758"/>
                </a:lnTo>
                <a:lnTo>
                  <a:pt x="462481" y="483978"/>
                </a:lnTo>
                <a:lnTo>
                  <a:pt x="496378" y="457209"/>
                </a:lnTo>
                <a:lnTo>
                  <a:pt x="525456" y="426003"/>
                </a:lnTo>
                <a:lnTo>
                  <a:pt x="549116" y="390910"/>
                </a:lnTo>
                <a:lnTo>
                  <a:pt x="566758" y="352482"/>
                </a:lnTo>
                <a:lnTo>
                  <a:pt x="577783" y="311270"/>
                </a:lnTo>
                <a:lnTo>
                  <a:pt x="581591" y="267825"/>
                </a:lnTo>
                <a:close/>
              </a:path>
            </a:pathLst>
          </a:custGeom>
          <a:ln w="424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092547" y="3198603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01</a:t>
            </a:r>
            <a:r>
              <a:rPr sz="1750" spc="90" dirty="0">
                <a:latin typeface="宋体"/>
                <a:cs typeface="宋体"/>
              </a:rPr>
              <a:t>0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674580" y="4173535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513" y="267825"/>
                </a:moveTo>
                <a:lnTo>
                  <a:pt x="577708" y="224380"/>
                </a:lnTo>
                <a:lnTo>
                  <a:pt x="566691" y="183168"/>
                </a:lnTo>
                <a:lnTo>
                  <a:pt x="549061" y="144740"/>
                </a:lnTo>
                <a:lnTo>
                  <a:pt x="525417" y="109647"/>
                </a:lnTo>
                <a:lnTo>
                  <a:pt x="496357" y="78440"/>
                </a:lnTo>
                <a:lnTo>
                  <a:pt x="462479" y="51672"/>
                </a:lnTo>
                <a:lnTo>
                  <a:pt x="424381" y="29892"/>
                </a:lnTo>
                <a:lnTo>
                  <a:pt x="382663" y="13653"/>
                </a:lnTo>
                <a:lnTo>
                  <a:pt x="337923" y="3505"/>
                </a:lnTo>
                <a:lnTo>
                  <a:pt x="290758" y="0"/>
                </a:lnTo>
                <a:lnTo>
                  <a:pt x="243594" y="3505"/>
                </a:lnTo>
                <a:lnTo>
                  <a:pt x="198853" y="13653"/>
                </a:lnTo>
                <a:lnTo>
                  <a:pt x="157135" y="29892"/>
                </a:lnTo>
                <a:lnTo>
                  <a:pt x="119037" y="51672"/>
                </a:lnTo>
                <a:lnTo>
                  <a:pt x="85158" y="78440"/>
                </a:lnTo>
                <a:lnTo>
                  <a:pt x="56097" y="109647"/>
                </a:lnTo>
                <a:lnTo>
                  <a:pt x="32452" y="144740"/>
                </a:lnTo>
                <a:lnTo>
                  <a:pt x="14822" y="183168"/>
                </a:lnTo>
                <a:lnTo>
                  <a:pt x="3805" y="224380"/>
                </a:lnTo>
                <a:lnTo>
                  <a:pt x="0" y="267825"/>
                </a:lnTo>
                <a:lnTo>
                  <a:pt x="3805" y="311270"/>
                </a:lnTo>
                <a:lnTo>
                  <a:pt x="14822" y="352482"/>
                </a:lnTo>
                <a:lnTo>
                  <a:pt x="32452" y="390911"/>
                </a:lnTo>
                <a:lnTo>
                  <a:pt x="56097" y="426005"/>
                </a:lnTo>
                <a:lnTo>
                  <a:pt x="85158" y="457212"/>
                </a:lnTo>
                <a:lnTo>
                  <a:pt x="119037" y="483982"/>
                </a:lnTo>
                <a:lnTo>
                  <a:pt x="157135" y="505762"/>
                </a:lnTo>
                <a:lnTo>
                  <a:pt x="198853" y="522002"/>
                </a:lnTo>
                <a:lnTo>
                  <a:pt x="243594" y="532151"/>
                </a:lnTo>
                <a:lnTo>
                  <a:pt x="290758" y="535656"/>
                </a:lnTo>
                <a:lnTo>
                  <a:pt x="337923" y="532151"/>
                </a:lnTo>
                <a:lnTo>
                  <a:pt x="382663" y="522002"/>
                </a:lnTo>
                <a:lnTo>
                  <a:pt x="424381" y="505762"/>
                </a:lnTo>
                <a:lnTo>
                  <a:pt x="462479" y="483982"/>
                </a:lnTo>
                <a:lnTo>
                  <a:pt x="496357" y="457212"/>
                </a:lnTo>
                <a:lnTo>
                  <a:pt x="525417" y="426005"/>
                </a:lnTo>
                <a:lnTo>
                  <a:pt x="549062" y="390911"/>
                </a:lnTo>
                <a:lnTo>
                  <a:pt x="566691" y="352482"/>
                </a:lnTo>
                <a:lnTo>
                  <a:pt x="577708" y="311270"/>
                </a:lnTo>
                <a:lnTo>
                  <a:pt x="581513" y="267825"/>
                </a:lnTo>
                <a:close/>
              </a:path>
            </a:pathLst>
          </a:custGeom>
          <a:ln w="424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766571" y="4269923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11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837624" y="4173535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509" y="267825"/>
                </a:moveTo>
                <a:lnTo>
                  <a:pt x="577704" y="224380"/>
                </a:lnTo>
                <a:lnTo>
                  <a:pt x="566687" y="183168"/>
                </a:lnTo>
                <a:lnTo>
                  <a:pt x="549057" y="144740"/>
                </a:lnTo>
                <a:lnTo>
                  <a:pt x="525413" y="109647"/>
                </a:lnTo>
                <a:lnTo>
                  <a:pt x="496353" y="78440"/>
                </a:lnTo>
                <a:lnTo>
                  <a:pt x="462474" y="51672"/>
                </a:lnTo>
                <a:lnTo>
                  <a:pt x="424377" y="29892"/>
                </a:lnTo>
                <a:lnTo>
                  <a:pt x="382659" y="13653"/>
                </a:lnTo>
                <a:lnTo>
                  <a:pt x="337919" y="3505"/>
                </a:lnTo>
                <a:lnTo>
                  <a:pt x="290754" y="0"/>
                </a:lnTo>
                <a:lnTo>
                  <a:pt x="243590" y="3505"/>
                </a:lnTo>
                <a:lnTo>
                  <a:pt x="198850" y="13653"/>
                </a:lnTo>
                <a:lnTo>
                  <a:pt x="157131" y="29892"/>
                </a:lnTo>
                <a:lnTo>
                  <a:pt x="119034" y="51672"/>
                </a:lnTo>
                <a:lnTo>
                  <a:pt x="85156" y="78440"/>
                </a:lnTo>
                <a:lnTo>
                  <a:pt x="56096" y="109647"/>
                </a:lnTo>
                <a:lnTo>
                  <a:pt x="32451" y="144740"/>
                </a:lnTo>
                <a:lnTo>
                  <a:pt x="14821" y="183168"/>
                </a:lnTo>
                <a:lnTo>
                  <a:pt x="3805" y="224380"/>
                </a:lnTo>
                <a:lnTo>
                  <a:pt x="0" y="267825"/>
                </a:lnTo>
                <a:lnTo>
                  <a:pt x="3805" y="311270"/>
                </a:lnTo>
                <a:lnTo>
                  <a:pt x="14821" y="352482"/>
                </a:lnTo>
                <a:lnTo>
                  <a:pt x="32451" y="390911"/>
                </a:lnTo>
                <a:lnTo>
                  <a:pt x="56096" y="426005"/>
                </a:lnTo>
                <a:lnTo>
                  <a:pt x="85156" y="457212"/>
                </a:lnTo>
                <a:lnTo>
                  <a:pt x="119034" y="483982"/>
                </a:lnTo>
                <a:lnTo>
                  <a:pt x="157132" y="505762"/>
                </a:lnTo>
                <a:lnTo>
                  <a:pt x="198850" y="522002"/>
                </a:lnTo>
                <a:lnTo>
                  <a:pt x="243590" y="532151"/>
                </a:lnTo>
                <a:lnTo>
                  <a:pt x="290754" y="535656"/>
                </a:lnTo>
                <a:lnTo>
                  <a:pt x="337919" y="532151"/>
                </a:lnTo>
                <a:lnTo>
                  <a:pt x="382659" y="522002"/>
                </a:lnTo>
                <a:lnTo>
                  <a:pt x="424377" y="505762"/>
                </a:lnTo>
                <a:lnTo>
                  <a:pt x="462474" y="483982"/>
                </a:lnTo>
                <a:lnTo>
                  <a:pt x="496353" y="457212"/>
                </a:lnTo>
                <a:lnTo>
                  <a:pt x="525413" y="426005"/>
                </a:lnTo>
                <a:lnTo>
                  <a:pt x="549057" y="390911"/>
                </a:lnTo>
                <a:lnTo>
                  <a:pt x="566687" y="352482"/>
                </a:lnTo>
                <a:lnTo>
                  <a:pt x="577704" y="311270"/>
                </a:lnTo>
                <a:lnTo>
                  <a:pt x="581509" y="267825"/>
                </a:lnTo>
                <a:close/>
              </a:path>
            </a:pathLst>
          </a:custGeom>
          <a:ln w="424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929611" y="4269923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10</a:t>
            </a:r>
            <a:r>
              <a:rPr sz="1750" spc="90" dirty="0">
                <a:latin typeface="宋体"/>
                <a:cs typeface="宋体"/>
              </a:rPr>
              <a:t>0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000623" y="4173536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591" y="267825"/>
                </a:moveTo>
                <a:lnTo>
                  <a:pt x="577783" y="224380"/>
                </a:lnTo>
                <a:lnTo>
                  <a:pt x="566758" y="183168"/>
                </a:lnTo>
                <a:lnTo>
                  <a:pt x="549116" y="144740"/>
                </a:lnTo>
                <a:lnTo>
                  <a:pt x="525456" y="109647"/>
                </a:lnTo>
                <a:lnTo>
                  <a:pt x="496378" y="78440"/>
                </a:lnTo>
                <a:lnTo>
                  <a:pt x="462481" y="51672"/>
                </a:lnTo>
                <a:lnTo>
                  <a:pt x="424365" y="29892"/>
                </a:lnTo>
                <a:lnTo>
                  <a:pt x="382628" y="13653"/>
                </a:lnTo>
                <a:lnTo>
                  <a:pt x="337871" y="3505"/>
                </a:lnTo>
                <a:lnTo>
                  <a:pt x="290693" y="0"/>
                </a:lnTo>
                <a:lnTo>
                  <a:pt x="243570" y="3505"/>
                </a:lnTo>
                <a:lnTo>
                  <a:pt x="198857" y="13653"/>
                </a:lnTo>
                <a:lnTo>
                  <a:pt x="157156" y="29892"/>
                </a:lnTo>
                <a:lnTo>
                  <a:pt x="119065" y="51672"/>
                </a:lnTo>
                <a:lnTo>
                  <a:pt x="85187" y="78440"/>
                </a:lnTo>
                <a:lnTo>
                  <a:pt x="56121" y="109647"/>
                </a:lnTo>
                <a:lnTo>
                  <a:pt x="32469" y="144740"/>
                </a:lnTo>
                <a:lnTo>
                  <a:pt x="14831" y="183168"/>
                </a:lnTo>
                <a:lnTo>
                  <a:pt x="3807" y="224380"/>
                </a:lnTo>
                <a:lnTo>
                  <a:pt x="0" y="267825"/>
                </a:lnTo>
                <a:lnTo>
                  <a:pt x="3807" y="311270"/>
                </a:lnTo>
                <a:lnTo>
                  <a:pt x="14831" y="352482"/>
                </a:lnTo>
                <a:lnTo>
                  <a:pt x="32469" y="390911"/>
                </a:lnTo>
                <a:lnTo>
                  <a:pt x="56121" y="426005"/>
                </a:lnTo>
                <a:lnTo>
                  <a:pt x="85187" y="457212"/>
                </a:lnTo>
                <a:lnTo>
                  <a:pt x="119065" y="483982"/>
                </a:lnTo>
                <a:lnTo>
                  <a:pt x="157156" y="505762"/>
                </a:lnTo>
                <a:lnTo>
                  <a:pt x="198858" y="522002"/>
                </a:lnTo>
                <a:lnTo>
                  <a:pt x="243570" y="532151"/>
                </a:lnTo>
                <a:lnTo>
                  <a:pt x="290693" y="535656"/>
                </a:lnTo>
                <a:lnTo>
                  <a:pt x="337871" y="532151"/>
                </a:lnTo>
                <a:lnTo>
                  <a:pt x="382628" y="522002"/>
                </a:lnTo>
                <a:lnTo>
                  <a:pt x="424365" y="505762"/>
                </a:lnTo>
                <a:lnTo>
                  <a:pt x="462481" y="483982"/>
                </a:lnTo>
                <a:lnTo>
                  <a:pt x="496378" y="457212"/>
                </a:lnTo>
                <a:lnTo>
                  <a:pt x="525456" y="426005"/>
                </a:lnTo>
                <a:lnTo>
                  <a:pt x="549116" y="390911"/>
                </a:lnTo>
                <a:lnTo>
                  <a:pt x="566758" y="352482"/>
                </a:lnTo>
                <a:lnTo>
                  <a:pt x="577783" y="311270"/>
                </a:lnTo>
                <a:lnTo>
                  <a:pt x="581591" y="267825"/>
                </a:lnTo>
                <a:close/>
              </a:path>
            </a:pathLst>
          </a:custGeom>
          <a:ln w="424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092548" y="4269923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01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254022" y="3370041"/>
            <a:ext cx="376555" cy="0"/>
          </a:xfrm>
          <a:custGeom>
            <a:avLst/>
            <a:gdLst/>
            <a:ahLst/>
            <a:cxnLst/>
            <a:rect l="l" t="t" r="r" b="b"/>
            <a:pathLst>
              <a:path w="376555">
                <a:moveTo>
                  <a:pt x="0" y="0"/>
                </a:moveTo>
                <a:lnTo>
                  <a:pt x="376403" y="0"/>
                </a:lnTo>
              </a:path>
            </a:pathLst>
          </a:custGeom>
          <a:ln w="226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611347" y="3299744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0" y="0"/>
                </a:moveTo>
                <a:lnTo>
                  <a:pt x="0" y="140592"/>
                </a:lnTo>
                <a:lnTo>
                  <a:pt x="228944" y="702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19133" y="3370041"/>
            <a:ext cx="376555" cy="0"/>
          </a:xfrm>
          <a:custGeom>
            <a:avLst/>
            <a:gdLst/>
            <a:ahLst/>
            <a:cxnLst/>
            <a:rect l="l" t="t" r="r" b="b"/>
            <a:pathLst>
              <a:path w="376554">
                <a:moveTo>
                  <a:pt x="0" y="0"/>
                </a:moveTo>
                <a:lnTo>
                  <a:pt x="376342" y="0"/>
                </a:lnTo>
              </a:path>
            </a:pathLst>
          </a:custGeom>
          <a:ln w="226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776397" y="3299744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0" y="0"/>
                </a:moveTo>
                <a:lnTo>
                  <a:pt x="0" y="140592"/>
                </a:lnTo>
                <a:lnTo>
                  <a:pt x="228944" y="702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603294" y="4441361"/>
            <a:ext cx="398780" cy="0"/>
          </a:xfrm>
          <a:custGeom>
            <a:avLst/>
            <a:gdLst/>
            <a:ahLst/>
            <a:cxnLst/>
            <a:rect l="l" t="t" r="r" b="b"/>
            <a:pathLst>
              <a:path w="398779">
                <a:moveTo>
                  <a:pt x="398354" y="0"/>
                </a:moveTo>
                <a:lnTo>
                  <a:pt x="0" y="0"/>
                </a:lnTo>
              </a:path>
            </a:pathLst>
          </a:custGeom>
          <a:ln w="226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93429" y="4371064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228902" y="0"/>
                </a:moveTo>
                <a:lnTo>
                  <a:pt x="0" y="70296"/>
                </a:lnTo>
                <a:lnTo>
                  <a:pt x="228902" y="140592"/>
                </a:lnTo>
                <a:lnTo>
                  <a:pt x="2289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332675" y="3682992"/>
            <a:ext cx="577215" cy="531495"/>
          </a:xfrm>
          <a:custGeom>
            <a:avLst/>
            <a:gdLst/>
            <a:ahLst/>
            <a:cxnLst/>
            <a:rect l="l" t="t" r="r" b="b"/>
            <a:pathLst>
              <a:path w="577214" h="531495">
                <a:moveTo>
                  <a:pt x="576934" y="531436"/>
                </a:moveTo>
                <a:lnTo>
                  <a:pt x="0" y="0"/>
                </a:lnTo>
              </a:path>
            </a:pathLst>
          </a:custGeom>
          <a:ln w="23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84272" y="3546292"/>
            <a:ext cx="215900" cy="199390"/>
          </a:xfrm>
          <a:custGeom>
            <a:avLst/>
            <a:gdLst/>
            <a:ahLst/>
            <a:cxnLst/>
            <a:rect l="l" t="t" r="r" b="b"/>
            <a:pathLst>
              <a:path w="215900" h="199389">
                <a:moveTo>
                  <a:pt x="0" y="0"/>
                </a:moveTo>
                <a:lnTo>
                  <a:pt x="107927" y="198832"/>
                </a:lnTo>
                <a:lnTo>
                  <a:pt x="215855" y="9941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79212" y="3637639"/>
            <a:ext cx="0" cy="344170"/>
          </a:xfrm>
          <a:custGeom>
            <a:avLst/>
            <a:gdLst/>
            <a:ahLst/>
            <a:cxnLst/>
            <a:rect l="l" t="t" r="r" b="b"/>
            <a:pathLst>
              <a:path h="344170">
                <a:moveTo>
                  <a:pt x="0" y="0"/>
                </a:moveTo>
                <a:lnTo>
                  <a:pt x="0" y="343790"/>
                </a:lnTo>
              </a:path>
            </a:pathLst>
          </a:custGeom>
          <a:ln w="246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02898" y="3963856"/>
            <a:ext cx="153035" cy="211454"/>
          </a:xfrm>
          <a:custGeom>
            <a:avLst/>
            <a:gdLst/>
            <a:ahLst/>
            <a:cxnLst/>
            <a:rect l="l" t="t" r="r" b="b"/>
            <a:pathLst>
              <a:path w="153035" h="211454">
                <a:moveTo>
                  <a:pt x="152629" y="0"/>
                </a:moveTo>
                <a:lnTo>
                  <a:pt x="0" y="0"/>
                </a:lnTo>
                <a:lnTo>
                  <a:pt x="76314" y="210889"/>
                </a:lnTo>
                <a:lnTo>
                  <a:pt x="1526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980623" y="3829121"/>
            <a:ext cx="0" cy="344805"/>
          </a:xfrm>
          <a:custGeom>
            <a:avLst/>
            <a:gdLst/>
            <a:ahLst/>
            <a:cxnLst/>
            <a:rect l="l" t="t" r="r" b="b"/>
            <a:pathLst>
              <a:path h="344804">
                <a:moveTo>
                  <a:pt x="0" y="344773"/>
                </a:moveTo>
                <a:lnTo>
                  <a:pt x="0" y="0"/>
                </a:lnTo>
              </a:path>
            </a:pathLst>
          </a:custGeom>
          <a:ln w="246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04308" y="3635806"/>
            <a:ext cx="153035" cy="211454"/>
          </a:xfrm>
          <a:custGeom>
            <a:avLst/>
            <a:gdLst/>
            <a:ahLst/>
            <a:cxnLst/>
            <a:rect l="l" t="t" r="r" b="b"/>
            <a:pathLst>
              <a:path w="153035" h="211454">
                <a:moveTo>
                  <a:pt x="76314" y="0"/>
                </a:moveTo>
                <a:lnTo>
                  <a:pt x="0" y="210889"/>
                </a:lnTo>
                <a:lnTo>
                  <a:pt x="152629" y="210889"/>
                </a:lnTo>
                <a:lnTo>
                  <a:pt x="763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119289" y="3089460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591" y="267825"/>
                </a:moveTo>
                <a:lnTo>
                  <a:pt x="577789" y="224385"/>
                </a:lnTo>
                <a:lnTo>
                  <a:pt x="566780" y="183175"/>
                </a:lnTo>
                <a:lnTo>
                  <a:pt x="549160" y="144748"/>
                </a:lnTo>
                <a:lnTo>
                  <a:pt x="525529" y="109655"/>
                </a:lnTo>
                <a:lnTo>
                  <a:pt x="496481" y="78447"/>
                </a:lnTo>
                <a:lnTo>
                  <a:pt x="462614" y="51677"/>
                </a:lnTo>
                <a:lnTo>
                  <a:pt x="424525" y="29896"/>
                </a:lnTo>
                <a:lnTo>
                  <a:pt x="382812" y="13654"/>
                </a:lnTo>
                <a:lnTo>
                  <a:pt x="338070" y="3505"/>
                </a:lnTo>
                <a:lnTo>
                  <a:pt x="290898" y="0"/>
                </a:lnTo>
                <a:lnTo>
                  <a:pt x="243720" y="3505"/>
                </a:lnTo>
                <a:lnTo>
                  <a:pt x="198963" y="13654"/>
                </a:lnTo>
                <a:lnTo>
                  <a:pt x="157226" y="29896"/>
                </a:lnTo>
                <a:lnTo>
                  <a:pt x="119109" y="51677"/>
                </a:lnTo>
                <a:lnTo>
                  <a:pt x="85212" y="78447"/>
                </a:lnTo>
                <a:lnTo>
                  <a:pt x="56134" y="109655"/>
                </a:lnTo>
                <a:lnTo>
                  <a:pt x="32474" y="144748"/>
                </a:lnTo>
                <a:lnTo>
                  <a:pt x="14832" y="183175"/>
                </a:lnTo>
                <a:lnTo>
                  <a:pt x="3808" y="224385"/>
                </a:lnTo>
                <a:lnTo>
                  <a:pt x="0" y="267825"/>
                </a:lnTo>
                <a:lnTo>
                  <a:pt x="3808" y="311270"/>
                </a:lnTo>
                <a:lnTo>
                  <a:pt x="14832" y="352484"/>
                </a:lnTo>
                <a:lnTo>
                  <a:pt x="32474" y="390914"/>
                </a:lnTo>
                <a:lnTo>
                  <a:pt x="56134" y="426009"/>
                </a:lnTo>
                <a:lnTo>
                  <a:pt x="85212" y="457219"/>
                </a:lnTo>
                <a:lnTo>
                  <a:pt x="119109" y="483990"/>
                </a:lnTo>
                <a:lnTo>
                  <a:pt x="157226" y="505772"/>
                </a:lnTo>
                <a:lnTo>
                  <a:pt x="198963" y="522014"/>
                </a:lnTo>
                <a:lnTo>
                  <a:pt x="243720" y="532163"/>
                </a:lnTo>
                <a:lnTo>
                  <a:pt x="290898" y="535669"/>
                </a:lnTo>
                <a:lnTo>
                  <a:pt x="338070" y="532163"/>
                </a:lnTo>
                <a:lnTo>
                  <a:pt x="382812" y="522014"/>
                </a:lnTo>
                <a:lnTo>
                  <a:pt x="424526" y="505772"/>
                </a:lnTo>
                <a:lnTo>
                  <a:pt x="462614" y="483990"/>
                </a:lnTo>
                <a:lnTo>
                  <a:pt x="496481" y="457219"/>
                </a:lnTo>
                <a:lnTo>
                  <a:pt x="525529" y="426009"/>
                </a:lnTo>
                <a:lnTo>
                  <a:pt x="549161" y="390914"/>
                </a:lnTo>
                <a:lnTo>
                  <a:pt x="566780" y="352484"/>
                </a:lnTo>
                <a:lnTo>
                  <a:pt x="577789" y="311270"/>
                </a:lnTo>
                <a:lnTo>
                  <a:pt x="581591" y="267825"/>
                </a:lnTo>
                <a:close/>
              </a:path>
            </a:pathLst>
          </a:custGeom>
          <a:ln w="424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211419" y="3185866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10</a:t>
            </a:r>
            <a:r>
              <a:rPr sz="1750" spc="90" dirty="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119289" y="4160780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591" y="267825"/>
                </a:moveTo>
                <a:lnTo>
                  <a:pt x="577789" y="224385"/>
                </a:lnTo>
                <a:lnTo>
                  <a:pt x="566780" y="183175"/>
                </a:lnTo>
                <a:lnTo>
                  <a:pt x="549160" y="144748"/>
                </a:lnTo>
                <a:lnTo>
                  <a:pt x="525529" y="109655"/>
                </a:lnTo>
                <a:lnTo>
                  <a:pt x="496481" y="78447"/>
                </a:lnTo>
                <a:lnTo>
                  <a:pt x="462614" y="51677"/>
                </a:lnTo>
                <a:lnTo>
                  <a:pt x="424525" y="29896"/>
                </a:lnTo>
                <a:lnTo>
                  <a:pt x="382812" y="13654"/>
                </a:lnTo>
                <a:lnTo>
                  <a:pt x="338070" y="3505"/>
                </a:lnTo>
                <a:lnTo>
                  <a:pt x="290898" y="0"/>
                </a:lnTo>
                <a:lnTo>
                  <a:pt x="243720" y="3505"/>
                </a:lnTo>
                <a:lnTo>
                  <a:pt x="198963" y="13654"/>
                </a:lnTo>
                <a:lnTo>
                  <a:pt x="157226" y="29896"/>
                </a:lnTo>
                <a:lnTo>
                  <a:pt x="119109" y="51677"/>
                </a:lnTo>
                <a:lnTo>
                  <a:pt x="85212" y="78447"/>
                </a:lnTo>
                <a:lnTo>
                  <a:pt x="56134" y="109655"/>
                </a:lnTo>
                <a:lnTo>
                  <a:pt x="32474" y="144748"/>
                </a:lnTo>
                <a:lnTo>
                  <a:pt x="14832" y="183175"/>
                </a:lnTo>
                <a:lnTo>
                  <a:pt x="3808" y="224385"/>
                </a:lnTo>
                <a:lnTo>
                  <a:pt x="0" y="267825"/>
                </a:lnTo>
                <a:lnTo>
                  <a:pt x="3808" y="311270"/>
                </a:lnTo>
                <a:lnTo>
                  <a:pt x="14832" y="352483"/>
                </a:lnTo>
                <a:lnTo>
                  <a:pt x="32474" y="390912"/>
                </a:lnTo>
                <a:lnTo>
                  <a:pt x="56134" y="426007"/>
                </a:lnTo>
                <a:lnTo>
                  <a:pt x="85212" y="457215"/>
                </a:lnTo>
                <a:lnTo>
                  <a:pt x="119109" y="483985"/>
                </a:lnTo>
                <a:lnTo>
                  <a:pt x="157226" y="505767"/>
                </a:lnTo>
                <a:lnTo>
                  <a:pt x="198963" y="522007"/>
                </a:lnTo>
                <a:lnTo>
                  <a:pt x="243720" y="532156"/>
                </a:lnTo>
                <a:lnTo>
                  <a:pt x="290898" y="535661"/>
                </a:lnTo>
                <a:lnTo>
                  <a:pt x="338070" y="532156"/>
                </a:lnTo>
                <a:lnTo>
                  <a:pt x="382812" y="522007"/>
                </a:lnTo>
                <a:lnTo>
                  <a:pt x="424526" y="505767"/>
                </a:lnTo>
                <a:lnTo>
                  <a:pt x="462614" y="483985"/>
                </a:lnTo>
                <a:lnTo>
                  <a:pt x="496481" y="457215"/>
                </a:lnTo>
                <a:lnTo>
                  <a:pt x="525529" y="426007"/>
                </a:lnTo>
                <a:lnTo>
                  <a:pt x="549161" y="390912"/>
                </a:lnTo>
                <a:lnTo>
                  <a:pt x="566780" y="352483"/>
                </a:lnTo>
                <a:lnTo>
                  <a:pt x="577789" y="311270"/>
                </a:lnTo>
                <a:lnTo>
                  <a:pt x="581591" y="267825"/>
                </a:lnTo>
                <a:close/>
              </a:path>
            </a:pathLst>
          </a:custGeom>
          <a:ln w="424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211419" y="4257187"/>
            <a:ext cx="39687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latin typeface="宋体"/>
                <a:cs typeface="宋体"/>
              </a:rPr>
              <a:t>11</a:t>
            </a:r>
            <a:r>
              <a:rPr sz="1750" spc="90" dirty="0">
                <a:latin typeface="宋体"/>
                <a:cs typeface="宋体"/>
              </a:rPr>
              <a:t>0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805824" y="3357285"/>
            <a:ext cx="306070" cy="0"/>
          </a:xfrm>
          <a:custGeom>
            <a:avLst/>
            <a:gdLst/>
            <a:ahLst/>
            <a:cxnLst/>
            <a:rect l="l" t="t" r="r" b="b"/>
            <a:pathLst>
              <a:path w="306070">
                <a:moveTo>
                  <a:pt x="305874" y="0"/>
                </a:moveTo>
                <a:lnTo>
                  <a:pt x="0" y="0"/>
                </a:lnTo>
              </a:path>
            </a:pathLst>
          </a:custGeom>
          <a:ln w="226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595959" y="3286989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228944" y="0"/>
                </a:moveTo>
                <a:lnTo>
                  <a:pt x="0" y="70296"/>
                </a:lnTo>
                <a:lnTo>
                  <a:pt x="228944" y="140592"/>
                </a:lnTo>
                <a:lnTo>
                  <a:pt x="228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646425" y="3694519"/>
            <a:ext cx="546735" cy="556895"/>
          </a:xfrm>
          <a:custGeom>
            <a:avLst/>
            <a:gdLst/>
            <a:ahLst/>
            <a:cxnLst/>
            <a:rect l="l" t="t" r="r" b="b"/>
            <a:pathLst>
              <a:path w="546735" h="556895">
                <a:moveTo>
                  <a:pt x="0" y="0"/>
                </a:moveTo>
                <a:lnTo>
                  <a:pt x="546306" y="556361"/>
                </a:lnTo>
              </a:path>
            </a:pathLst>
          </a:custGeom>
          <a:ln w="236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505695" y="3551148"/>
            <a:ext cx="210185" cy="203835"/>
          </a:xfrm>
          <a:custGeom>
            <a:avLst/>
            <a:gdLst/>
            <a:ahLst/>
            <a:cxnLst/>
            <a:rect l="l" t="t" r="r" b="b"/>
            <a:pathLst>
              <a:path w="210185" h="203835">
                <a:moveTo>
                  <a:pt x="0" y="0"/>
                </a:moveTo>
                <a:lnTo>
                  <a:pt x="96829" y="203557"/>
                </a:lnTo>
                <a:lnTo>
                  <a:pt x="210070" y="1092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676790" y="2332924"/>
            <a:ext cx="596265" cy="549275"/>
          </a:xfrm>
          <a:custGeom>
            <a:avLst/>
            <a:gdLst/>
            <a:ahLst/>
            <a:cxnLst/>
            <a:rect l="l" t="t" r="r" b="b"/>
            <a:pathLst>
              <a:path w="596264" h="549275">
                <a:moveTo>
                  <a:pt x="596064" y="274382"/>
                </a:moveTo>
                <a:lnTo>
                  <a:pt x="592163" y="229872"/>
                </a:lnTo>
                <a:lnTo>
                  <a:pt x="580869" y="187650"/>
                </a:lnTo>
                <a:lnTo>
                  <a:pt x="562796" y="148281"/>
                </a:lnTo>
                <a:lnTo>
                  <a:pt x="538557" y="112329"/>
                </a:lnTo>
                <a:lnTo>
                  <a:pt x="508767" y="80358"/>
                </a:lnTo>
                <a:lnTo>
                  <a:pt x="474039" y="52935"/>
                </a:lnTo>
                <a:lnTo>
                  <a:pt x="434987" y="30623"/>
                </a:lnTo>
                <a:lnTo>
                  <a:pt x="392225" y="13986"/>
                </a:lnTo>
                <a:lnTo>
                  <a:pt x="346367" y="3590"/>
                </a:lnTo>
                <a:lnTo>
                  <a:pt x="298027" y="0"/>
                </a:lnTo>
                <a:lnTo>
                  <a:pt x="249687" y="3590"/>
                </a:lnTo>
                <a:lnTo>
                  <a:pt x="203830" y="13986"/>
                </a:lnTo>
                <a:lnTo>
                  <a:pt x="161069" y="30623"/>
                </a:lnTo>
                <a:lnTo>
                  <a:pt x="122019" y="52935"/>
                </a:lnTo>
                <a:lnTo>
                  <a:pt x="87292" y="80358"/>
                </a:lnTo>
                <a:lnTo>
                  <a:pt x="57503" y="112329"/>
                </a:lnTo>
                <a:lnTo>
                  <a:pt x="33266" y="148281"/>
                </a:lnTo>
                <a:lnTo>
                  <a:pt x="15194" y="187650"/>
                </a:lnTo>
                <a:lnTo>
                  <a:pt x="3900" y="229872"/>
                </a:lnTo>
                <a:lnTo>
                  <a:pt x="0" y="274382"/>
                </a:lnTo>
                <a:lnTo>
                  <a:pt x="3900" y="318943"/>
                </a:lnTo>
                <a:lnTo>
                  <a:pt x="15194" y="361206"/>
                </a:lnTo>
                <a:lnTo>
                  <a:pt x="33266" y="400608"/>
                </a:lnTo>
                <a:lnTo>
                  <a:pt x="57503" y="436584"/>
                </a:lnTo>
                <a:lnTo>
                  <a:pt x="87292" y="468571"/>
                </a:lnTo>
                <a:lnTo>
                  <a:pt x="122019" y="496006"/>
                </a:lnTo>
                <a:lnTo>
                  <a:pt x="161069" y="518325"/>
                </a:lnTo>
                <a:lnTo>
                  <a:pt x="203830" y="534965"/>
                </a:lnTo>
                <a:lnTo>
                  <a:pt x="249687" y="545363"/>
                </a:lnTo>
                <a:lnTo>
                  <a:pt x="298027" y="548954"/>
                </a:lnTo>
                <a:lnTo>
                  <a:pt x="346367" y="545363"/>
                </a:lnTo>
                <a:lnTo>
                  <a:pt x="392225" y="534965"/>
                </a:lnTo>
                <a:lnTo>
                  <a:pt x="434987" y="518325"/>
                </a:lnTo>
                <a:lnTo>
                  <a:pt x="474039" y="496006"/>
                </a:lnTo>
                <a:lnTo>
                  <a:pt x="508767" y="468571"/>
                </a:lnTo>
                <a:lnTo>
                  <a:pt x="538557" y="436584"/>
                </a:lnTo>
                <a:lnTo>
                  <a:pt x="562796" y="400608"/>
                </a:lnTo>
                <a:lnTo>
                  <a:pt x="580869" y="361206"/>
                </a:lnTo>
                <a:lnTo>
                  <a:pt x="592163" y="318943"/>
                </a:lnTo>
                <a:lnTo>
                  <a:pt x="596064" y="274382"/>
                </a:lnTo>
                <a:close/>
              </a:path>
            </a:pathLst>
          </a:custGeom>
          <a:ln w="424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663787" y="2472720"/>
            <a:ext cx="619760" cy="25272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85"/>
              </a:spcBef>
            </a:pPr>
            <a:r>
              <a:rPr sz="1800" b="1" spc="-52" baseline="6944" dirty="0">
                <a:latin typeface="Times New Roman"/>
                <a:cs typeface="Times New Roman"/>
              </a:rPr>
              <a:t>Q</a:t>
            </a:r>
            <a:r>
              <a:rPr sz="750" b="1" spc="-35" dirty="0">
                <a:latin typeface="Times New Roman"/>
                <a:cs typeface="Times New Roman"/>
              </a:rPr>
              <a:t>3</a:t>
            </a:r>
            <a:r>
              <a:rPr sz="1800" b="1" spc="-52" baseline="6944" dirty="0">
                <a:latin typeface="Times New Roman"/>
                <a:cs typeface="Times New Roman"/>
              </a:rPr>
              <a:t>Q</a:t>
            </a:r>
            <a:r>
              <a:rPr sz="1800" b="1" spc="-97" baseline="4629" dirty="0">
                <a:latin typeface="Times New Roman"/>
                <a:cs typeface="Times New Roman"/>
              </a:rPr>
              <a:t> </a:t>
            </a:r>
            <a:r>
              <a:rPr sz="750" b="1" spc="50" dirty="0">
                <a:latin typeface="Times New Roman"/>
                <a:cs typeface="Times New Roman"/>
              </a:rPr>
              <a:t>2</a:t>
            </a:r>
            <a:r>
              <a:rPr sz="1800" b="1" spc="75" baseline="6944" dirty="0">
                <a:latin typeface="Times New Roman"/>
                <a:cs typeface="Times New Roman"/>
              </a:rPr>
              <a:t>Q</a:t>
            </a:r>
            <a:r>
              <a:rPr sz="750" b="1" spc="50" dirty="0">
                <a:latin typeface="Times New Roman"/>
                <a:cs typeface="Times New Roman"/>
              </a:rPr>
              <a:t>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30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xfrm>
            <a:off x="1429511" y="598931"/>
            <a:ext cx="2120265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397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10"/>
              </a:spcBef>
            </a:pPr>
            <a:r>
              <a:rPr i="0" dirty="0">
                <a:solidFill>
                  <a:srgbClr val="000000"/>
                </a:solidFill>
                <a:latin typeface="华文楷体"/>
                <a:cs typeface="华文楷体"/>
              </a:rPr>
              <a:t>5</a:t>
            </a:r>
            <a:r>
              <a:rPr i="0" spc="-40" dirty="0">
                <a:solidFill>
                  <a:srgbClr val="000000"/>
                </a:solidFill>
                <a:latin typeface="华文楷体"/>
                <a:cs typeface="华文楷体"/>
              </a:rPr>
              <a:t> </a:t>
            </a:r>
            <a:r>
              <a:rPr dirty="0">
                <a:solidFill>
                  <a:srgbClr val="000000"/>
                </a:solidFill>
              </a:rPr>
              <a:t>电路功能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6110732" y="2387172"/>
            <a:ext cx="2924175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7200" algn="just">
              <a:lnSpc>
                <a:spcPct val="150000"/>
              </a:lnSpc>
              <a:spcBef>
                <a:spcPts val="95"/>
              </a:spcBef>
            </a:pPr>
            <a:r>
              <a:rPr sz="3200" i="1" dirty="0">
                <a:solidFill>
                  <a:srgbClr val="C00000"/>
                </a:solidFill>
                <a:latin typeface="华文楷体"/>
                <a:cs typeface="华文楷体"/>
              </a:rPr>
              <a:t>能自启动的异 步五进制加法计 数器。</a:t>
            </a:r>
            <a:endParaRPr sz="32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606932"/>
            <a:ext cx="67354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i="0" dirty="0">
                <a:solidFill>
                  <a:srgbClr val="666699"/>
                </a:solidFill>
                <a:latin typeface="Times New Roman"/>
                <a:cs typeface="Times New Roman"/>
              </a:rPr>
              <a:t>7.3</a:t>
            </a:r>
            <a:r>
              <a:rPr b="1" i="0" spc="-40" dirty="0">
                <a:solidFill>
                  <a:srgbClr val="666699"/>
                </a:solidFill>
                <a:latin typeface="Times New Roman"/>
                <a:cs typeface="Times New Roman"/>
              </a:rPr>
              <a:t> </a:t>
            </a:r>
            <a:r>
              <a:rPr b="1" i="0" dirty="0">
                <a:solidFill>
                  <a:srgbClr val="666699"/>
                </a:solidFill>
                <a:latin typeface="微软雅黑"/>
                <a:cs typeface="微软雅黑"/>
              </a:rPr>
              <a:t>常用中规模时序逻辑电</a:t>
            </a:r>
            <a:r>
              <a:rPr b="1" i="0" spc="-15" dirty="0">
                <a:solidFill>
                  <a:srgbClr val="666699"/>
                </a:solidFill>
                <a:latin typeface="微软雅黑"/>
                <a:cs typeface="微软雅黑"/>
              </a:rPr>
              <a:t>路</a:t>
            </a:r>
            <a:r>
              <a:rPr b="1" i="0" dirty="0">
                <a:solidFill>
                  <a:srgbClr val="666699"/>
                </a:solidFill>
                <a:latin typeface="微软雅黑"/>
                <a:cs typeface="微软雅黑"/>
              </a:rPr>
              <a:t>及其</a:t>
            </a:r>
            <a:r>
              <a:rPr b="1" i="0" spc="-15" dirty="0">
                <a:solidFill>
                  <a:srgbClr val="666699"/>
                </a:solidFill>
                <a:latin typeface="微软雅黑"/>
                <a:cs typeface="微软雅黑"/>
              </a:rPr>
              <a:t>应</a:t>
            </a:r>
            <a:r>
              <a:rPr b="1" i="0" dirty="0">
                <a:solidFill>
                  <a:srgbClr val="666699"/>
                </a:solidFill>
                <a:latin typeface="微软雅黑"/>
                <a:cs typeface="微软雅黑"/>
              </a:rPr>
              <a:t>用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31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68044" y="1312290"/>
            <a:ext cx="8070215" cy="3341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FF0000"/>
                </a:solidFill>
                <a:latin typeface="隶书"/>
                <a:cs typeface="隶书"/>
              </a:rPr>
              <a:t>寄存器和移位寄存器</a:t>
            </a:r>
            <a:endParaRPr sz="3600" dirty="0">
              <a:latin typeface="隶书"/>
              <a:cs typeface="隶书"/>
            </a:endParaRPr>
          </a:p>
          <a:p>
            <a:pPr marL="12700" marR="10795" indent="457200">
              <a:lnSpc>
                <a:spcPct val="150100"/>
              </a:lnSpc>
              <a:spcBef>
                <a:spcPts val="385"/>
              </a:spcBef>
            </a:pPr>
            <a:r>
              <a:rPr sz="2800" b="1" spc="40" dirty="0">
                <a:solidFill>
                  <a:srgbClr val="7E4D00"/>
                </a:solidFill>
                <a:latin typeface="华文楷体"/>
                <a:cs typeface="华文楷体"/>
              </a:rPr>
              <a:t>寄存器是存放二进制数码的逻辑部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件</a:t>
            </a:r>
            <a:r>
              <a:rPr sz="2800" b="1" spc="40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spc="35" dirty="0">
                <a:solidFill>
                  <a:srgbClr val="7E4D00"/>
                </a:solidFill>
                <a:latin typeface="华文楷体"/>
                <a:cs typeface="华文楷体"/>
              </a:rPr>
              <a:t>由触</a:t>
            </a:r>
            <a:r>
              <a:rPr sz="2800" b="1" spc="50" dirty="0">
                <a:solidFill>
                  <a:srgbClr val="7E4D00"/>
                </a:solidFill>
                <a:latin typeface="华文楷体"/>
                <a:cs typeface="华文楷体"/>
              </a:rPr>
              <a:t>发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器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构成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 dirty="0">
              <a:latin typeface="华文楷体"/>
              <a:cs typeface="华文楷体"/>
            </a:endParaRPr>
          </a:p>
          <a:p>
            <a:pPr marL="12700" marR="5080" indent="457200">
              <a:lnSpc>
                <a:spcPct val="142500"/>
              </a:lnSpc>
              <a:spcBef>
                <a:spcPts val="1230"/>
              </a:spcBef>
              <a:tabLst>
                <a:tab pos="6628765" algn="l"/>
              </a:tabLst>
            </a:pP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一个触发器可寄存一位二进制代</a:t>
            </a:r>
            <a:r>
              <a:rPr sz="2800" b="1" spc="-25" dirty="0">
                <a:solidFill>
                  <a:srgbClr val="7E4D00"/>
                </a:solidFill>
                <a:latin typeface="华文楷体"/>
                <a:cs typeface="华文楷体"/>
              </a:rPr>
              <a:t>码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950" b="1" i="1" spc="-120" dirty="0">
                <a:solidFill>
                  <a:srgbClr val="7E4D00"/>
                </a:solidFill>
                <a:latin typeface="华文楷体"/>
                <a:cs typeface="华文楷体"/>
              </a:rPr>
              <a:t>N</a:t>
            </a:r>
            <a:r>
              <a:rPr sz="2950" b="1" i="1" dirty="0">
                <a:solidFill>
                  <a:srgbClr val="7E4D00"/>
                </a:solidFill>
                <a:latin typeface="华文楷体"/>
                <a:cs typeface="华文楷体"/>
              </a:rPr>
              <a:t>	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个触发器 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构成的寄存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器可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寄</a:t>
            </a:r>
            <a:r>
              <a:rPr sz="2800" b="1" spc="15" dirty="0">
                <a:solidFill>
                  <a:srgbClr val="7E4D00"/>
                </a:solidFill>
                <a:latin typeface="华文楷体"/>
                <a:cs typeface="华文楷体"/>
              </a:rPr>
              <a:t>存</a:t>
            </a:r>
            <a:r>
              <a:rPr sz="2950" b="1" i="1" spc="-125" dirty="0">
                <a:solidFill>
                  <a:srgbClr val="7E4D00"/>
                </a:solidFill>
                <a:latin typeface="华文楷体"/>
                <a:cs typeface="华文楷体"/>
              </a:rPr>
              <a:t>N</a:t>
            </a:r>
            <a:r>
              <a:rPr sz="2950" b="1" i="1" spc="-70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位二进制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r>
              <a:rPr sz="2800" b="1" spc="15" dirty="0">
                <a:solidFill>
                  <a:srgbClr val="7E4D00"/>
                </a:solidFill>
                <a:latin typeface="华文楷体"/>
                <a:cs typeface="华文楷体"/>
              </a:rPr>
              <a:t>码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 dirty="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8044" y="1210061"/>
            <a:ext cx="8422640" cy="2891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56235" indent="457200">
              <a:lnSpc>
                <a:spcPct val="150000"/>
              </a:lnSpc>
              <a:spcBef>
                <a:spcPts val="95"/>
              </a:spcBef>
            </a:pPr>
            <a:r>
              <a:rPr sz="2800" b="1" i="0" spc="40" dirty="0">
                <a:latin typeface="华文楷体"/>
                <a:cs typeface="华文楷体"/>
              </a:rPr>
              <a:t>寄存</a:t>
            </a:r>
            <a:r>
              <a:rPr sz="2800" b="1" i="0" spc="35" dirty="0">
                <a:latin typeface="华文楷体"/>
                <a:cs typeface="华文楷体"/>
              </a:rPr>
              <a:t>器、移位寄存器应用广</a:t>
            </a:r>
            <a:r>
              <a:rPr sz="2800" b="1" i="0" spc="40" dirty="0">
                <a:latin typeface="华文楷体"/>
                <a:cs typeface="华文楷体"/>
              </a:rPr>
              <a:t>泛</a:t>
            </a:r>
            <a:r>
              <a:rPr sz="2800" b="1" i="0" spc="35" dirty="0">
                <a:latin typeface="华文楷体"/>
                <a:cs typeface="华文楷体"/>
              </a:rPr>
              <a:t>，种类繁多</a:t>
            </a:r>
            <a:r>
              <a:rPr sz="2800" b="1" i="0" spc="40" dirty="0">
                <a:latin typeface="华文楷体"/>
                <a:cs typeface="华文楷体"/>
              </a:rPr>
              <a:t>，</a:t>
            </a:r>
            <a:r>
              <a:rPr sz="2800" b="1" i="0" spc="50" dirty="0">
                <a:latin typeface="华文楷体"/>
                <a:cs typeface="华文楷体"/>
              </a:rPr>
              <a:t>有四 </a:t>
            </a:r>
            <a:r>
              <a:rPr sz="2800" b="1" i="0" dirty="0">
                <a:latin typeface="华文楷体"/>
                <a:cs typeface="华文楷体"/>
              </a:rPr>
              <a:t>位、</a:t>
            </a:r>
            <a:r>
              <a:rPr sz="2800" b="1" i="0" spc="5" dirty="0">
                <a:latin typeface="华文楷体"/>
                <a:cs typeface="华文楷体"/>
              </a:rPr>
              <a:t>八</a:t>
            </a:r>
            <a:r>
              <a:rPr sz="2800" b="1" i="0" dirty="0">
                <a:latin typeface="华文楷体"/>
                <a:cs typeface="华文楷体"/>
              </a:rPr>
              <a:t>位、</a:t>
            </a:r>
            <a:r>
              <a:rPr sz="2800" b="1" i="0" spc="-5" dirty="0">
                <a:latin typeface="华文楷体"/>
                <a:cs typeface="华文楷体"/>
              </a:rPr>
              <a:t>十六位</a:t>
            </a:r>
            <a:r>
              <a:rPr sz="2800" b="1" i="0" dirty="0">
                <a:latin typeface="华文楷体"/>
                <a:cs typeface="华文楷体"/>
              </a:rPr>
              <a:t>等</a:t>
            </a:r>
            <a:r>
              <a:rPr sz="2800" b="1" i="0" spc="-5" dirty="0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469900" marR="5080">
              <a:lnSpc>
                <a:spcPct val="185800"/>
              </a:lnSpc>
            </a:pPr>
            <a:r>
              <a:rPr sz="2800" b="1" i="0" spc="40" dirty="0">
                <a:latin typeface="华文楷体"/>
                <a:cs typeface="华文楷体"/>
              </a:rPr>
              <a:t>采用不同类型触发器电路形式不</a:t>
            </a:r>
            <a:r>
              <a:rPr sz="2800" b="1" i="0" spc="10" dirty="0">
                <a:latin typeface="华文楷体"/>
                <a:cs typeface="华文楷体"/>
              </a:rPr>
              <a:t>同</a:t>
            </a:r>
            <a:r>
              <a:rPr sz="2800" b="1" i="0" spc="35" dirty="0">
                <a:latin typeface="华文楷体"/>
                <a:cs typeface="华文楷体"/>
              </a:rPr>
              <a:t>，</a:t>
            </a:r>
            <a:r>
              <a:rPr sz="2800" b="1" i="0" spc="30" dirty="0">
                <a:latin typeface="华文楷体"/>
                <a:cs typeface="华文楷体"/>
              </a:rPr>
              <a:t>但大同</a:t>
            </a:r>
            <a:r>
              <a:rPr sz="2800" b="1" i="0" spc="20" dirty="0">
                <a:latin typeface="华文楷体"/>
                <a:cs typeface="华文楷体"/>
              </a:rPr>
              <a:t>小</a:t>
            </a:r>
            <a:r>
              <a:rPr sz="2800" b="1" i="0" spc="50" dirty="0">
                <a:latin typeface="华文楷体"/>
                <a:cs typeface="华文楷体"/>
              </a:rPr>
              <a:t>异</a:t>
            </a:r>
            <a:r>
              <a:rPr sz="2800" b="1" i="0" spc="-5" dirty="0">
                <a:latin typeface="华文楷体"/>
                <a:cs typeface="华文楷体"/>
              </a:rPr>
              <a:t>。 </a:t>
            </a:r>
            <a:r>
              <a:rPr sz="2800" b="1" i="0" dirty="0">
                <a:latin typeface="华文楷体"/>
                <a:cs typeface="华文楷体"/>
              </a:rPr>
              <a:t>关键是了</a:t>
            </a:r>
            <a:r>
              <a:rPr sz="2800" b="1" i="0" spc="-10" dirty="0">
                <a:latin typeface="华文楷体"/>
                <a:cs typeface="华文楷体"/>
              </a:rPr>
              <a:t>解</a:t>
            </a:r>
            <a:r>
              <a:rPr sz="2800" b="1" i="0" spc="-10" dirty="0">
                <a:solidFill>
                  <a:srgbClr val="FF0000"/>
                </a:solidFill>
                <a:latin typeface="华文楷体"/>
                <a:cs typeface="华文楷体"/>
              </a:rPr>
              <a:t>功能</a:t>
            </a:r>
            <a:r>
              <a:rPr sz="2800" b="1" i="0" spc="5" dirty="0">
                <a:solidFill>
                  <a:srgbClr val="FF0000"/>
                </a:solidFill>
                <a:latin typeface="华文楷体"/>
                <a:cs typeface="华文楷体"/>
              </a:rPr>
              <a:t>表</a:t>
            </a:r>
            <a:r>
              <a:rPr sz="2800" b="1" i="0" spc="-10" dirty="0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2771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solidFill>
                  <a:srgbClr val="FF0000"/>
                </a:solidFill>
                <a:latin typeface="华文楷体"/>
                <a:cs typeface="华文楷体"/>
              </a:rPr>
              <a:t>寄存器</a:t>
            </a:r>
            <a:r>
              <a:rPr sz="3600" b="1" i="0" spc="-5" dirty="0">
                <a:solidFill>
                  <a:srgbClr val="FF0000"/>
                </a:solidFill>
                <a:latin typeface="华文楷体"/>
                <a:cs typeface="华文楷体"/>
              </a:rPr>
              <a:t>的分析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34268" y="2831719"/>
            <a:ext cx="87630" cy="161925"/>
          </a:xfrm>
          <a:custGeom>
            <a:avLst/>
            <a:gdLst/>
            <a:ahLst/>
            <a:cxnLst/>
            <a:rect l="l" t="t" r="r" b="b"/>
            <a:pathLst>
              <a:path w="87629" h="161925">
                <a:moveTo>
                  <a:pt x="0" y="0"/>
                </a:moveTo>
                <a:lnTo>
                  <a:pt x="87415" y="80876"/>
                </a:lnTo>
                <a:lnTo>
                  <a:pt x="0" y="161752"/>
                </a:lnTo>
              </a:path>
            </a:pathLst>
          </a:custGeom>
          <a:ln w="26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34268" y="2508374"/>
            <a:ext cx="700405" cy="808990"/>
          </a:xfrm>
          <a:prstGeom prst="rect">
            <a:avLst/>
          </a:prstGeom>
          <a:ln w="25876">
            <a:solidFill>
              <a:srgbClr val="000000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525"/>
              </a:spcBef>
            </a:pPr>
            <a:r>
              <a:rPr sz="1250" b="1" spc="65" dirty="0">
                <a:latin typeface="Times New Roman"/>
                <a:cs typeface="Times New Roman"/>
              </a:rPr>
              <a:t>1D</a:t>
            </a:r>
            <a:endParaRPr sz="125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285"/>
              </a:spcBef>
            </a:pPr>
            <a:r>
              <a:rPr sz="1250" b="1" spc="65" dirty="0">
                <a:latin typeface="Times New Roman"/>
                <a:cs typeface="Times New Roman"/>
              </a:rPr>
              <a:t>C1</a:t>
            </a:r>
            <a:endParaRPr sz="1250">
              <a:latin typeface="Times New Roman"/>
              <a:cs typeface="Times New Roman"/>
            </a:endParaRPr>
          </a:p>
          <a:p>
            <a:pPr marL="24130">
              <a:lnSpc>
                <a:spcPct val="100000"/>
              </a:lnSpc>
              <a:spcBef>
                <a:spcPts val="535"/>
              </a:spcBef>
            </a:pPr>
            <a:r>
              <a:rPr sz="1250" b="1" spc="80" dirty="0">
                <a:latin typeface="Times New Roman"/>
                <a:cs typeface="Times New Roman"/>
              </a:rPr>
              <a:t>R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12484" y="3353899"/>
            <a:ext cx="34353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250" b="1" spc="55" dirty="0">
                <a:latin typeface="Times New Roman"/>
                <a:cs typeface="Times New Roman"/>
              </a:rPr>
              <a:t>FF</a:t>
            </a:r>
            <a:r>
              <a:rPr sz="1200" b="1" spc="82" baseline="-13888" dirty="0">
                <a:latin typeface="Times New Roman"/>
                <a:cs typeface="Times New Roman"/>
              </a:rPr>
              <a:t>1</a:t>
            </a:r>
            <a:endParaRPr sz="1200" baseline="-13888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34207" y="2670081"/>
            <a:ext cx="175260" cy="0"/>
          </a:xfrm>
          <a:custGeom>
            <a:avLst/>
            <a:gdLst/>
            <a:ahLst/>
            <a:cxnLst/>
            <a:rect l="l" t="t" r="r" b="b"/>
            <a:pathLst>
              <a:path w="175260">
                <a:moveTo>
                  <a:pt x="0" y="0"/>
                </a:moveTo>
                <a:lnTo>
                  <a:pt x="174954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12486" y="3155109"/>
            <a:ext cx="97155" cy="0"/>
          </a:xfrm>
          <a:custGeom>
            <a:avLst/>
            <a:gdLst/>
            <a:ahLst/>
            <a:cxnLst/>
            <a:rect l="l" t="t" r="r" b="b"/>
            <a:pathLst>
              <a:path w="97154">
                <a:moveTo>
                  <a:pt x="0" y="0"/>
                </a:moveTo>
                <a:lnTo>
                  <a:pt x="96675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25812" y="3115070"/>
            <a:ext cx="86995" cy="80645"/>
          </a:xfrm>
          <a:custGeom>
            <a:avLst/>
            <a:gdLst/>
            <a:ahLst/>
            <a:cxnLst/>
            <a:rect l="l" t="t" r="r" b="b"/>
            <a:pathLst>
              <a:path w="86995" h="80644">
                <a:moveTo>
                  <a:pt x="86674" y="40038"/>
                </a:moveTo>
                <a:lnTo>
                  <a:pt x="83271" y="24446"/>
                </a:lnTo>
                <a:lnTo>
                  <a:pt x="73988" y="11720"/>
                </a:lnTo>
                <a:lnTo>
                  <a:pt x="60213" y="3144"/>
                </a:lnTo>
                <a:lnTo>
                  <a:pt x="43337" y="0"/>
                </a:lnTo>
                <a:lnTo>
                  <a:pt x="26512" y="3144"/>
                </a:lnTo>
                <a:lnTo>
                  <a:pt x="12732" y="11720"/>
                </a:lnTo>
                <a:lnTo>
                  <a:pt x="3420" y="24446"/>
                </a:lnTo>
                <a:lnTo>
                  <a:pt x="0" y="40038"/>
                </a:lnTo>
                <a:lnTo>
                  <a:pt x="3420" y="55630"/>
                </a:lnTo>
                <a:lnTo>
                  <a:pt x="12732" y="68356"/>
                </a:lnTo>
                <a:lnTo>
                  <a:pt x="26512" y="76933"/>
                </a:lnTo>
                <a:lnTo>
                  <a:pt x="43337" y="80077"/>
                </a:lnTo>
                <a:lnTo>
                  <a:pt x="60213" y="76933"/>
                </a:lnTo>
                <a:lnTo>
                  <a:pt x="73988" y="68356"/>
                </a:lnTo>
                <a:lnTo>
                  <a:pt x="83271" y="55630"/>
                </a:lnTo>
                <a:lnTo>
                  <a:pt x="86674" y="40038"/>
                </a:lnTo>
                <a:close/>
              </a:path>
            </a:pathLst>
          </a:custGeom>
          <a:ln w="255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59190" y="2670081"/>
            <a:ext cx="175260" cy="0"/>
          </a:xfrm>
          <a:custGeom>
            <a:avLst/>
            <a:gdLst/>
            <a:ahLst/>
            <a:cxnLst/>
            <a:rect l="l" t="t" r="r" b="b"/>
            <a:pathLst>
              <a:path w="175260">
                <a:moveTo>
                  <a:pt x="175077" y="0"/>
                </a:moveTo>
                <a:lnTo>
                  <a:pt x="0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59190" y="3155109"/>
            <a:ext cx="175260" cy="0"/>
          </a:xfrm>
          <a:custGeom>
            <a:avLst/>
            <a:gdLst/>
            <a:ahLst/>
            <a:cxnLst/>
            <a:rect l="l" t="t" r="r" b="b"/>
            <a:pathLst>
              <a:path w="175260">
                <a:moveTo>
                  <a:pt x="175077" y="0"/>
                </a:moveTo>
                <a:lnTo>
                  <a:pt x="0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129709" y="2521637"/>
            <a:ext cx="30924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600" b="1" i="1" spc="75" dirty="0">
                <a:latin typeface="Times New Roman"/>
                <a:cs typeface="Times New Roman"/>
              </a:rPr>
              <a:t>Q</a:t>
            </a:r>
            <a:r>
              <a:rPr sz="1575" b="1" spc="112" baseline="-13227" dirty="0">
                <a:latin typeface="Times New Roman"/>
                <a:cs typeface="Times New Roman"/>
              </a:rPr>
              <a:t>1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34268" y="3971397"/>
            <a:ext cx="87630" cy="161925"/>
          </a:xfrm>
          <a:custGeom>
            <a:avLst/>
            <a:gdLst/>
            <a:ahLst/>
            <a:cxnLst/>
            <a:rect l="l" t="t" r="r" b="b"/>
            <a:pathLst>
              <a:path w="87629" h="161925">
                <a:moveTo>
                  <a:pt x="0" y="0"/>
                </a:moveTo>
                <a:lnTo>
                  <a:pt x="87415" y="80876"/>
                </a:lnTo>
                <a:lnTo>
                  <a:pt x="0" y="161752"/>
                </a:lnTo>
              </a:path>
            </a:pathLst>
          </a:custGeom>
          <a:ln w="26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234268" y="3648053"/>
            <a:ext cx="700405" cy="808990"/>
          </a:xfrm>
          <a:prstGeom prst="rect">
            <a:avLst/>
          </a:prstGeom>
          <a:ln w="25876">
            <a:solidFill>
              <a:srgbClr val="000000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525"/>
              </a:spcBef>
            </a:pPr>
            <a:r>
              <a:rPr sz="1250" b="1" spc="65" dirty="0">
                <a:latin typeface="Times New Roman"/>
                <a:cs typeface="Times New Roman"/>
              </a:rPr>
              <a:t>1D</a:t>
            </a:r>
            <a:endParaRPr sz="125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285"/>
              </a:spcBef>
            </a:pPr>
            <a:r>
              <a:rPr sz="1250" b="1" spc="65" dirty="0">
                <a:latin typeface="Times New Roman"/>
                <a:cs typeface="Times New Roman"/>
              </a:rPr>
              <a:t>C1</a:t>
            </a:r>
            <a:endParaRPr sz="1250">
              <a:latin typeface="Times New Roman"/>
              <a:cs typeface="Times New Roman"/>
            </a:endParaRPr>
          </a:p>
          <a:p>
            <a:pPr marL="24130">
              <a:lnSpc>
                <a:spcPct val="100000"/>
              </a:lnSpc>
              <a:spcBef>
                <a:spcPts val="535"/>
              </a:spcBef>
            </a:pPr>
            <a:r>
              <a:rPr sz="1250" b="1" spc="80" dirty="0">
                <a:latin typeface="Times New Roman"/>
                <a:cs typeface="Times New Roman"/>
              </a:rPr>
              <a:t>R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12484" y="4493578"/>
            <a:ext cx="34353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250" b="1" spc="55" dirty="0">
                <a:latin typeface="Times New Roman"/>
                <a:cs typeface="Times New Roman"/>
              </a:rPr>
              <a:t>FF</a:t>
            </a:r>
            <a:r>
              <a:rPr sz="1200" b="1" spc="82" baseline="-13888" dirty="0">
                <a:latin typeface="Times New Roman"/>
                <a:cs typeface="Times New Roman"/>
              </a:rPr>
              <a:t>2</a:t>
            </a:r>
            <a:endParaRPr sz="1200" baseline="-13888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34208" y="3809760"/>
            <a:ext cx="175260" cy="0"/>
          </a:xfrm>
          <a:custGeom>
            <a:avLst/>
            <a:gdLst/>
            <a:ahLst/>
            <a:cxnLst/>
            <a:rect l="l" t="t" r="r" b="b"/>
            <a:pathLst>
              <a:path w="175260">
                <a:moveTo>
                  <a:pt x="0" y="0"/>
                </a:moveTo>
                <a:lnTo>
                  <a:pt x="174954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12486" y="4294788"/>
            <a:ext cx="97155" cy="0"/>
          </a:xfrm>
          <a:custGeom>
            <a:avLst/>
            <a:gdLst/>
            <a:ahLst/>
            <a:cxnLst/>
            <a:rect l="l" t="t" r="r" b="b"/>
            <a:pathLst>
              <a:path w="97154">
                <a:moveTo>
                  <a:pt x="0" y="0"/>
                </a:moveTo>
                <a:lnTo>
                  <a:pt x="96675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25812" y="4254749"/>
            <a:ext cx="86995" cy="80645"/>
          </a:xfrm>
          <a:custGeom>
            <a:avLst/>
            <a:gdLst/>
            <a:ahLst/>
            <a:cxnLst/>
            <a:rect l="l" t="t" r="r" b="b"/>
            <a:pathLst>
              <a:path w="86995" h="80645">
                <a:moveTo>
                  <a:pt x="86674" y="40038"/>
                </a:moveTo>
                <a:lnTo>
                  <a:pt x="83271" y="24446"/>
                </a:lnTo>
                <a:lnTo>
                  <a:pt x="73988" y="11720"/>
                </a:lnTo>
                <a:lnTo>
                  <a:pt x="60213" y="3144"/>
                </a:lnTo>
                <a:lnTo>
                  <a:pt x="43337" y="0"/>
                </a:lnTo>
                <a:lnTo>
                  <a:pt x="26512" y="3144"/>
                </a:lnTo>
                <a:lnTo>
                  <a:pt x="12732" y="11720"/>
                </a:lnTo>
                <a:lnTo>
                  <a:pt x="3420" y="24446"/>
                </a:lnTo>
                <a:lnTo>
                  <a:pt x="0" y="40038"/>
                </a:lnTo>
                <a:lnTo>
                  <a:pt x="3420" y="55630"/>
                </a:lnTo>
                <a:lnTo>
                  <a:pt x="12732" y="68356"/>
                </a:lnTo>
                <a:lnTo>
                  <a:pt x="26512" y="76933"/>
                </a:lnTo>
                <a:lnTo>
                  <a:pt x="43337" y="80077"/>
                </a:lnTo>
                <a:lnTo>
                  <a:pt x="60213" y="76933"/>
                </a:lnTo>
                <a:lnTo>
                  <a:pt x="73988" y="68356"/>
                </a:lnTo>
                <a:lnTo>
                  <a:pt x="83271" y="55630"/>
                </a:lnTo>
                <a:lnTo>
                  <a:pt x="86674" y="40038"/>
                </a:lnTo>
                <a:close/>
              </a:path>
            </a:pathLst>
          </a:custGeom>
          <a:ln w="255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041781" y="3809760"/>
            <a:ext cx="193040" cy="0"/>
          </a:xfrm>
          <a:custGeom>
            <a:avLst/>
            <a:gdLst/>
            <a:ahLst/>
            <a:cxnLst/>
            <a:rect l="l" t="t" r="r" b="b"/>
            <a:pathLst>
              <a:path w="193039">
                <a:moveTo>
                  <a:pt x="192486" y="0"/>
                </a:moveTo>
                <a:lnTo>
                  <a:pt x="0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59190" y="4294788"/>
            <a:ext cx="175260" cy="0"/>
          </a:xfrm>
          <a:custGeom>
            <a:avLst/>
            <a:gdLst/>
            <a:ahLst/>
            <a:cxnLst/>
            <a:rect l="l" t="t" r="r" b="b"/>
            <a:pathLst>
              <a:path w="175260">
                <a:moveTo>
                  <a:pt x="175077" y="0"/>
                </a:moveTo>
                <a:lnTo>
                  <a:pt x="0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129709" y="3653331"/>
            <a:ext cx="30924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600" b="1" i="1" spc="75" dirty="0">
                <a:latin typeface="Times New Roman"/>
                <a:cs typeface="Times New Roman"/>
              </a:rPr>
              <a:t>Q</a:t>
            </a:r>
            <a:r>
              <a:rPr sz="1575" b="1" spc="112" baseline="-13227" dirty="0">
                <a:latin typeface="Times New Roman"/>
                <a:cs typeface="Times New Roman"/>
              </a:rPr>
              <a:t>2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234268" y="4779793"/>
            <a:ext cx="700405" cy="808990"/>
          </a:xfrm>
          <a:custGeom>
            <a:avLst/>
            <a:gdLst/>
            <a:ahLst/>
            <a:cxnLst/>
            <a:rect l="l" t="t" r="r" b="b"/>
            <a:pathLst>
              <a:path w="700404" h="808989">
                <a:moveTo>
                  <a:pt x="0" y="808372"/>
                </a:moveTo>
                <a:lnTo>
                  <a:pt x="699976" y="808372"/>
                </a:lnTo>
                <a:lnTo>
                  <a:pt x="699976" y="0"/>
                </a:lnTo>
                <a:lnTo>
                  <a:pt x="0" y="0"/>
                </a:lnTo>
                <a:lnTo>
                  <a:pt x="0" y="808372"/>
                </a:lnTo>
                <a:close/>
              </a:path>
            </a:pathLst>
          </a:custGeom>
          <a:ln w="257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234268" y="5103092"/>
            <a:ext cx="87630" cy="161925"/>
          </a:xfrm>
          <a:custGeom>
            <a:avLst/>
            <a:gdLst/>
            <a:ahLst/>
            <a:cxnLst/>
            <a:rect l="l" t="t" r="r" b="b"/>
            <a:pathLst>
              <a:path w="87629" h="161925">
                <a:moveTo>
                  <a:pt x="0" y="0"/>
                </a:moveTo>
                <a:lnTo>
                  <a:pt x="87415" y="80876"/>
                </a:lnTo>
                <a:lnTo>
                  <a:pt x="0" y="161729"/>
                </a:lnTo>
              </a:path>
            </a:pathLst>
          </a:custGeom>
          <a:ln w="26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230492" y="4798473"/>
            <a:ext cx="525780" cy="104394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80"/>
              </a:spcBef>
            </a:pPr>
            <a:r>
              <a:rPr sz="1250" b="1" spc="65" dirty="0">
                <a:latin typeface="Times New Roman"/>
                <a:cs typeface="Times New Roman"/>
              </a:rPr>
              <a:t>1D</a:t>
            </a:r>
            <a:endParaRPr sz="1250">
              <a:latin typeface="Times New Roman"/>
              <a:cs typeface="Times New Roman"/>
            </a:endParaRPr>
          </a:p>
          <a:p>
            <a:pPr marL="107950">
              <a:lnSpc>
                <a:spcPct val="100000"/>
              </a:lnSpc>
              <a:spcBef>
                <a:spcPts val="280"/>
              </a:spcBef>
            </a:pPr>
            <a:r>
              <a:rPr sz="1250" b="1" spc="65" dirty="0">
                <a:latin typeface="Times New Roman"/>
                <a:cs typeface="Times New Roman"/>
              </a:rPr>
              <a:t>C1</a:t>
            </a:r>
            <a:endParaRPr sz="125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540"/>
              </a:spcBef>
            </a:pPr>
            <a:r>
              <a:rPr sz="1250" b="1" spc="80" dirty="0">
                <a:latin typeface="Times New Roman"/>
                <a:cs typeface="Times New Roman"/>
              </a:rPr>
              <a:t>R</a:t>
            </a:r>
            <a:endParaRPr sz="1250">
              <a:latin typeface="Times New Roman"/>
              <a:cs typeface="Times New Roman"/>
            </a:endParaRPr>
          </a:p>
          <a:p>
            <a:pPr marL="219710">
              <a:lnSpc>
                <a:spcPct val="100000"/>
              </a:lnSpc>
              <a:spcBef>
                <a:spcPts val="915"/>
              </a:spcBef>
            </a:pPr>
            <a:r>
              <a:rPr sz="1250" b="1" spc="55" dirty="0">
                <a:latin typeface="Times New Roman"/>
                <a:cs typeface="Times New Roman"/>
              </a:rPr>
              <a:t>FF</a:t>
            </a:r>
            <a:r>
              <a:rPr sz="1200" b="1" spc="82" baseline="-13888" dirty="0">
                <a:latin typeface="Times New Roman"/>
                <a:cs typeface="Times New Roman"/>
              </a:rPr>
              <a:t>3</a:t>
            </a:r>
            <a:endParaRPr sz="1200" baseline="-13888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934208" y="4941454"/>
            <a:ext cx="175260" cy="0"/>
          </a:xfrm>
          <a:custGeom>
            <a:avLst/>
            <a:gdLst/>
            <a:ahLst/>
            <a:cxnLst/>
            <a:rect l="l" t="t" r="r" b="b"/>
            <a:pathLst>
              <a:path w="175260">
                <a:moveTo>
                  <a:pt x="0" y="0"/>
                </a:moveTo>
                <a:lnTo>
                  <a:pt x="174954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012486" y="5426493"/>
            <a:ext cx="97155" cy="0"/>
          </a:xfrm>
          <a:custGeom>
            <a:avLst/>
            <a:gdLst/>
            <a:ahLst/>
            <a:cxnLst/>
            <a:rect l="l" t="t" r="r" b="b"/>
            <a:pathLst>
              <a:path w="97154">
                <a:moveTo>
                  <a:pt x="0" y="0"/>
                </a:moveTo>
                <a:lnTo>
                  <a:pt x="96675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925812" y="5386454"/>
            <a:ext cx="86995" cy="80645"/>
          </a:xfrm>
          <a:custGeom>
            <a:avLst/>
            <a:gdLst/>
            <a:ahLst/>
            <a:cxnLst/>
            <a:rect l="l" t="t" r="r" b="b"/>
            <a:pathLst>
              <a:path w="86995" h="80645">
                <a:moveTo>
                  <a:pt x="86674" y="40038"/>
                </a:moveTo>
                <a:lnTo>
                  <a:pt x="83271" y="24451"/>
                </a:lnTo>
                <a:lnTo>
                  <a:pt x="73988" y="11725"/>
                </a:lnTo>
                <a:lnTo>
                  <a:pt x="60213" y="3145"/>
                </a:lnTo>
                <a:lnTo>
                  <a:pt x="43337" y="0"/>
                </a:lnTo>
                <a:lnTo>
                  <a:pt x="26512" y="3145"/>
                </a:lnTo>
                <a:lnTo>
                  <a:pt x="12732" y="11725"/>
                </a:lnTo>
                <a:lnTo>
                  <a:pt x="3420" y="24451"/>
                </a:lnTo>
                <a:lnTo>
                  <a:pt x="0" y="40038"/>
                </a:lnTo>
                <a:lnTo>
                  <a:pt x="3420" y="55621"/>
                </a:lnTo>
                <a:lnTo>
                  <a:pt x="12732" y="68348"/>
                </a:lnTo>
                <a:lnTo>
                  <a:pt x="26512" y="76930"/>
                </a:lnTo>
                <a:lnTo>
                  <a:pt x="43337" y="80077"/>
                </a:lnTo>
                <a:lnTo>
                  <a:pt x="60213" y="76930"/>
                </a:lnTo>
                <a:lnTo>
                  <a:pt x="73988" y="68348"/>
                </a:lnTo>
                <a:lnTo>
                  <a:pt x="83271" y="55621"/>
                </a:lnTo>
                <a:lnTo>
                  <a:pt x="86674" y="40038"/>
                </a:lnTo>
                <a:close/>
              </a:path>
            </a:pathLst>
          </a:custGeom>
          <a:ln w="255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059190" y="4941454"/>
            <a:ext cx="175260" cy="0"/>
          </a:xfrm>
          <a:custGeom>
            <a:avLst/>
            <a:gdLst/>
            <a:ahLst/>
            <a:cxnLst/>
            <a:rect l="l" t="t" r="r" b="b"/>
            <a:pathLst>
              <a:path w="175260">
                <a:moveTo>
                  <a:pt x="175077" y="0"/>
                </a:moveTo>
                <a:lnTo>
                  <a:pt x="0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59190" y="5426493"/>
            <a:ext cx="175260" cy="0"/>
          </a:xfrm>
          <a:custGeom>
            <a:avLst/>
            <a:gdLst/>
            <a:ahLst/>
            <a:cxnLst/>
            <a:rect l="l" t="t" r="r" b="b"/>
            <a:pathLst>
              <a:path w="175260">
                <a:moveTo>
                  <a:pt x="175077" y="0"/>
                </a:moveTo>
                <a:lnTo>
                  <a:pt x="0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129709" y="4785025"/>
            <a:ext cx="30924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600" b="1" i="1" spc="75" dirty="0">
                <a:latin typeface="Times New Roman"/>
                <a:cs typeface="Times New Roman"/>
              </a:rPr>
              <a:t>Q</a:t>
            </a:r>
            <a:r>
              <a:rPr sz="1575" b="1" spc="112" baseline="-13227" dirty="0">
                <a:latin typeface="Times New Roman"/>
                <a:cs typeface="Times New Roman"/>
              </a:rPr>
              <a:t>3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843031" y="2670081"/>
            <a:ext cx="1339215" cy="0"/>
          </a:xfrm>
          <a:custGeom>
            <a:avLst/>
            <a:gdLst/>
            <a:ahLst/>
            <a:cxnLst/>
            <a:rect l="l" t="t" r="r" b="b"/>
            <a:pathLst>
              <a:path w="1339214">
                <a:moveTo>
                  <a:pt x="0" y="0"/>
                </a:moveTo>
                <a:lnTo>
                  <a:pt x="1338762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709282" y="2912595"/>
            <a:ext cx="516890" cy="0"/>
          </a:xfrm>
          <a:custGeom>
            <a:avLst/>
            <a:gdLst/>
            <a:ahLst/>
            <a:cxnLst/>
            <a:rect l="l" t="t" r="r" b="b"/>
            <a:pathLst>
              <a:path w="516889">
                <a:moveTo>
                  <a:pt x="516589" y="0"/>
                </a:moveTo>
                <a:lnTo>
                  <a:pt x="0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709282" y="4068472"/>
            <a:ext cx="507365" cy="0"/>
          </a:xfrm>
          <a:custGeom>
            <a:avLst/>
            <a:gdLst/>
            <a:ahLst/>
            <a:cxnLst/>
            <a:rect l="l" t="t" r="r" b="b"/>
            <a:pathLst>
              <a:path w="507364">
                <a:moveTo>
                  <a:pt x="506835" y="0"/>
                </a:moveTo>
                <a:lnTo>
                  <a:pt x="0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718049" y="5183968"/>
            <a:ext cx="498475" cy="0"/>
          </a:xfrm>
          <a:custGeom>
            <a:avLst/>
            <a:gdLst/>
            <a:ahLst/>
            <a:cxnLst/>
            <a:rect l="l" t="t" r="r" b="b"/>
            <a:pathLst>
              <a:path w="498475">
                <a:moveTo>
                  <a:pt x="498069" y="0"/>
                </a:moveTo>
                <a:lnTo>
                  <a:pt x="0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504595" y="5431736"/>
            <a:ext cx="309880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b="1" i="1" spc="95" dirty="0">
                <a:latin typeface="Times New Roman"/>
                <a:cs typeface="Times New Roman"/>
              </a:rPr>
              <a:t>CP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234268" y="1700025"/>
            <a:ext cx="87630" cy="161925"/>
          </a:xfrm>
          <a:custGeom>
            <a:avLst/>
            <a:gdLst/>
            <a:ahLst/>
            <a:cxnLst/>
            <a:rect l="l" t="t" r="r" b="b"/>
            <a:pathLst>
              <a:path w="87629" h="161925">
                <a:moveTo>
                  <a:pt x="0" y="0"/>
                </a:moveTo>
                <a:lnTo>
                  <a:pt x="87415" y="80876"/>
                </a:lnTo>
                <a:lnTo>
                  <a:pt x="0" y="161637"/>
                </a:lnTo>
              </a:path>
            </a:pathLst>
          </a:custGeom>
          <a:ln w="262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234268" y="1376680"/>
            <a:ext cx="700405" cy="808990"/>
          </a:xfrm>
          <a:prstGeom prst="rect">
            <a:avLst/>
          </a:prstGeom>
          <a:ln w="25876">
            <a:solidFill>
              <a:srgbClr val="000000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525"/>
              </a:spcBef>
            </a:pPr>
            <a:r>
              <a:rPr sz="1250" b="1" spc="65" dirty="0">
                <a:latin typeface="Times New Roman"/>
                <a:cs typeface="Times New Roman"/>
              </a:rPr>
              <a:t>1D</a:t>
            </a:r>
            <a:endParaRPr sz="125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285"/>
              </a:spcBef>
            </a:pPr>
            <a:r>
              <a:rPr sz="1250" b="1" spc="65" dirty="0">
                <a:latin typeface="Times New Roman"/>
                <a:cs typeface="Times New Roman"/>
              </a:rPr>
              <a:t>C1</a:t>
            </a:r>
            <a:endParaRPr sz="1250">
              <a:latin typeface="Times New Roman"/>
              <a:cs typeface="Times New Roman"/>
            </a:endParaRPr>
          </a:p>
          <a:p>
            <a:pPr marL="24130">
              <a:lnSpc>
                <a:spcPct val="100000"/>
              </a:lnSpc>
              <a:spcBef>
                <a:spcPts val="535"/>
              </a:spcBef>
            </a:pPr>
            <a:r>
              <a:rPr sz="1250" b="1" spc="80" dirty="0">
                <a:latin typeface="Times New Roman"/>
                <a:cs typeface="Times New Roman"/>
              </a:rPr>
              <a:t>R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412484" y="2222205"/>
            <a:ext cx="34353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250" b="1" spc="55" dirty="0">
                <a:latin typeface="Times New Roman"/>
                <a:cs typeface="Times New Roman"/>
              </a:rPr>
              <a:t>FF</a:t>
            </a:r>
            <a:r>
              <a:rPr sz="1200" b="1" spc="82" baseline="-13888" dirty="0">
                <a:latin typeface="Times New Roman"/>
                <a:cs typeface="Times New Roman"/>
              </a:rPr>
              <a:t>0</a:t>
            </a:r>
            <a:endParaRPr sz="1200" baseline="-13888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934207" y="1538387"/>
            <a:ext cx="175260" cy="0"/>
          </a:xfrm>
          <a:custGeom>
            <a:avLst/>
            <a:gdLst/>
            <a:ahLst/>
            <a:cxnLst/>
            <a:rect l="l" t="t" r="r" b="b"/>
            <a:pathLst>
              <a:path w="175260">
                <a:moveTo>
                  <a:pt x="0" y="0"/>
                </a:moveTo>
                <a:lnTo>
                  <a:pt x="174954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012486" y="2023415"/>
            <a:ext cx="97155" cy="0"/>
          </a:xfrm>
          <a:custGeom>
            <a:avLst/>
            <a:gdLst/>
            <a:ahLst/>
            <a:cxnLst/>
            <a:rect l="l" t="t" r="r" b="b"/>
            <a:pathLst>
              <a:path w="97154">
                <a:moveTo>
                  <a:pt x="0" y="0"/>
                </a:moveTo>
                <a:lnTo>
                  <a:pt x="96675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925812" y="1983376"/>
            <a:ext cx="86995" cy="80645"/>
          </a:xfrm>
          <a:custGeom>
            <a:avLst/>
            <a:gdLst/>
            <a:ahLst/>
            <a:cxnLst/>
            <a:rect l="l" t="t" r="r" b="b"/>
            <a:pathLst>
              <a:path w="86995" h="80644">
                <a:moveTo>
                  <a:pt x="86674" y="40038"/>
                </a:moveTo>
                <a:lnTo>
                  <a:pt x="83271" y="24446"/>
                </a:lnTo>
                <a:lnTo>
                  <a:pt x="73988" y="11720"/>
                </a:lnTo>
                <a:lnTo>
                  <a:pt x="60213" y="3144"/>
                </a:lnTo>
                <a:lnTo>
                  <a:pt x="43337" y="0"/>
                </a:lnTo>
                <a:lnTo>
                  <a:pt x="26512" y="3144"/>
                </a:lnTo>
                <a:lnTo>
                  <a:pt x="12732" y="11720"/>
                </a:lnTo>
                <a:lnTo>
                  <a:pt x="3420" y="24446"/>
                </a:lnTo>
                <a:lnTo>
                  <a:pt x="0" y="40038"/>
                </a:lnTo>
                <a:lnTo>
                  <a:pt x="3420" y="55582"/>
                </a:lnTo>
                <a:lnTo>
                  <a:pt x="12732" y="68314"/>
                </a:lnTo>
                <a:lnTo>
                  <a:pt x="26512" y="76917"/>
                </a:lnTo>
                <a:lnTo>
                  <a:pt x="43337" y="80077"/>
                </a:lnTo>
                <a:lnTo>
                  <a:pt x="60213" y="76917"/>
                </a:lnTo>
                <a:lnTo>
                  <a:pt x="73988" y="68314"/>
                </a:lnTo>
                <a:lnTo>
                  <a:pt x="83271" y="55582"/>
                </a:lnTo>
                <a:lnTo>
                  <a:pt x="86674" y="40038"/>
                </a:lnTo>
                <a:close/>
              </a:path>
            </a:pathLst>
          </a:custGeom>
          <a:ln w="255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059190" y="1538387"/>
            <a:ext cx="175260" cy="0"/>
          </a:xfrm>
          <a:custGeom>
            <a:avLst/>
            <a:gdLst/>
            <a:ahLst/>
            <a:cxnLst/>
            <a:rect l="l" t="t" r="r" b="b"/>
            <a:pathLst>
              <a:path w="175260">
                <a:moveTo>
                  <a:pt x="175077" y="0"/>
                </a:moveTo>
                <a:lnTo>
                  <a:pt x="0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059190" y="2023415"/>
            <a:ext cx="175260" cy="0"/>
          </a:xfrm>
          <a:custGeom>
            <a:avLst/>
            <a:gdLst/>
            <a:ahLst/>
            <a:cxnLst/>
            <a:rect l="l" t="t" r="r" b="b"/>
            <a:pathLst>
              <a:path w="175260">
                <a:moveTo>
                  <a:pt x="175077" y="0"/>
                </a:moveTo>
                <a:lnTo>
                  <a:pt x="0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129709" y="1389829"/>
            <a:ext cx="30924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600" b="1" i="1" spc="75" dirty="0">
                <a:latin typeface="Times New Roman"/>
                <a:cs typeface="Times New Roman"/>
              </a:rPr>
              <a:t>Q</a:t>
            </a:r>
            <a:r>
              <a:rPr sz="1575" b="1" spc="112" baseline="-13227" dirty="0">
                <a:latin typeface="Times New Roman"/>
                <a:cs typeface="Times New Roman"/>
              </a:rPr>
              <a:t>0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059190" y="2023415"/>
            <a:ext cx="0" cy="4050029"/>
          </a:xfrm>
          <a:custGeom>
            <a:avLst/>
            <a:gdLst/>
            <a:ahLst/>
            <a:cxnLst/>
            <a:rect l="l" t="t" r="r" b="b"/>
            <a:pathLst>
              <a:path h="4050029">
                <a:moveTo>
                  <a:pt x="0" y="0"/>
                </a:moveTo>
                <a:lnTo>
                  <a:pt x="0" y="4049778"/>
                </a:lnTo>
              </a:path>
            </a:pathLst>
          </a:custGeom>
          <a:ln w="26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717555" y="1788772"/>
            <a:ext cx="516890" cy="0"/>
          </a:xfrm>
          <a:custGeom>
            <a:avLst/>
            <a:gdLst/>
            <a:ahLst/>
            <a:cxnLst/>
            <a:rect l="l" t="t" r="r" b="b"/>
            <a:pathLst>
              <a:path w="516889">
                <a:moveTo>
                  <a:pt x="516713" y="0"/>
                </a:moveTo>
                <a:lnTo>
                  <a:pt x="0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709282" y="1788772"/>
            <a:ext cx="0" cy="3799840"/>
          </a:xfrm>
          <a:custGeom>
            <a:avLst/>
            <a:gdLst/>
            <a:ahLst/>
            <a:cxnLst/>
            <a:rect l="l" t="t" r="r" b="b"/>
            <a:pathLst>
              <a:path h="3799840">
                <a:moveTo>
                  <a:pt x="0" y="0"/>
                </a:moveTo>
                <a:lnTo>
                  <a:pt x="0" y="3799393"/>
                </a:lnTo>
              </a:path>
            </a:pathLst>
          </a:custGeom>
          <a:ln w="26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25536" y="4941453"/>
            <a:ext cx="1233805" cy="0"/>
          </a:xfrm>
          <a:custGeom>
            <a:avLst/>
            <a:gdLst/>
            <a:ahLst/>
            <a:cxnLst/>
            <a:rect l="l" t="t" r="r" b="b"/>
            <a:pathLst>
              <a:path w="1233805">
                <a:moveTo>
                  <a:pt x="1233654" y="0"/>
                </a:moveTo>
                <a:lnTo>
                  <a:pt x="0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834277" y="3809760"/>
            <a:ext cx="1224915" cy="0"/>
          </a:xfrm>
          <a:custGeom>
            <a:avLst/>
            <a:gdLst/>
            <a:ahLst/>
            <a:cxnLst/>
            <a:rect l="l" t="t" r="r" b="b"/>
            <a:pathLst>
              <a:path w="1224914">
                <a:moveTo>
                  <a:pt x="1224912" y="0"/>
                </a:moveTo>
                <a:lnTo>
                  <a:pt x="0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834277" y="1538387"/>
            <a:ext cx="1224915" cy="0"/>
          </a:xfrm>
          <a:custGeom>
            <a:avLst/>
            <a:gdLst/>
            <a:ahLst/>
            <a:cxnLst/>
            <a:rect l="l" t="t" r="r" b="b"/>
            <a:pathLst>
              <a:path w="1224914">
                <a:moveTo>
                  <a:pt x="1224912" y="0"/>
                </a:moveTo>
                <a:lnTo>
                  <a:pt x="0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534254" y="5588165"/>
            <a:ext cx="175260" cy="0"/>
          </a:xfrm>
          <a:custGeom>
            <a:avLst/>
            <a:gdLst/>
            <a:ahLst/>
            <a:cxnLst/>
            <a:rect l="l" t="t" r="r" b="b"/>
            <a:pathLst>
              <a:path w="175260">
                <a:moveTo>
                  <a:pt x="175028" y="0"/>
                </a:moveTo>
                <a:lnTo>
                  <a:pt x="0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508005" y="6073193"/>
            <a:ext cx="542925" cy="0"/>
          </a:xfrm>
          <a:custGeom>
            <a:avLst/>
            <a:gdLst/>
            <a:ahLst/>
            <a:cxnLst/>
            <a:rect l="l" t="t" r="r" b="b"/>
            <a:pathLst>
              <a:path w="542925">
                <a:moveTo>
                  <a:pt x="542542" y="0"/>
                </a:moveTo>
                <a:lnTo>
                  <a:pt x="0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184272" y="5426493"/>
            <a:ext cx="350520" cy="323850"/>
          </a:xfrm>
          <a:custGeom>
            <a:avLst/>
            <a:gdLst/>
            <a:ahLst/>
            <a:cxnLst/>
            <a:rect l="l" t="t" r="r" b="b"/>
            <a:pathLst>
              <a:path w="350519" h="323850">
                <a:moveTo>
                  <a:pt x="0" y="0"/>
                </a:moveTo>
                <a:lnTo>
                  <a:pt x="349982" y="161672"/>
                </a:lnTo>
                <a:lnTo>
                  <a:pt x="0" y="323344"/>
                </a:lnTo>
                <a:lnTo>
                  <a:pt x="0" y="0"/>
                </a:lnTo>
                <a:close/>
              </a:path>
            </a:pathLst>
          </a:custGeom>
          <a:ln w="255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184272" y="5911521"/>
            <a:ext cx="350520" cy="323850"/>
          </a:xfrm>
          <a:custGeom>
            <a:avLst/>
            <a:gdLst/>
            <a:ahLst/>
            <a:cxnLst/>
            <a:rect l="l" t="t" r="r" b="b"/>
            <a:pathLst>
              <a:path w="350519" h="323850">
                <a:moveTo>
                  <a:pt x="0" y="0"/>
                </a:moveTo>
                <a:lnTo>
                  <a:pt x="0" y="323344"/>
                </a:lnTo>
                <a:lnTo>
                  <a:pt x="349982" y="1616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184272" y="5911521"/>
            <a:ext cx="350520" cy="323850"/>
          </a:xfrm>
          <a:custGeom>
            <a:avLst/>
            <a:gdLst/>
            <a:ahLst/>
            <a:cxnLst/>
            <a:rect l="l" t="t" r="r" b="b"/>
            <a:pathLst>
              <a:path w="350519" h="323850">
                <a:moveTo>
                  <a:pt x="0" y="0"/>
                </a:moveTo>
                <a:lnTo>
                  <a:pt x="349982" y="161672"/>
                </a:lnTo>
                <a:lnTo>
                  <a:pt x="0" y="323344"/>
                </a:lnTo>
                <a:lnTo>
                  <a:pt x="0" y="0"/>
                </a:lnTo>
                <a:close/>
              </a:path>
            </a:pathLst>
          </a:custGeom>
          <a:ln w="255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34277" y="5588165"/>
            <a:ext cx="350520" cy="0"/>
          </a:xfrm>
          <a:custGeom>
            <a:avLst/>
            <a:gdLst/>
            <a:ahLst/>
            <a:cxnLst/>
            <a:rect l="l" t="t" r="r" b="b"/>
            <a:pathLst>
              <a:path w="350519">
                <a:moveTo>
                  <a:pt x="349994" y="0"/>
                </a:moveTo>
                <a:lnTo>
                  <a:pt x="0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834277" y="6073193"/>
            <a:ext cx="236854" cy="0"/>
          </a:xfrm>
          <a:custGeom>
            <a:avLst/>
            <a:gdLst/>
            <a:ahLst/>
            <a:cxnLst/>
            <a:rect l="l" t="t" r="r" b="b"/>
            <a:pathLst>
              <a:path w="236855">
                <a:moveTo>
                  <a:pt x="236663" y="0"/>
                </a:moveTo>
                <a:lnTo>
                  <a:pt x="0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070941" y="6033154"/>
            <a:ext cx="86995" cy="80645"/>
          </a:xfrm>
          <a:custGeom>
            <a:avLst/>
            <a:gdLst/>
            <a:ahLst/>
            <a:cxnLst/>
            <a:rect l="l" t="t" r="r" b="b"/>
            <a:pathLst>
              <a:path w="86994" h="80645">
                <a:moveTo>
                  <a:pt x="0" y="40038"/>
                </a:moveTo>
                <a:lnTo>
                  <a:pt x="3404" y="55621"/>
                </a:lnTo>
                <a:lnTo>
                  <a:pt x="12690" y="68348"/>
                </a:lnTo>
                <a:lnTo>
                  <a:pt x="26465" y="76930"/>
                </a:lnTo>
                <a:lnTo>
                  <a:pt x="43337" y="80077"/>
                </a:lnTo>
                <a:lnTo>
                  <a:pt x="60203" y="76930"/>
                </a:lnTo>
                <a:lnTo>
                  <a:pt x="73978" y="68348"/>
                </a:lnTo>
                <a:lnTo>
                  <a:pt x="83267" y="55621"/>
                </a:lnTo>
                <a:lnTo>
                  <a:pt x="86674" y="40038"/>
                </a:lnTo>
                <a:lnTo>
                  <a:pt x="83267" y="24451"/>
                </a:lnTo>
                <a:lnTo>
                  <a:pt x="73978" y="11725"/>
                </a:lnTo>
                <a:lnTo>
                  <a:pt x="60203" y="3145"/>
                </a:lnTo>
                <a:lnTo>
                  <a:pt x="43337" y="0"/>
                </a:lnTo>
                <a:lnTo>
                  <a:pt x="26465" y="3145"/>
                </a:lnTo>
                <a:lnTo>
                  <a:pt x="12690" y="11725"/>
                </a:lnTo>
                <a:lnTo>
                  <a:pt x="3404" y="24451"/>
                </a:lnTo>
                <a:lnTo>
                  <a:pt x="0" y="40038"/>
                </a:lnTo>
                <a:close/>
              </a:path>
            </a:pathLst>
          </a:custGeom>
          <a:ln w="255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1498355" y="5957031"/>
            <a:ext cx="32194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b="1" i="1" spc="100" dirty="0">
                <a:latin typeface="Times New Roman"/>
                <a:cs typeface="Times New Roman"/>
              </a:rPr>
              <a:t>CR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554293" y="5976187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485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1504831" y="1373745"/>
            <a:ext cx="30924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600" b="1" i="1" spc="75" dirty="0">
                <a:latin typeface="Times New Roman"/>
                <a:cs typeface="Times New Roman"/>
              </a:rPr>
              <a:t>D</a:t>
            </a:r>
            <a:r>
              <a:rPr sz="1575" b="1" spc="112" baseline="-13227" dirty="0">
                <a:latin typeface="Times New Roman"/>
                <a:cs typeface="Times New Roman"/>
              </a:rPr>
              <a:t>0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504831" y="2505438"/>
            <a:ext cx="30924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600" b="1" i="1" spc="75" dirty="0">
                <a:latin typeface="Times New Roman"/>
                <a:cs typeface="Times New Roman"/>
              </a:rPr>
              <a:t>D</a:t>
            </a:r>
            <a:r>
              <a:rPr sz="1575" b="1" spc="112" baseline="-13227" dirty="0">
                <a:latin typeface="Times New Roman"/>
                <a:cs typeface="Times New Roman"/>
              </a:rPr>
              <a:t>1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504831" y="3653331"/>
            <a:ext cx="30924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600" b="1" i="1" spc="75" dirty="0">
                <a:latin typeface="Times New Roman"/>
                <a:cs typeface="Times New Roman"/>
              </a:rPr>
              <a:t>D</a:t>
            </a:r>
            <a:r>
              <a:rPr sz="1575" b="1" spc="112" baseline="-13227" dirty="0">
                <a:latin typeface="Times New Roman"/>
                <a:cs typeface="Times New Roman"/>
              </a:rPr>
              <a:t>2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504831" y="4785024"/>
            <a:ext cx="30924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600" b="1" i="1" spc="75" dirty="0">
                <a:latin typeface="Times New Roman"/>
                <a:cs typeface="Times New Roman"/>
              </a:rPr>
              <a:t>D</a:t>
            </a:r>
            <a:r>
              <a:rPr sz="1575" b="1" spc="112" baseline="-13227" dirty="0">
                <a:latin typeface="Times New Roman"/>
                <a:cs typeface="Times New Roman"/>
              </a:rPr>
              <a:t>3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129709" y="1891055"/>
            <a:ext cx="30924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600" b="1" i="1" spc="75" dirty="0">
                <a:latin typeface="Times New Roman"/>
                <a:cs typeface="Times New Roman"/>
              </a:rPr>
              <a:t>Q</a:t>
            </a:r>
            <a:r>
              <a:rPr sz="1575" b="1" spc="112" baseline="-13227" dirty="0">
                <a:latin typeface="Times New Roman"/>
                <a:cs typeface="Times New Roman"/>
              </a:rPr>
              <a:t>0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129709" y="3022749"/>
            <a:ext cx="30924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600" b="1" i="1" spc="75" dirty="0">
                <a:latin typeface="Times New Roman"/>
                <a:cs typeface="Times New Roman"/>
              </a:rPr>
              <a:t>Q</a:t>
            </a:r>
            <a:r>
              <a:rPr sz="1575" b="1" spc="112" baseline="-13227" dirty="0">
                <a:latin typeface="Times New Roman"/>
                <a:cs typeface="Times New Roman"/>
              </a:rPr>
              <a:t>1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129709" y="4154557"/>
            <a:ext cx="30924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600" b="1" i="1" spc="75" dirty="0">
                <a:latin typeface="Times New Roman"/>
                <a:cs typeface="Times New Roman"/>
              </a:rPr>
              <a:t>Q</a:t>
            </a:r>
            <a:r>
              <a:rPr sz="1575" b="1" spc="112" baseline="-13227" dirty="0">
                <a:latin typeface="Times New Roman"/>
                <a:cs typeface="Times New Roman"/>
              </a:rPr>
              <a:t>2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129709" y="5286228"/>
            <a:ext cx="309245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600" b="1" i="1" spc="75" dirty="0">
                <a:latin typeface="Times New Roman"/>
                <a:cs typeface="Times New Roman"/>
              </a:rPr>
              <a:t>Q</a:t>
            </a:r>
            <a:r>
              <a:rPr sz="1575" b="1" spc="112" baseline="-13227" dirty="0">
                <a:latin typeface="Times New Roman"/>
                <a:cs typeface="Times New Roman"/>
              </a:rPr>
              <a:t>3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4187934" y="1934326"/>
            <a:ext cx="166370" cy="0"/>
          </a:xfrm>
          <a:custGeom>
            <a:avLst/>
            <a:gdLst/>
            <a:ahLst/>
            <a:cxnLst/>
            <a:rect l="l" t="t" r="r" b="b"/>
            <a:pathLst>
              <a:path w="166370">
                <a:moveTo>
                  <a:pt x="0" y="0"/>
                </a:moveTo>
                <a:lnTo>
                  <a:pt x="166311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187934" y="3066020"/>
            <a:ext cx="166370" cy="0"/>
          </a:xfrm>
          <a:custGeom>
            <a:avLst/>
            <a:gdLst/>
            <a:ahLst/>
            <a:cxnLst/>
            <a:rect l="l" t="t" r="r" b="b"/>
            <a:pathLst>
              <a:path w="166370">
                <a:moveTo>
                  <a:pt x="0" y="0"/>
                </a:moveTo>
                <a:lnTo>
                  <a:pt x="166311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179168" y="4197714"/>
            <a:ext cx="166370" cy="0"/>
          </a:xfrm>
          <a:custGeom>
            <a:avLst/>
            <a:gdLst/>
            <a:ahLst/>
            <a:cxnLst/>
            <a:rect l="l" t="t" r="r" b="b"/>
            <a:pathLst>
              <a:path w="166370">
                <a:moveTo>
                  <a:pt x="0" y="0"/>
                </a:moveTo>
                <a:lnTo>
                  <a:pt x="166311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187934" y="5329487"/>
            <a:ext cx="166370" cy="0"/>
          </a:xfrm>
          <a:custGeom>
            <a:avLst/>
            <a:gdLst/>
            <a:ahLst/>
            <a:cxnLst/>
            <a:rect l="l" t="t" r="r" b="b"/>
            <a:pathLst>
              <a:path w="166370">
                <a:moveTo>
                  <a:pt x="0" y="0"/>
                </a:moveTo>
                <a:lnTo>
                  <a:pt x="166311" y="0"/>
                </a:lnTo>
              </a:path>
            </a:pathLst>
          </a:custGeom>
          <a:ln w="24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425702" y="5703570"/>
            <a:ext cx="475615" cy="736600"/>
          </a:xfrm>
          <a:custGeom>
            <a:avLst/>
            <a:gdLst/>
            <a:ahLst/>
            <a:cxnLst/>
            <a:rect l="l" t="t" r="r" b="b"/>
            <a:pathLst>
              <a:path w="475614" h="736600">
                <a:moveTo>
                  <a:pt x="0" y="368045"/>
                </a:moveTo>
                <a:lnTo>
                  <a:pt x="3111" y="308347"/>
                </a:lnTo>
                <a:lnTo>
                  <a:pt x="12118" y="251716"/>
                </a:lnTo>
                <a:lnTo>
                  <a:pt x="26533" y="198908"/>
                </a:lnTo>
                <a:lnTo>
                  <a:pt x="45866" y="150683"/>
                </a:lnTo>
                <a:lnTo>
                  <a:pt x="69627" y="107799"/>
                </a:lnTo>
                <a:lnTo>
                  <a:pt x="97328" y="71012"/>
                </a:lnTo>
                <a:lnTo>
                  <a:pt x="128480" y="41081"/>
                </a:lnTo>
                <a:lnTo>
                  <a:pt x="162592" y="18763"/>
                </a:lnTo>
                <a:lnTo>
                  <a:pt x="199176" y="4817"/>
                </a:lnTo>
                <a:lnTo>
                  <a:pt x="237743" y="0"/>
                </a:lnTo>
                <a:lnTo>
                  <a:pt x="276311" y="4817"/>
                </a:lnTo>
                <a:lnTo>
                  <a:pt x="312895" y="18763"/>
                </a:lnTo>
                <a:lnTo>
                  <a:pt x="347007" y="41081"/>
                </a:lnTo>
                <a:lnTo>
                  <a:pt x="378159" y="71012"/>
                </a:lnTo>
                <a:lnTo>
                  <a:pt x="405860" y="107799"/>
                </a:lnTo>
                <a:lnTo>
                  <a:pt x="429621" y="150683"/>
                </a:lnTo>
                <a:lnTo>
                  <a:pt x="448954" y="198908"/>
                </a:lnTo>
                <a:lnTo>
                  <a:pt x="463369" y="251716"/>
                </a:lnTo>
                <a:lnTo>
                  <a:pt x="472376" y="308347"/>
                </a:lnTo>
                <a:lnTo>
                  <a:pt x="475487" y="368045"/>
                </a:lnTo>
                <a:lnTo>
                  <a:pt x="472376" y="427744"/>
                </a:lnTo>
                <a:lnTo>
                  <a:pt x="463369" y="484375"/>
                </a:lnTo>
                <a:lnTo>
                  <a:pt x="448954" y="537183"/>
                </a:lnTo>
                <a:lnTo>
                  <a:pt x="429621" y="585408"/>
                </a:lnTo>
                <a:lnTo>
                  <a:pt x="405860" y="628292"/>
                </a:lnTo>
                <a:lnTo>
                  <a:pt x="378159" y="665079"/>
                </a:lnTo>
                <a:lnTo>
                  <a:pt x="347007" y="695010"/>
                </a:lnTo>
                <a:lnTo>
                  <a:pt x="312895" y="717328"/>
                </a:lnTo>
                <a:lnTo>
                  <a:pt x="276311" y="731274"/>
                </a:lnTo>
                <a:lnTo>
                  <a:pt x="237743" y="736091"/>
                </a:lnTo>
                <a:lnTo>
                  <a:pt x="199176" y="731274"/>
                </a:lnTo>
                <a:lnTo>
                  <a:pt x="162592" y="717328"/>
                </a:lnTo>
                <a:lnTo>
                  <a:pt x="128480" y="695010"/>
                </a:lnTo>
                <a:lnTo>
                  <a:pt x="97328" y="665079"/>
                </a:lnTo>
                <a:lnTo>
                  <a:pt x="69627" y="628292"/>
                </a:lnTo>
                <a:lnTo>
                  <a:pt x="45866" y="585408"/>
                </a:lnTo>
                <a:lnTo>
                  <a:pt x="26533" y="537183"/>
                </a:lnTo>
                <a:lnTo>
                  <a:pt x="12118" y="484375"/>
                </a:lnTo>
                <a:lnTo>
                  <a:pt x="3111" y="427744"/>
                </a:lnTo>
                <a:lnTo>
                  <a:pt x="0" y="368045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240615" y="4472438"/>
            <a:ext cx="500380" cy="0"/>
          </a:xfrm>
          <a:custGeom>
            <a:avLst/>
            <a:gdLst/>
            <a:ahLst/>
            <a:cxnLst/>
            <a:rect l="l" t="t" r="r" b="b"/>
            <a:pathLst>
              <a:path w="500379">
                <a:moveTo>
                  <a:pt x="0" y="0"/>
                </a:moveTo>
                <a:lnTo>
                  <a:pt x="500123" y="0"/>
                </a:lnTo>
              </a:path>
            </a:pathLst>
          </a:custGeom>
          <a:ln w="188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5183628" y="1339976"/>
            <a:ext cx="3907790" cy="3585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C00000"/>
                </a:solidFill>
                <a:latin typeface="华文楷体"/>
                <a:cs typeface="华文楷体"/>
              </a:rPr>
              <a:t>4</a:t>
            </a:r>
            <a:r>
              <a:rPr sz="3200" i="1" dirty="0">
                <a:solidFill>
                  <a:srgbClr val="C00000"/>
                </a:solidFill>
                <a:latin typeface="华文楷体"/>
                <a:cs typeface="华文楷体"/>
              </a:rPr>
              <a:t>位寄存器</a:t>
            </a:r>
            <a:r>
              <a:rPr sz="3200" dirty="0">
                <a:solidFill>
                  <a:srgbClr val="C00000"/>
                </a:solidFill>
                <a:latin typeface="华文楷体"/>
                <a:cs typeface="华文楷体"/>
              </a:rPr>
              <a:t>74LS175</a:t>
            </a:r>
            <a:endParaRPr sz="3200">
              <a:latin typeface="华文楷体"/>
              <a:cs typeface="华文楷体"/>
            </a:endParaRPr>
          </a:p>
          <a:p>
            <a:pPr marL="179705">
              <a:lnSpc>
                <a:spcPct val="100000"/>
              </a:lnSpc>
              <a:spcBef>
                <a:spcPts val="3040"/>
              </a:spcBef>
            </a:pPr>
            <a:r>
              <a:rPr sz="3200" spc="-5" dirty="0">
                <a:solidFill>
                  <a:srgbClr val="7E4D00"/>
                </a:solidFill>
                <a:latin typeface="华文楷体"/>
                <a:cs typeface="华文楷体"/>
              </a:rPr>
              <a:t>CP</a:t>
            </a: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上升沿到来时</a:t>
            </a:r>
            <a:endParaRPr sz="3200">
              <a:latin typeface="华文楷体"/>
              <a:cs typeface="华文楷体"/>
            </a:endParaRPr>
          </a:p>
          <a:p>
            <a:pPr marL="161925">
              <a:lnSpc>
                <a:spcPct val="100000"/>
              </a:lnSpc>
              <a:spcBef>
                <a:spcPts val="1680"/>
              </a:spcBef>
              <a:tabLst>
                <a:tab pos="1877695" algn="l"/>
              </a:tabLst>
            </a:pPr>
            <a:r>
              <a:rPr sz="2950" i="1" spc="60" dirty="0">
                <a:latin typeface="Times New Roman"/>
                <a:cs typeface="Times New Roman"/>
              </a:rPr>
              <a:t>Q</a:t>
            </a:r>
            <a:r>
              <a:rPr sz="2550" spc="89" baseline="-24509" dirty="0">
                <a:latin typeface="Times New Roman"/>
                <a:cs typeface="Times New Roman"/>
              </a:rPr>
              <a:t>3</a:t>
            </a:r>
            <a:r>
              <a:rPr sz="2950" i="1" spc="60" dirty="0">
                <a:latin typeface="Times New Roman"/>
                <a:cs typeface="Times New Roman"/>
              </a:rPr>
              <a:t>Q</a:t>
            </a:r>
            <a:r>
              <a:rPr sz="2550" spc="89" baseline="-24509" dirty="0">
                <a:latin typeface="Times New Roman"/>
                <a:cs typeface="Times New Roman"/>
              </a:rPr>
              <a:t>2</a:t>
            </a:r>
            <a:r>
              <a:rPr sz="2950" i="1" spc="60" dirty="0">
                <a:latin typeface="Times New Roman"/>
                <a:cs typeface="Times New Roman"/>
              </a:rPr>
              <a:t>Q</a:t>
            </a:r>
            <a:r>
              <a:rPr sz="2550" spc="89" baseline="-24509" dirty="0">
                <a:latin typeface="Times New Roman"/>
                <a:cs typeface="Times New Roman"/>
              </a:rPr>
              <a:t>1</a:t>
            </a:r>
            <a:r>
              <a:rPr sz="2950" i="1" spc="60" dirty="0">
                <a:latin typeface="Times New Roman"/>
                <a:cs typeface="Times New Roman"/>
              </a:rPr>
              <a:t>Q</a:t>
            </a:r>
            <a:r>
              <a:rPr sz="2550" spc="89" baseline="-24509" dirty="0">
                <a:latin typeface="Times New Roman"/>
                <a:cs typeface="Times New Roman"/>
              </a:rPr>
              <a:t>0	</a:t>
            </a:r>
            <a:r>
              <a:rPr sz="2950" spc="165" dirty="0">
                <a:latin typeface="Symbol"/>
                <a:cs typeface="Symbol"/>
              </a:rPr>
              <a:t></a:t>
            </a:r>
            <a:r>
              <a:rPr sz="2950" spc="65" dirty="0">
                <a:latin typeface="Times New Roman"/>
                <a:cs typeface="Times New Roman"/>
              </a:rPr>
              <a:t> </a:t>
            </a:r>
            <a:r>
              <a:rPr sz="2950" i="1" spc="70" dirty="0">
                <a:latin typeface="Times New Roman"/>
                <a:cs typeface="Times New Roman"/>
              </a:rPr>
              <a:t>D</a:t>
            </a:r>
            <a:r>
              <a:rPr sz="2550" spc="104" baseline="-24509" dirty="0">
                <a:latin typeface="Times New Roman"/>
                <a:cs typeface="Times New Roman"/>
              </a:rPr>
              <a:t>3</a:t>
            </a:r>
            <a:r>
              <a:rPr sz="2550" spc="-359" baseline="-24509" dirty="0">
                <a:latin typeface="Times New Roman"/>
                <a:cs typeface="Times New Roman"/>
              </a:rPr>
              <a:t> </a:t>
            </a:r>
            <a:r>
              <a:rPr sz="2950" i="1" spc="100" dirty="0">
                <a:latin typeface="Times New Roman"/>
                <a:cs typeface="Times New Roman"/>
              </a:rPr>
              <a:t>D</a:t>
            </a:r>
            <a:r>
              <a:rPr sz="2550" spc="150" baseline="-24509" dirty="0">
                <a:latin typeface="Times New Roman"/>
                <a:cs typeface="Times New Roman"/>
              </a:rPr>
              <a:t>2</a:t>
            </a:r>
            <a:r>
              <a:rPr sz="2550" spc="-277" baseline="-24509" dirty="0">
                <a:latin typeface="Times New Roman"/>
                <a:cs typeface="Times New Roman"/>
              </a:rPr>
              <a:t> </a:t>
            </a:r>
            <a:r>
              <a:rPr sz="2950" i="1" spc="75" dirty="0">
                <a:latin typeface="Times New Roman"/>
                <a:cs typeface="Times New Roman"/>
              </a:rPr>
              <a:t>D</a:t>
            </a:r>
            <a:r>
              <a:rPr sz="2550" spc="112" baseline="-24509" dirty="0">
                <a:latin typeface="Times New Roman"/>
                <a:cs typeface="Times New Roman"/>
              </a:rPr>
              <a:t>1</a:t>
            </a:r>
            <a:r>
              <a:rPr sz="2950" i="1" spc="75" dirty="0">
                <a:latin typeface="Times New Roman"/>
                <a:cs typeface="Times New Roman"/>
              </a:rPr>
              <a:t>D</a:t>
            </a:r>
            <a:r>
              <a:rPr sz="2550" spc="112" baseline="-24509" dirty="0">
                <a:latin typeface="Times New Roman"/>
                <a:cs typeface="Times New Roman"/>
              </a:rPr>
              <a:t>0</a:t>
            </a:r>
            <a:endParaRPr sz="2550" baseline="-24509">
              <a:latin typeface="Times New Roman"/>
              <a:cs typeface="Times New Roman"/>
            </a:endParaRPr>
          </a:p>
          <a:p>
            <a:pPr marL="184785">
              <a:lnSpc>
                <a:spcPct val="100000"/>
              </a:lnSpc>
              <a:spcBef>
                <a:spcPts val="2415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其它时间保持不变</a:t>
            </a:r>
            <a:endParaRPr sz="3200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1985"/>
              </a:spcBef>
            </a:pPr>
            <a:r>
              <a:rPr sz="2950" i="1" spc="185" dirty="0">
                <a:solidFill>
                  <a:srgbClr val="FF0000"/>
                </a:solidFill>
                <a:latin typeface="Times New Roman"/>
                <a:cs typeface="Times New Roman"/>
              </a:rPr>
              <a:t>CR</a:t>
            </a:r>
            <a:r>
              <a:rPr sz="2950" i="1" spc="2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FF0000"/>
                </a:solidFill>
                <a:latin typeface="华文楷体"/>
                <a:cs typeface="华文楷体"/>
              </a:rPr>
              <a:t>为异步清零端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76" name="object 7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75204" y="1473562"/>
            <a:ext cx="817244" cy="529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00"/>
              </a:lnSpc>
            </a:pPr>
            <a:r>
              <a:rPr sz="3200" b="1" spc="10" dirty="0">
                <a:solidFill>
                  <a:srgbClr val="FFFFFF"/>
                </a:solidFill>
                <a:latin typeface="华文楷体"/>
                <a:cs typeface="华文楷体"/>
              </a:rPr>
              <a:t>输入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11214" y="1473562"/>
            <a:ext cx="817244" cy="529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00"/>
              </a:lnSpc>
            </a:pPr>
            <a:r>
              <a:rPr sz="3200" b="1" spc="10" dirty="0">
                <a:solidFill>
                  <a:srgbClr val="FFFFFF"/>
                </a:solidFill>
                <a:latin typeface="华文楷体"/>
                <a:cs typeface="华文楷体"/>
              </a:rPr>
              <a:t>输出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34983" y="1732342"/>
            <a:ext cx="817244" cy="530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00"/>
              </a:lnSpc>
            </a:pPr>
            <a:r>
              <a:rPr sz="3200" b="1" spc="5" dirty="0">
                <a:solidFill>
                  <a:srgbClr val="FFFFFF"/>
                </a:solidFill>
                <a:latin typeface="华文楷体"/>
                <a:cs typeface="华文楷体"/>
              </a:rPr>
              <a:t>功能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8194" y="2129323"/>
            <a:ext cx="406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spc="-5" dirty="0">
                <a:latin typeface="Times New Roman"/>
                <a:cs typeface="Times New Roman"/>
              </a:rPr>
              <a:t>CR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56180" y="2129323"/>
            <a:ext cx="37211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spc="-10" dirty="0">
                <a:latin typeface="Times New Roman"/>
                <a:cs typeface="Times New Roman"/>
              </a:rPr>
              <a:t>CP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09976" y="2102795"/>
            <a:ext cx="37528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spc="-5" dirty="0">
                <a:latin typeface="Times New Roman"/>
                <a:cs typeface="Times New Roman"/>
              </a:rPr>
              <a:t>D</a:t>
            </a:r>
            <a:r>
              <a:rPr sz="2775" spc="15" baseline="-21021" dirty="0">
                <a:latin typeface="Times New Roman"/>
                <a:cs typeface="Times New Roman"/>
              </a:rPr>
              <a:t>3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96158" y="2102795"/>
            <a:ext cx="37528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spc="-10" dirty="0">
                <a:latin typeface="Times New Roman"/>
                <a:cs typeface="Times New Roman"/>
              </a:rPr>
              <a:t>D</a:t>
            </a:r>
            <a:r>
              <a:rPr sz="2775" spc="15" baseline="-21021" dirty="0">
                <a:latin typeface="Times New Roman"/>
                <a:cs typeface="Times New Roman"/>
              </a:rPr>
              <a:t>2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94150" y="2102795"/>
            <a:ext cx="37528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spc="-10" dirty="0">
                <a:latin typeface="Times New Roman"/>
                <a:cs typeface="Times New Roman"/>
              </a:rPr>
              <a:t>D</a:t>
            </a:r>
            <a:r>
              <a:rPr sz="2775" spc="15" baseline="-21021" dirty="0">
                <a:latin typeface="Times New Roman"/>
                <a:cs typeface="Times New Roman"/>
              </a:rPr>
              <a:t>1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71695" y="2102795"/>
            <a:ext cx="37528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spc="-10" dirty="0">
                <a:latin typeface="Times New Roman"/>
                <a:cs typeface="Times New Roman"/>
              </a:rPr>
              <a:t>D</a:t>
            </a:r>
            <a:r>
              <a:rPr sz="2775" spc="15" baseline="-21021" dirty="0">
                <a:latin typeface="Times New Roman"/>
                <a:cs typeface="Times New Roman"/>
              </a:rPr>
              <a:t>0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29377" y="2102795"/>
            <a:ext cx="37528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spc="-10" dirty="0">
                <a:latin typeface="Times New Roman"/>
                <a:cs typeface="Times New Roman"/>
              </a:rPr>
              <a:t>Q</a:t>
            </a:r>
            <a:r>
              <a:rPr sz="2775" spc="15" baseline="-21021" dirty="0">
                <a:latin typeface="Times New Roman"/>
                <a:cs typeface="Times New Roman"/>
              </a:rPr>
              <a:t>3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76466" y="2102795"/>
            <a:ext cx="37528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spc="-10" dirty="0">
                <a:latin typeface="Times New Roman"/>
                <a:cs typeface="Times New Roman"/>
              </a:rPr>
              <a:t>Q</a:t>
            </a:r>
            <a:r>
              <a:rPr sz="2775" spc="15" baseline="-21021" dirty="0">
                <a:latin typeface="Times New Roman"/>
                <a:cs typeface="Times New Roman"/>
              </a:rPr>
              <a:t>2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78091" y="2102795"/>
            <a:ext cx="37528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spc="-10" dirty="0">
                <a:latin typeface="Times New Roman"/>
                <a:cs typeface="Times New Roman"/>
              </a:rPr>
              <a:t>Q</a:t>
            </a:r>
            <a:r>
              <a:rPr sz="2775" spc="15" baseline="-21021" dirty="0">
                <a:latin typeface="Times New Roman"/>
                <a:cs typeface="Times New Roman"/>
              </a:rPr>
              <a:t>1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64475" y="2102795"/>
            <a:ext cx="37528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spc="-10" dirty="0">
                <a:latin typeface="Times New Roman"/>
                <a:cs typeface="Times New Roman"/>
              </a:rPr>
              <a:t>Q</a:t>
            </a:r>
            <a:r>
              <a:rPr sz="2775" spc="15" baseline="-21021" dirty="0">
                <a:latin typeface="Times New Roman"/>
                <a:cs typeface="Times New Roman"/>
              </a:rPr>
              <a:t>0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99032" y="2868913"/>
            <a:ext cx="203835" cy="450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5"/>
              </a:lnSpc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35429" y="2823945"/>
            <a:ext cx="212090" cy="499109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3200" b="1" dirty="0">
                <a:solidFill>
                  <a:srgbClr val="FF0000"/>
                </a:solidFill>
                <a:latin typeface="Symbol"/>
                <a:cs typeface="Symbol"/>
              </a:rPr>
              <a:t>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91129" y="2823945"/>
            <a:ext cx="212090" cy="499109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3200" b="1" dirty="0">
                <a:latin typeface="Symbol"/>
                <a:cs typeface="Symbol"/>
              </a:rPr>
              <a:t>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76929" y="2823945"/>
            <a:ext cx="212090" cy="499109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3200" b="1" dirty="0">
                <a:latin typeface="Symbol"/>
                <a:cs typeface="Symbol"/>
              </a:rPr>
              <a:t>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74921" y="2823945"/>
            <a:ext cx="212090" cy="499109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3200" b="1" dirty="0">
                <a:latin typeface="Symbol"/>
                <a:cs typeface="Symbol"/>
              </a:rPr>
              <a:t>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52466" y="2823945"/>
            <a:ext cx="212090" cy="499109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3200" b="1" dirty="0">
                <a:latin typeface="Symbol"/>
                <a:cs typeface="Symbol"/>
              </a:rPr>
              <a:t>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14721" y="2868913"/>
            <a:ext cx="203835" cy="450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5"/>
              </a:lnSpc>
            </a:pPr>
            <a:r>
              <a:rPr sz="3200" b="1" dirty="0"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61810" y="2868913"/>
            <a:ext cx="203835" cy="450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5"/>
              </a:lnSpc>
            </a:pPr>
            <a:r>
              <a:rPr sz="3200" b="1" dirty="0"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63689" y="2868913"/>
            <a:ext cx="203835" cy="450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5"/>
              </a:lnSpc>
            </a:pPr>
            <a:r>
              <a:rPr sz="3200" b="1" dirty="0"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49818" y="2868913"/>
            <a:ext cx="203835" cy="450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5"/>
              </a:lnSpc>
            </a:pPr>
            <a:r>
              <a:rPr sz="3200" b="1" dirty="0"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99032" y="3935967"/>
            <a:ext cx="203835" cy="450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5"/>
              </a:lnSpc>
            </a:pPr>
            <a:r>
              <a:rPr sz="3200" b="1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40001" y="3935967"/>
            <a:ext cx="203835" cy="450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5"/>
              </a:lnSpc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↑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17597" y="3935967"/>
            <a:ext cx="361950" cy="521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5"/>
              </a:lnSpc>
            </a:pPr>
            <a:r>
              <a:rPr sz="3200" b="1" spc="-5" dirty="0">
                <a:latin typeface="Times New Roman"/>
                <a:cs typeface="Times New Roman"/>
              </a:rPr>
              <a:t>d</a:t>
            </a:r>
            <a:r>
              <a:rPr sz="3150" b="1" spc="22" baseline="-21164" dirty="0">
                <a:latin typeface="Times New Roman"/>
                <a:cs typeface="Times New Roman"/>
              </a:rPr>
              <a:t>3</a:t>
            </a:r>
            <a:endParaRPr sz="3150" baseline="-21164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02253" y="3935967"/>
            <a:ext cx="361315" cy="521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5"/>
              </a:lnSpc>
            </a:pPr>
            <a:r>
              <a:rPr sz="3200" b="1" spc="-10" dirty="0">
                <a:latin typeface="Times New Roman"/>
                <a:cs typeface="Times New Roman"/>
              </a:rPr>
              <a:t>d</a:t>
            </a:r>
            <a:r>
              <a:rPr sz="3150" b="1" spc="22" baseline="-21164" dirty="0">
                <a:latin typeface="Times New Roman"/>
                <a:cs typeface="Times New Roman"/>
              </a:rPr>
              <a:t>2</a:t>
            </a:r>
            <a:endParaRPr sz="3150" baseline="-21164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00246" y="3935967"/>
            <a:ext cx="361315" cy="521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5"/>
              </a:lnSpc>
            </a:pPr>
            <a:r>
              <a:rPr sz="3200" b="1" spc="-10" dirty="0">
                <a:latin typeface="Times New Roman"/>
                <a:cs typeface="Times New Roman"/>
              </a:rPr>
              <a:t>d</a:t>
            </a:r>
            <a:r>
              <a:rPr sz="3150" b="1" spc="22" baseline="-21164" dirty="0">
                <a:latin typeface="Times New Roman"/>
                <a:cs typeface="Times New Roman"/>
              </a:rPr>
              <a:t>1</a:t>
            </a:r>
            <a:endParaRPr sz="3150" baseline="-21164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77790" y="3935967"/>
            <a:ext cx="361315" cy="521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5"/>
              </a:lnSpc>
            </a:pPr>
            <a:r>
              <a:rPr sz="3200" b="1" spc="-10" dirty="0">
                <a:latin typeface="Times New Roman"/>
                <a:cs typeface="Times New Roman"/>
              </a:rPr>
              <a:t>d</a:t>
            </a:r>
            <a:r>
              <a:rPr sz="3150" b="1" spc="22" baseline="-21164" dirty="0">
                <a:latin typeface="Times New Roman"/>
                <a:cs typeface="Times New Roman"/>
              </a:rPr>
              <a:t>0</a:t>
            </a:r>
            <a:endParaRPr sz="3150" baseline="-21164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36996" y="3935967"/>
            <a:ext cx="361315" cy="521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5"/>
              </a:lnSpc>
            </a:pPr>
            <a:r>
              <a:rPr sz="3200" b="1" spc="-10" dirty="0">
                <a:latin typeface="Times New Roman"/>
                <a:cs typeface="Times New Roman"/>
              </a:rPr>
              <a:t>d</a:t>
            </a:r>
            <a:r>
              <a:rPr sz="3150" b="1" spc="22" baseline="-21164" dirty="0">
                <a:latin typeface="Times New Roman"/>
                <a:cs typeface="Times New Roman"/>
              </a:rPr>
              <a:t>3</a:t>
            </a:r>
            <a:endParaRPr sz="3150" baseline="-21164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84086" y="3935967"/>
            <a:ext cx="361315" cy="521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5"/>
              </a:lnSpc>
            </a:pPr>
            <a:r>
              <a:rPr sz="3200" b="1" spc="-10" dirty="0">
                <a:latin typeface="Times New Roman"/>
                <a:cs typeface="Times New Roman"/>
              </a:rPr>
              <a:t>d</a:t>
            </a:r>
            <a:r>
              <a:rPr sz="3150" b="1" spc="22" baseline="-21164" dirty="0">
                <a:latin typeface="Times New Roman"/>
                <a:cs typeface="Times New Roman"/>
              </a:rPr>
              <a:t>2</a:t>
            </a:r>
            <a:endParaRPr sz="3150" baseline="-21164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084186" y="3935967"/>
            <a:ext cx="361950" cy="521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5"/>
              </a:lnSpc>
            </a:pPr>
            <a:r>
              <a:rPr sz="3200" b="1" spc="-5" dirty="0">
                <a:latin typeface="Times New Roman"/>
                <a:cs typeface="Times New Roman"/>
              </a:rPr>
              <a:t>d</a:t>
            </a:r>
            <a:r>
              <a:rPr sz="3150" b="1" spc="22" baseline="-21164" dirty="0">
                <a:latin typeface="Times New Roman"/>
                <a:cs typeface="Times New Roman"/>
              </a:rPr>
              <a:t>1</a:t>
            </a:r>
            <a:endParaRPr sz="3150" baseline="-21164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72094" y="3935967"/>
            <a:ext cx="361315" cy="521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5"/>
              </a:lnSpc>
            </a:pPr>
            <a:r>
              <a:rPr sz="3200" b="1" spc="-10" dirty="0">
                <a:latin typeface="Times New Roman"/>
                <a:cs typeface="Times New Roman"/>
              </a:rPr>
              <a:t>d</a:t>
            </a:r>
            <a:r>
              <a:rPr sz="3150" b="1" spc="22" baseline="-21164" dirty="0">
                <a:latin typeface="Times New Roman"/>
                <a:cs typeface="Times New Roman"/>
              </a:rPr>
              <a:t>0</a:t>
            </a:r>
            <a:endParaRPr sz="3150" baseline="-21164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99032" y="5003148"/>
            <a:ext cx="203835" cy="450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5"/>
              </a:lnSpc>
            </a:pPr>
            <a:r>
              <a:rPr sz="3200" b="1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40001" y="4758656"/>
            <a:ext cx="203835" cy="939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5"/>
              </a:lnSpc>
            </a:pPr>
            <a:r>
              <a:rPr sz="3200" b="1" dirty="0"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3200" b="1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691129" y="4958180"/>
            <a:ext cx="212090" cy="499109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3200" b="1" dirty="0">
                <a:latin typeface="Symbol"/>
                <a:cs typeface="Symbol"/>
              </a:rPr>
              <a:t>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376929" y="4958180"/>
            <a:ext cx="212090" cy="499109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3200" b="1" dirty="0">
                <a:latin typeface="Symbol"/>
                <a:cs typeface="Symbol"/>
              </a:rPr>
              <a:t>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074921" y="4958180"/>
            <a:ext cx="212090" cy="499109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3200" b="1" dirty="0">
                <a:latin typeface="Symbol"/>
                <a:cs typeface="Symbol"/>
              </a:rPr>
              <a:t>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752466" y="4958180"/>
            <a:ext cx="212090" cy="499109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3200" b="1" dirty="0">
                <a:latin typeface="Symbol"/>
                <a:cs typeface="Symbol"/>
              </a:rPr>
              <a:t>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353177" y="5027401"/>
            <a:ext cx="52768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30"/>
              </a:lnSpc>
            </a:pPr>
            <a:r>
              <a:rPr sz="4200" b="1" spc="-15" baseline="-16865" dirty="0">
                <a:latin typeface="Times New Roman"/>
                <a:cs typeface="Times New Roman"/>
              </a:rPr>
              <a:t>Q</a:t>
            </a:r>
            <a:r>
              <a:rPr sz="1850" b="1" spc="10" dirty="0">
                <a:latin typeface="Times New Roman"/>
                <a:cs typeface="Times New Roman"/>
              </a:rPr>
              <a:t>n</a:t>
            </a:r>
            <a:r>
              <a:rPr sz="2775" b="1" spc="15" baseline="-45045" dirty="0">
                <a:latin typeface="Times New Roman"/>
                <a:cs typeface="Times New Roman"/>
              </a:rPr>
              <a:t>3</a:t>
            </a:r>
            <a:endParaRPr sz="2775" baseline="-45045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200266" y="5027401"/>
            <a:ext cx="52768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30"/>
              </a:lnSpc>
            </a:pPr>
            <a:r>
              <a:rPr sz="4200" b="1" spc="-15" baseline="-16865" dirty="0">
                <a:latin typeface="Times New Roman"/>
                <a:cs typeface="Times New Roman"/>
              </a:rPr>
              <a:t>Q</a:t>
            </a:r>
            <a:r>
              <a:rPr sz="1850" b="1" spc="10" dirty="0">
                <a:latin typeface="Times New Roman"/>
                <a:cs typeface="Times New Roman"/>
              </a:rPr>
              <a:t>n</a:t>
            </a:r>
            <a:r>
              <a:rPr sz="2775" b="1" spc="15" baseline="-45045" dirty="0">
                <a:latin typeface="Times New Roman"/>
                <a:cs typeface="Times New Roman"/>
              </a:rPr>
              <a:t>2</a:t>
            </a:r>
            <a:endParaRPr sz="2775" baseline="-45045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002144" y="5027401"/>
            <a:ext cx="52768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30"/>
              </a:lnSpc>
            </a:pPr>
            <a:r>
              <a:rPr sz="4200" b="1" spc="-15" baseline="-16865" dirty="0">
                <a:latin typeface="Times New Roman"/>
                <a:cs typeface="Times New Roman"/>
              </a:rPr>
              <a:t>Q</a:t>
            </a:r>
            <a:r>
              <a:rPr sz="1850" b="1" spc="10" dirty="0">
                <a:latin typeface="Times New Roman"/>
                <a:cs typeface="Times New Roman"/>
              </a:rPr>
              <a:t>n</a:t>
            </a:r>
            <a:r>
              <a:rPr sz="2775" b="1" spc="15" baseline="-45045" dirty="0">
                <a:latin typeface="Times New Roman"/>
                <a:cs typeface="Times New Roman"/>
              </a:rPr>
              <a:t>1</a:t>
            </a:r>
            <a:endParaRPr sz="2775" baseline="-45045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788275" y="5027401"/>
            <a:ext cx="52768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30"/>
              </a:lnSpc>
            </a:pPr>
            <a:r>
              <a:rPr sz="4200" b="1" spc="-15" baseline="-16865" dirty="0">
                <a:latin typeface="Times New Roman"/>
                <a:cs typeface="Times New Roman"/>
              </a:rPr>
              <a:t>Q</a:t>
            </a:r>
            <a:r>
              <a:rPr sz="1850" b="1" spc="10" dirty="0">
                <a:latin typeface="Times New Roman"/>
                <a:cs typeface="Times New Roman"/>
              </a:rPr>
              <a:t>n</a:t>
            </a:r>
            <a:r>
              <a:rPr sz="2775" b="1" spc="15" baseline="-45045" dirty="0">
                <a:latin typeface="Times New Roman"/>
                <a:cs typeface="Times New Roman"/>
              </a:rPr>
              <a:t>0</a:t>
            </a:r>
            <a:endParaRPr sz="2775" baseline="-45045">
              <a:latin typeface="Times New Roman"/>
              <a:cs typeface="Times New Roman"/>
            </a:endParaRPr>
          </a:p>
        </p:txBody>
      </p:sp>
      <p:graphicFrame>
        <p:nvGraphicFramePr>
          <p:cNvPr id="46" name="object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524748"/>
              </p:ext>
            </p:extLst>
          </p:nvPr>
        </p:nvGraphicFramePr>
        <p:xfrm>
          <a:off x="774191" y="977375"/>
          <a:ext cx="8979410" cy="48869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0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49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09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73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82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58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352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994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7640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7835">
                <a:tc gridSpan="6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3200" b="1" spc="10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输入</a:t>
                      </a:r>
                      <a:endParaRPr sz="3200">
                        <a:latin typeface="华文楷体"/>
                        <a:cs typeface="华文楷体"/>
                      </a:endParaRPr>
                    </a:p>
                  </a:txBody>
                  <a:tcPr marL="0" marR="0" marT="1714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3200" b="1" spc="10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输出</a:t>
                      </a:r>
                      <a:endParaRPr sz="3200">
                        <a:latin typeface="华文楷体"/>
                        <a:cs typeface="华文楷体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2175"/>
                        </a:spcBef>
                      </a:pPr>
                      <a:r>
                        <a:rPr sz="3200" b="1" spc="10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功能</a:t>
                      </a:r>
                      <a:endParaRPr sz="3200">
                        <a:latin typeface="华文楷体"/>
                        <a:cs typeface="华文楷体"/>
                      </a:endParaRPr>
                    </a:p>
                  </a:txBody>
                  <a:tcPr marL="0" marR="0" marT="276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CR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CP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775" baseline="-21021" dirty="0">
                          <a:latin typeface="Times New Roman"/>
                          <a:cs typeface="Times New Roman"/>
                        </a:rPr>
                        <a:t>3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775" baseline="-21021" dirty="0">
                          <a:latin typeface="Times New Roman"/>
                          <a:cs typeface="Times New Roman"/>
                        </a:rPr>
                        <a:t>2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775" baseline="-21021" dirty="0">
                          <a:latin typeface="Times New Roman"/>
                          <a:cs typeface="Times New Roman"/>
                        </a:rPr>
                        <a:t>1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775" baseline="-21021" dirty="0">
                          <a:latin typeface="Times New Roman"/>
                          <a:cs typeface="Times New Roman"/>
                        </a:rPr>
                        <a:t>0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775" baseline="-21021" dirty="0">
                          <a:latin typeface="Times New Roman"/>
                          <a:cs typeface="Times New Roman"/>
                        </a:rPr>
                        <a:t>3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775" baseline="-21021" dirty="0">
                          <a:latin typeface="Times New Roman"/>
                          <a:cs typeface="Times New Roman"/>
                        </a:rPr>
                        <a:t>2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775" baseline="-21021" dirty="0">
                          <a:latin typeface="Times New Roman"/>
                          <a:cs typeface="Times New Roman"/>
                        </a:rPr>
                        <a:t>1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775" baseline="-21021" dirty="0">
                          <a:latin typeface="Times New Roman"/>
                          <a:cs typeface="Times New Roman"/>
                        </a:rPr>
                        <a:t>0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6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6704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2180"/>
                        </a:spcBef>
                      </a:pPr>
                      <a:r>
                        <a:rPr sz="32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highlight>
                          <a:srgbClr val="FFFF00"/>
                        </a:highlight>
                        <a:latin typeface="Times New Roman"/>
                        <a:cs typeface="Times New Roman"/>
                      </a:endParaRPr>
                    </a:p>
                  </a:txBody>
                  <a:tcPr marL="0" marR="0" marT="27686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190"/>
                        </a:spcBef>
                      </a:pPr>
                      <a:r>
                        <a:rPr sz="32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Symbol"/>
                          <a:cs typeface="Symbol"/>
                        </a:rPr>
                        <a:t></a:t>
                      </a:r>
                      <a:endParaRPr sz="3200" dirty="0">
                        <a:highlight>
                          <a:srgbClr val="FFFF00"/>
                        </a:highlight>
                        <a:latin typeface="Symbol"/>
                        <a:cs typeface="Symbol"/>
                      </a:endParaRPr>
                    </a:p>
                  </a:txBody>
                  <a:tcPr marL="0" marR="0" marT="27813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2190"/>
                        </a:spcBef>
                      </a:pPr>
                      <a:r>
                        <a:rPr sz="3200" b="1" dirty="0">
                          <a:latin typeface="Symbol"/>
                          <a:cs typeface="Symbol"/>
                        </a:rPr>
                        <a:t></a:t>
                      </a:r>
                      <a:endParaRPr sz="3200">
                        <a:latin typeface="Symbol"/>
                        <a:cs typeface="Symbol"/>
                      </a:endParaRPr>
                    </a:p>
                  </a:txBody>
                  <a:tcPr marL="0" marR="0" marT="27813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0"/>
                        </a:spcBef>
                      </a:pPr>
                      <a:r>
                        <a:rPr sz="3200" b="1" dirty="0">
                          <a:latin typeface="Symbol"/>
                          <a:cs typeface="Symbol"/>
                        </a:rPr>
                        <a:t></a:t>
                      </a:r>
                      <a:endParaRPr sz="3200">
                        <a:latin typeface="Symbol"/>
                        <a:cs typeface="Symbol"/>
                      </a:endParaRPr>
                    </a:p>
                  </a:txBody>
                  <a:tcPr marL="0" marR="0" marT="27813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190"/>
                        </a:spcBef>
                      </a:pPr>
                      <a:r>
                        <a:rPr sz="3200" b="1" dirty="0">
                          <a:latin typeface="Symbol"/>
                          <a:cs typeface="Symbol"/>
                        </a:rPr>
                        <a:t></a:t>
                      </a:r>
                      <a:endParaRPr sz="3200">
                        <a:latin typeface="Symbol"/>
                        <a:cs typeface="Symbol"/>
                      </a:endParaRPr>
                    </a:p>
                  </a:txBody>
                  <a:tcPr marL="0" marR="0" marT="27813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190"/>
                        </a:spcBef>
                      </a:pPr>
                      <a:r>
                        <a:rPr sz="3200" b="1" dirty="0">
                          <a:latin typeface="Symbol"/>
                          <a:cs typeface="Symbol"/>
                        </a:rPr>
                        <a:t></a:t>
                      </a:r>
                      <a:endParaRPr sz="3200">
                        <a:latin typeface="Symbol"/>
                        <a:cs typeface="Symbol"/>
                      </a:endParaRPr>
                    </a:p>
                  </a:txBody>
                  <a:tcPr marL="0" marR="0" marT="27813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180"/>
                        </a:spcBef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27686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2180"/>
                        </a:spcBef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27686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180"/>
                        </a:spcBef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27686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80"/>
                        </a:spcBef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27686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82880" marR="172720">
                        <a:lnSpc>
                          <a:spcPct val="100600"/>
                        </a:lnSpc>
                        <a:spcBef>
                          <a:spcPts val="90"/>
                        </a:spcBef>
                      </a:pPr>
                      <a:r>
                        <a:rPr sz="3200" b="1" spc="1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华文楷体"/>
                          <a:cs typeface="华文楷体"/>
                        </a:rPr>
                        <a:t>异 步 </a:t>
                      </a:r>
                      <a:r>
                        <a:rPr sz="3200" b="1" spc="10" dirty="0">
                          <a:highlight>
                            <a:srgbClr val="FFFF00"/>
                          </a:highlight>
                          <a:latin typeface="华文楷体"/>
                          <a:cs typeface="华文楷体"/>
                        </a:rPr>
                        <a:t>清 零</a:t>
                      </a:r>
                      <a:endParaRPr sz="3200" dirty="0">
                        <a:highlight>
                          <a:srgbClr val="FFFF00"/>
                        </a:highlight>
                        <a:latin typeface="华文楷体"/>
                        <a:cs typeface="华文楷体"/>
                      </a:endParaRPr>
                    </a:p>
                  </a:txBody>
                  <a:tcPr marL="0" marR="0" marT="114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6704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2185"/>
                        </a:spcBef>
                      </a:pPr>
                      <a:r>
                        <a:rPr sz="3200" b="1" dirty="0">
                          <a:highlight>
                            <a:srgbClr val="FFFF00"/>
                          </a:highlight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highlight>
                          <a:srgbClr val="FFFF00"/>
                        </a:highlight>
                        <a:latin typeface="Times New Roman"/>
                        <a:cs typeface="Times New Roman"/>
                      </a:endParaRPr>
                    </a:p>
                  </a:txBody>
                  <a:tcPr marL="0" marR="0" marT="277495" marB="0">
                    <a:lnL w="53975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2185"/>
                        </a:spcBef>
                      </a:pPr>
                      <a:r>
                        <a:rPr sz="32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/>
                          <a:cs typeface="Times New Roman"/>
                        </a:rPr>
                        <a:t>↑</a:t>
                      </a:r>
                      <a:endParaRPr sz="3200" dirty="0">
                        <a:highlight>
                          <a:srgbClr val="FFFF00"/>
                        </a:highlight>
                        <a:latin typeface="Times New Roman"/>
                        <a:cs typeface="Times New Roman"/>
                      </a:endParaRPr>
                    </a:p>
                  </a:txBody>
                  <a:tcPr marL="0" marR="0" marT="27749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185"/>
                        </a:spcBef>
                      </a:pPr>
                      <a:r>
                        <a:rPr sz="3200" b="1" spc="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3150" b="1" spc="7" baseline="-21164" dirty="0">
                          <a:latin typeface="Times New Roman"/>
                          <a:cs typeface="Times New Roman"/>
                        </a:rPr>
                        <a:t>3</a:t>
                      </a:r>
                      <a:endParaRPr sz="3150" baseline="-21164">
                        <a:latin typeface="Times New Roman"/>
                        <a:cs typeface="Times New Roman"/>
                      </a:endParaRPr>
                    </a:p>
                  </a:txBody>
                  <a:tcPr marL="0" marR="0" marT="27749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185"/>
                        </a:spcBef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3150" b="1" baseline="-21164" dirty="0">
                          <a:latin typeface="Times New Roman"/>
                          <a:cs typeface="Times New Roman"/>
                        </a:rPr>
                        <a:t>2</a:t>
                      </a:r>
                      <a:endParaRPr sz="3150" baseline="-21164">
                        <a:latin typeface="Times New Roman"/>
                        <a:cs typeface="Times New Roman"/>
                      </a:endParaRPr>
                    </a:p>
                  </a:txBody>
                  <a:tcPr marL="0" marR="0" marT="27749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185"/>
                        </a:spcBef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3150" b="1" baseline="-21164" dirty="0">
                          <a:latin typeface="Times New Roman"/>
                          <a:cs typeface="Times New Roman"/>
                        </a:rPr>
                        <a:t>1</a:t>
                      </a:r>
                      <a:endParaRPr sz="3150" baseline="-21164">
                        <a:latin typeface="Times New Roman"/>
                        <a:cs typeface="Times New Roman"/>
                      </a:endParaRPr>
                    </a:p>
                  </a:txBody>
                  <a:tcPr marL="0" marR="0" marT="27749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185"/>
                        </a:spcBef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3150" b="1" baseline="-21164" dirty="0">
                          <a:latin typeface="Times New Roman"/>
                          <a:cs typeface="Times New Roman"/>
                        </a:rPr>
                        <a:t>0</a:t>
                      </a:r>
                      <a:endParaRPr sz="3150" baseline="-21164">
                        <a:latin typeface="Times New Roman"/>
                        <a:cs typeface="Times New Roman"/>
                      </a:endParaRPr>
                    </a:p>
                  </a:txBody>
                  <a:tcPr marL="0" marR="0" marT="277495" marB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185"/>
                        </a:spcBef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3150" b="1" baseline="-21164" dirty="0">
                          <a:latin typeface="Times New Roman"/>
                          <a:cs typeface="Times New Roman"/>
                        </a:rPr>
                        <a:t>3</a:t>
                      </a:r>
                      <a:endParaRPr sz="3150" baseline="-21164">
                        <a:latin typeface="Times New Roman"/>
                        <a:cs typeface="Times New Roman"/>
                      </a:endParaRPr>
                    </a:p>
                  </a:txBody>
                  <a:tcPr marL="0" marR="0" marT="277495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2185"/>
                        </a:spcBef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3150" b="1" baseline="-21164" dirty="0">
                          <a:latin typeface="Times New Roman"/>
                          <a:cs typeface="Times New Roman"/>
                        </a:rPr>
                        <a:t>2</a:t>
                      </a:r>
                      <a:endParaRPr sz="3150" baseline="-21164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749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185"/>
                        </a:spcBef>
                      </a:pPr>
                      <a:r>
                        <a:rPr sz="3200" b="1" spc="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3150" b="1" spc="7" baseline="-21164" dirty="0">
                          <a:latin typeface="Times New Roman"/>
                          <a:cs typeface="Times New Roman"/>
                        </a:rPr>
                        <a:t>1</a:t>
                      </a:r>
                      <a:endParaRPr sz="3150" baseline="-21164">
                        <a:latin typeface="Times New Roman"/>
                        <a:cs typeface="Times New Roman"/>
                      </a:endParaRPr>
                    </a:p>
                  </a:txBody>
                  <a:tcPr marL="0" marR="0" marT="27749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85"/>
                        </a:spcBef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3150" b="1" baseline="-21164" dirty="0">
                          <a:latin typeface="Times New Roman"/>
                          <a:cs typeface="Times New Roman"/>
                        </a:rPr>
                        <a:t>0</a:t>
                      </a:r>
                      <a:endParaRPr sz="3150" baseline="-21164">
                        <a:latin typeface="Times New Roman"/>
                        <a:cs typeface="Times New Roman"/>
                      </a:endParaRPr>
                    </a:p>
                  </a:txBody>
                  <a:tcPr marL="0" marR="0" marT="277495" marB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82880" marR="172720">
                        <a:lnSpc>
                          <a:spcPct val="100699"/>
                        </a:lnSpc>
                        <a:spcBef>
                          <a:spcPts val="90"/>
                        </a:spcBef>
                      </a:pPr>
                      <a:r>
                        <a:rPr sz="3200" b="1" spc="5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华文楷体"/>
                          <a:cs typeface="华文楷体"/>
                        </a:rPr>
                        <a:t>同 步 </a:t>
                      </a:r>
                      <a:r>
                        <a:rPr sz="3200" b="1" spc="10" dirty="0">
                          <a:highlight>
                            <a:srgbClr val="FFFF00"/>
                          </a:highlight>
                          <a:latin typeface="华文楷体"/>
                          <a:cs typeface="华文楷体"/>
                        </a:rPr>
                        <a:t>置 数</a:t>
                      </a:r>
                      <a:endParaRPr sz="3200" dirty="0">
                        <a:highlight>
                          <a:srgbClr val="FFFF00"/>
                        </a:highlight>
                        <a:latin typeface="华文楷体"/>
                        <a:cs typeface="华文楷体"/>
                      </a:endParaRPr>
                    </a:p>
                  </a:txBody>
                  <a:tcPr marL="0" marR="0" marT="114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9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85"/>
                        </a:spcBef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7495" marB="0">
                    <a:lnL w="53975">
                      <a:solidFill>
                        <a:srgbClr val="000000"/>
                      </a:solidFill>
                      <a:prstDash val="solid"/>
                    </a:lnL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  <a:p>
                      <a:pPr marL="209550">
                        <a:lnSpc>
                          <a:spcPct val="100000"/>
                        </a:lnSpc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2195"/>
                        </a:spcBef>
                      </a:pPr>
                      <a:r>
                        <a:rPr sz="3200" b="1" dirty="0">
                          <a:latin typeface="Symbol"/>
                          <a:cs typeface="Symbol"/>
                        </a:rPr>
                        <a:t></a:t>
                      </a:r>
                      <a:endParaRPr sz="3200">
                        <a:latin typeface="Symbol"/>
                        <a:cs typeface="Symbol"/>
                      </a:endParaRPr>
                    </a:p>
                  </a:txBody>
                  <a:tcPr marL="0" marR="0" marT="278765" marB="0"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5"/>
                        </a:spcBef>
                      </a:pPr>
                      <a:r>
                        <a:rPr sz="3200" b="1" dirty="0">
                          <a:latin typeface="Symbol"/>
                          <a:cs typeface="Symbol"/>
                        </a:rPr>
                        <a:t></a:t>
                      </a:r>
                      <a:endParaRPr sz="3200">
                        <a:latin typeface="Symbol"/>
                        <a:cs typeface="Symbol"/>
                      </a:endParaRPr>
                    </a:p>
                  </a:txBody>
                  <a:tcPr marL="0" marR="0" marT="278765" marB="0"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195"/>
                        </a:spcBef>
                      </a:pPr>
                      <a:r>
                        <a:rPr sz="3200" b="1" dirty="0">
                          <a:latin typeface="Symbol"/>
                          <a:cs typeface="Symbol"/>
                        </a:rPr>
                        <a:t></a:t>
                      </a:r>
                      <a:endParaRPr sz="3200" dirty="0">
                        <a:latin typeface="Symbol"/>
                        <a:cs typeface="Symbol"/>
                      </a:endParaRPr>
                    </a:p>
                  </a:txBody>
                  <a:tcPr marL="0" marR="0" marT="278765" marB="0"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195"/>
                        </a:spcBef>
                      </a:pPr>
                      <a:r>
                        <a:rPr sz="3200" b="1" dirty="0">
                          <a:latin typeface="Symbol"/>
                          <a:cs typeface="Symbol"/>
                        </a:rPr>
                        <a:t></a:t>
                      </a:r>
                      <a:endParaRPr sz="3200" dirty="0">
                        <a:latin typeface="Symbol"/>
                        <a:cs typeface="Symbol"/>
                      </a:endParaRPr>
                    </a:p>
                  </a:txBody>
                  <a:tcPr marL="0" marR="0" marT="278765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sz="4200" b="1" spc="7" baseline="-1686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1850" b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775" b="1" spc="7" baseline="-45045" dirty="0">
                          <a:latin typeface="Times New Roman"/>
                          <a:cs typeface="Times New Roman"/>
                        </a:rPr>
                        <a:t>3</a:t>
                      </a:r>
                      <a:endParaRPr sz="2775" baseline="-45045">
                        <a:latin typeface="Times New Roman"/>
                        <a:cs typeface="Times New Roman"/>
                      </a:endParaRPr>
                    </a:p>
                  </a:txBody>
                  <a:tcPr marL="0" marR="0" marT="201295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sz="4200" b="1" spc="7" baseline="-1686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1850" b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775" b="1" spc="7" baseline="-45045" dirty="0">
                          <a:latin typeface="Times New Roman"/>
                          <a:cs typeface="Times New Roman"/>
                        </a:rPr>
                        <a:t>2</a:t>
                      </a:r>
                      <a:endParaRPr sz="2775" baseline="-45045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01295" marB="0"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sz="4200" b="1" spc="7" baseline="-1686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1850" b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775" b="1" spc="7" baseline="-45045" dirty="0">
                          <a:latin typeface="Times New Roman"/>
                          <a:cs typeface="Times New Roman"/>
                        </a:rPr>
                        <a:t>1</a:t>
                      </a:r>
                      <a:endParaRPr sz="2775" baseline="-45045">
                        <a:latin typeface="Times New Roman"/>
                        <a:cs typeface="Times New Roman"/>
                      </a:endParaRPr>
                    </a:p>
                  </a:txBody>
                  <a:tcPr marL="0" marR="0" marT="201295" marB="0"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sz="4200" b="1" spc="7" baseline="-1686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1850" b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775" b="1" spc="7" baseline="-45045" dirty="0">
                          <a:latin typeface="Times New Roman"/>
                          <a:cs typeface="Times New Roman"/>
                        </a:rPr>
                        <a:t>0</a:t>
                      </a:r>
                      <a:endParaRPr sz="2775" baseline="-45045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01295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2065"/>
                        </a:spcBef>
                      </a:pPr>
                      <a:r>
                        <a:rPr sz="3200" b="1" spc="5" dirty="0">
                          <a:latin typeface="华文楷体"/>
                          <a:cs typeface="华文楷体"/>
                        </a:rPr>
                        <a:t>保持</a:t>
                      </a:r>
                      <a:endParaRPr sz="3200" dirty="0">
                        <a:latin typeface="华文楷体"/>
                        <a:cs typeface="华文楷体"/>
                      </a:endParaRPr>
                    </a:p>
                  </a:txBody>
                  <a:tcPr marL="0" marR="0" marT="2622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1299845" y="210584"/>
            <a:ext cx="3069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-5" dirty="0">
                <a:latin typeface="华文楷体"/>
                <a:cs typeface="华文楷体"/>
              </a:rPr>
              <a:t>74LS175</a:t>
            </a:r>
            <a:r>
              <a:rPr sz="3600" b="1" i="0" spc="-85" dirty="0">
                <a:latin typeface="华文楷体"/>
                <a:cs typeface="华文楷体"/>
              </a:rPr>
              <a:t> </a:t>
            </a:r>
            <a:r>
              <a:rPr sz="3600" b="1" i="0" spc="5" dirty="0">
                <a:latin typeface="华文楷体"/>
                <a:cs typeface="华文楷体"/>
              </a:rPr>
              <a:t>功能表</a:t>
            </a:r>
            <a:endParaRPr sz="3600" dirty="0">
              <a:latin typeface="华文楷体"/>
              <a:cs typeface="华文楷体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253489" y="2138933"/>
            <a:ext cx="480695" cy="1905"/>
          </a:xfrm>
          <a:custGeom>
            <a:avLst/>
            <a:gdLst/>
            <a:ahLst/>
            <a:cxnLst/>
            <a:rect l="l" t="t" r="r" b="b"/>
            <a:pathLst>
              <a:path w="480694" h="1905">
                <a:moveTo>
                  <a:pt x="0" y="0"/>
                </a:moveTo>
                <a:lnTo>
                  <a:pt x="480695" y="1650"/>
                </a:lnTo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3686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solidFill>
                  <a:srgbClr val="FF0000"/>
                </a:solidFill>
                <a:latin typeface="华文楷体"/>
                <a:cs typeface="华文楷体"/>
              </a:rPr>
              <a:t>移位寄</a:t>
            </a:r>
            <a:r>
              <a:rPr sz="3600" b="1" i="0" spc="-5" dirty="0">
                <a:solidFill>
                  <a:srgbClr val="FF0000"/>
                </a:solidFill>
                <a:latin typeface="华文楷体"/>
                <a:cs typeface="华文楷体"/>
              </a:rPr>
              <a:t>存器的分析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35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68044" y="1583562"/>
            <a:ext cx="8064500" cy="3165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功能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0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存储代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码,</a:t>
            </a:r>
            <a:r>
              <a:rPr sz="2800" b="1" spc="-40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移位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 marR="5080" indent="457200">
              <a:lnSpc>
                <a:spcPct val="200100"/>
              </a:lnSpc>
              <a:spcBef>
                <a:spcPts val="595"/>
              </a:spcBef>
            </a:pPr>
            <a:r>
              <a:rPr sz="2800" b="1" spc="15" dirty="0">
                <a:solidFill>
                  <a:srgbClr val="C00000"/>
                </a:solidFill>
                <a:latin typeface="华文楷体"/>
                <a:cs typeface="华文楷体"/>
              </a:rPr>
              <a:t>移位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－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寄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存器中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代码</a:t>
            </a:r>
            <a:r>
              <a:rPr sz="2800" b="1" spc="25" dirty="0">
                <a:solidFill>
                  <a:srgbClr val="7E4D00"/>
                </a:solidFill>
                <a:latin typeface="华文楷体"/>
                <a:cs typeface="华文楷体"/>
              </a:rPr>
              <a:t>在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C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P</a:t>
            </a:r>
            <a:r>
              <a:rPr sz="2800" b="1" spc="15" dirty="0">
                <a:solidFill>
                  <a:srgbClr val="7E4D00"/>
                </a:solidFill>
                <a:latin typeface="华文楷体"/>
                <a:cs typeface="华文楷体"/>
              </a:rPr>
              <a:t>脉冲作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用</a:t>
            </a:r>
            <a:r>
              <a:rPr sz="2800" b="1" spc="15" dirty="0">
                <a:solidFill>
                  <a:srgbClr val="7E4D00"/>
                </a:solidFill>
                <a:latin typeface="华文楷体"/>
                <a:cs typeface="华文楷体"/>
              </a:rPr>
              <a:t>下，逐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位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左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移或右移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68044" y="1121614"/>
            <a:ext cx="4925695" cy="477964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用途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 marL="1841500">
              <a:lnSpc>
                <a:spcPct val="100000"/>
              </a:lnSpc>
              <a:spcBef>
                <a:spcPts val="1180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存数</a:t>
            </a:r>
            <a:endParaRPr sz="2800">
              <a:latin typeface="华文楷体"/>
              <a:cs typeface="华文楷体"/>
            </a:endParaRPr>
          </a:p>
          <a:p>
            <a:pPr marL="1841500" marR="5080">
              <a:lnSpc>
                <a:spcPts val="5000"/>
              </a:lnSpc>
              <a:spcBef>
                <a:spcPts val="430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数据串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行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--并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行转换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数值运算</a:t>
            </a:r>
            <a:endParaRPr sz="2800">
              <a:latin typeface="华文楷体"/>
              <a:cs typeface="华文楷体"/>
            </a:endParaRPr>
          </a:p>
          <a:p>
            <a:pPr marL="1841500">
              <a:lnSpc>
                <a:spcPct val="100000"/>
              </a:lnSpc>
              <a:spcBef>
                <a:spcPts val="121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数据处理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分类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 marL="1841500">
              <a:lnSpc>
                <a:spcPct val="100000"/>
              </a:lnSpc>
              <a:spcBef>
                <a:spcPts val="116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单向移位寄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存器</a:t>
            </a:r>
            <a:endParaRPr sz="2800">
              <a:latin typeface="华文楷体"/>
              <a:cs typeface="华文楷体"/>
            </a:endParaRPr>
          </a:p>
          <a:p>
            <a:pPr marL="1841500">
              <a:lnSpc>
                <a:spcPct val="100000"/>
              </a:lnSpc>
              <a:spcBef>
                <a:spcPts val="1645"/>
              </a:spcBef>
            </a:pP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双向移位寄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存器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9209"/>
            <a:ext cx="5031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43604" algn="l"/>
              </a:tabLst>
            </a:pPr>
            <a:r>
              <a:rPr sz="3600" b="1" i="0" dirty="0">
                <a:latin typeface="华文楷体"/>
                <a:cs typeface="华文楷体"/>
              </a:rPr>
              <a:t>单向移</a:t>
            </a:r>
            <a:r>
              <a:rPr sz="3600" b="1" i="0" spc="-5" dirty="0">
                <a:latin typeface="华文楷体"/>
                <a:cs typeface="华文楷体"/>
              </a:rPr>
              <a:t>位寄存器</a:t>
            </a:r>
            <a:r>
              <a:rPr sz="3600" b="1" i="0" dirty="0">
                <a:latin typeface="华文楷体"/>
                <a:cs typeface="华文楷体"/>
              </a:rPr>
              <a:t>	</a:t>
            </a:r>
            <a:r>
              <a:rPr sz="3600" b="1" i="0" dirty="0">
                <a:solidFill>
                  <a:srgbClr val="C00000"/>
                </a:solidFill>
                <a:latin typeface="Times New Roman"/>
                <a:cs typeface="Times New Roman"/>
              </a:rPr>
              <a:t>CC4015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66543" y="2201787"/>
            <a:ext cx="14859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14"/>
              </a:lnSpc>
            </a:pPr>
            <a:r>
              <a:rPr sz="1450" b="1" spc="114" dirty="0">
                <a:latin typeface="Times New Roman"/>
                <a:cs typeface="Times New Roman"/>
              </a:rPr>
              <a:t>R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68746" y="1720126"/>
            <a:ext cx="800735" cy="0"/>
          </a:xfrm>
          <a:custGeom>
            <a:avLst/>
            <a:gdLst/>
            <a:ahLst/>
            <a:cxnLst/>
            <a:rect l="l" t="t" r="r" b="b"/>
            <a:pathLst>
              <a:path w="800735">
                <a:moveTo>
                  <a:pt x="0" y="0"/>
                </a:moveTo>
                <a:lnTo>
                  <a:pt x="800150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61709" y="2294370"/>
            <a:ext cx="114935" cy="0"/>
          </a:xfrm>
          <a:custGeom>
            <a:avLst/>
            <a:gdLst/>
            <a:ahLst/>
            <a:cxnLst/>
            <a:rect l="l" t="t" r="r" b="b"/>
            <a:pathLst>
              <a:path w="114935">
                <a:moveTo>
                  <a:pt x="0" y="0"/>
                </a:moveTo>
                <a:lnTo>
                  <a:pt x="114809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58775" y="2246966"/>
            <a:ext cx="103505" cy="95250"/>
          </a:xfrm>
          <a:custGeom>
            <a:avLst/>
            <a:gdLst/>
            <a:ahLst/>
            <a:cxnLst/>
            <a:rect l="l" t="t" r="r" b="b"/>
            <a:pathLst>
              <a:path w="103504" h="95250">
                <a:moveTo>
                  <a:pt x="102933" y="47403"/>
                </a:moveTo>
                <a:lnTo>
                  <a:pt x="98891" y="28943"/>
                </a:lnTo>
                <a:lnTo>
                  <a:pt x="87867" y="13876"/>
                </a:lnTo>
                <a:lnTo>
                  <a:pt x="71508" y="3722"/>
                </a:lnTo>
                <a:lnTo>
                  <a:pt x="51466" y="0"/>
                </a:lnTo>
                <a:lnTo>
                  <a:pt x="31486" y="3722"/>
                </a:lnTo>
                <a:lnTo>
                  <a:pt x="15121" y="13876"/>
                </a:lnTo>
                <a:lnTo>
                  <a:pt x="4062" y="28943"/>
                </a:lnTo>
                <a:lnTo>
                  <a:pt x="0" y="47403"/>
                </a:lnTo>
                <a:lnTo>
                  <a:pt x="4062" y="65863"/>
                </a:lnTo>
                <a:lnTo>
                  <a:pt x="15121" y="80930"/>
                </a:lnTo>
                <a:lnTo>
                  <a:pt x="31486" y="91084"/>
                </a:lnTo>
                <a:lnTo>
                  <a:pt x="51466" y="94806"/>
                </a:lnTo>
                <a:lnTo>
                  <a:pt x="71508" y="91084"/>
                </a:lnTo>
                <a:lnTo>
                  <a:pt x="87867" y="80930"/>
                </a:lnTo>
                <a:lnTo>
                  <a:pt x="98891" y="65863"/>
                </a:lnTo>
                <a:lnTo>
                  <a:pt x="102933" y="47403"/>
                </a:lnTo>
                <a:close/>
              </a:path>
            </a:pathLst>
          </a:custGeom>
          <a:ln w="303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29591" y="2294370"/>
            <a:ext cx="123189" cy="0"/>
          </a:xfrm>
          <a:custGeom>
            <a:avLst/>
            <a:gdLst/>
            <a:ahLst/>
            <a:cxnLst/>
            <a:rect l="l" t="t" r="r" b="b"/>
            <a:pathLst>
              <a:path w="123189">
                <a:moveTo>
                  <a:pt x="122727" y="0"/>
                </a:moveTo>
                <a:lnTo>
                  <a:pt x="0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52319" y="2254259"/>
            <a:ext cx="87630" cy="80645"/>
          </a:xfrm>
          <a:custGeom>
            <a:avLst/>
            <a:gdLst/>
            <a:ahLst/>
            <a:cxnLst/>
            <a:rect l="l" t="t" r="r" b="b"/>
            <a:pathLst>
              <a:path w="87630" h="80644">
                <a:moveTo>
                  <a:pt x="0" y="40110"/>
                </a:moveTo>
                <a:lnTo>
                  <a:pt x="3422" y="55721"/>
                </a:lnTo>
                <a:lnTo>
                  <a:pt x="12756" y="68471"/>
                </a:lnTo>
                <a:lnTo>
                  <a:pt x="26599" y="77068"/>
                </a:lnTo>
                <a:lnTo>
                  <a:pt x="43548" y="80221"/>
                </a:lnTo>
                <a:lnTo>
                  <a:pt x="60497" y="77068"/>
                </a:lnTo>
                <a:lnTo>
                  <a:pt x="74340" y="68471"/>
                </a:lnTo>
                <a:lnTo>
                  <a:pt x="83674" y="55721"/>
                </a:lnTo>
                <a:lnTo>
                  <a:pt x="87097" y="40110"/>
                </a:lnTo>
                <a:lnTo>
                  <a:pt x="83674" y="24499"/>
                </a:lnTo>
                <a:lnTo>
                  <a:pt x="74340" y="11749"/>
                </a:lnTo>
                <a:lnTo>
                  <a:pt x="60497" y="3152"/>
                </a:lnTo>
                <a:lnTo>
                  <a:pt x="43548" y="0"/>
                </a:lnTo>
                <a:lnTo>
                  <a:pt x="26599" y="3152"/>
                </a:lnTo>
                <a:lnTo>
                  <a:pt x="12756" y="11749"/>
                </a:lnTo>
                <a:lnTo>
                  <a:pt x="3422" y="24499"/>
                </a:lnTo>
                <a:lnTo>
                  <a:pt x="0" y="40110"/>
                </a:lnTo>
                <a:close/>
              </a:path>
            </a:pathLst>
          </a:custGeom>
          <a:ln w="303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67795" y="2357745"/>
            <a:ext cx="37782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985">
              <a:lnSpc>
                <a:spcPct val="145400"/>
              </a:lnSpc>
              <a:spcBef>
                <a:spcPts val="95"/>
              </a:spcBef>
            </a:pPr>
            <a:r>
              <a:rPr sz="1900" b="1" i="1" spc="90" dirty="0">
                <a:latin typeface="Times New Roman"/>
                <a:cs typeface="Times New Roman"/>
              </a:rPr>
              <a:t>CP  CR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85992" y="1537260"/>
            <a:ext cx="362585" cy="3175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1900" b="1" i="1" spc="90" dirty="0">
                <a:latin typeface="Times New Roman"/>
                <a:cs typeface="Times New Roman"/>
              </a:rPr>
              <a:t>D</a:t>
            </a:r>
            <a:r>
              <a:rPr sz="1875" b="1" spc="135" baseline="-11111" dirty="0">
                <a:latin typeface="Times New Roman"/>
                <a:cs typeface="Times New Roman"/>
              </a:rPr>
              <a:t>S</a:t>
            </a:r>
            <a:endParaRPr sz="1875" baseline="-111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87595" y="3834195"/>
            <a:ext cx="2040889" cy="3175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5"/>
              </a:spcBef>
              <a:tabLst>
                <a:tab pos="1713230" algn="l"/>
              </a:tabLst>
            </a:pPr>
            <a:r>
              <a:rPr sz="1900" b="1" i="1" spc="85" dirty="0">
                <a:latin typeface="Times New Roman"/>
                <a:cs typeface="Times New Roman"/>
              </a:rPr>
              <a:t>Q</a:t>
            </a:r>
            <a:r>
              <a:rPr sz="1875" b="1" spc="127" baseline="-11111" dirty="0">
                <a:latin typeface="Times New Roman"/>
                <a:cs typeface="Times New Roman"/>
              </a:rPr>
              <a:t>0	</a:t>
            </a:r>
            <a:r>
              <a:rPr sz="1900" b="1" i="1" spc="85" dirty="0">
                <a:latin typeface="Times New Roman"/>
                <a:cs typeface="Times New Roman"/>
              </a:rPr>
              <a:t>Q</a:t>
            </a:r>
            <a:r>
              <a:rPr sz="1875" b="1" spc="127" baseline="-11111" dirty="0">
                <a:latin typeface="Times New Roman"/>
                <a:cs typeface="Times New Roman"/>
              </a:rPr>
              <a:t>1</a:t>
            </a:r>
            <a:endParaRPr sz="1875" baseline="-1111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12685" y="3815058"/>
            <a:ext cx="2040889" cy="3175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5"/>
              </a:spcBef>
              <a:tabLst>
                <a:tab pos="1713230" algn="l"/>
              </a:tabLst>
            </a:pPr>
            <a:r>
              <a:rPr sz="1900" b="1" i="1" spc="85" dirty="0">
                <a:latin typeface="Times New Roman"/>
                <a:cs typeface="Times New Roman"/>
              </a:rPr>
              <a:t>Q</a:t>
            </a:r>
            <a:r>
              <a:rPr sz="1875" b="1" spc="127" baseline="-11111" dirty="0">
                <a:latin typeface="Times New Roman"/>
                <a:cs typeface="Times New Roman"/>
              </a:rPr>
              <a:t>2	</a:t>
            </a:r>
            <a:r>
              <a:rPr sz="1900" b="1" i="1" spc="85" dirty="0">
                <a:latin typeface="Times New Roman"/>
                <a:cs typeface="Times New Roman"/>
              </a:rPr>
              <a:t>Q</a:t>
            </a:r>
            <a:r>
              <a:rPr sz="1875" b="1" spc="127" baseline="-11111" dirty="0">
                <a:latin typeface="Times New Roman"/>
                <a:cs typeface="Times New Roman"/>
              </a:rPr>
              <a:t>3</a:t>
            </a:r>
            <a:endParaRPr sz="1875" baseline="-1111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29161" y="2201787"/>
            <a:ext cx="14859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14"/>
              </a:lnSpc>
            </a:pPr>
            <a:r>
              <a:rPr sz="1450" b="1" spc="114" dirty="0">
                <a:latin typeface="Times New Roman"/>
                <a:cs typeface="Times New Roman"/>
              </a:rPr>
              <a:t>R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731365" y="1720126"/>
            <a:ext cx="810895" cy="0"/>
          </a:xfrm>
          <a:custGeom>
            <a:avLst/>
            <a:gdLst/>
            <a:ahLst/>
            <a:cxnLst/>
            <a:rect l="l" t="t" r="r" b="b"/>
            <a:pathLst>
              <a:path w="810895">
                <a:moveTo>
                  <a:pt x="0" y="0"/>
                </a:moveTo>
                <a:lnTo>
                  <a:pt x="810414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824327" y="2294370"/>
            <a:ext cx="114935" cy="0"/>
          </a:xfrm>
          <a:custGeom>
            <a:avLst/>
            <a:gdLst/>
            <a:ahLst/>
            <a:cxnLst/>
            <a:rect l="l" t="t" r="r" b="b"/>
            <a:pathLst>
              <a:path w="114935">
                <a:moveTo>
                  <a:pt x="0" y="0"/>
                </a:moveTo>
                <a:lnTo>
                  <a:pt x="114809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21394" y="2246967"/>
            <a:ext cx="103505" cy="95250"/>
          </a:xfrm>
          <a:custGeom>
            <a:avLst/>
            <a:gdLst/>
            <a:ahLst/>
            <a:cxnLst/>
            <a:rect l="l" t="t" r="r" b="b"/>
            <a:pathLst>
              <a:path w="103504" h="95250">
                <a:moveTo>
                  <a:pt x="102933" y="47403"/>
                </a:moveTo>
                <a:lnTo>
                  <a:pt x="98891" y="28943"/>
                </a:lnTo>
                <a:lnTo>
                  <a:pt x="87867" y="13876"/>
                </a:lnTo>
                <a:lnTo>
                  <a:pt x="71508" y="3722"/>
                </a:lnTo>
                <a:lnTo>
                  <a:pt x="51466" y="0"/>
                </a:lnTo>
                <a:lnTo>
                  <a:pt x="31424" y="3722"/>
                </a:lnTo>
                <a:lnTo>
                  <a:pt x="15066" y="13876"/>
                </a:lnTo>
                <a:lnTo>
                  <a:pt x="4041" y="28943"/>
                </a:lnTo>
                <a:lnTo>
                  <a:pt x="0" y="47403"/>
                </a:lnTo>
                <a:lnTo>
                  <a:pt x="4041" y="65863"/>
                </a:lnTo>
                <a:lnTo>
                  <a:pt x="15066" y="80930"/>
                </a:lnTo>
                <a:lnTo>
                  <a:pt x="31424" y="91084"/>
                </a:lnTo>
                <a:lnTo>
                  <a:pt x="51466" y="94806"/>
                </a:lnTo>
                <a:lnTo>
                  <a:pt x="71508" y="91084"/>
                </a:lnTo>
                <a:lnTo>
                  <a:pt x="87867" y="80930"/>
                </a:lnTo>
                <a:lnTo>
                  <a:pt x="98891" y="65863"/>
                </a:lnTo>
                <a:lnTo>
                  <a:pt x="102933" y="47403"/>
                </a:lnTo>
                <a:close/>
              </a:path>
            </a:pathLst>
          </a:custGeom>
          <a:ln w="303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92210" y="1720126"/>
            <a:ext cx="208279" cy="0"/>
          </a:xfrm>
          <a:custGeom>
            <a:avLst/>
            <a:gdLst/>
            <a:ahLst/>
            <a:cxnLst/>
            <a:rect l="l" t="t" r="r" b="b"/>
            <a:pathLst>
              <a:path w="208279">
                <a:moveTo>
                  <a:pt x="207772" y="0"/>
                </a:moveTo>
                <a:lnTo>
                  <a:pt x="0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469003" y="1268780"/>
            <a:ext cx="2031364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  <a:tabLst>
                <a:tab pos="1687195" algn="l"/>
              </a:tabLst>
            </a:pPr>
            <a:r>
              <a:rPr sz="1450" b="1" spc="80" dirty="0">
                <a:latin typeface="Times New Roman"/>
                <a:cs typeface="Times New Roman"/>
              </a:rPr>
              <a:t>FF</a:t>
            </a:r>
            <a:r>
              <a:rPr sz="1425" b="1" spc="120" baseline="-11695" dirty="0">
                <a:latin typeface="Times New Roman"/>
                <a:cs typeface="Times New Roman"/>
              </a:rPr>
              <a:t>0	</a:t>
            </a:r>
            <a:r>
              <a:rPr sz="1450" b="1" spc="80" dirty="0">
                <a:latin typeface="Times New Roman"/>
                <a:cs typeface="Times New Roman"/>
              </a:rPr>
              <a:t>FF</a:t>
            </a:r>
            <a:r>
              <a:rPr sz="1425" b="1" spc="120" baseline="-11695" dirty="0">
                <a:latin typeface="Times New Roman"/>
                <a:cs typeface="Times New Roman"/>
              </a:rPr>
              <a:t>1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91780" y="2201787"/>
            <a:ext cx="14859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14"/>
              </a:lnSpc>
            </a:pPr>
            <a:r>
              <a:rPr sz="1450" b="1" spc="114" dirty="0">
                <a:latin typeface="Times New Roman"/>
                <a:cs typeface="Times New Roman"/>
              </a:rPr>
              <a:t>R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81393" y="1268780"/>
            <a:ext cx="39370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50" b="1" spc="80" dirty="0">
                <a:latin typeface="Times New Roman"/>
                <a:cs typeface="Times New Roman"/>
              </a:rPr>
              <a:t>FF</a:t>
            </a:r>
            <a:r>
              <a:rPr sz="1425" b="1" spc="120" baseline="-11695" dirty="0">
                <a:latin typeface="Times New Roman"/>
                <a:cs typeface="Times New Roman"/>
              </a:rPr>
              <a:t>2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393837" y="1720126"/>
            <a:ext cx="821055" cy="0"/>
          </a:xfrm>
          <a:custGeom>
            <a:avLst/>
            <a:gdLst/>
            <a:ahLst/>
            <a:cxnLst/>
            <a:rect l="l" t="t" r="r" b="b"/>
            <a:pathLst>
              <a:path w="821054">
                <a:moveTo>
                  <a:pt x="0" y="0"/>
                </a:moveTo>
                <a:lnTo>
                  <a:pt x="820972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486946" y="2294370"/>
            <a:ext cx="114935" cy="0"/>
          </a:xfrm>
          <a:custGeom>
            <a:avLst/>
            <a:gdLst/>
            <a:ahLst/>
            <a:cxnLst/>
            <a:rect l="l" t="t" r="r" b="b"/>
            <a:pathLst>
              <a:path w="114934">
                <a:moveTo>
                  <a:pt x="0" y="0"/>
                </a:moveTo>
                <a:lnTo>
                  <a:pt x="114809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384013" y="2246967"/>
            <a:ext cx="103505" cy="95250"/>
          </a:xfrm>
          <a:custGeom>
            <a:avLst/>
            <a:gdLst/>
            <a:ahLst/>
            <a:cxnLst/>
            <a:rect l="l" t="t" r="r" b="b"/>
            <a:pathLst>
              <a:path w="103504" h="95250">
                <a:moveTo>
                  <a:pt x="102933" y="47403"/>
                </a:moveTo>
                <a:lnTo>
                  <a:pt x="98891" y="28943"/>
                </a:lnTo>
                <a:lnTo>
                  <a:pt x="87867" y="13876"/>
                </a:lnTo>
                <a:lnTo>
                  <a:pt x="71508" y="3722"/>
                </a:lnTo>
                <a:lnTo>
                  <a:pt x="51466" y="0"/>
                </a:lnTo>
                <a:lnTo>
                  <a:pt x="31424" y="3722"/>
                </a:lnTo>
                <a:lnTo>
                  <a:pt x="15066" y="13876"/>
                </a:lnTo>
                <a:lnTo>
                  <a:pt x="4041" y="28943"/>
                </a:lnTo>
                <a:lnTo>
                  <a:pt x="0" y="47403"/>
                </a:lnTo>
                <a:lnTo>
                  <a:pt x="4041" y="65863"/>
                </a:lnTo>
                <a:lnTo>
                  <a:pt x="15066" y="80930"/>
                </a:lnTo>
                <a:lnTo>
                  <a:pt x="31424" y="91084"/>
                </a:lnTo>
                <a:lnTo>
                  <a:pt x="51466" y="94806"/>
                </a:lnTo>
                <a:lnTo>
                  <a:pt x="71508" y="91084"/>
                </a:lnTo>
                <a:lnTo>
                  <a:pt x="87867" y="80930"/>
                </a:lnTo>
                <a:lnTo>
                  <a:pt x="98891" y="65863"/>
                </a:lnTo>
                <a:lnTo>
                  <a:pt x="102933" y="47403"/>
                </a:lnTo>
                <a:close/>
              </a:path>
            </a:pathLst>
          </a:custGeom>
          <a:ln w="303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354829" y="1720126"/>
            <a:ext cx="208279" cy="0"/>
          </a:xfrm>
          <a:custGeom>
            <a:avLst/>
            <a:gdLst/>
            <a:ahLst/>
            <a:cxnLst/>
            <a:rect l="l" t="t" r="r" b="b"/>
            <a:pathLst>
              <a:path w="208279">
                <a:moveTo>
                  <a:pt x="207772" y="0"/>
                </a:moveTo>
                <a:lnTo>
                  <a:pt x="0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149418" y="2294370"/>
            <a:ext cx="114935" cy="0"/>
          </a:xfrm>
          <a:custGeom>
            <a:avLst/>
            <a:gdLst/>
            <a:ahLst/>
            <a:cxnLst/>
            <a:rect l="l" t="t" r="r" b="b"/>
            <a:pathLst>
              <a:path w="114934">
                <a:moveTo>
                  <a:pt x="0" y="0"/>
                </a:moveTo>
                <a:lnTo>
                  <a:pt x="114809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046485" y="2246967"/>
            <a:ext cx="103505" cy="95250"/>
          </a:xfrm>
          <a:custGeom>
            <a:avLst/>
            <a:gdLst/>
            <a:ahLst/>
            <a:cxnLst/>
            <a:rect l="l" t="t" r="r" b="b"/>
            <a:pathLst>
              <a:path w="103504" h="95250">
                <a:moveTo>
                  <a:pt x="102933" y="47403"/>
                </a:moveTo>
                <a:lnTo>
                  <a:pt x="98891" y="28943"/>
                </a:lnTo>
                <a:lnTo>
                  <a:pt x="87867" y="13876"/>
                </a:lnTo>
                <a:lnTo>
                  <a:pt x="71508" y="3722"/>
                </a:lnTo>
                <a:lnTo>
                  <a:pt x="51466" y="0"/>
                </a:lnTo>
                <a:lnTo>
                  <a:pt x="31424" y="3722"/>
                </a:lnTo>
                <a:lnTo>
                  <a:pt x="15066" y="13876"/>
                </a:lnTo>
                <a:lnTo>
                  <a:pt x="4041" y="28943"/>
                </a:lnTo>
                <a:lnTo>
                  <a:pt x="0" y="47403"/>
                </a:lnTo>
                <a:lnTo>
                  <a:pt x="4041" y="65863"/>
                </a:lnTo>
                <a:lnTo>
                  <a:pt x="15066" y="80930"/>
                </a:lnTo>
                <a:lnTo>
                  <a:pt x="31424" y="91084"/>
                </a:lnTo>
                <a:lnTo>
                  <a:pt x="51466" y="94806"/>
                </a:lnTo>
                <a:lnTo>
                  <a:pt x="71508" y="91084"/>
                </a:lnTo>
                <a:lnTo>
                  <a:pt x="87867" y="80930"/>
                </a:lnTo>
                <a:lnTo>
                  <a:pt x="98891" y="65863"/>
                </a:lnTo>
                <a:lnTo>
                  <a:pt x="102933" y="47403"/>
                </a:lnTo>
                <a:close/>
              </a:path>
            </a:pathLst>
          </a:custGeom>
          <a:ln w="303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017301" y="1720126"/>
            <a:ext cx="208279" cy="0"/>
          </a:xfrm>
          <a:custGeom>
            <a:avLst/>
            <a:gdLst/>
            <a:ahLst/>
            <a:cxnLst/>
            <a:rect l="l" t="t" r="r" b="b"/>
            <a:pathLst>
              <a:path w="208279">
                <a:moveTo>
                  <a:pt x="207772" y="0"/>
                </a:moveTo>
                <a:lnTo>
                  <a:pt x="0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443865" y="1268780"/>
            <a:ext cx="39433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50" b="1" spc="80" dirty="0">
                <a:latin typeface="Times New Roman"/>
                <a:cs typeface="Times New Roman"/>
              </a:rPr>
              <a:t>FF</a:t>
            </a:r>
            <a:r>
              <a:rPr sz="1425" b="1" spc="120" baseline="-11695" dirty="0">
                <a:latin typeface="Times New Roman"/>
                <a:cs typeface="Times New Roman"/>
              </a:rPr>
              <a:t>3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406186" y="1528756"/>
            <a:ext cx="415925" cy="382905"/>
          </a:xfrm>
          <a:custGeom>
            <a:avLst/>
            <a:gdLst/>
            <a:ahLst/>
            <a:cxnLst/>
            <a:rect l="l" t="t" r="r" b="b"/>
            <a:pathLst>
              <a:path w="415925" h="382905">
                <a:moveTo>
                  <a:pt x="0" y="0"/>
                </a:moveTo>
                <a:lnTo>
                  <a:pt x="415632" y="191369"/>
                </a:lnTo>
                <a:lnTo>
                  <a:pt x="0" y="382739"/>
                </a:lnTo>
                <a:lnTo>
                  <a:pt x="0" y="0"/>
                </a:lnTo>
                <a:close/>
              </a:path>
            </a:pathLst>
          </a:custGeom>
          <a:ln w="303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782737" y="1528756"/>
            <a:ext cx="415925" cy="382905"/>
          </a:xfrm>
          <a:custGeom>
            <a:avLst/>
            <a:gdLst/>
            <a:ahLst/>
            <a:cxnLst/>
            <a:rect l="l" t="t" r="r" b="b"/>
            <a:pathLst>
              <a:path w="415925" h="382905">
                <a:moveTo>
                  <a:pt x="0" y="0"/>
                </a:moveTo>
                <a:lnTo>
                  <a:pt x="415632" y="191369"/>
                </a:lnTo>
                <a:lnTo>
                  <a:pt x="0" y="382739"/>
                </a:lnTo>
                <a:lnTo>
                  <a:pt x="0" y="0"/>
                </a:lnTo>
                <a:close/>
              </a:path>
            </a:pathLst>
          </a:custGeom>
          <a:ln w="303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574906" y="1720126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207830" y="0"/>
                </a:moveTo>
                <a:lnTo>
                  <a:pt x="0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068746" y="3251407"/>
            <a:ext cx="415925" cy="382905"/>
          </a:xfrm>
          <a:custGeom>
            <a:avLst/>
            <a:gdLst/>
            <a:ahLst/>
            <a:cxnLst/>
            <a:rect l="l" t="t" r="r" b="b"/>
            <a:pathLst>
              <a:path w="415925" h="382904">
                <a:moveTo>
                  <a:pt x="415691" y="0"/>
                </a:moveTo>
                <a:lnTo>
                  <a:pt x="207772" y="382833"/>
                </a:lnTo>
                <a:lnTo>
                  <a:pt x="0" y="0"/>
                </a:lnTo>
                <a:lnTo>
                  <a:pt x="415691" y="0"/>
                </a:lnTo>
                <a:close/>
              </a:path>
            </a:pathLst>
          </a:custGeom>
          <a:ln w="303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731365" y="3251407"/>
            <a:ext cx="415925" cy="382905"/>
          </a:xfrm>
          <a:custGeom>
            <a:avLst/>
            <a:gdLst/>
            <a:ahLst/>
            <a:cxnLst/>
            <a:rect l="l" t="t" r="r" b="b"/>
            <a:pathLst>
              <a:path w="415925" h="382904">
                <a:moveTo>
                  <a:pt x="415544" y="0"/>
                </a:moveTo>
                <a:lnTo>
                  <a:pt x="207772" y="382833"/>
                </a:lnTo>
                <a:lnTo>
                  <a:pt x="0" y="0"/>
                </a:lnTo>
                <a:lnTo>
                  <a:pt x="415544" y="0"/>
                </a:lnTo>
                <a:close/>
              </a:path>
            </a:pathLst>
          </a:custGeom>
          <a:ln w="3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393837" y="3251407"/>
            <a:ext cx="415925" cy="382905"/>
          </a:xfrm>
          <a:custGeom>
            <a:avLst/>
            <a:gdLst/>
            <a:ahLst/>
            <a:cxnLst/>
            <a:rect l="l" t="t" r="r" b="b"/>
            <a:pathLst>
              <a:path w="415925" h="382904">
                <a:moveTo>
                  <a:pt x="415691" y="0"/>
                </a:moveTo>
                <a:lnTo>
                  <a:pt x="207918" y="382833"/>
                </a:lnTo>
                <a:lnTo>
                  <a:pt x="0" y="0"/>
                </a:lnTo>
                <a:lnTo>
                  <a:pt x="415691" y="0"/>
                </a:lnTo>
                <a:close/>
              </a:path>
            </a:pathLst>
          </a:custGeom>
          <a:ln w="303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056455" y="3251407"/>
            <a:ext cx="415925" cy="382905"/>
          </a:xfrm>
          <a:custGeom>
            <a:avLst/>
            <a:gdLst/>
            <a:ahLst/>
            <a:cxnLst/>
            <a:rect l="l" t="t" r="r" b="b"/>
            <a:pathLst>
              <a:path w="415925" h="382904">
                <a:moveTo>
                  <a:pt x="415544" y="0"/>
                </a:moveTo>
                <a:lnTo>
                  <a:pt x="207772" y="382833"/>
                </a:lnTo>
                <a:lnTo>
                  <a:pt x="0" y="0"/>
                </a:lnTo>
                <a:lnTo>
                  <a:pt x="415544" y="0"/>
                </a:lnTo>
                <a:close/>
              </a:path>
            </a:pathLst>
          </a:custGeom>
          <a:ln w="3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264228" y="2294370"/>
            <a:ext cx="0" cy="957580"/>
          </a:xfrm>
          <a:custGeom>
            <a:avLst/>
            <a:gdLst/>
            <a:ahLst/>
            <a:cxnLst/>
            <a:rect l="l" t="t" r="r" b="b"/>
            <a:pathLst>
              <a:path h="957579">
                <a:moveTo>
                  <a:pt x="0" y="0"/>
                </a:moveTo>
                <a:lnTo>
                  <a:pt x="0" y="957037"/>
                </a:lnTo>
              </a:path>
            </a:pathLst>
          </a:custGeom>
          <a:ln w="31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601756" y="2294370"/>
            <a:ext cx="0" cy="957580"/>
          </a:xfrm>
          <a:custGeom>
            <a:avLst/>
            <a:gdLst/>
            <a:ahLst/>
            <a:cxnLst/>
            <a:rect l="l" t="t" r="r" b="b"/>
            <a:pathLst>
              <a:path h="957579">
                <a:moveTo>
                  <a:pt x="0" y="0"/>
                </a:moveTo>
                <a:lnTo>
                  <a:pt x="0" y="957037"/>
                </a:lnTo>
              </a:path>
            </a:pathLst>
          </a:custGeom>
          <a:ln w="31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939137" y="2294370"/>
            <a:ext cx="0" cy="957580"/>
          </a:xfrm>
          <a:custGeom>
            <a:avLst/>
            <a:gdLst/>
            <a:ahLst/>
            <a:cxnLst/>
            <a:rect l="l" t="t" r="r" b="b"/>
            <a:pathLst>
              <a:path h="957579">
                <a:moveTo>
                  <a:pt x="0" y="0"/>
                </a:moveTo>
                <a:lnTo>
                  <a:pt x="0" y="957037"/>
                </a:lnTo>
              </a:path>
            </a:pathLst>
          </a:custGeom>
          <a:ln w="31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276519" y="2294370"/>
            <a:ext cx="0" cy="957580"/>
          </a:xfrm>
          <a:custGeom>
            <a:avLst/>
            <a:gdLst/>
            <a:ahLst/>
            <a:cxnLst/>
            <a:rect l="l" t="t" r="r" b="b"/>
            <a:pathLst>
              <a:path h="957579">
                <a:moveTo>
                  <a:pt x="0" y="0"/>
                </a:moveTo>
                <a:lnTo>
                  <a:pt x="0" y="957037"/>
                </a:lnTo>
              </a:path>
            </a:pathLst>
          </a:custGeom>
          <a:ln w="31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832230" y="2026425"/>
            <a:ext cx="320675" cy="0"/>
          </a:xfrm>
          <a:custGeom>
            <a:avLst/>
            <a:gdLst/>
            <a:ahLst/>
            <a:cxnLst/>
            <a:rect l="l" t="t" r="r" b="b"/>
            <a:pathLst>
              <a:path w="320675">
                <a:moveTo>
                  <a:pt x="320089" y="0"/>
                </a:moveTo>
                <a:lnTo>
                  <a:pt x="0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137108" y="1971104"/>
            <a:ext cx="117518" cy="1106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692210" y="2294370"/>
            <a:ext cx="123189" cy="0"/>
          </a:xfrm>
          <a:custGeom>
            <a:avLst/>
            <a:gdLst/>
            <a:ahLst/>
            <a:cxnLst/>
            <a:rect l="l" t="t" r="r" b="b"/>
            <a:pathLst>
              <a:path w="123189">
                <a:moveTo>
                  <a:pt x="122727" y="0"/>
                </a:moveTo>
                <a:lnTo>
                  <a:pt x="0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814938" y="2254259"/>
            <a:ext cx="87630" cy="80645"/>
          </a:xfrm>
          <a:custGeom>
            <a:avLst/>
            <a:gdLst/>
            <a:ahLst/>
            <a:cxnLst/>
            <a:rect l="l" t="t" r="r" b="b"/>
            <a:pathLst>
              <a:path w="87629" h="80644">
                <a:moveTo>
                  <a:pt x="0" y="40110"/>
                </a:moveTo>
                <a:lnTo>
                  <a:pt x="3422" y="55721"/>
                </a:lnTo>
                <a:lnTo>
                  <a:pt x="12756" y="68471"/>
                </a:lnTo>
                <a:lnTo>
                  <a:pt x="26599" y="77068"/>
                </a:lnTo>
                <a:lnTo>
                  <a:pt x="43548" y="80221"/>
                </a:lnTo>
                <a:lnTo>
                  <a:pt x="60497" y="77068"/>
                </a:lnTo>
                <a:lnTo>
                  <a:pt x="74340" y="68471"/>
                </a:lnTo>
                <a:lnTo>
                  <a:pt x="83674" y="55721"/>
                </a:lnTo>
                <a:lnTo>
                  <a:pt x="87097" y="40110"/>
                </a:lnTo>
                <a:lnTo>
                  <a:pt x="83674" y="24499"/>
                </a:lnTo>
                <a:lnTo>
                  <a:pt x="74340" y="11749"/>
                </a:lnTo>
                <a:lnTo>
                  <a:pt x="60497" y="3152"/>
                </a:lnTo>
                <a:lnTo>
                  <a:pt x="43548" y="0"/>
                </a:lnTo>
                <a:lnTo>
                  <a:pt x="26599" y="3152"/>
                </a:lnTo>
                <a:lnTo>
                  <a:pt x="12756" y="11749"/>
                </a:lnTo>
                <a:lnTo>
                  <a:pt x="3422" y="24499"/>
                </a:lnTo>
                <a:lnTo>
                  <a:pt x="0" y="40110"/>
                </a:lnTo>
                <a:close/>
              </a:path>
            </a:pathLst>
          </a:custGeom>
          <a:ln w="303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494848" y="2026425"/>
            <a:ext cx="320675" cy="0"/>
          </a:xfrm>
          <a:custGeom>
            <a:avLst/>
            <a:gdLst/>
            <a:ahLst/>
            <a:cxnLst/>
            <a:rect l="l" t="t" r="r" b="b"/>
            <a:pathLst>
              <a:path w="320675">
                <a:moveTo>
                  <a:pt x="320089" y="0"/>
                </a:moveTo>
                <a:lnTo>
                  <a:pt x="0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799727" y="1971104"/>
            <a:ext cx="117518" cy="1106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354829" y="2294370"/>
            <a:ext cx="123189" cy="0"/>
          </a:xfrm>
          <a:custGeom>
            <a:avLst/>
            <a:gdLst/>
            <a:ahLst/>
            <a:cxnLst/>
            <a:rect l="l" t="t" r="r" b="b"/>
            <a:pathLst>
              <a:path w="123189">
                <a:moveTo>
                  <a:pt x="122581" y="0"/>
                </a:moveTo>
                <a:lnTo>
                  <a:pt x="0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477410" y="2254259"/>
            <a:ext cx="87630" cy="80645"/>
          </a:xfrm>
          <a:custGeom>
            <a:avLst/>
            <a:gdLst/>
            <a:ahLst/>
            <a:cxnLst/>
            <a:rect l="l" t="t" r="r" b="b"/>
            <a:pathLst>
              <a:path w="87629" h="80644">
                <a:moveTo>
                  <a:pt x="0" y="40110"/>
                </a:moveTo>
                <a:lnTo>
                  <a:pt x="3422" y="55721"/>
                </a:lnTo>
                <a:lnTo>
                  <a:pt x="12756" y="68471"/>
                </a:lnTo>
                <a:lnTo>
                  <a:pt x="26599" y="77068"/>
                </a:lnTo>
                <a:lnTo>
                  <a:pt x="43548" y="80221"/>
                </a:lnTo>
                <a:lnTo>
                  <a:pt x="60497" y="77068"/>
                </a:lnTo>
                <a:lnTo>
                  <a:pt x="74340" y="68471"/>
                </a:lnTo>
                <a:lnTo>
                  <a:pt x="83674" y="55721"/>
                </a:lnTo>
                <a:lnTo>
                  <a:pt x="87097" y="40110"/>
                </a:lnTo>
                <a:lnTo>
                  <a:pt x="83674" y="24499"/>
                </a:lnTo>
                <a:lnTo>
                  <a:pt x="74340" y="11749"/>
                </a:lnTo>
                <a:lnTo>
                  <a:pt x="60497" y="3152"/>
                </a:lnTo>
                <a:lnTo>
                  <a:pt x="43548" y="0"/>
                </a:lnTo>
                <a:lnTo>
                  <a:pt x="26599" y="3152"/>
                </a:lnTo>
                <a:lnTo>
                  <a:pt x="12756" y="11749"/>
                </a:lnTo>
                <a:lnTo>
                  <a:pt x="3422" y="24499"/>
                </a:lnTo>
                <a:lnTo>
                  <a:pt x="0" y="40110"/>
                </a:lnTo>
                <a:close/>
              </a:path>
            </a:pathLst>
          </a:custGeom>
          <a:ln w="303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157320" y="2026426"/>
            <a:ext cx="320675" cy="0"/>
          </a:xfrm>
          <a:custGeom>
            <a:avLst/>
            <a:gdLst/>
            <a:ahLst/>
            <a:cxnLst/>
            <a:rect l="l" t="t" r="r" b="b"/>
            <a:pathLst>
              <a:path w="320675">
                <a:moveTo>
                  <a:pt x="320089" y="0"/>
                </a:moveTo>
                <a:lnTo>
                  <a:pt x="0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462199" y="1971104"/>
            <a:ext cx="117518" cy="1106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017301" y="2294370"/>
            <a:ext cx="123189" cy="0"/>
          </a:xfrm>
          <a:custGeom>
            <a:avLst/>
            <a:gdLst/>
            <a:ahLst/>
            <a:cxnLst/>
            <a:rect l="l" t="t" r="r" b="b"/>
            <a:pathLst>
              <a:path w="123190">
                <a:moveTo>
                  <a:pt x="122727" y="0"/>
                </a:moveTo>
                <a:lnTo>
                  <a:pt x="0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140028" y="2254259"/>
            <a:ext cx="87630" cy="80645"/>
          </a:xfrm>
          <a:custGeom>
            <a:avLst/>
            <a:gdLst/>
            <a:ahLst/>
            <a:cxnLst/>
            <a:rect l="l" t="t" r="r" b="b"/>
            <a:pathLst>
              <a:path w="87629" h="80644">
                <a:moveTo>
                  <a:pt x="0" y="40110"/>
                </a:moveTo>
                <a:lnTo>
                  <a:pt x="3422" y="55721"/>
                </a:lnTo>
                <a:lnTo>
                  <a:pt x="12756" y="68471"/>
                </a:lnTo>
                <a:lnTo>
                  <a:pt x="26599" y="77068"/>
                </a:lnTo>
                <a:lnTo>
                  <a:pt x="43548" y="80221"/>
                </a:lnTo>
                <a:lnTo>
                  <a:pt x="60497" y="77068"/>
                </a:lnTo>
                <a:lnTo>
                  <a:pt x="74340" y="68471"/>
                </a:lnTo>
                <a:lnTo>
                  <a:pt x="83674" y="55721"/>
                </a:lnTo>
                <a:lnTo>
                  <a:pt x="87097" y="40110"/>
                </a:lnTo>
                <a:lnTo>
                  <a:pt x="83674" y="24499"/>
                </a:lnTo>
                <a:lnTo>
                  <a:pt x="74340" y="11749"/>
                </a:lnTo>
                <a:lnTo>
                  <a:pt x="60497" y="3152"/>
                </a:lnTo>
                <a:lnTo>
                  <a:pt x="43548" y="0"/>
                </a:lnTo>
                <a:lnTo>
                  <a:pt x="26599" y="3152"/>
                </a:lnTo>
                <a:lnTo>
                  <a:pt x="12756" y="11749"/>
                </a:lnTo>
                <a:lnTo>
                  <a:pt x="3422" y="24499"/>
                </a:lnTo>
                <a:lnTo>
                  <a:pt x="0" y="40110"/>
                </a:lnTo>
                <a:close/>
              </a:path>
            </a:pathLst>
          </a:custGeom>
          <a:ln w="303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819938" y="2026426"/>
            <a:ext cx="320675" cy="0"/>
          </a:xfrm>
          <a:custGeom>
            <a:avLst/>
            <a:gdLst/>
            <a:ahLst/>
            <a:cxnLst/>
            <a:rect l="l" t="t" r="r" b="b"/>
            <a:pathLst>
              <a:path w="320675">
                <a:moveTo>
                  <a:pt x="320089" y="0"/>
                </a:moveTo>
                <a:lnTo>
                  <a:pt x="0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124818" y="1971104"/>
            <a:ext cx="117518" cy="1106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017301" y="2294370"/>
            <a:ext cx="0" cy="765810"/>
          </a:xfrm>
          <a:custGeom>
            <a:avLst/>
            <a:gdLst/>
            <a:ahLst/>
            <a:cxnLst/>
            <a:rect l="l" t="t" r="r" b="b"/>
            <a:pathLst>
              <a:path h="765810">
                <a:moveTo>
                  <a:pt x="0" y="0"/>
                </a:moveTo>
                <a:lnTo>
                  <a:pt x="0" y="765627"/>
                </a:lnTo>
              </a:path>
            </a:pathLst>
          </a:custGeom>
          <a:ln w="31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809528" y="2026426"/>
            <a:ext cx="0" cy="650875"/>
          </a:xfrm>
          <a:custGeom>
            <a:avLst/>
            <a:gdLst/>
            <a:ahLst/>
            <a:cxnLst/>
            <a:rect l="l" t="t" r="r" b="b"/>
            <a:pathLst>
              <a:path h="650875">
                <a:moveTo>
                  <a:pt x="0" y="0"/>
                </a:moveTo>
                <a:lnTo>
                  <a:pt x="0" y="650683"/>
                </a:lnTo>
              </a:path>
            </a:pathLst>
          </a:custGeom>
          <a:ln w="31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782737" y="2485740"/>
            <a:ext cx="415925" cy="382905"/>
          </a:xfrm>
          <a:custGeom>
            <a:avLst/>
            <a:gdLst/>
            <a:ahLst/>
            <a:cxnLst/>
            <a:rect l="l" t="t" r="r" b="b"/>
            <a:pathLst>
              <a:path w="415925" h="382905">
                <a:moveTo>
                  <a:pt x="0" y="0"/>
                </a:moveTo>
                <a:lnTo>
                  <a:pt x="415632" y="191369"/>
                </a:lnTo>
                <a:lnTo>
                  <a:pt x="0" y="382874"/>
                </a:lnTo>
                <a:lnTo>
                  <a:pt x="0" y="0"/>
                </a:lnTo>
                <a:close/>
              </a:path>
            </a:pathLst>
          </a:custGeom>
          <a:ln w="3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574906" y="2677109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207830" y="0"/>
                </a:moveTo>
                <a:lnTo>
                  <a:pt x="0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198370" y="2868614"/>
            <a:ext cx="415925" cy="382905"/>
          </a:xfrm>
          <a:custGeom>
            <a:avLst/>
            <a:gdLst/>
            <a:ahLst/>
            <a:cxnLst/>
            <a:rect l="l" t="t" r="r" b="b"/>
            <a:pathLst>
              <a:path w="415925" h="382904">
                <a:moveTo>
                  <a:pt x="0" y="0"/>
                </a:moveTo>
                <a:lnTo>
                  <a:pt x="0" y="382793"/>
                </a:lnTo>
                <a:lnTo>
                  <a:pt x="415676" y="1913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198370" y="2868614"/>
            <a:ext cx="415925" cy="382905"/>
          </a:xfrm>
          <a:custGeom>
            <a:avLst/>
            <a:gdLst/>
            <a:ahLst/>
            <a:cxnLst/>
            <a:rect l="l" t="t" r="r" b="b"/>
            <a:pathLst>
              <a:path w="415925" h="382904">
                <a:moveTo>
                  <a:pt x="0" y="0"/>
                </a:moveTo>
                <a:lnTo>
                  <a:pt x="415676" y="191383"/>
                </a:lnTo>
                <a:lnTo>
                  <a:pt x="0" y="382793"/>
                </a:lnTo>
                <a:lnTo>
                  <a:pt x="0" y="0"/>
                </a:lnTo>
                <a:close/>
              </a:path>
            </a:pathLst>
          </a:custGeom>
          <a:ln w="303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570419" y="3059997"/>
            <a:ext cx="628015" cy="0"/>
          </a:xfrm>
          <a:custGeom>
            <a:avLst/>
            <a:gdLst/>
            <a:ahLst/>
            <a:cxnLst/>
            <a:rect l="l" t="t" r="r" b="b"/>
            <a:pathLst>
              <a:path w="628014">
                <a:moveTo>
                  <a:pt x="627950" y="0"/>
                </a:moveTo>
                <a:lnTo>
                  <a:pt x="0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354829" y="2294370"/>
            <a:ext cx="0" cy="765810"/>
          </a:xfrm>
          <a:custGeom>
            <a:avLst/>
            <a:gdLst/>
            <a:ahLst/>
            <a:cxnLst/>
            <a:rect l="l" t="t" r="r" b="b"/>
            <a:pathLst>
              <a:path h="765810">
                <a:moveTo>
                  <a:pt x="0" y="0"/>
                </a:moveTo>
                <a:lnTo>
                  <a:pt x="0" y="765627"/>
                </a:lnTo>
              </a:path>
            </a:pathLst>
          </a:custGeom>
          <a:ln w="31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692210" y="2294370"/>
            <a:ext cx="0" cy="765810"/>
          </a:xfrm>
          <a:custGeom>
            <a:avLst/>
            <a:gdLst/>
            <a:ahLst/>
            <a:cxnLst/>
            <a:rect l="l" t="t" r="r" b="b"/>
            <a:pathLst>
              <a:path h="765810">
                <a:moveTo>
                  <a:pt x="0" y="0"/>
                </a:moveTo>
                <a:lnTo>
                  <a:pt x="0" y="765627"/>
                </a:lnTo>
              </a:path>
            </a:pathLst>
          </a:custGeom>
          <a:ln w="31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029591" y="2294370"/>
            <a:ext cx="0" cy="765810"/>
          </a:xfrm>
          <a:custGeom>
            <a:avLst/>
            <a:gdLst/>
            <a:ahLst/>
            <a:cxnLst/>
            <a:rect l="l" t="t" r="r" b="b"/>
            <a:pathLst>
              <a:path h="765810">
                <a:moveTo>
                  <a:pt x="0" y="0"/>
                </a:moveTo>
                <a:lnTo>
                  <a:pt x="0" y="765627"/>
                </a:lnTo>
              </a:path>
            </a:pathLst>
          </a:custGeom>
          <a:ln w="31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146910" y="2026426"/>
            <a:ext cx="0" cy="641985"/>
          </a:xfrm>
          <a:custGeom>
            <a:avLst/>
            <a:gdLst/>
            <a:ahLst/>
            <a:cxnLst/>
            <a:rect l="l" t="t" r="r" b="b"/>
            <a:pathLst>
              <a:path h="641985">
                <a:moveTo>
                  <a:pt x="0" y="0"/>
                </a:moveTo>
                <a:lnTo>
                  <a:pt x="0" y="641365"/>
                </a:lnTo>
              </a:path>
            </a:pathLst>
          </a:custGeom>
          <a:ln w="31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494848" y="2026425"/>
            <a:ext cx="0" cy="651510"/>
          </a:xfrm>
          <a:custGeom>
            <a:avLst/>
            <a:gdLst/>
            <a:ahLst/>
            <a:cxnLst/>
            <a:rect l="l" t="t" r="r" b="b"/>
            <a:pathLst>
              <a:path h="651510">
                <a:moveTo>
                  <a:pt x="0" y="0"/>
                </a:moveTo>
                <a:lnTo>
                  <a:pt x="0" y="650953"/>
                </a:lnTo>
              </a:path>
            </a:pathLst>
          </a:custGeom>
          <a:ln w="31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832230" y="2026425"/>
            <a:ext cx="0" cy="641985"/>
          </a:xfrm>
          <a:custGeom>
            <a:avLst/>
            <a:gdLst/>
            <a:ahLst/>
            <a:cxnLst/>
            <a:rect l="l" t="t" r="r" b="b"/>
            <a:pathLst>
              <a:path h="641985">
                <a:moveTo>
                  <a:pt x="0" y="0"/>
                </a:moveTo>
                <a:lnTo>
                  <a:pt x="0" y="641365"/>
                </a:lnTo>
              </a:path>
            </a:pathLst>
          </a:custGeom>
          <a:ln w="31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237510" y="1528675"/>
            <a:ext cx="831850" cy="957580"/>
          </a:xfrm>
          <a:custGeom>
            <a:avLst/>
            <a:gdLst/>
            <a:ahLst/>
            <a:cxnLst/>
            <a:rect l="l" t="t" r="r" b="b"/>
            <a:pathLst>
              <a:path w="831850" h="957580">
                <a:moveTo>
                  <a:pt x="0" y="957064"/>
                </a:moveTo>
                <a:lnTo>
                  <a:pt x="831279" y="957064"/>
                </a:lnTo>
                <a:lnTo>
                  <a:pt x="831279" y="0"/>
                </a:lnTo>
                <a:lnTo>
                  <a:pt x="0" y="0"/>
                </a:lnTo>
                <a:lnTo>
                  <a:pt x="0" y="9570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237510" y="1911496"/>
            <a:ext cx="104139" cy="191770"/>
          </a:xfrm>
          <a:custGeom>
            <a:avLst/>
            <a:gdLst/>
            <a:ahLst/>
            <a:cxnLst/>
            <a:rect l="l" t="t" r="r" b="b"/>
            <a:pathLst>
              <a:path w="104139" h="191769">
                <a:moveTo>
                  <a:pt x="0" y="0"/>
                </a:moveTo>
                <a:lnTo>
                  <a:pt x="103812" y="95752"/>
                </a:lnTo>
                <a:lnTo>
                  <a:pt x="0" y="191369"/>
                </a:lnTo>
              </a:path>
            </a:pathLst>
          </a:custGeom>
          <a:ln w="311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3237510" y="1528675"/>
            <a:ext cx="831850" cy="957580"/>
          </a:xfrm>
          <a:prstGeom prst="rect">
            <a:avLst/>
          </a:prstGeom>
          <a:ln w="30695">
            <a:solidFill>
              <a:srgbClr val="00000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123825" marR="36830" indent="-83185">
              <a:lnSpc>
                <a:spcPct val="121300"/>
              </a:lnSpc>
              <a:spcBef>
                <a:spcPts val="284"/>
              </a:spcBef>
              <a:tabLst>
                <a:tab pos="626110" algn="l"/>
              </a:tabLst>
            </a:pPr>
            <a:r>
              <a:rPr sz="1450" b="1" spc="80" dirty="0">
                <a:latin typeface="Times New Roman"/>
                <a:cs typeface="Times New Roman"/>
              </a:rPr>
              <a:t>1</a:t>
            </a:r>
            <a:r>
              <a:rPr sz="1450" b="1" spc="114" dirty="0">
                <a:latin typeface="Times New Roman"/>
                <a:cs typeface="Times New Roman"/>
              </a:rPr>
              <a:t>D	</a:t>
            </a:r>
            <a:r>
              <a:rPr sz="2175" b="1" spc="104" baseline="5747" dirty="0">
                <a:latin typeface="Times New Roman"/>
                <a:cs typeface="Times New Roman"/>
              </a:rPr>
              <a:t>Q  </a:t>
            </a:r>
            <a:r>
              <a:rPr sz="1450" b="1" spc="100" dirty="0">
                <a:latin typeface="Times New Roman"/>
                <a:cs typeface="Times New Roman"/>
              </a:rPr>
              <a:t>C1</a:t>
            </a:r>
            <a:endParaRPr sz="145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520"/>
              </a:spcBef>
            </a:pPr>
            <a:r>
              <a:rPr sz="1450" b="1" spc="114" dirty="0">
                <a:latin typeface="Times New Roman"/>
                <a:cs typeface="Times New Roman"/>
              </a:rPr>
              <a:t>R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4899982" y="1528675"/>
            <a:ext cx="831850" cy="957580"/>
          </a:xfrm>
          <a:custGeom>
            <a:avLst/>
            <a:gdLst/>
            <a:ahLst/>
            <a:cxnLst/>
            <a:rect l="l" t="t" r="r" b="b"/>
            <a:pathLst>
              <a:path w="831850" h="957580">
                <a:moveTo>
                  <a:pt x="0" y="957064"/>
                </a:moveTo>
                <a:lnTo>
                  <a:pt x="831279" y="957064"/>
                </a:lnTo>
                <a:lnTo>
                  <a:pt x="831279" y="0"/>
                </a:lnTo>
                <a:lnTo>
                  <a:pt x="0" y="0"/>
                </a:lnTo>
                <a:lnTo>
                  <a:pt x="0" y="9570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899982" y="1911496"/>
            <a:ext cx="104139" cy="191770"/>
          </a:xfrm>
          <a:custGeom>
            <a:avLst/>
            <a:gdLst/>
            <a:ahLst/>
            <a:cxnLst/>
            <a:rect l="l" t="t" r="r" b="b"/>
            <a:pathLst>
              <a:path w="104139" h="191769">
                <a:moveTo>
                  <a:pt x="0" y="0"/>
                </a:moveTo>
                <a:lnTo>
                  <a:pt x="103959" y="95752"/>
                </a:lnTo>
                <a:lnTo>
                  <a:pt x="0" y="191369"/>
                </a:lnTo>
              </a:path>
            </a:pathLst>
          </a:custGeom>
          <a:ln w="31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4899982" y="1528675"/>
            <a:ext cx="831850" cy="957580"/>
          </a:xfrm>
          <a:prstGeom prst="rect">
            <a:avLst/>
          </a:prstGeom>
          <a:ln w="30695">
            <a:solidFill>
              <a:srgbClr val="00000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123825" marR="36830" indent="-83185">
              <a:lnSpc>
                <a:spcPct val="121300"/>
              </a:lnSpc>
              <a:spcBef>
                <a:spcPts val="284"/>
              </a:spcBef>
              <a:tabLst>
                <a:tab pos="626745" algn="l"/>
              </a:tabLst>
            </a:pPr>
            <a:r>
              <a:rPr sz="1450" b="1" spc="80" dirty="0">
                <a:latin typeface="Times New Roman"/>
                <a:cs typeface="Times New Roman"/>
              </a:rPr>
              <a:t>1</a:t>
            </a:r>
            <a:r>
              <a:rPr sz="1450" b="1" spc="114" dirty="0">
                <a:latin typeface="Times New Roman"/>
                <a:cs typeface="Times New Roman"/>
              </a:rPr>
              <a:t>D	</a:t>
            </a:r>
            <a:r>
              <a:rPr sz="2175" b="1" spc="104" baseline="5747" dirty="0">
                <a:latin typeface="Times New Roman"/>
                <a:cs typeface="Times New Roman"/>
              </a:rPr>
              <a:t>Q  </a:t>
            </a:r>
            <a:r>
              <a:rPr sz="1450" b="1" spc="100" dirty="0">
                <a:latin typeface="Times New Roman"/>
                <a:cs typeface="Times New Roman"/>
              </a:rPr>
              <a:t>C1</a:t>
            </a:r>
            <a:endParaRPr sz="145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520"/>
              </a:spcBef>
            </a:pPr>
            <a:r>
              <a:rPr sz="1450" b="1" spc="114" dirty="0">
                <a:latin typeface="Times New Roman"/>
                <a:cs typeface="Times New Roman"/>
              </a:rPr>
              <a:t>R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6562600" y="1528675"/>
            <a:ext cx="831850" cy="957580"/>
          </a:xfrm>
          <a:custGeom>
            <a:avLst/>
            <a:gdLst/>
            <a:ahLst/>
            <a:cxnLst/>
            <a:rect l="l" t="t" r="r" b="b"/>
            <a:pathLst>
              <a:path w="831850" h="957580">
                <a:moveTo>
                  <a:pt x="0" y="957064"/>
                </a:moveTo>
                <a:lnTo>
                  <a:pt x="831279" y="957064"/>
                </a:lnTo>
                <a:lnTo>
                  <a:pt x="831279" y="0"/>
                </a:lnTo>
                <a:lnTo>
                  <a:pt x="0" y="0"/>
                </a:lnTo>
                <a:lnTo>
                  <a:pt x="0" y="9570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562600" y="1911496"/>
            <a:ext cx="104139" cy="191770"/>
          </a:xfrm>
          <a:custGeom>
            <a:avLst/>
            <a:gdLst/>
            <a:ahLst/>
            <a:cxnLst/>
            <a:rect l="l" t="t" r="r" b="b"/>
            <a:pathLst>
              <a:path w="104140" h="191769">
                <a:moveTo>
                  <a:pt x="0" y="0"/>
                </a:moveTo>
                <a:lnTo>
                  <a:pt x="103959" y="95752"/>
                </a:lnTo>
                <a:lnTo>
                  <a:pt x="0" y="191369"/>
                </a:lnTo>
              </a:path>
            </a:pathLst>
          </a:custGeom>
          <a:ln w="31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6562600" y="1528675"/>
            <a:ext cx="831850" cy="957580"/>
          </a:xfrm>
          <a:prstGeom prst="rect">
            <a:avLst/>
          </a:prstGeom>
          <a:ln w="30695">
            <a:solidFill>
              <a:srgbClr val="00000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123825" marR="36830" indent="-83185">
              <a:lnSpc>
                <a:spcPct val="121300"/>
              </a:lnSpc>
              <a:spcBef>
                <a:spcPts val="284"/>
              </a:spcBef>
              <a:tabLst>
                <a:tab pos="626110" algn="l"/>
              </a:tabLst>
            </a:pPr>
            <a:r>
              <a:rPr sz="1450" b="1" spc="80" dirty="0">
                <a:latin typeface="Times New Roman"/>
                <a:cs typeface="Times New Roman"/>
              </a:rPr>
              <a:t>1</a:t>
            </a:r>
            <a:r>
              <a:rPr sz="1450" b="1" spc="114" dirty="0">
                <a:latin typeface="Times New Roman"/>
                <a:cs typeface="Times New Roman"/>
              </a:rPr>
              <a:t>D	</a:t>
            </a:r>
            <a:r>
              <a:rPr sz="2175" b="1" spc="104" baseline="5747" dirty="0">
                <a:latin typeface="Times New Roman"/>
                <a:cs typeface="Times New Roman"/>
              </a:rPr>
              <a:t>Q  </a:t>
            </a:r>
            <a:r>
              <a:rPr sz="1450" b="1" spc="100" dirty="0">
                <a:latin typeface="Times New Roman"/>
                <a:cs typeface="Times New Roman"/>
              </a:rPr>
              <a:t>C1</a:t>
            </a:r>
            <a:endParaRPr sz="145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520"/>
              </a:spcBef>
            </a:pPr>
            <a:r>
              <a:rPr sz="1450" b="1" spc="114" dirty="0">
                <a:latin typeface="Times New Roman"/>
                <a:cs typeface="Times New Roman"/>
              </a:rPr>
              <a:t>R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8225073" y="1528675"/>
            <a:ext cx="831850" cy="957580"/>
          </a:xfrm>
          <a:custGeom>
            <a:avLst/>
            <a:gdLst/>
            <a:ahLst/>
            <a:cxnLst/>
            <a:rect l="l" t="t" r="r" b="b"/>
            <a:pathLst>
              <a:path w="831850" h="957580">
                <a:moveTo>
                  <a:pt x="0" y="957064"/>
                </a:moveTo>
                <a:lnTo>
                  <a:pt x="831279" y="957064"/>
                </a:lnTo>
                <a:lnTo>
                  <a:pt x="831279" y="0"/>
                </a:lnTo>
                <a:lnTo>
                  <a:pt x="0" y="0"/>
                </a:lnTo>
                <a:lnTo>
                  <a:pt x="0" y="9570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8225073" y="1911496"/>
            <a:ext cx="104139" cy="191770"/>
          </a:xfrm>
          <a:custGeom>
            <a:avLst/>
            <a:gdLst/>
            <a:ahLst/>
            <a:cxnLst/>
            <a:rect l="l" t="t" r="r" b="b"/>
            <a:pathLst>
              <a:path w="104140" h="191769">
                <a:moveTo>
                  <a:pt x="0" y="0"/>
                </a:moveTo>
                <a:lnTo>
                  <a:pt x="103959" y="95752"/>
                </a:lnTo>
                <a:lnTo>
                  <a:pt x="0" y="191369"/>
                </a:lnTo>
              </a:path>
            </a:pathLst>
          </a:custGeom>
          <a:ln w="31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8225073" y="1528675"/>
            <a:ext cx="831850" cy="957580"/>
          </a:xfrm>
          <a:prstGeom prst="rect">
            <a:avLst/>
          </a:prstGeom>
          <a:ln w="30695">
            <a:solidFill>
              <a:srgbClr val="00000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123825" marR="36830" indent="-83185">
              <a:lnSpc>
                <a:spcPct val="121300"/>
              </a:lnSpc>
              <a:spcBef>
                <a:spcPts val="284"/>
              </a:spcBef>
              <a:tabLst>
                <a:tab pos="626745" algn="l"/>
              </a:tabLst>
            </a:pPr>
            <a:r>
              <a:rPr sz="1450" b="1" spc="80" dirty="0">
                <a:latin typeface="Times New Roman"/>
                <a:cs typeface="Times New Roman"/>
              </a:rPr>
              <a:t>1</a:t>
            </a:r>
            <a:r>
              <a:rPr sz="1450" b="1" spc="114" dirty="0">
                <a:latin typeface="Times New Roman"/>
                <a:cs typeface="Times New Roman"/>
              </a:rPr>
              <a:t>D	</a:t>
            </a:r>
            <a:r>
              <a:rPr sz="2175" b="1" spc="104" baseline="5747" dirty="0">
                <a:latin typeface="Times New Roman"/>
                <a:cs typeface="Times New Roman"/>
              </a:rPr>
              <a:t>Q  </a:t>
            </a:r>
            <a:r>
              <a:rPr sz="1450" b="1" spc="100" dirty="0">
                <a:latin typeface="Times New Roman"/>
                <a:cs typeface="Times New Roman"/>
              </a:rPr>
              <a:t>C1</a:t>
            </a:r>
            <a:endParaRPr sz="145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520"/>
              </a:spcBef>
            </a:pPr>
            <a:r>
              <a:rPr sz="1450" b="1" spc="114" dirty="0">
                <a:latin typeface="Times New Roman"/>
                <a:cs typeface="Times New Roman"/>
              </a:rPr>
              <a:t>R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2249836" y="1720126"/>
            <a:ext cx="156845" cy="0"/>
          </a:xfrm>
          <a:custGeom>
            <a:avLst/>
            <a:gdLst/>
            <a:ahLst/>
            <a:cxnLst/>
            <a:rect l="l" t="t" r="r" b="b"/>
            <a:pathLst>
              <a:path w="156844">
                <a:moveTo>
                  <a:pt x="156349" y="0"/>
                </a:moveTo>
                <a:lnTo>
                  <a:pt x="0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146903" y="1672723"/>
            <a:ext cx="103505" cy="95250"/>
          </a:xfrm>
          <a:custGeom>
            <a:avLst/>
            <a:gdLst/>
            <a:ahLst/>
            <a:cxnLst/>
            <a:rect l="l" t="t" r="r" b="b"/>
            <a:pathLst>
              <a:path w="103505" h="95250">
                <a:moveTo>
                  <a:pt x="102933" y="47403"/>
                </a:moveTo>
                <a:lnTo>
                  <a:pt x="98889" y="28943"/>
                </a:lnTo>
                <a:lnTo>
                  <a:pt x="87861" y="13876"/>
                </a:lnTo>
                <a:lnTo>
                  <a:pt x="71502" y="3722"/>
                </a:lnTo>
                <a:lnTo>
                  <a:pt x="51466" y="0"/>
                </a:lnTo>
                <a:lnTo>
                  <a:pt x="31436" y="3722"/>
                </a:lnTo>
                <a:lnTo>
                  <a:pt x="15077" y="13876"/>
                </a:lnTo>
                <a:lnTo>
                  <a:pt x="4045" y="28943"/>
                </a:lnTo>
                <a:lnTo>
                  <a:pt x="0" y="47403"/>
                </a:lnTo>
                <a:lnTo>
                  <a:pt x="4045" y="65863"/>
                </a:lnTo>
                <a:lnTo>
                  <a:pt x="15077" y="80930"/>
                </a:lnTo>
                <a:lnTo>
                  <a:pt x="31436" y="91084"/>
                </a:lnTo>
                <a:lnTo>
                  <a:pt x="51466" y="94806"/>
                </a:lnTo>
                <a:lnTo>
                  <a:pt x="71502" y="91084"/>
                </a:lnTo>
                <a:lnTo>
                  <a:pt x="87861" y="80930"/>
                </a:lnTo>
                <a:lnTo>
                  <a:pt x="98889" y="65863"/>
                </a:lnTo>
                <a:lnTo>
                  <a:pt x="102933" y="47403"/>
                </a:lnTo>
                <a:close/>
              </a:path>
            </a:pathLst>
          </a:custGeom>
          <a:ln w="303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873285" y="1720126"/>
            <a:ext cx="364490" cy="0"/>
          </a:xfrm>
          <a:custGeom>
            <a:avLst/>
            <a:gdLst/>
            <a:ahLst/>
            <a:cxnLst/>
            <a:rect l="l" t="t" r="r" b="b"/>
            <a:pathLst>
              <a:path w="364489">
                <a:moveTo>
                  <a:pt x="364224" y="0"/>
                </a:moveTo>
                <a:lnTo>
                  <a:pt x="0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755142" y="1657512"/>
            <a:ext cx="133354" cy="1252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249836" y="2677109"/>
            <a:ext cx="5560060" cy="0"/>
          </a:xfrm>
          <a:custGeom>
            <a:avLst/>
            <a:gdLst/>
            <a:ahLst/>
            <a:cxnLst/>
            <a:rect l="l" t="t" r="r" b="b"/>
            <a:pathLst>
              <a:path w="5560059">
                <a:moveTo>
                  <a:pt x="5559691" y="0"/>
                </a:moveTo>
                <a:lnTo>
                  <a:pt x="0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131693" y="2614495"/>
            <a:ext cx="133354" cy="12522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665513" y="3059997"/>
            <a:ext cx="5352415" cy="0"/>
          </a:xfrm>
          <a:custGeom>
            <a:avLst/>
            <a:gdLst/>
            <a:ahLst/>
            <a:cxnLst/>
            <a:rect l="l" t="t" r="r" b="b"/>
            <a:pathLst>
              <a:path w="5352415">
                <a:moveTo>
                  <a:pt x="5351787" y="0"/>
                </a:moveTo>
                <a:lnTo>
                  <a:pt x="0" y="0"/>
                </a:lnTo>
              </a:path>
            </a:pathLst>
          </a:custGeom>
          <a:ln w="29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547340" y="2997383"/>
            <a:ext cx="133383" cy="12522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4276519" y="3681645"/>
            <a:ext cx="0" cy="144145"/>
          </a:xfrm>
          <a:custGeom>
            <a:avLst/>
            <a:gdLst/>
            <a:ahLst/>
            <a:cxnLst/>
            <a:rect l="l" t="t" r="r" b="b"/>
            <a:pathLst>
              <a:path h="144145">
                <a:moveTo>
                  <a:pt x="0" y="144006"/>
                </a:moveTo>
                <a:lnTo>
                  <a:pt x="0" y="0"/>
                </a:lnTo>
              </a:path>
            </a:pathLst>
          </a:custGeom>
          <a:ln w="31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225052" y="3586838"/>
            <a:ext cx="103505" cy="95250"/>
          </a:xfrm>
          <a:custGeom>
            <a:avLst/>
            <a:gdLst/>
            <a:ahLst/>
            <a:cxnLst/>
            <a:rect l="l" t="t" r="r" b="b"/>
            <a:pathLst>
              <a:path w="103504" h="95250">
                <a:moveTo>
                  <a:pt x="51466" y="94806"/>
                </a:moveTo>
                <a:lnTo>
                  <a:pt x="71508" y="91080"/>
                </a:lnTo>
                <a:lnTo>
                  <a:pt x="87867" y="80920"/>
                </a:lnTo>
                <a:lnTo>
                  <a:pt x="98891" y="65852"/>
                </a:lnTo>
                <a:lnTo>
                  <a:pt x="102933" y="47403"/>
                </a:lnTo>
                <a:lnTo>
                  <a:pt x="98891" y="28949"/>
                </a:lnTo>
                <a:lnTo>
                  <a:pt x="87867" y="13881"/>
                </a:lnTo>
                <a:lnTo>
                  <a:pt x="71508" y="3724"/>
                </a:lnTo>
                <a:lnTo>
                  <a:pt x="51466" y="0"/>
                </a:lnTo>
                <a:lnTo>
                  <a:pt x="31424" y="3724"/>
                </a:lnTo>
                <a:lnTo>
                  <a:pt x="15066" y="13881"/>
                </a:lnTo>
                <a:lnTo>
                  <a:pt x="4041" y="28949"/>
                </a:lnTo>
                <a:lnTo>
                  <a:pt x="0" y="47403"/>
                </a:lnTo>
                <a:lnTo>
                  <a:pt x="4041" y="65852"/>
                </a:lnTo>
                <a:lnTo>
                  <a:pt x="15066" y="80920"/>
                </a:lnTo>
                <a:lnTo>
                  <a:pt x="31424" y="91080"/>
                </a:lnTo>
                <a:lnTo>
                  <a:pt x="51466" y="94806"/>
                </a:lnTo>
                <a:close/>
              </a:path>
            </a:pathLst>
          </a:custGeom>
          <a:ln w="303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939137" y="3681645"/>
            <a:ext cx="0" cy="144145"/>
          </a:xfrm>
          <a:custGeom>
            <a:avLst/>
            <a:gdLst/>
            <a:ahLst/>
            <a:cxnLst/>
            <a:rect l="l" t="t" r="r" b="b"/>
            <a:pathLst>
              <a:path h="144145">
                <a:moveTo>
                  <a:pt x="0" y="144006"/>
                </a:moveTo>
                <a:lnTo>
                  <a:pt x="0" y="0"/>
                </a:lnTo>
              </a:path>
            </a:pathLst>
          </a:custGeom>
          <a:ln w="31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5887671" y="3586838"/>
            <a:ext cx="103505" cy="95250"/>
          </a:xfrm>
          <a:custGeom>
            <a:avLst/>
            <a:gdLst/>
            <a:ahLst/>
            <a:cxnLst/>
            <a:rect l="l" t="t" r="r" b="b"/>
            <a:pathLst>
              <a:path w="103504" h="95250">
                <a:moveTo>
                  <a:pt x="51466" y="94806"/>
                </a:moveTo>
                <a:lnTo>
                  <a:pt x="71508" y="91080"/>
                </a:lnTo>
                <a:lnTo>
                  <a:pt x="87867" y="80920"/>
                </a:lnTo>
                <a:lnTo>
                  <a:pt x="98891" y="65852"/>
                </a:lnTo>
                <a:lnTo>
                  <a:pt x="102933" y="47403"/>
                </a:lnTo>
                <a:lnTo>
                  <a:pt x="98891" y="28949"/>
                </a:lnTo>
                <a:lnTo>
                  <a:pt x="87867" y="13881"/>
                </a:lnTo>
                <a:lnTo>
                  <a:pt x="71508" y="3724"/>
                </a:lnTo>
                <a:lnTo>
                  <a:pt x="51466" y="0"/>
                </a:lnTo>
                <a:lnTo>
                  <a:pt x="31424" y="3724"/>
                </a:lnTo>
                <a:lnTo>
                  <a:pt x="15066" y="13881"/>
                </a:lnTo>
                <a:lnTo>
                  <a:pt x="4041" y="28949"/>
                </a:lnTo>
                <a:lnTo>
                  <a:pt x="0" y="47403"/>
                </a:lnTo>
                <a:lnTo>
                  <a:pt x="4041" y="65852"/>
                </a:lnTo>
                <a:lnTo>
                  <a:pt x="15066" y="80920"/>
                </a:lnTo>
                <a:lnTo>
                  <a:pt x="31424" y="91080"/>
                </a:lnTo>
                <a:lnTo>
                  <a:pt x="51466" y="94806"/>
                </a:lnTo>
                <a:close/>
              </a:path>
            </a:pathLst>
          </a:custGeom>
          <a:ln w="303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601756" y="3681645"/>
            <a:ext cx="0" cy="144145"/>
          </a:xfrm>
          <a:custGeom>
            <a:avLst/>
            <a:gdLst/>
            <a:ahLst/>
            <a:cxnLst/>
            <a:rect l="l" t="t" r="r" b="b"/>
            <a:pathLst>
              <a:path h="144145">
                <a:moveTo>
                  <a:pt x="0" y="144006"/>
                </a:moveTo>
                <a:lnTo>
                  <a:pt x="0" y="0"/>
                </a:lnTo>
              </a:path>
            </a:pathLst>
          </a:custGeom>
          <a:ln w="31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550289" y="3586838"/>
            <a:ext cx="103505" cy="95250"/>
          </a:xfrm>
          <a:custGeom>
            <a:avLst/>
            <a:gdLst/>
            <a:ahLst/>
            <a:cxnLst/>
            <a:rect l="l" t="t" r="r" b="b"/>
            <a:pathLst>
              <a:path w="103504" h="95250">
                <a:moveTo>
                  <a:pt x="51466" y="94806"/>
                </a:moveTo>
                <a:lnTo>
                  <a:pt x="71446" y="91080"/>
                </a:lnTo>
                <a:lnTo>
                  <a:pt x="87812" y="80920"/>
                </a:lnTo>
                <a:lnTo>
                  <a:pt x="98871" y="65852"/>
                </a:lnTo>
                <a:lnTo>
                  <a:pt x="102933" y="47403"/>
                </a:lnTo>
                <a:lnTo>
                  <a:pt x="98871" y="28949"/>
                </a:lnTo>
                <a:lnTo>
                  <a:pt x="87812" y="13881"/>
                </a:lnTo>
                <a:lnTo>
                  <a:pt x="71446" y="3724"/>
                </a:lnTo>
                <a:lnTo>
                  <a:pt x="51466" y="0"/>
                </a:lnTo>
                <a:lnTo>
                  <a:pt x="31424" y="3724"/>
                </a:lnTo>
                <a:lnTo>
                  <a:pt x="15066" y="13881"/>
                </a:lnTo>
                <a:lnTo>
                  <a:pt x="4041" y="28949"/>
                </a:lnTo>
                <a:lnTo>
                  <a:pt x="0" y="47403"/>
                </a:lnTo>
                <a:lnTo>
                  <a:pt x="4041" y="65852"/>
                </a:lnTo>
                <a:lnTo>
                  <a:pt x="15066" y="80920"/>
                </a:lnTo>
                <a:lnTo>
                  <a:pt x="31424" y="91080"/>
                </a:lnTo>
                <a:lnTo>
                  <a:pt x="51466" y="94806"/>
                </a:lnTo>
                <a:close/>
              </a:path>
            </a:pathLst>
          </a:custGeom>
          <a:ln w="303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9264228" y="3681645"/>
            <a:ext cx="0" cy="144145"/>
          </a:xfrm>
          <a:custGeom>
            <a:avLst/>
            <a:gdLst/>
            <a:ahLst/>
            <a:cxnLst/>
            <a:rect l="l" t="t" r="r" b="b"/>
            <a:pathLst>
              <a:path h="144145">
                <a:moveTo>
                  <a:pt x="0" y="144006"/>
                </a:moveTo>
                <a:lnTo>
                  <a:pt x="0" y="0"/>
                </a:lnTo>
              </a:path>
            </a:pathLst>
          </a:custGeom>
          <a:ln w="31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9212761" y="3586838"/>
            <a:ext cx="103505" cy="95250"/>
          </a:xfrm>
          <a:custGeom>
            <a:avLst/>
            <a:gdLst/>
            <a:ahLst/>
            <a:cxnLst/>
            <a:rect l="l" t="t" r="r" b="b"/>
            <a:pathLst>
              <a:path w="103504" h="95250">
                <a:moveTo>
                  <a:pt x="51466" y="94806"/>
                </a:moveTo>
                <a:lnTo>
                  <a:pt x="71508" y="91080"/>
                </a:lnTo>
                <a:lnTo>
                  <a:pt x="87867" y="80920"/>
                </a:lnTo>
                <a:lnTo>
                  <a:pt x="98891" y="65852"/>
                </a:lnTo>
                <a:lnTo>
                  <a:pt x="102933" y="47403"/>
                </a:lnTo>
                <a:lnTo>
                  <a:pt x="98891" y="28949"/>
                </a:lnTo>
                <a:lnTo>
                  <a:pt x="87867" y="13881"/>
                </a:lnTo>
                <a:lnTo>
                  <a:pt x="71508" y="3724"/>
                </a:lnTo>
                <a:lnTo>
                  <a:pt x="51466" y="0"/>
                </a:lnTo>
                <a:lnTo>
                  <a:pt x="31424" y="3724"/>
                </a:lnTo>
                <a:lnTo>
                  <a:pt x="15066" y="13881"/>
                </a:lnTo>
                <a:lnTo>
                  <a:pt x="4041" y="28949"/>
                </a:lnTo>
                <a:lnTo>
                  <a:pt x="0" y="47403"/>
                </a:lnTo>
                <a:lnTo>
                  <a:pt x="4041" y="65852"/>
                </a:lnTo>
                <a:lnTo>
                  <a:pt x="15066" y="80920"/>
                </a:lnTo>
                <a:lnTo>
                  <a:pt x="31424" y="91080"/>
                </a:lnTo>
                <a:lnTo>
                  <a:pt x="51466" y="94806"/>
                </a:lnTo>
                <a:close/>
              </a:path>
            </a:pathLst>
          </a:custGeom>
          <a:ln w="303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2397022" y="4387338"/>
            <a:ext cx="506095" cy="0"/>
          </a:xfrm>
          <a:custGeom>
            <a:avLst/>
            <a:gdLst/>
            <a:ahLst/>
            <a:cxnLst/>
            <a:rect l="l" t="t" r="r" b="b"/>
            <a:pathLst>
              <a:path w="506094">
                <a:moveTo>
                  <a:pt x="0" y="0"/>
                </a:moveTo>
                <a:lnTo>
                  <a:pt x="505800" y="0"/>
                </a:lnTo>
              </a:path>
            </a:pathLst>
          </a:custGeom>
          <a:ln w="22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397022" y="4301254"/>
            <a:ext cx="506095" cy="0"/>
          </a:xfrm>
          <a:custGeom>
            <a:avLst/>
            <a:gdLst/>
            <a:ahLst/>
            <a:cxnLst/>
            <a:rect l="l" t="t" r="r" b="b"/>
            <a:pathLst>
              <a:path w="506094">
                <a:moveTo>
                  <a:pt x="0" y="0"/>
                </a:moveTo>
                <a:lnTo>
                  <a:pt x="505800" y="0"/>
                </a:lnTo>
              </a:path>
            </a:pathLst>
          </a:custGeom>
          <a:ln w="223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1307772" y="4343136"/>
            <a:ext cx="7970520" cy="6496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ts val="3340"/>
              </a:lnSpc>
              <a:spcBef>
                <a:spcPts val="125"/>
              </a:spcBef>
              <a:tabLst>
                <a:tab pos="693420" algn="l"/>
                <a:tab pos="1725930" algn="l"/>
                <a:tab pos="3437890" algn="l"/>
                <a:tab pos="5237480" algn="l"/>
                <a:tab pos="7019290" algn="l"/>
              </a:tabLst>
            </a:pPr>
            <a:r>
              <a:rPr sz="3550" i="1" spc="275" dirty="0">
                <a:latin typeface="Times New Roman"/>
                <a:cs typeface="Times New Roman"/>
              </a:rPr>
              <a:t>D	</a:t>
            </a:r>
            <a:r>
              <a:rPr sz="3550" spc="210" dirty="0">
                <a:latin typeface="Symbol"/>
                <a:cs typeface="Symbol"/>
              </a:rPr>
              <a:t></a:t>
            </a:r>
            <a:r>
              <a:rPr sz="3550" spc="125" dirty="0">
                <a:latin typeface="Times New Roman"/>
                <a:cs typeface="Times New Roman"/>
              </a:rPr>
              <a:t> </a:t>
            </a:r>
            <a:r>
              <a:rPr sz="3550" i="1" spc="275" dirty="0">
                <a:latin typeface="Times New Roman"/>
                <a:cs typeface="Times New Roman"/>
              </a:rPr>
              <a:t>D	</a:t>
            </a:r>
            <a:r>
              <a:rPr sz="3550" spc="210" dirty="0">
                <a:latin typeface="Symbol"/>
                <a:cs typeface="Symbol"/>
              </a:rPr>
              <a:t></a:t>
            </a:r>
            <a:r>
              <a:rPr sz="3550" spc="210" dirty="0">
                <a:latin typeface="Times New Roman"/>
                <a:cs typeface="Times New Roman"/>
              </a:rPr>
              <a:t> </a:t>
            </a:r>
            <a:r>
              <a:rPr sz="3550" i="1" spc="275" dirty="0">
                <a:latin typeface="Times New Roman"/>
                <a:cs typeface="Times New Roman"/>
              </a:rPr>
              <a:t>D</a:t>
            </a:r>
            <a:r>
              <a:rPr sz="3550" i="1" spc="229" dirty="0">
                <a:latin typeface="Times New Roman"/>
                <a:cs typeface="Times New Roman"/>
              </a:rPr>
              <a:t> </a:t>
            </a:r>
            <a:r>
              <a:rPr sz="3550" spc="95" dirty="0">
                <a:latin typeface="Times New Roman"/>
                <a:cs typeface="Times New Roman"/>
              </a:rPr>
              <a:t>,</a:t>
            </a:r>
            <a:r>
              <a:rPr sz="3550" spc="-290" dirty="0">
                <a:latin typeface="Times New Roman"/>
                <a:cs typeface="Times New Roman"/>
              </a:rPr>
              <a:t> </a:t>
            </a:r>
            <a:r>
              <a:rPr sz="3550" i="1" spc="275" dirty="0">
                <a:latin typeface="Times New Roman"/>
                <a:cs typeface="Times New Roman"/>
              </a:rPr>
              <a:t>D	</a:t>
            </a:r>
            <a:r>
              <a:rPr sz="3550" spc="210" dirty="0">
                <a:latin typeface="Symbol"/>
                <a:cs typeface="Symbol"/>
              </a:rPr>
              <a:t></a:t>
            </a:r>
            <a:r>
              <a:rPr sz="3550" spc="-509" dirty="0">
                <a:latin typeface="Times New Roman"/>
                <a:cs typeface="Times New Roman"/>
              </a:rPr>
              <a:t> </a:t>
            </a:r>
            <a:r>
              <a:rPr sz="3550" i="1" spc="280" dirty="0">
                <a:latin typeface="Times New Roman"/>
                <a:cs typeface="Times New Roman"/>
              </a:rPr>
              <a:t>Q</a:t>
            </a:r>
            <a:r>
              <a:rPr sz="3075" i="1" spc="419" baseline="43360" dirty="0">
                <a:latin typeface="Times New Roman"/>
                <a:cs typeface="Times New Roman"/>
              </a:rPr>
              <a:t>n </a:t>
            </a:r>
            <a:r>
              <a:rPr sz="3550" spc="95" dirty="0">
                <a:latin typeface="Times New Roman"/>
                <a:cs typeface="Times New Roman"/>
              </a:rPr>
              <a:t>,</a:t>
            </a:r>
            <a:r>
              <a:rPr sz="3550" spc="-295" dirty="0">
                <a:latin typeface="Times New Roman"/>
                <a:cs typeface="Times New Roman"/>
              </a:rPr>
              <a:t> </a:t>
            </a:r>
            <a:r>
              <a:rPr sz="3550" i="1" spc="275" dirty="0">
                <a:latin typeface="Times New Roman"/>
                <a:cs typeface="Times New Roman"/>
              </a:rPr>
              <a:t>D	</a:t>
            </a:r>
            <a:r>
              <a:rPr sz="3550" spc="210" dirty="0">
                <a:latin typeface="Symbol"/>
                <a:cs typeface="Symbol"/>
              </a:rPr>
              <a:t></a:t>
            </a:r>
            <a:r>
              <a:rPr sz="3550" spc="-520" dirty="0">
                <a:latin typeface="Times New Roman"/>
                <a:cs typeface="Times New Roman"/>
              </a:rPr>
              <a:t> </a:t>
            </a:r>
            <a:r>
              <a:rPr sz="3550" i="1" spc="285" dirty="0">
                <a:latin typeface="Times New Roman"/>
                <a:cs typeface="Times New Roman"/>
              </a:rPr>
              <a:t>Q</a:t>
            </a:r>
            <a:r>
              <a:rPr sz="3075" i="1" spc="427" baseline="43360" dirty="0">
                <a:latin typeface="Times New Roman"/>
                <a:cs typeface="Times New Roman"/>
              </a:rPr>
              <a:t>n </a:t>
            </a:r>
            <a:r>
              <a:rPr sz="3550" spc="95" dirty="0">
                <a:latin typeface="Times New Roman"/>
                <a:cs typeface="Times New Roman"/>
              </a:rPr>
              <a:t>,</a:t>
            </a:r>
            <a:r>
              <a:rPr sz="3550" spc="-300" dirty="0">
                <a:latin typeface="Times New Roman"/>
                <a:cs typeface="Times New Roman"/>
              </a:rPr>
              <a:t> </a:t>
            </a:r>
            <a:r>
              <a:rPr sz="3550" i="1" spc="275" dirty="0">
                <a:latin typeface="Times New Roman"/>
                <a:cs typeface="Times New Roman"/>
              </a:rPr>
              <a:t>D	</a:t>
            </a:r>
            <a:r>
              <a:rPr sz="3550" spc="210" dirty="0">
                <a:latin typeface="Symbol"/>
                <a:cs typeface="Symbol"/>
              </a:rPr>
              <a:t></a:t>
            </a:r>
            <a:r>
              <a:rPr sz="3550" spc="-195" dirty="0">
                <a:latin typeface="Times New Roman"/>
                <a:cs typeface="Times New Roman"/>
              </a:rPr>
              <a:t> </a:t>
            </a:r>
            <a:r>
              <a:rPr sz="3550" i="1" spc="285" dirty="0">
                <a:latin typeface="Times New Roman"/>
                <a:cs typeface="Times New Roman"/>
              </a:rPr>
              <a:t>Q</a:t>
            </a:r>
            <a:r>
              <a:rPr sz="3075" i="1" spc="427" baseline="43360" dirty="0">
                <a:latin typeface="Times New Roman"/>
                <a:cs typeface="Times New Roman"/>
              </a:rPr>
              <a:t>n</a:t>
            </a:r>
            <a:endParaRPr sz="3075" baseline="43360">
              <a:latin typeface="Times New Roman"/>
              <a:cs typeface="Times New Roman"/>
            </a:endParaRPr>
          </a:p>
          <a:p>
            <a:pPr marL="386715">
              <a:lnSpc>
                <a:spcPts val="1540"/>
              </a:lnSpc>
              <a:tabLst>
                <a:tab pos="1441450" algn="l"/>
                <a:tab pos="2473960" algn="l"/>
                <a:tab pos="3152775" algn="l"/>
                <a:tab pos="4145915" algn="l"/>
                <a:tab pos="4930140" algn="l"/>
                <a:tab pos="5918200" algn="l"/>
                <a:tab pos="6720205" algn="l"/>
                <a:tab pos="7730490" algn="l"/>
              </a:tabLst>
            </a:pPr>
            <a:r>
              <a:rPr sz="2050" spc="110" dirty="0">
                <a:latin typeface="Times New Roman"/>
                <a:cs typeface="Times New Roman"/>
              </a:rPr>
              <a:t>0	</a:t>
            </a:r>
            <a:r>
              <a:rPr sz="2050" i="1" spc="85" dirty="0">
                <a:latin typeface="Times New Roman"/>
                <a:cs typeface="Times New Roman"/>
              </a:rPr>
              <a:t>s	s	</a:t>
            </a:r>
            <a:r>
              <a:rPr sz="2050" spc="110" dirty="0">
                <a:latin typeface="Times New Roman"/>
                <a:cs typeface="Times New Roman"/>
              </a:rPr>
              <a:t>1	0	2	1	3	2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37</a:t>
            </a:r>
          </a:p>
        </p:txBody>
      </p:sp>
      <p:sp>
        <p:nvSpPr>
          <p:cNvPr id="99" name="object 99"/>
          <p:cNvSpPr txBox="1"/>
          <p:nvPr/>
        </p:nvSpPr>
        <p:spPr>
          <a:xfrm>
            <a:off x="1283208" y="3704844"/>
            <a:ext cx="2235835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524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20"/>
              </a:spcBef>
            </a:pPr>
            <a:r>
              <a:rPr sz="3200" i="1" spc="5" dirty="0">
                <a:latin typeface="华文楷体"/>
                <a:cs typeface="华文楷体"/>
              </a:rPr>
              <a:t>写驱动方程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274063" y="5013959"/>
            <a:ext cx="2235835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524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20"/>
              </a:spcBef>
            </a:pPr>
            <a:r>
              <a:rPr sz="3200" i="1" spc="5" dirty="0">
                <a:latin typeface="华文楷体"/>
                <a:cs typeface="华文楷体"/>
              </a:rPr>
              <a:t>求状态方程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579346" y="5852906"/>
            <a:ext cx="7617459" cy="339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97000" algn="l"/>
                <a:tab pos="2045335" algn="l"/>
                <a:tab pos="3418840" algn="l"/>
                <a:tab pos="4119245" algn="l"/>
                <a:tab pos="5434330" algn="l"/>
                <a:tab pos="6104255" algn="l"/>
                <a:tab pos="7460615" algn="l"/>
              </a:tabLst>
            </a:pPr>
            <a:r>
              <a:rPr sz="2050" spc="105" dirty="0">
                <a:latin typeface="Times New Roman"/>
                <a:cs typeface="Times New Roman"/>
              </a:rPr>
              <a:t>0	</a:t>
            </a:r>
            <a:r>
              <a:rPr sz="2050" i="1" spc="80" dirty="0">
                <a:latin typeface="Times New Roman"/>
                <a:cs typeface="Times New Roman"/>
              </a:rPr>
              <a:t>s	</a:t>
            </a:r>
            <a:r>
              <a:rPr sz="2050" spc="105" dirty="0">
                <a:latin typeface="Times New Roman"/>
                <a:cs typeface="Times New Roman"/>
              </a:rPr>
              <a:t>1	0	2	1	3	2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217895" y="5544981"/>
            <a:ext cx="7876540" cy="568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1012825" algn="l"/>
                <a:tab pos="3072765" algn="l"/>
                <a:tab pos="5116195" algn="l"/>
                <a:tab pos="7110095" algn="l"/>
              </a:tabLst>
            </a:pPr>
            <a:r>
              <a:rPr sz="3550" i="1" spc="200" dirty="0">
                <a:latin typeface="Times New Roman"/>
                <a:cs typeface="Times New Roman"/>
              </a:rPr>
              <a:t>Q</a:t>
            </a:r>
            <a:r>
              <a:rPr sz="3075" i="1" spc="300" baseline="43360" dirty="0">
                <a:latin typeface="Times New Roman"/>
                <a:cs typeface="Times New Roman"/>
              </a:rPr>
              <a:t>n</a:t>
            </a:r>
            <a:r>
              <a:rPr sz="3075" spc="300" baseline="43360" dirty="0">
                <a:latin typeface="Symbol"/>
                <a:cs typeface="Symbol"/>
              </a:rPr>
              <a:t></a:t>
            </a:r>
            <a:r>
              <a:rPr sz="3075" spc="300" baseline="43360" dirty="0">
                <a:latin typeface="Times New Roman"/>
                <a:cs typeface="Times New Roman"/>
              </a:rPr>
              <a:t>1	</a:t>
            </a:r>
            <a:r>
              <a:rPr sz="3550" spc="195" dirty="0">
                <a:latin typeface="Symbol"/>
                <a:cs typeface="Symbol"/>
              </a:rPr>
              <a:t></a:t>
            </a:r>
            <a:r>
              <a:rPr sz="3550" spc="195" dirty="0">
                <a:latin typeface="Times New Roman"/>
                <a:cs typeface="Times New Roman"/>
              </a:rPr>
              <a:t> </a:t>
            </a:r>
            <a:r>
              <a:rPr sz="3550" i="1" spc="260" dirty="0">
                <a:latin typeface="Times New Roman"/>
                <a:cs typeface="Times New Roman"/>
              </a:rPr>
              <a:t>D</a:t>
            </a:r>
            <a:r>
              <a:rPr sz="3550" i="1" spc="270" dirty="0">
                <a:latin typeface="Times New Roman"/>
                <a:cs typeface="Times New Roman"/>
              </a:rPr>
              <a:t> </a:t>
            </a:r>
            <a:r>
              <a:rPr sz="3550" spc="90" dirty="0">
                <a:latin typeface="Times New Roman"/>
                <a:cs typeface="Times New Roman"/>
              </a:rPr>
              <a:t>,</a:t>
            </a:r>
            <a:r>
              <a:rPr sz="3550" spc="-530" dirty="0">
                <a:latin typeface="Times New Roman"/>
                <a:cs typeface="Times New Roman"/>
              </a:rPr>
              <a:t> </a:t>
            </a:r>
            <a:r>
              <a:rPr sz="3550" i="1" spc="200" dirty="0">
                <a:latin typeface="Times New Roman"/>
                <a:cs typeface="Times New Roman"/>
              </a:rPr>
              <a:t>Q</a:t>
            </a:r>
            <a:r>
              <a:rPr sz="3075" i="1" spc="300" baseline="43360" dirty="0">
                <a:latin typeface="Times New Roman"/>
                <a:cs typeface="Times New Roman"/>
              </a:rPr>
              <a:t>n</a:t>
            </a:r>
            <a:r>
              <a:rPr sz="3075" spc="300" baseline="43360" dirty="0">
                <a:latin typeface="Symbol"/>
                <a:cs typeface="Symbol"/>
              </a:rPr>
              <a:t></a:t>
            </a:r>
            <a:r>
              <a:rPr sz="3075" spc="300" baseline="43360" dirty="0">
                <a:latin typeface="Times New Roman"/>
                <a:cs typeface="Times New Roman"/>
              </a:rPr>
              <a:t>1	</a:t>
            </a:r>
            <a:r>
              <a:rPr sz="3550" spc="195" dirty="0">
                <a:latin typeface="Symbol"/>
                <a:cs typeface="Symbol"/>
              </a:rPr>
              <a:t></a:t>
            </a:r>
            <a:r>
              <a:rPr sz="3550" spc="195" dirty="0">
                <a:latin typeface="Times New Roman"/>
                <a:cs typeface="Times New Roman"/>
              </a:rPr>
              <a:t> </a:t>
            </a:r>
            <a:r>
              <a:rPr sz="3550" i="1" spc="260" dirty="0">
                <a:latin typeface="Times New Roman"/>
                <a:cs typeface="Times New Roman"/>
              </a:rPr>
              <a:t>Q</a:t>
            </a:r>
            <a:r>
              <a:rPr sz="3550" i="1" spc="135" dirty="0">
                <a:latin typeface="Times New Roman"/>
                <a:cs typeface="Times New Roman"/>
              </a:rPr>
              <a:t> </a:t>
            </a:r>
            <a:r>
              <a:rPr sz="3550" spc="90" dirty="0">
                <a:latin typeface="Times New Roman"/>
                <a:cs typeface="Times New Roman"/>
              </a:rPr>
              <a:t>,</a:t>
            </a:r>
            <a:r>
              <a:rPr sz="3550" spc="-535" dirty="0">
                <a:latin typeface="Times New Roman"/>
                <a:cs typeface="Times New Roman"/>
              </a:rPr>
              <a:t> </a:t>
            </a:r>
            <a:r>
              <a:rPr sz="3550" i="1" spc="204" dirty="0">
                <a:latin typeface="Times New Roman"/>
                <a:cs typeface="Times New Roman"/>
              </a:rPr>
              <a:t>Q</a:t>
            </a:r>
            <a:r>
              <a:rPr sz="3075" i="1" spc="307" baseline="43360" dirty="0">
                <a:latin typeface="Times New Roman"/>
                <a:cs typeface="Times New Roman"/>
              </a:rPr>
              <a:t>n</a:t>
            </a:r>
            <a:r>
              <a:rPr sz="3075" spc="307" baseline="43360" dirty="0">
                <a:latin typeface="Symbol"/>
                <a:cs typeface="Symbol"/>
              </a:rPr>
              <a:t></a:t>
            </a:r>
            <a:r>
              <a:rPr sz="3075" spc="307" baseline="43360" dirty="0">
                <a:latin typeface="Times New Roman"/>
                <a:cs typeface="Times New Roman"/>
              </a:rPr>
              <a:t>1	</a:t>
            </a:r>
            <a:r>
              <a:rPr sz="3550" spc="195" dirty="0">
                <a:latin typeface="Symbol"/>
                <a:cs typeface="Symbol"/>
              </a:rPr>
              <a:t></a:t>
            </a:r>
            <a:r>
              <a:rPr sz="3550" spc="195" dirty="0">
                <a:latin typeface="Times New Roman"/>
                <a:cs typeface="Times New Roman"/>
              </a:rPr>
              <a:t> </a:t>
            </a:r>
            <a:r>
              <a:rPr sz="3550" i="1" spc="260" dirty="0">
                <a:latin typeface="Times New Roman"/>
                <a:cs typeface="Times New Roman"/>
              </a:rPr>
              <a:t>Q</a:t>
            </a:r>
            <a:r>
              <a:rPr sz="3550" i="1" spc="-254" dirty="0">
                <a:latin typeface="Times New Roman"/>
                <a:cs typeface="Times New Roman"/>
              </a:rPr>
              <a:t> </a:t>
            </a:r>
            <a:r>
              <a:rPr sz="3550" spc="90" dirty="0">
                <a:latin typeface="Times New Roman"/>
                <a:cs typeface="Times New Roman"/>
              </a:rPr>
              <a:t>,</a:t>
            </a:r>
            <a:r>
              <a:rPr sz="3550" spc="-540" dirty="0">
                <a:latin typeface="Times New Roman"/>
                <a:cs typeface="Times New Roman"/>
              </a:rPr>
              <a:t> </a:t>
            </a:r>
            <a:r>
              <a:rPr sz="3550" i="1" spc="204" dirty="0">
                <a:latin typeface="Times New Roman"/>
                <a:cs typeface="Times New Roman"/>
              </a:rPr>
              <a:t>Q</a:t>
            </a:r>
            <a:r>
              <a:rPr sz="3075" i="1" spc="307" baseline="43360" dirty="0">
                <a:latin typeface="Times New Roman"/>
                <a:cs typeface="Times New Roman"/>
              </a:rPr>
              <a:t>n</a:t>
            </a:r>
            <a:r>
              <a:rPr sz="3075" spc="307" baseline="43360" dirty="0">
                <a:latin typeface="Symbol"/>
                <a:cs typeface="Symbol"/>
              </a:rPr>
              <a:t></a:t>
            </a:r>
            <a:r>
              <a:rPr sz="3075" spc="307" baseline="43360" dirty="0">
                <a:latin typeface="Times New Roman"/>
                <a:cs typeface="Times New Roman"/>
              </a:rPr>
              <a:t>1	</a:t>
            </a:r>
            <a:r>
              <a:rPr sz="3550" spc="195" dirty="0">
                <a:latin typeface="Symbol"/>
                <a:cs typeface="Symbol"/>
              </a:rPr>
              <a:t></a:t>
            </a:r>
            <a:r>
              <a:rPr sz="3550" spc="-200" dirty="0">
                <a:latin typeface="Times New Roman"/>
                <a:cs typeface="Times New Roman"/>
              </a:rPr>
              <a:t> </a:t>
            </a:r>
            <a:r>
              <a:rPr sz="3550" i="1" spc="260" dirty="0">
                <a:latin typeface="Times New Roman"/>
                <a:cs typeface="Times New Roman"/>
              </a:rPr>
              <a:t>Q</a:t>
            </a:r>
            <a:endParaRPr sz="3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标题 120">
            <a:extLst>
              <a:ext uri="{FF2B5EF4-FFF2-40B4-BE49-F238E27FC236}">
                <a16:creationId xmlns:a16="http://schemas.microsoft.com/office/drawing/2014/main" id="{F57905B3-4125-B5BA-FDC9-D56B21A2A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3" name="图片 122">
            <a:extLst>
              <a:ext uri="{FF2B5EF4-FFF2-40B4-BE49-F238E27FC236}">
                <a16:creationId xmlns:a16="http://schemas.microsoft.com/office/drawing/2014/main" id="{C1163922-C113-CA64-65C6-EED9107D0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1" y="304800"/>
            <a:ext cx="8954750" cy="603969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7">
            <a:extLst>
              <a:ext uri="{FF2B5EF4-FFF2-40B4-BE49-F238E27FC236}">
                <a16:creationId xmlns:a16="http://schemas.microsoft.com/office/drawing/2014/main" id="{B8877BCE-38AD-61FD-0C6B-D03494B65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43B9469-4E5D-B57B-530B-7EB4FBFD6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83" y="76200"/>
            <a:ext cx="8838848" cy="6324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>
            <a:extLst>
              <a:ext uri="{FF2B5EF4-FFF2-40B4-BE49-F238E27FC236}">
                <a16:creationId xmlns:a16="http://schemas.microsoft.com/office/drawing/2014/main" id="{8D98B0DC-E0F4-F399-ECE9-DFF0559E7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52400"/>
            <a:ext cx="7696200" cy="624334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90169"/>
            <a:ext cx="70243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i="0" spc="5" dirty="0">
                <a:solidFill>
                  <a:srgbClr val="CC0000"/>
                </a:solidFill>
                <a:latin typeface="华文楷体"/>
                <a:cs typeface="华文楷体"/>
              </a:rPr>
              <a:t>问题</a:t>
            </a:r>
            <a:r>
              <a:rPr b="1" i="0" dirty="0">
                <a:solidFill>
                  <a:srgbClr val="CC0000"/>
                </a:solidFill>
                <a:latin typeface="华文楷体"/>
                <a:cs typeface="华文楷体"/>
              </a:rPr>
              <a:t>：来</a:t>
            </a:r>
            <a:r>
              <a:rPr b="1" i="0" spc="-15" dirty="0">
                <a:solidFill>
                  <a:srgbClr val="CC0000"/>
                </a:solidFill>
                <a:latin typeface="华文楷体"/>
                <a:cs typeface="华文楷体"/>
              </a:rPr>
              <a:t>一</a:t>
            </a:r>
            <a:r>
              <a:rPr b="1" i="0" spc="5" dirty="0">
                <a:solidFill>
                  <a:srgbClr val="CC0000"/>
                </a:solidFill>
                <a:latin typeface="华文楷体"/>
                <a:cs typeface="华文楷体"/>
              </a:rPr>
              <a:t>个</a:t>
            </a:r>
            <a:r>
              <a:rPr b="1" i="0" spc="-5" dirty="0">
                <a:solidFill>
                  <a:srgbClr val="CC0000"/>
                </a:solidFill>
                <a:latin typeface="华文楷体"/>
                <a:cs typeface="华文楷体"/>
              </a:rPr>
              <a:t>CP</a:t>
            </a:r>
            <a:r>
              <a:rPr b="1" i="0" dirty="0">
                <a:solidFill>
                  <a:srgbClr val="CC0000"/>
                </a:solidFill>
                <a:latin typeface="华文楷体"/>
                <a:cs typeface="华文楷体"/>
              </a:rPr>
              <a:t>沿能否</a:t>
            </a:r>
            <a:r>
              <a:rPr b="1" i="0" spc="-15" dirty="0">
                <a:solidFill>
                  <a:srgbClr val="CC0000"/>
                </a:solidFill>
                <a:latin typeface="华文楷体"/>
                <a:cs typeface="华文楷体"/>
              </a:rPr>
              <a:t>移</a:t>
            </a:r>
            <a:r>
              <a:rPr b="1" i="0" dirty="0">
                <a:solidFill>
                  <a:srgbClr val="CC0000"/>
                </a:solidFill>
                <a:latin typeface="华文楷体"/>
                <a:cs typeface="华文楷体"/>
              </a:rPr>
              <a:t>两位或多位？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41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68044" y="1423542"/>
            <a:ext cx="8065770" cy="3317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答：</a:t>
            </a:r>
            <a:r>
              <a:rPr sz="2800" b="1" dirty="0">
                <a:solidFill>
                  <a:srgbClr val="C000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不能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。</a:t>
            </a:r>
            <a:endParaRPr sz="2800" dirty="0">
              <a:latin typeface="华文楷体"/>
              <a:cs typeface="华文楷体"/>
            </a:endParaRPr>
          </a:p>
          <a:p>
            <a:pPr marL="12700" marR="5080" indent="457200">
              <a:lnSpc>
                <a:spcPct val="150000"/>
              </a:lnSpc>
              <a:spcBef>
                <a:spcPts val="1200"/>
              </a:spcBef>
            </a:pPr>
            <a:r>
              <a:rPr sz="2800" b="1" spc="35" dirty="0">
                <a:solidFill>
                  <a:srgbClr val="7E4D00"/>
                </a:solidFill>
                <a:latin typeface="华文楷体"/>
                <a:cs typeface="华文楷体"/>
              </a:rPr>
              <a:t>因为触</a:t>
            </a:r>
            <a:r>
              <a:rPr sz="2800" b="1" spc="25" dirty="0">
                <a:solidFill>
                  <a:srgbClr val="7E4D00"/>
                </a:solidFill>
                <a:latin typeface="华文楷体"/>
                <a:cs typeface="华文楷体"/>
              </a:rPr>
              <a:t>发</a:t>
            </a:r>
            <a:r>
              <a:rPr sz="2800" b="1" spc="35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25" dirty="0">
                <a:solidFill>
                  <a:srgbClr val="7E4D00"/>
                </a:solidFill>
                <a:latin typeface="华文楷体"/>
                <a:cs typeface="华文楷体"/>
              </a:rPr>
              <a:t>从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CP</a:t>
            </a:r>
            <a:r>
              <a:rPr sz="2800" b="1" spc="-40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2800" b="1" spc="35" dirty="0">
                <a:solidFill>
                  <a:srgbClr val="C00000"/>
                </a:solidFill>
                <a:latin typeface="Symbol"/>
                <a:cs typeface="Symbol"/>
              </a:rPr>
              <a:t></a:t>
            </a:r>
            <a:r>
              <a:rPr sz="2800" b="1" spc="30" dirty="0">
                <a:solidFill>
                  <a:srgbClr val="7E4D00"/>
                </a:solidFill>
                <a:latin typeface="华文楷体"/>
                <a:cs typeface="华文楷体"/>
              </a:rPr>
              <a:t>到达时</a:t>
            </a:r>
            <a:r>
              <a:rPr sz="2800" b="1" spc="20" dirty="0">
                <a:solidFill>
                  <a:srgbClr val="7E4D00"/>
                </a:solidFill>
                <a:latin typeface="华文楷体"/>
                <a:cs typeface="华文楷体"/>
              </a:rPr>
              <a:t>接</a:t>
            </a:r>
            <a:r>
              <a:rPr sz="2800" b="1" spc="30" dirty="0">
                <a:solidFill>
                  <a:srgbClr val="7E4D00"/>
                </a:solidFill>
                <a:latin typeface="华文楷体"/>
                <a:cs typeface="华文楷体"/>
              </a:rPr>
              <a:t>收数</a:t>
            </a:r>
            <a:r>
              <a:rPr sz="2800" b="1" spc="55" dirty="0">
                <a:solidFill>
                  <a:srgbClr val="7E4D00"/>
                </a:solidFill>
                <a:latin typeface="华文楷体"/>
                <a:cs typeface="华文楷体"/>
              </a:rPr>
              <a:t>据</a:t>
            </a:r>
            <a:r>
              <a:rPr sz="2800" b="1" spc="25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spc="30" dirty="0">
                <a:solidFill>
                  <a:srgbClr val="7E4D00"/>
                </a:solidFill>
                <a:latin typeface="华文楷体"/>
                <a:cs typeface="华文楷体"/>
              </a:rPr>
              <a:t>到输出</a:t>
            </a:r>
            <a:r>
              <a:rPr sz="2800" b="1" spc="20" dirty="0">
                <a:solidFill>
                  <a:srgbClr val="7E4D00"/>
                </a:solidFill>
                <a:latin typeface="华文楷体"/>
                <a:cs typeface="华文楷体"/>
              </a:rPr>
              <a:t>端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建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立新状态，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需要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传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输时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间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 dirty="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  <a:spcBef>
                <a:spcPts val="2885"/>
              </a:spcBef>
            </a:pPr>
            <a:r>
              <a:rPr sz="2800" b="1" spc="70" dirty="0">
                <a:solidFill>
                  <a:srgbClr val="7E4D00"/>
                </a:solidFill>
                <a:latin typeface="华文楷体"/>
                <a:cs typeface="华文楷体"/>
              </a:rPr>
              <a:t>当输出</a:t>
            </a:r>
            <a:r>
              <a:rPr sz="2800" b="1" spc="60" dirty="0">
                <a:solidFill>
                  <a:srgbClr val="7E4D00"/>
                </a:solidFill>
                <a:latin typeface="华文楷体"/>
                <a:cs typeface="华文楷体"/>
              </a:rPr>
              <a:t>端</a:t>
            </a:r>
            <a:r>
              <a:rPr sz="2800" b="1" spc="70" dirty="0">
                <a:solidFill>
                  <a:srgbClr val="7E4D00"/>
                </a:solidFill>
                <a:latin typeface="华文楷体"/>
                <a:cs typeface="华文楷体"/>
              </a:rPr>
              <a:t>新状态</a:t>
            </a:r>
            <a:r>
              <a:rPr sz="2800" b="1" spc="60" dirty="0">
                <a:solidFill>
                  <a:srgbClr val="7E4D00"/>
                </a:solidFill>
                <a:latin typeface="华文楷体"/>
                <a:cs typeface="华文楷体"/>
              </a:rPr>
              <a:t>建</a:t>
            </a:r>
            <a:r>
              <a:rPr sz="2800" b="1" spc="70" dirty="0">
                <a:solidFill>
                  <a:srgbClr val="7E4D00"/>
                </a:solidFill>
                <a:latin typeface="华文楷体"/>
                <a:cs typeface="华文楷体"/>
              </a:rPr>
              <a:t>立后</a:t>
            </a:r>
            <a:r>
              <a:rPr sz="2800" b="1" spc="65" dirty="0">
                <a:solidFill>
                  <a:srgbClr val="7E4D00"/>
                </a:solidFill>
                <a:latin typeface="华文楷体"/>
                <a:cs typeface="华文楷体"/>
              </a:rPr>
              <a:t>该</a:t>
            </a:r>
            <a:r>
              <a:rPr sz="2800" b="1" spc="20" dirty="0">
                <a:solidFill>
                  <a:srgbClr val="7E4D00"/>
                </a:solidFill>
                <a:latin typeface="华文楷体"/>
                <a:cs typeface="华文楷体"/>
              </a:rPr>
              <a:t>CP</a:t>
            </a:r>
            <a:r>
              <a:rPr sz="2800" b="1" spc="20" dirty="0">
                <a:solidFill>
                  <a:srgbClr val="C00000"/>
                </a:solidFill>
                <a:latin typeface="Symbol"/>
                <a:cs typeface="Symbol"/>
              </a:rPr>
              <a:t></a:t>
            </a:r>
            <a:r>
              <a:rPr sz="2800" b="1" spc="70" dirty="0">
                <a:solidFill>
                  <a:srgbClr val="7E4D00"/>
                </a:solidFill>
                <a:latin typeface="华文楷体"/>
                <a:cs typeface="华文楷体"/>
              </a:rPr>
              <a:t>已</a:t>
            </a:r>
            <a:r>
              <a:rPr sz="2800" b="1" spc="55" dirty="0">
                <a:solidFill>
                  <a:srgbClr val="7E4D00"/>
                </a:solidFill>
                <a:latin typeface="华文楷体"/>
                <a:cs typeface="华文楷体"/>
              </a:rPr>
              <a:t>过</a:t>
            </a:r>
            <a:r>
              <a:rPr sz="2800" b="1" spc="65" dirty="0">
                <a:solidFill>
                  <a:srgbClr val="7E4D00"/>
                </a:solidFill>
                <a:latin typeface="华文楷体"/>
                <a:cs typeface="华文楷体"/>
              </a:rPr>
              <a:t>去</a:t>
            </a:r>
            <a:r>
              <a:rPr sz="2800" b="1" spc="70" dirty="0">
                <a:solidFill>
                  <a:srgbClr val="7E4D00"/>
                </a:solidFill>
                <a:latin typeface="华文楷体"/>
                <a:cs typeface="华文楷体"/>
              </a:rPr>
              <a:t>，待下</a:t>
            </a:r>
            <a:r>
              <a:rPr sz="2800" b="1" spc="60" dirty="0">
                <a:solidFill>
                  <a:srgbClr val="7E4D00"/>
                </a:solidFill>
                <a:latin typeface="华文楷体"/>
                <a:cs typeface="华文楷体"/>
              </a:rPr>
              <a:t>一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个</a:t>
            </a:r>
            <a:endParaRPr sz="2800" dirty="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CP</a:t>
            </a:r>
            <a:r>
              <a:rPr sz="2800" b="1" spc="5" dirty="0">
                <a:solidFill>
                  <a:srgbClr val="C00000"/>
                </a:solidFill>
                <a:latin typeface="Symbol"/>
                <a:cs typeface="Symbol"/>
              </a:rPr>
              <a:t>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到来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才能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移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到下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一</a:t>
            </a:r>
            <a:r>
              <a:rPr sz="2800" b="1" spc="-20" dirty="0">
                <a:solidFill>
                  <a:srgbClr val="7E4D00"/>
                </a:solidFill>
                <a:latin typeface="华文楷体"/>
                <a:cs typeface="华文楷体"/>
              </a:rPr>
              <a:t>位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 dirty="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68044" y="1423542"/>
            <a:ext cx="3079750" cy="3622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功能：</a:t>
            </a:r>
            <a:endParaRPr sz="2800">
              <a:latin typeface="华文楷体"/>
              <a:cs typeface="华文楷体"/>
            </a:endParaRPr>
          </a:p>
          <a:p>
            <a:pPr marL="927100" marR="5080">
              <a:lnSpc>
                <a:spcPct val="185800"/>
              </a:lnSpc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左移、右移； 并行送数；  保持；</a:t>
            </a:r>
            <a:endParaRPr sz="2800">
              <a:latin typeface="华文楷体"/>
              <a:cs typeface="华文楷体"/>
            </a:endParaRPr>
          </a:p>
          <a:p>
            <a:pPr marL="927100">
              <a:lnSpc>
                <a:spcPct val="100000"/>
              </a:lnSpc>
              <a:spcBef>
                <a:spcPts val="2880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异步清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0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42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50120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43604" algn="l"/>
              </a:tabLst>
            </a:pPr>
            <a:r>
              <a:rPr sz="3600" b="1" i="0" dirty="0">
                <a:latin typeface="华文楷体"/>
                <a:cs typeface="华文楷体"/>
              </a:rPr>
              <a:t>双向移</a:t>
            </a:r>
            <a:r>
              <a:rPr sz="3600" b="1" i="0" spc="-5" dirty="0">
                <a:latin typeface="华文楷体"/>
                <a:cs typeface="华文楷体"/>
              </a:rPr>
              <a:t>位寄存器</a:t>
            </a:r>
            <a:r>
              <a:rPr sz="3600" b="1" i="0" dirty="0">
                <a:latin typeface="华文楷体"/>
                <a:cs typeface="华文楷体"/>
              </a:rPr>
              <a:t>	</a:t>
            </a:r>
            <a:r>
              <a:rPr sz="3600" b="1" i="0" spc="5" dirty="0">
                <a:solidFill>
                  <a:srgbClr val="C00000"/>
                </a:solidFill>
                <a:latin typeface="华文楷体"/>
                <a:cs typeface="华文楷体"/>
              </a:rPr>
              <a:t>7</a:t>
            </a:r>
            <a:r>
              <a:rPr sz="3600" b="1" i="0" spc="-5" dirty="0">
                <a:solidFill>
                  <a:srgbClr val="C00000"/>
                </a:solidFill>
                <a:latin typeface="华文楷体"/>
                <a:cs typeface="华文楷体"/>
              </a:rPr>
              <a:t>4LS</a:t>
            </a:r>
            <a:r>
              <a:rPr sz="3600" b="1" i="0" dirty="0">
                <a:solidFill>
                  <a:srgbClr val="C00000"/>
                </a:solidFill>
                <a:latin typeface="华文楷体"/>
                <a:cs typeface="华文楷体"/>
              </a:rPr>
              <a:t>1</a:t>
            </a:r>
            <a:r>
              <a:rPr sz="3600" b="1" i="0" spc="-5" dirty="0">
                <a:solidFill>
                  <a:srgbClr val="C00000"/>
                </a:solidFill>
                <a:latin typeface="华文楷体"/>
                <a:cs typeface="华文楷体"/>
              </a:rPr>
              <a:t>94</a:t>
            </a:r>
            <a:endParaRPr sz="36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68680" y="1267967"/>
            <a:ext cx="8979408" cy="50764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51382" y="4755641"/>
            <a:ext cx="562610" cy="736600"/>
          </a:xfrm>
          <a:custGeom>
            <a:avLst/>
            <a:gdLst/>
            <a:ahLst/>
            <a:cxnLst/>
            <a:rect l="l" t="t" r="r" b="b"/>
            <a:pathLst>
              <a:path w="562610" h="736600">
                <a:moveTo>
                  <a:pt x="0" y="368045"/>
                </a:moveTo>
                <a:lnTo>
                  <a:pt x="3047" y="313645"/>
                </a:lnTo>
                <a:lnTo>
                  <a:pt x="11902" y="261727"/>
                </a:lnTo>
                <a:lnTo>
                  <a:pt x="26128" y="212860"/>
                </a:lnTo>
                <a:lnTo>
                  <a:pt x="45291" y="167614"/>
                </a:lnTo>
                <a:lnTo>
                  <a:pt x="68957" y="126556"/>
                </a:lnTo>
                <a:lnTo>
                  <a:pt x="96692" y="90254"/>
                </a:lnTo>
                <a:lnTo>
                  <a:pt x="128060" y="59279"/>
                </a:lnTo>
                <a:lnTo>
                  <a:pt x="162627" y="34197"/>
                </a:lnTo>
                <a:lnTo>
                  <a:pt x="199958" y="15577"/>
                </a:lnTo>
                <a:lnTo>
                  <a:pt x="239620" y="3989"/>
                </a:lnTo>
                <a:lnTo>
                  <a:pt x="281178" y="0"/>
                </a:lnTo>
                <a:lnTo>
                  <a:pt x="322735" y="3989"/>
                </a:lnTo>
                <a:lnTo>
                  <a:pt x="362397" y="15577"/>
                </a:lnTo>
                <a:lnTo>
                  <a:pt x="399728" y="34197"/>
                </a:lnTo>
                <a:lnTo>
                  <a:pt x="434295" y="59279"/>
                </a:lnTo>
                <a:lnTo>
                  <a:pt x="465663" y="90254"/>
                </a:lnTo>
                <a:lnTo>
                  <a:pt x="493398" y="126556"/>
                </a:lnTo>
                <a:lnTo>
                  <a:pt x="517064" y="167614"/>
                </a:lnTo>
                <a:lnTo>
                  <a:pt x="536227" y="212860"/>
                </a:lnTo>
                <a:lnTo>
                  <a:pt x="550453" y="261727"/>
                </a:lnTo>
                <a:lnTo>
                  <a:pt x="559307" y="313645"/>
                </a:lnTo>
                <a:lnTo>
                  <a:pt x="562356" y="368045"/>
                </a:lnTo>
                <a:lnTo>
                  <a:pt x="559307" y="422446"/>
                </a:lnTo>
                <a:lnTo>
                  <a:pt x="550453" y="474364"/>
                </a:lnTo>
                <a:lnTo>
                  <a:pt x="536227" y="523231"/>
                </a:lnTo>
                <a:lnTo>
                  <a:pt x="517064" y="568477"/>
                </a:lnTo>
                <a:lnTo>
                  <a:pt x="493398" y="609535"/>
                </a:lnTo>
                <a:lnTo>
                  <a:pt x="465663" y="645837"/>
                </a:lnTo>
                <a:lnTo>
                  <a:pt x="434295" y="676812"/>
                </a:lnTo>
                <a:lnTo>
                  <a:pt x="399728" y="701894"/>
                </a:lnTo>
                <a:lnTo>
                  <a:pt x="362397" y="720514"/>
                </a:lnTo>
                <a:lnTo>
                  <a:pt x="322735" y="732102"/>
                </a:lnTo>
                <a:lnTo>
                  <a:pt x="281178" y="736091"/>
                </a:lnTo>
                <a:lnTo>
                  <a:pt x="239620" y="732102"/>
                </a:lnTo>
                <a:lnTo>
                  <a:pt x="199958" y="720514"/>
                </a:lnTo>
                <a:lnTo>
                  <a:pt x="162627" y="701894"/>
                </a:lnTo>
                <a:lnTo>
                  <a:pt x="128060" y="676812"/>
                </a:lnTo>
                <a:lnTo>
                  <a:pt x="96692" y="645837"/>
                </a:lnTo>
                <a:lnTo>
                  <a:pt x="68957" y="609535"/>
                </a:lnTo>
                <a:lnTo>
                  <a:pt x="45291" y="568477"/>
                </a:lnTo>
                <a:lnTo>
                  <a:pt x="26128" y="523231"/>
                </a:lnTo>
                <a:lnTo>
                  <a:pt x="11902" y="474364"/>
                </a:lnTo>
                <a:lnTo>
                  <a:pt x="3048" y="422446"/>
                </a:lnTo>
                <a:lnTo>
                  <a:pt x="0" y="368045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93469" y="5260085"/>
            <a:ext cx="620395" cy="736600"/>
          </a:xfrm>
          <a:custGeom>
            <a:avLst/>
            <a:gdLst/>
            <a:ahLst/>
            <a:cxnLst/>
            <a:rect l="l" t="t" r="r" b="b"/>
            <a:pathLst>
              <a:path w="620394" h="736600">
                <a:moveTo>
                  <a:pt x="0" y="368045"/>
                </a:moveTo>
                <a:lnTo>
                  <a:pt x="2831" y="318091"/>
                </a:lnTo>
                <a:lnTo>
                  <a:pt x="11078" y="270183"/>
                </a:lnTo>
                <a:lnTo>
                  <a:pt x="24371" y="224760"/>
                </a:lnTo>
                <a:lnTo>
                  <a:pt x="42341" y="182259"/>
                </a:lnTo>
                <a:lnTo>
                  <a:pt x="64619" y="143118"/>
                </a:lnTo>
                <a:lnTo>
                  <a:pt x="90835" y="107775"/>
                </a:lnTo>
                <a:lnTo>
                  <a:pt x="120619" y="76668"/>
                </a:lnTo>
                <a:lnTo>
                  <a:pt x="153602" y="50235"/>
                </a:lnTo>
                <a:lnTo>
                  <a:pt x="189414" y="28914"/>
                </a:lnTo>
                <a:lnTo>
                  <a:pt x="227687" y="13142"/>
                </a:lnTo>
                <a:lnTo>
                  <a:pt x="268050" y="3358"/>
                </a:lnTo>
                <a:lnTo>
                  <a:pt x="310134" y="0"/>
                </a:lnTo>
                <a:lnTo>
                  <a:pt x="352225" y="3358"/>
                </a:lnTo>
                <a:lnTo>
                  <a:pt x="392594" y="13142"/>
                </a:lnTo>
                <a:lnTo>
                  <a:pt x="430869" y="28914"/>
                </a:lnTo>
                <a:lnTo>
                  <a:pt x="466682" y="50235"/>
                </a:lnTo>
                <a:lnTo>
                  <a:pt x="499664" y="76668"/>
                </a:lnTo>
                <a:lnTo>
                  <a:pt x="529447" y="107775"/>
                </a:lnTo>
                <a:lnTo>
                  <a:pt x="555660" y="143118"/>
                </a:lnTo>
                <a:lnTo>
                  <a:pt x="577934" y="182259"/>
                </a:lnTo>
                <a:lnTo>
                  <a:pt x="595901" y="224760"/>
                </a:lnTo>
                <a:lnTo>
                  <a:pt x="609192" y="270183"/>
                </a:lnTo>
                <a:lnTo>
                  <a:pt x="617437" y="318091"/>
                </a:lnTo>
                <a:lnTo>
                  <a:pt x="620268" y="368045"/>
                </a:lnTo>
                <a:lnTo>
                  <a:pt x="617437" y="417987"/>
                </a:lnTo>
                <a:lnTo>
                  <a:pt x="609192" y="465886"/>
                </a:lnTo>
                <a:lnTo>
                  <a:pt x="595901" y="511304"/>
                </a:lnTo>
                <a:lnTo>
                  <a:pt x="577934" y="553804"/>
                </a:lnTo>
                <a:lnTo>
                  <a:pt x="555660" y="592946"/>
                </a:lnTo>
                <a:lnTo>
                  <a:pt x="529447" y="628292"/>
                </a:lnTo>
                <a:lnTo>
                  <a:pt x="499664" y="659404"/>
                </a:lnTo>
                <a:lnTo>
                  <a:pt x="466682" y="685842"/>
                </a:lnTo>
                <a:lnTo>
                  <a:pt x="430869" y="707168"/>
                </a:lnTo>
                <a:lnTo>
                  <a:pt x="392594" y="722944"/>
                </a:lnTo>
                <a:lnTo>
                  <a:pt x="352225" y="732732"/>
                </a:lnTo>
                <a:lnTo>
                  <a:pt x="310134" y="736091"/>
                </a:lnTo>
                <a:lnTo>
                  <a:pt x="268050" y="732732"/>
                </a:lnTo>
                <a:lnTo>
                  <a:pt x="227687" y="722944"/>
                </a:lnTo>
                <a:lnTo>
                  <a:pt x="189414" y="707168"/>
                </a:lnTo>
                <a:lnTo>
                  <a:pt x="153602" y="685842"/>
                </a:lnTo>
                <a:lnTo>
                  <a:pt x="120619" y="659404"/>
                </a:lnTo>
                <a:lnTo>
                  <a:pt x="90835" y="628292"/>
                </a:lnTo>
                <a:lnTo>
                  <a:pt x="64619" y="592946"/>
                </a:lnTo>
                <a:lnTo>
                  <a:pt x="42341" y="553804"/>
                </a:lnTo>
                <a:lnTo>
                  <a:pt x="24371" y="511304"/>
                </a:lnTo>
                <a:lnTo>
                  <a:pt x="11078" y="465886"/>
                </a:lnTo>
                <a:lnTo>
                  <a:pt x="2831" y="417987"/>
                </a:lnTo>
                <a:lnTo>
                  <a:pt x="0" y="368045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06217" y="1367789"/>
            <a:ext cx="6219825" cy="736600"/>
          </a:xfrm>
          <a:custGeom>
            <a:avLst/>
            <a:gdLst/>
            <a:ahLst/>
            <a:cxnLst/>
            <a:rect l="l" t="t" r="r" b="b"/>
            <a:pathLst>
              <a:path w="6219825" h="736600">
                <a:moveTo>
                  <a:pt x="0" y="368046"/>
                </a:moveTo>
                <a:lnTo>
                  <a:pt x="15569" y="330976"/>
                </a:lnTo>
                <a:lnTo>
                  <a:pt x="47109" y="303856"/>
                </a:lnTo>
                <a:lnTo>
                  <a:pt x="94975" y="277403"/>
                </a:lnTo>
                <a:lnTo>
                  <a:pt x="135645" y="260175"/>
                </a:lnTo>
                <a:lnTo>
                  <a:pt x="183105" y="243298"/>
                </a:lnTo>
                <a:lnTo>
                  <a:pt x="237168" y="226795"/>
                </a:lnTo>
                <a:lnTo>
                  <a:pt x="297648" y="210688"/>
                </a:lnTo>
                <a:lnTo>
                  <a:pt x="364358" y="194998"/>
                </a:lnTo>
                <a:lnTo>
                  <a:pt x="437112" y="179748"/>
                </a:lnTo>
                <a:lnTo>
                  <a:pt x="475697" y="172295"/>
                </a:lnTo>
                <a:lnTo>
                  <a:pt x="515723" y="164960"/>
                </a:lnTo>
                <a:lnTo>
                  <a:pt x="557166" y="157746"/>
                </a:lnTo>
                <a:lnTo>
                  <a:pt x="600004" y="150656"/>
                </a:lnTo>
                <a:lnTo>
                  <a:pt x="644213" y="143692"/>
                </a:lnTo>
                <a:lnTo>
                  <a:pt x="689770" y="136858"/>
                </a:lnTo>
                <a:lnTo>
                  <a:pt x="736651" y="130155"/>
                </a:lnTo>
                <a:lnTo>
                  <a:pt x="784833" y="123587"/>
                </a:lnTo>
                <a:lnTo>
                  <a:pt x="834293" y="117157"/>
                </a:lnTo>
                <a:lnTo>
                  <a:pt x="885007" y="110867"/>
                </a:lnTo>
                <a:lnTo>
                  <a:pt x="936953" y="104719"/>
                </a:lnTo>
                <a:lnTo>
                  <a:pt x="990106" y="98718"/>
                </a:lnTo>
                <a:lnTo>
                  <a:pt x="1044444" y="92865"/>
                </a:lnTo>
                <a:lnTo>
                  <a:pt x="1099943" y="87163"/>
                </a:lnTo>
                <a:lnTo>
                  <a:pt x="1156580" y="81616"/>
                </a:lnTo>
                <a:lnTo>
                  <a:pt x="1214331" y="76225"/>
                </a:lnTo>
                <a:lnTo>
                  <a:pt x="1273173" y="70994"/>
                </a:lnTo>
                <a:lnTo>
                  <a:pt x="1333084" y="65924"/>
                </a:lnTo>
                <a:lnTo>
                  <a:pt x="1394039" y="61020"/>
                </a:lnTo>
                <a:lnTo>
                  <a:pt x="1456015" y="56284"/>
                </a:lnTo>
                <a:lnTo>
                  <a:pt x="1518990" y="51719"/>
                </a:lnTo>
                <a:lnTo>
                  <a:pt x="1582939" y="47326"/>
                </a:lnTo>
                <a:lnTo>
                  <a:pt x="1647839" y="43110"/>
                </a:lnTo>
                <a:lnTo>
                  <a:pt x="1713668" y="39072"/>
                </a:lnTo>
                <a:lnTo>
                  <a:pt x="1780401" y="35216"/>
                </a:lnTo>
                <a:lnTo>
                  <a:pt x="1848015" y="31545"/>
                </a:lnTo>
                <a:lnTo>
                  <a:pt x="1916488" y="28060"/>
                </a:lnTo>
                <a:lnTo>
                  <a:pt x="1985795" y="24766"/>
                </a:lnTo>
                <a:lnTo>
                  <a:pt x="2055914" y="21664"/>
                </a:lnTo>
                <a:lnTo>
                  <a:pt x="2126821" y="18757"/>
                </a:lnTo>
                <a:lnTo>
                  <a:pt x="2198492" y="16048"/>
                </a:lnTo>
                <a:lnTo>
                  <a:pt x="2270906" y="13540"/>
                </a:lnTo>
                <a:lnTo>
                  <a:pt x="2344037" y="11236"/>
                </a:lnTo>
                <a:lnTo>
                  <a:pt x="2417863" y="9139"/>
                </a:lnTo>
                <a:lnTo>
                  <a:pt x="2492361" y="7250"/>
                </a:lnTo>
                <a:lnTo>
                  <a:pt x="2567507" y="5573"/>
                </a:lnTo>
                <a:lnTo>
                  <a:pt x="2643278" y="4111"/>
                </a:lnTo>
                <a:lnTo>
                  <a:pt x="2719651" y="2866"/>
                </a:lnTo>
                <a:lnTo>
                  <a:pt x="2796602" y="1841"/>
                </a:lnTo>
                <a:lnTo>
                  <a:pt x="2874107" y="1040"/>
                </a:lnTo>
                <a:lnTo>
                  <a:pt x="2952145" y="464"/>
                </a:lnTo>
                <a:lnTo>
                  <a:pt x="3030691" y="116"/>
                </a:lnTo>
                <a:lnTo>
                  <a:pt x="3109722" y="0"/>
                </a:lnTo>
                <a:lnTo>
                  <a:pt x="3188752" y="116"/>
                </a:lnTo>
                <a:lnTo>
                  <a:pt x="3267298" y="464"/>
                </a:lnTo>
                <a:lnTo>
                  <a:pt x="3345336" y="1040"/>
                </a:lnTo>
                <a:lnTo>
                  <a:pt x="3422841" y="1841"/>
                </a:lnTo>
                <a:lnTo>
                  <a:pt x="3499792" y="2866"/>
                </a:lnTo>
                <a:lnTo>
                  <a:pt x="3576165" y="4111"/>
                </a:lnTo>
                <a:lnTo>
                  <a:pt x="3651936" y="5573"/>
                </a:lnTo>
                <a:lnTo>
                  <a:pt x="3727082" y="7250"/>
                </a:lnTo>
                <a:lnTo>
                  <a:pt x="3801580" y="9139"/>
                </a:lnTo>
                <a:lnTo>
                  <a:pt x="3875406" y="11236"/>
                </a:lnTo>
                <a:lnTo>
                  <a:pt x="3948537" y="13540"/>
                </a:lnTo>
                <a:lnTo>
                  <a:pt x="4020951" y="16048"/>
                </a:lnTo>
                <a:lnTo>
                  <a:pt x="4092622" y="18757"/>
                </a:lnTo>
                <a:lnTo>
                  <a:pt x="4163529" y="21664"/>
                </a:lnTo>
                <a:lnTo>
                  <a:pt x="4233648" y="24766"/>
                </a:lnTo>
                <a:lnTo>
                  <a:pt x="4302955" y="28060"/>
                </a:lnTo>
                <a:lnTo>
                  <a:pt x="4371428" y="31545"/>
                </a:lnTo>
                <a:lnTo>
                  <a:pt x="4439042" y="35216"/>
                </a:lnTo>
                <a:lnTo>
                  <a:pt x="4505775" y="39072"/>
                </a:lnTo>
                <a:lnTo>
                  <a:pt x="4571604" y="43110"/>
                </a:lnTo>
                <a:lnTo>
                  <a:pt x="4636504" y="47326"/>
                </a:lnTo>
                <a:lnTo>
                  <a:pt x="4700453" y="51719"/>
                </a:lnTo>
                <a:lnTo>
                  <a:pt x="4763428" y="56284"/>
                </a:lnTo>
                <a:lnTo>
                  <a:pt x="4825404" y="61020"/>
                </a:lnTo>
                <a:lnTo>
                  <a:pt x="4886359" y="65924"/>
                </a:lnTo>
                <a:lnTo>
                  <a:pt x="4946270" y="70994"/>
                </a:lnTo>
                <a:lnTo>
                  <a:pt x="5005112" y="76225"/>
                </a:lnTo>
                <a:lnTo>
                  <a:pt x="5062863" y="81616"/>
                </a:lnTo>
                <a:lnTo>
                  <a:pt x="5119500" y="87163"/>
                </a:lnTo>
                <a:lnTo>
                  <a:pt x="5174999" y="92865"/>
                </a:lnTo>
                <a:lnTo>
                  <a:pt x="5229337" y="98718"/>
                </a:lnTo>
                <a:lnTo>
                  <a:pt x="5282490" y="104719"/>
                </a:lnTo>
                <a:lnTo>
                  <a:pt x="5334436" y="110867"/>
                </a:lnTo>
                <a:lnTo>
                  <a:pt x="5385150" y="117157"/>
                </a:lnTo>
                <a:lnTo>
                  <a:pt x="5434610" y="123587"/>
                </a:lnTo>
                <a:lnTo>
                  <a:pt x="5482792" y="130155"/>
                </a:lnTo>
                <a:lnTo>
                  <a:pt x="5529673" y="136858"/>
                </a:lnTo>
                <a:lnTo>
                  <a:pt x="5575230" y="143692"/>
                </a:lnTo>
                <a:lnTo>
                  <a:pt x="5619439" y="150656"/>
                </a:lnTo>
                <a:lnTo>
                  <a:pt x="5662277" y="157746"/>
                </a:lnTo>
                <a:lnTo>
                  <a:pt x="5703720" y="164960"/>
                </a:lnTo>
                <a:lnTo>
                  <a:pt x="5743746" y="172295"/>
                </a:lnTo>
                <a:lnTo>
                  <a:pt x="5782331" y="179748"/>
                </a:lnTo>
                <a:lnTo>
                  <a:pt x="5855085" y="194998"/>
                </a:lnTo>
                <a:lnTo>
                  <a:pt x="5921795" y="210688"/>
                </a:lnTo>
                <a:lnTo>
                  <a:pt x="5982275" y="226795"/>
                </a:lnTo>
                <a:lnTo>
                  <a:pt x="6036338" y="243298"/>
                </a:lnTo>
                <a:lnTo>
                  <a:pt x="6083798" y="260175"/>
                </a:lnTo>
                <a:lnTo>
                  <a:pt x="6124468" y="277403"/>
                </a:lnTo>
                <a:lnTo>
                  <a:pt x="6172334" y="303856"/>
                </a:lnTo>
                <a:lnTo>
                  <a:pt x="6203874" y="330976"/>
                </a:lnTo>
                <a:lnTo>
                  <a:pt x="6219443" y="368046"/>
                </a:lnTo>
                <a:lnTo>
                  <a:pt x="6218459" y="377402"/>
                </a:lnTo>
                <a:lnTo>
                  <a:pt x="6195214" y="414224"/>
                </a:lnTo>
                <a:lnTo>
                  <a:pt x="6158162" y="441130"/>
                </a:lnTo>
                <a:lnTo>
                  <a:pt x="6104993" y="467345"/>
                </a:lnTo>
                <a:lnTo>
                  <a:pt x="6060905" y="484400"/>
                </a:lnTo>
                <a:lnTo>
                  <a:pt x="6010120" y="501092"/>
                </a:lnTo>
                <a:lnTo>
                  <a:pt x="5952825" y="517400"/>
                </a:lnTo>
                <a:lnTo>
                  <a:pt x="5889207" y="533301"/>
                </a:lnTo>
                <a:lnTo>
                  <a:pt x="5819452" y="548774"/>
                </a:lnTo>
                <a:lnTo>
                  <a:pt x="5743746" y="563796"/>
                </a:lnTo>
                <a:lnTo>
                  <a:pt x="5703720" y="571131"/>
                </a:lnTo>
                <a:lnTo>
                  <a:pt x="5662277" y="578345"/>
                </a:lnTo>
                <a:lnTo>
                  <a:pt x="5619439" y="585435"/>
                </a:lnTo>
                <a:lnTo>
                  <a:pt x="5575230" y="592399"/>
                </a:lnTo>
                <a:lnTo>
                  <a:pt x="5529673" y="599233"/>
                </a:lnTo>
                <a:lnTo>
                  <a:pt x="5482792" y="605936"/>
                </a:lnTo>
                <a:lnTo>
                  <a:pt x="5434610" y="612504"/>
                </a:lnTo>
                <a:lnTo>
                  <a:pt x="5385150" y="618934"/>
                </a:lnTo>
                <a:lnTo>
                  <a:pt x="5334436" y="625224"/>
                </a:lnTo>
                <a:lnTo>
                  <a:pt x="5282490" y="631372"/>
                </a:lnTo>
                <a:lnTo>
                  <a:pt x="5229337" y="637373"/>
                </a:lnTo>
                <a:lnTo>
                  <a:pt x="5174999" y="643226"/>
                </a:lnTo>
                <a:lnTo>
                  <a:pt x="5119500" y="648928"/>
                </a:lnTo>
                <a:lnTo>
                  <a:pt x="5062863" y="654475"/>
                </a:lnTo>
                <a:lnTo>
                  <a:pt x="5005112" y="659866"/>
                </a:lnTo>
                <a:lnTo>
                  <a:pt x="4946270" y="665097"/>
                </a:lnTo>
                <a:lnTo>
                  <a:pt x="4886359" y="670167"/>
                </a:lnTo>
                <a:lnTo>
                  <a:pt x="4825404" y="675071"/>
                </a:lnTo>
                <a:lnTo>
                  <a:pt x="4763428" y="679807"/>
                </a:lnTo>
                <a:lnTo>
                  <a:pt x="4700453" y="684372"/>
                </a:lnTo>
                <a:lnTo>
                  <a:pt x="4636504" y="688765"/>
                </a:lnTo>
                <a:lnTo>
                  <a:pt x="4571604" y="692981"/>
                </a:lnTo>
                <a:lnTo>
                  <a:pt x="4505775" y="697019"/>
                </a:lnTo>
                <a:lnTo>
                  <a:pt x="4439042" y="700875"/>
                </a:lnTo>
                <a:lnTo>
                  <a:pt x="4371428" y="704546"/>
                </a:lnTo>
                <a:lnTo>
                  <a:pt x="4302955" y="708031"/>
                </a:lnTo>
                <a:lnTo>
                  <a:pt x="4233648" y="711325"/>
                </a:lnTo>
                <a:lnTo>
                  <a:pt x="4163529" y="714427"/>
                </a:lnTo>
                <a:lnTo>
                  <a:pt x="4092622" y="717334"/>
                </a:lnTo>
                <a:lnTo>
                  <a:pt x="4020951" y="720043"/>
                </a:lnTo>
                <a:lnTo>
                  <a:pt x="3948537" y="722551"/>
                </a:lnTo>
                <a:lnTo>
                  <a:pt x="3875406" y="724855"/>
                </a:lnTo>
                <a:lnTo>
                  <a:pt x="3801580" y="726952"/>
                </a:lnTo>
                <a:lnTo>
                  <a:pt x="3727082" y="728841"/>
                </a:lnTo>
                <a:lnTo>
                  <a:pt x="3651936" y="730518"/>
                </a:lnTo>
                <a:lnTo>
                  <a:pt x="3576165" y="731980"/>
                </a:lnTo>
                <a:lnTo>
                  <a:pt x="3499792" y="733225"/>
                </a:lnTo>
                <a:lnTo>
                  <a:pt x="3422841" y="734250"/>
                </a:lnTo>
                <a:lnTo>
                  <a:pt x="3345336" y="735051"/>
                </a:lnTo>
                <a:lnTo>
                  <a:pt x="3267298" y="735627"/>
                </a:lnTo>
                <a:lnTo>
                  <a:pt x="3188752" y="735975"/>
                </a:lnTo>
                <a:lnTo>
                  <a:pt x="3109722" y="736092"/>
                </a:lnTo>
                <a:lnTo>
                  <a:pt x="3030691" y="735975"/>
                </a:lnTo>
                <a:lnTo>
                  <a:pt x="2952145" y="735627"/>
                </a:lnTo>
                <a:lnTo>
                  <a:pt x="2874107" y="735051"/>
                </a:lnTo>
                <a:lnTo>
                  <a:pt x="2796602" y="734250"/>
                </a:lnTo>
                <a:lnTo>
                  <a:pt x="2719651" y="733225"/>
                </a:lnTo>
                <a:lnTo>
                  <a:pt x="2643278" y="731980"/>
                </a:lnTo>
                <a:lnTo>
                  <a:pt x="2567507" y="730518"/>
                </a:lnTo>
                <a:lnTo>
                  <a:pt x="2492361" y="728841"/>
                </a:lnTo>
                <a:lnTo>
                  <a:pt x="2417863" y="726952"/>
                </a:lnTo>
                <a:lnTo>
                  <a:pt x="2344037" y="724855"/>
                </a:lnTo>
                <a:lnTo>
                  <a:pt x="2270906" y="722551"/>
                </a:lnTo>
                <a:lnTo>
                  <a:pt x="2198492" y="720043"/>
                </a:lnTo>
                <a:lnTo>
                  <a:pt x="2126821" y="717334"/>
                </a:lnTo>
                <a:lnTo>
                  <a:pt x="2055914" y="714427"/>
                </a:lnTo>
                <a:lnTo>
                  <a:pt x="1985795" y="711325"/>
                </a:lnTo>
                <a:lnTo>
                  <a:pt x="1916488" y="708031"/>
                </a:lnTo>
                <a:lnTo>
                  <a:pt x="1848015" y="704546"/>
                </a:lnTo>
                <a:lnTo>
                  <a:pt x="1780401" y="700875"/>
                </a:lnTo>
                <a:lnTo>
                  <a:pt x="1713668" y="697019"/>
                </a:lnTo>
                <a:lnTo>
                  <a:pt x="1647839" y="692981"/>
                </a:lnTo>
                <a:lnTo>
                  <a:pt x="1582939" y="688765"/>
                </a:lnTo>
                <a:lnTo>
                  <a:pt x="1518990" y="684372"/>
                </a:lnTo>
                <a:lnTo>
                  <a:pt x="1456015" y="679807"/>
                </a:lnTo>
                <a:lnTo>
                  <a:pt x="1394039" y="675071"/>
                </a:lnTo>
                <a:lnTo>
                  <a:pt x="1333084" y="670167"/>
                </a:lnTo>
                <a:lnTo>
                  <a:pt x="1273173" y="665097"/>
                </a:lnTo>
                <a:lnTo>
                  <a:pt x="1214331" y="659866"/>
                </a:lnTo>
                <a:lnTo>
                  <a:pt x="1156580" y="654475"/>
                </a:lnTo>
                <a:lnTo>
                  <a:pt x="1099943" y="648928"/>
                </a:lnTo>
                <a:lnTo>
                  <a:pt x="1044444" y="643226"/>
                </a:lnTo>
                <a:lnTo>
                  <a:pt x="990106" y="637373"/>
                </a:lnTo>
                <a:lnTo>
                  <a:pt x="936953" y="631372"/>
                </a:lnTo>
                <a:lnTo>
                  <a:pt x="885007" y="625224"/>
                </a:lnTo>
                <a:lnTo>
                  <a:pt x="834293" y="618934"/>
                </a:lnTo>
                <a:lnTo>
                  <a:pt x="784833" y="612504"/>
                </a:lnTo>
                <a:lnTo>
                  <a:pt x="736651" y="605936"/>
                </a:lnTo>
                <a:lnTo>
                  <a:pt x="689770" y="599233"/>
                </a:lnTo>
                <a:lnTo>
                  <a:pt x="644213" y="592399"/>
                </a:lnTo>
                <a:lnTo>
                  <a:pt x="600004" y="585435"/>
                </a:lnTo>
                <a:lnTo>
                  <a:pt x="557166" y="578345"/>
                </a:lnTo>
                <a:lnTo>
                  <a:pt x="515723" y="571131"/>
                </a:lnTo>
                <a:lnTo>
                  <a:pt x="475697" y="563796"/>
                </a:lnTo>
                <a:lnTo>
                  <a:pt x="437112" y="556343"/>
                </a:lnTo>
                <a:lnTo>
                  <a:pt x="364358" y="541093"/>
                </a:lnTo>
                <a:lnTo>
                  <a:pt x="297648" y="525403"/>
                </a:lnTo>
                <a:lnTo>
                  <a:pt x="237168" y="509296"/>
                </a:lnTo>
                <a:lnTo>
                  <a:pt x="183105" y="492793"/>
                </a:lnTo>
                <a:lnTo>
                  <a:pt x="135645" y="475916"/>
                </a:lnTo>
                <a:lnTo>
                  <a:pt x="94975" y="458688"/>
                </a:lnTo>
                <a:lnTo>
                  <a:pt x="47109" y="432235"/>
                </a:lnTo>
                <a:lnTo>
                  <a:pt x="15569" y="405115"/>
                </a:lnTo>
                <a:lnTo>
                  <a:pt x="0" y="368046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65753" y="5368290"/>
            <a:ext cx="6125210" cy="736600"/>
          </a:xfrm>
          <a:custGeom>
            <a:avLst/>
            <a:gdLst/>
            <a:ahLst/>
            <a:cxnLst/>
            <a:rect l="l" t="t" r="r" b="b"/>
            <a:pathLst>
              <a:path w="6125209" h="736600">
                <a:moveTo>
                  <a:pt x="0" y="368046"/>
                </a:moveTo>
                <a:lnTo>
                  <a:pt x="15810" y="330405"/>
                </a:lnTo>
                <a:lnTo>
                  <a:pt x="47831" y="302879"/>
                </a:lnTo>
                <a:lnTo>
                  <a:pt x="96413" y="276045"/>
                </a:lnTo>
                <a:lnTo>
                  <a:pt x="137680" y="258577"/>
                </a:lnTo>
                <a:lnTo>
                  <a:pt x="185827" y="241475"/>
                </a:lnTo>
                <a:lnTo>
                  <a:pt x="240661" y="224760"/>
                </a:lnTo>
                <a:lnTo>
                  <a:pt x="301989" y="208456"/>
                </a:lnTo>
                <a:lnTo>
                  <a:pt x="369619" y="192586"/>
                </a:lnTo>
                <a:lnTo>
                  <a:pt x="443359" y="177173"/>
                </a:lnTo>
                <a:lnTo>
                  <a:pt x="482460" y="169646"/>
                </a:lnTo>
                <a:lnTo>
                  <a:pt x="523016" y="162241"/>
                </a:lnTo>
                <a:lnTo>
                  <a:pt x="565003" y="154962"/>
                </a:lnTo>
                <a:lnTo>
                  <a:pt x="608398" y="147812"/>
                </a:lnTo>
                <a:lnTo>
                  <a:pt x="653175" y="140793"/>
                </a:lnTo>
                <a:lnTo>
                  <a:pt x="699312" y="133909"/>
                </a:lnTo>
                <a:lnTo>
                  <a:pt x="746784" y="127162"/>
                </a:lnTo>
                <a:lnTo>
                  <a:pt x="795567" y="120556"/>
                </a:lnTo>
                <a:lnTo>
                  <a:pt x="845636" y="114092"/>
                </a:lnTo>
                <a:lnTo>
                  <a:pt x="896969" y="107775"/>
                </a:lnTo>
                <a:lnTo>
                  <a:pt x="949540" y="101606"/>
                </a:lnTo>
                <a:lnTo>
                  <a:pt x="1003326" y="95590"/>
                </a:lnTo>
                <a:lnTo>
                  <a:pt x="1058303" y="89728"/>
                </a:lnTo>
                <a:lnTo>
                  <a:pt x="1114446" y="84024"/>
                </a:lnTo>
                <a:lnTo>
                  <a:pt x="1171732" y="78480"/>
                </a:lnTo>
                <a:lnTo>
                  <a:pt x="1230137" y="73099"/>
                </a:lnTo>
                <a:lnTo>
                  <a:pt x="1289636" y="67885"/>
                </a:lnTo>
                <a:lnTo>
                  <a:pt x="1350205" y="62840"/>
                </a:lnTo>
                <a:lnTo>
                  <a:pt x="1411821" y="57967"/>
                </a:lnTo>
                <a:lnTo>
                  <a:pt x="1474460" y="53269"/>
                </a:lnTo>
                <a:lnTo>
                  <a:pt x="1538096" y="48748"/>
                </a:lnTo>
                <a:lnTo>
                  <a:pt x="1602707" y="44408"/>
                </a:lnTo>
                <a:lnTo>
                  <a:pt x="1668268" y="40252"/>
                </a:lnTo>
                <a:lnTo>
                  <a:pt x="1734755" y="36282"/>
                </a:lnTo>
                <a:lnTo>
                  <a:pt x="1802145" y="32502"/>
                </a:lnTo>
                <a:lnTo>
                  <a:pt x="1870412" y="28914"/>
                </a:lnTo>
                <a:lnTo>
                  <a:pt x="1939533" y="25521"/>
                </a:lnTo>
                <a:lnTo>
                  <a:pt x="2009484" y="22326"/>
                </a:lnTo>
                <a:lnTo>
                  <a:pt x="2080242" y="19331"/>
                </a:lnTo>
                <a:lnTo>
                  <a:pt x="2151781" y="16541"/>
                </a:lnTo>
                <a:lnTo>
                  <a:pt x="2224077" y="13957"/>
                </a:lnTo>
                <a:lnTo>
                  <a:pt x="2297108" y="11583"/>
                </a:lnTo>
                <a:lnTo>
                  <a:pt x="2370848" y="9421"/>
                </a:lnTo>
                <a:lnTo>
                  <a:pt x="2445274" y="7474"/>
                </a:lnTo>
                <a:lnTo>
                  <a:pt x="2520361" y="5746"/>
                </a:lnTo>
                <a:lnTo>
                  <a:pt x="2596086" y="4239"/>
                </a:lnTo>
                <a:lnTo>
                  <a:pt x="2672425" y="2955"/>
                </a:lnTo>
                <a:lnTo>
                  <a:pt x="2749353" y="1899"/>
                </a:lnTo>
                <a:lnTo>
                  <a:pt x="2826846" y="1072"/>
                </a:lnTo>
                <a:lnTo>
                  <a:pt x="2904880" y="478"/>
                </a:lnTo>
                <a:lnTo>
                  <a:pt x="2983432" y="120"/>
                </a:lnTo>
                <a:lnTo>
                  <a:pt x="3062478" y="0"/>
                </a:lnTo>
                <a:lnTo>
                  <a:pt x="3141523" y="120"/>
                </a:lnTo>
                <a:lnTo>
                  <a:pt x="3220075" y="478"/>
                </a:lnTo>
                <a:lnTo>
                  <a:pt x="3298109" y="1072"/>
                </a:lnTo>
                <a:lnTo>
                  <a:pt x="3375602" y="1899"/>
                </a:lnTo>
                <a:lnTo>
                  <a:pt x="3452530" y="2955"/>
                </a:lnTo>
                <a:lnTo>
                  <a:pt x="3528869" y="4239"/>
                </a:lnTo>
                <a:lnTo>
                  <a:pt x="3604594" y="5746"/>
                </a:lnTo>
                <a:lnTo>
                  <a:pt x="3679681" y="7474"/>
                </a:lnTo>
                <a:lnTo>
                  <a:pt x="3754107" y="9421"/>
                </a:lnTo>
                <a:lnTo>
                  <a:pt x="3827847" y="11583"/>
                </a:lnTo>
                <a:lnTo>
                  <a:pt x="3900878" y="13957"/>
                </a:lnTo>
                <a:lnTo>
                  <a:pt x="3973174" y="16541"/>
                </a:lnTo>
                <a:lnTo>
                  <a:pt x="4044713" y="19331"/>
                </a:lnTo>
                <a:lnTo>
                  <a:pt x="4115471" y="22326"/>
                </a:lnTo>
                <a:lnTo>
                  <a:pt x="4185422" y="25521"/>
                </a:lnTo>
                <a:lnTo>
                  <a:pt x="4254543" y="28914"/>
                </a:lnTo>
                <a:lnTo>
                  <a:pt x="4322810" y="32502"/>
                </a:lnTo>
                <a:lnTo>
                  <a:pt x="4390200" y="36282"/>
                </a:lnTo>
                <a:lnTo>
                  <a:pt x="4456687" y="40252"/>
                </a:lnTo>
                <a:lnTo>
                  <a:pt x="4522248" y="44408"/>
                </a:lnTo>
                <a:lnTo>
                  <a:pt x="4586859" y="48748"/>
                </a:lnTo>
                <a:lnTo>
                  <a:pt x="4650495" y="53269"/>
                </a:lnTo>
                <a:lnTo>
                  <a:pt x="4713134" y="57967"/>
                </a:lnTo>
                <a:lnTo>
                  <a:pt x="4774750" y="62840"/>
                </a:lnTo>
                <a:lnTo>
                  <a:pt x="4835319" y="67885"/>
                </a:lnTo>
                <a:lnTo>
                  <a:pt x="4894818" y="73099"/>
                </a:lnTo>
                <a:lnTo>
                  <a:pt x="4953223" y="78480"/>
                </a:lnTo>
                <a:lnTo>
                  <a:pt x="5010509" y="84024"/>
                </a:lnTo>
                <a:lnTo>
                  <a:pt x="5066652" y="89728"/>
                </a:lnTo>
                <a:lnTo>
                  <a:pt x="5121629" y="95590"/>
                </a:lnTo>
                <a:lnTo>
                  <a:pt x="5175415" y="101606"/>
                </a:lnTo>
                <a:lnTo>
                  <a:pt x="5227986" y="107775"/>
                </a:lnTo>
                <a:lnTo>
                  <a:pt x="5279319" y="114092"/>
                </a:lnTo>
                <a:lnTo>
                  <a:pt x="5329388" y="120556"/>
                </a:lnTo>
                <a:lnTo>
                  <a:pt x="5378171" y="127162"/>
                </a:lnTo>
                <a:lnTo>
                  <a:pt x="5425643" y="133909"/>
                </a:lnTo>
                <a:lnTo>
                  <a:pt x="5471780" y="140793"/>
                </a:lnTo>
                <a:lnTo>
                  <a:pt x="5516557" y="147812"/>
                </a:lnTo>
                <a:lnTo>
                  <a:pt x="5559952" y="154962"/>
                </a:lnTo>
                <a:lnTo>
                  <a:pt x="5601939" y="162241"/>
                </a:lnTo>
                <a:lnTo>
                  <a:pt x="5642495" y="169646"/>
                </a:lnTo>
                <a:lnTo>
                  <a:pt x="5681596" y="177173"/>
                </a:lnTo>
                <a:lnTo>
                  <a:pt x="5719218" y="184821"/>
                </a:lnTo>
                <a:lnTo>
                  <a:pt x="5789927" y="200465"/>
                </a:lnTo>
                <a:lnTo>
                  <a:pt x="5854430" y="216555"/>
                </a:lnTo>
                <a:lnTo>
                  <a:pt x="5912535" y="233067"/>
                </a:lnTo>
                <a:lnTo>
                  <a:pt x="5964049" y="249979"/>
                </a:lnTo>
                <a:lnTo>
                  <a:pt x="6008780" y="267267"/>
                </a:lnTo>
                <a:lnTo>
                  <a:pt x="6046536" y="284908"/>
                </a:lnTo>
                <a:lnTo>
                  <a:pt x="6089669" y="311982"/>
                </a:lnTo>
                <a:lnTo>
                  <a:pt x="6116026" y="339720"/>
                </a:lnTo>
                <a:lnTo>
                  <a:pt x="6124956" y="368046"/>
                </a:lnTo>
                <a:lnTo>
                  <a:pt x="6123955" y="377545"/>
                </a:lnTo>
                <a:lnTo>
                  <a:pt x="6100351" y="414921"/>
                </a:lnTo>
                <a:lnTo>
                  <a:pt x="6062738" y="442219"/>
                </a:lnTo>
                <a:lnTo>
                  <a:pt x="6028542" y="460025"/>
                </a:lnTo>
                <a:lnTo>
                  <a:pt x="5987275" y="477490"/>
                </a:lnTo>
                <a:lnTo>
                  <a:pt x="5939128" y="494591"/>
                </a:lnTo>
                <a:lnTo>
                  <a:pt x="5884294" y="511304"/>
                </a:lnTo>
                <a:lnTo>
                  <a:pt x="5822966" y="527607"/>
                </a:lnTo>
                <a:lnTo>
                  <a:pt x="5755336" y="543477"/>
                </a:lnTo>
                <a:lnTo>
                  <a:pt x="5681596" y="558890"/>
                </a:lnTo>
                <a:lnTo>
                  <a:pt x="5642495" y="566417"/>
                </a:lnTo>
                <a:lnTo>
                  <a:pt x="5601939" y="573822"/>
                </a:lnTo>
                <a:lnTo>
                  <a:pt x="5559952" y="581102"/>
                </a:lnTo>
                <a:lnTo>
                  <a:pt x="5516557" y="588252"/>
                </a:lnTo>
                <a:lnTo>
                  <a:pt x="5471780" y="595271"/>
                </a:lnTo>
                <a:lnTo>
                  <a:pt x="5425643" y="602156"/>
                </a:lnTo>
                <a:lnTo>
                  <a:pt x="5378171" y="608903"/>
                </a:lnTo>
                <a:lnTo>
                  <a:pt x="5329388" y="615510"/>
                </a:lnTo>
                <a:lnTo>
                  <a:pt x="5279319" y="621974"/>
                </a:lnTo>
                <a:lnTo>
                  <a:pt x="5227986" y="628292"/>
                </a:lnTo>
                <a:lnTo>
                  <a:pt x="5175415" y="634461"/>
                </a:lnTo>
                <a:lnTo>
                  <a:pt x="5121629" y="640479"/>
                </a:lnTo>
                <a:lnTo>
                  <a:pt x="5066652" y="646342"/>
                </a:lnTo>
                <a:lnTo>
                  <a:pt x="5010509" y="652047"/>
                </a:lnTo>
                <a:lnTo>
                  <a:pt x="4953223" y="657592"/>
                </a:lnTo>
                <a:lnTo>
                  <a:pt x="4894818" y="662973"/>
                </a:lnTo>
                <a:lnTo>
                  <a:pt x="4835319" y="668188"/>
                </a:lnTo>
                <a:lnTo>
                  <a:pt x="4774750" y="673234"/>
                </a:lnTo>
                <a:lnTo>
                  <a:pt x="4713134" y="678108"/>
                </a:lnTo>
                <a:lnTo>
                  <a:pt x="4650495" y="682808"/>
                </a:lnTo>
                <a:lnTo>
                  <a:pt x="4586859" y="687329"/>
                </a:lnTo>
                <a:lnTo>
                  <a:pt x="4522248" y="691670"/>
                </a:lnTo>
                <a:lnTo>
                  <a:pt x="4456687" y="695827"/>
                </a:lnTo>
                <a:lnTo>
                  <a:pt x="4390200" y="699798"/>
                </a:lnTo>
                <a:lnTo>
                  <a:pt x="4322810" y="703579"/>
                </a:lnTo>
                <a:lnTo>
                  <a:pt x="4254543" y="707168"/>
                </a:lnTo>
                <a:lnTo>
                  <a:pt x="4185422" y="710562"/>
                </a:lnTo>
                <a:lnTo>
                  <a:pt x="4115471" y="713758"/>
                </a:lnTo>
                <a:lnTo>
                  <a:pt x="4044713" y="716753"/>
                </a:lnTo>
                <a:lnTo>
                  <a:pt x="3973174" y="719545"/>
                </a:lnTo>
                <a:lnTo>
                  <a:pt x="3900878" y="722129"/>
                </a:lnTo>
                <a:lnTo>
                  <a:pt x="3827847" y="724504"/>
                </a:lnTo>
                <a:lnTo>
                  <a:pt x="3754107" y="726667"/>
                </a:lnTo>
                <a:lnTo>
                  <a:pt x="3679681" y="728614"/>
                </a:lnTo>
                <a:lnTo>
                  <a:pt x="3604594" y="730343"/>
                </a:lnTo>
                <a:lnTo>
                  <a:pt x="3528869" y="731851"/>
                </a:lnTo>
                <a:lnTo>
                  <a:pt x="3452530" y="733134"/>
                </a:lnTo>
                <a:lnTo>
                  <a:pt x="3375602" y="734191"/>
                </a:lnTo>
                <a:lnTo>
                  <a:pt x="3298109" y="735018"/>
                </a:lnTo>
                <a:lnTo>
                  <a:pt x="3220075" y="735613"/>
                </a:lnTo>
                <a:lnTo>
                  <a:pt x="3141523" y="735971"/>
                </a:lnTo>
                <a:lnTo>
                  <a:pt x="3062478" y="736092"/>
                </a:lnTo>
                <a:lnTo>
                  <a:pt x="2983432" y="735971"/>
                </a:lnTo>
                <a:lnTo>
                  <a:pt x="2904880" y="735613"/>
                </a:lnTo>
                <a:lnTo>
                  <a:pt x="2826846" y="735018"/>
                </a:lnTo>
                <a:lnTo>
                  <a:pt x="2749353" y="734191"/>
                </a:lnTo>
                <a:lnTo>
                  <a:pt x="2672425" y="733134"/>
                </a:lnTo>
                <a:lnTo>
                  <a:pt x="2596086" y="731851"/>
                </a:lnTo>
                <a:lnTo>
                  <a:pt x="2520361" y="730343"/>
                </a:lnTo>
                <a:lnTo>
                  <a:pt x="2445274" y="728614"/>
                </a:lnTo>
                <a:lnTo>
                  <a:pt x="2370848" y="726667"/>
                </a:lnTo>
                <a:lnTo>
                  <a:pt x="2297108" y="724504"/>
                </a:lnTo>
                <a:lnTo>
                  <a:pt x="2224077" y="722129"/>
                </a:lnTo>
                <a:lnTo>
                  <a:pt x="2151781" y="719545"/>
                </a:lnTo>
                <a:lnTo>
                  <a:pt x="2080242" y="716753"/>
                </a:lnTo>
                <a:lnTo>
                  <a:pt x="2009484" y="713758"/>
                </a:lnTo>
                <a:lnTo>
                  <a:pt x="1939533" y="710562"/>
                </a:lnTo>
                <a:lnTo>
                  <a:pt x="1870412" y="707168"/>
                </a:lnTo>
                <a:lnTo>
                  <a:pt x="1802145" y="703579"/>
                </a:lnTo>
                <a:lnTo>
                  <a:pt x="1734755" y="699798"/>
                </a:lnTo>
                <a:lnTo>
                  <a:pt x="1668268" y="695827"/>
                </a:lnTo>
                <a:lnTo>
                  <a:pt x="1602707" y="691670"/>
                </a:lnTo>
                <a:lnTo>
                  <a:pt x="1538096" y="687329"/>
                </a:lnTo>
                <a:lnTo>
                  <a:pt x="1474460" y="682808"/>
                </a:lnTo>
                <a:lnTo>
                  <a:pt x="1411821" y="678108"/>
                </a:lnTo>
                <a:lnTo>
                  <a:pt x="1350205" y="673234"/>
                </a:lnTo>
                <a:lnTo>
                  <a:pt x="1289636" y="668188"/>
                </a:lnTo>
                <a:lnTo>
                  <a:pt x="1230137" y="662973"/>
                </a:lnTo>
                <a:lnTo>
                  <a:pt x="1171732" y="657592"/>
                </a:lnTo>
                <a:lnTo>
                  <a:pt x="1114446" y="652047"/>
                </a:lnTo>
                <a:lnTo>
                  <a:pt x="1058303" y="646342"/>
                </a:lnTo>
                <a:lnTo>
                  <a:pt x="1003326" y="640479"/>
                </a:lnTo>
                <a:lnTo>
                  <a:pt x="949540" y="634461"/>
                </a:lnTo>
                <a:lnTo>
                  <a:pt x="896969" y="628292"/>
                </a:lnTo>
                <a:lnTo>
                  <a:pt x="845636" y="621974"/>
                </a:lnTo>
                <a:lnTo>
                  <a:pt x="795567" y="615510"/>
                </a:lnTo>
                <a:lnTo>
                  <a:pt x="746784" y="608903"/>
                </a:lnTo>
                <a:lnTo>
                  <a:pt x="699312" y="602156"/>
                </a:lnTo>
                <a:lnTo>
                  <a:pt x="653175" y="595271"/>
                </a:lnTo>
                <a:lnTo>
                  <a:pt x="608398" y="588252"/>
                </a:lnTo>
                <a:lnTo>
                  <a:pt x="565003" y="581102"/>
                </a:lnTo>
                <a:lnTo>
                  <a:pt x="523016" y="573822"/>
                </a:lnTo>
                <a:lnTo>
                  <a:pt x="482460" y="566417"/>
                </a:lnTo>
                <a:lnTo>
                  <a:pt x="443359" y="558890"/>
                </a:lnTo>
                <a:lnTo>
                  <a:pt x="405737" y="551242"/>
                </a:lnTo>
                <a:lnTo>
                  <a:pt x="335028" y="535598"/>
                </a:lnTo>
                <a:lnTo>
                  <a:pt x="270525" y="519509"/>
                </a:lnTo>
                <a:lnTo>
                  <a:pt x="212420" y="502998"/>
                </a:lnTo>
                <a:lnTo>
                  <a:pt x="160906" y="486088"/>
                </a:lnTo>
                <a:lnTo>
                  <a:pt x="116175" y="468802"/>
                </a:lnTo>
                <a:lnTo>
                  <a:pt x="78419" y="451163"/>
                </a:lnTo>
                <a:lnTo>
                  <a:pt x="35286" y="424095"/>
                </a:lnTo>
                <a:lnTo>
                  <a:pt x="8929" y="396363"/>
                </a:lnTo>
                <a:lnTo>
                  <a:pt x="0" y="368046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37666" y="2739389"/>
            <a:ext cx="1152525" cy="736600"/>
          </a:xfrm>
          <a:custGeom>
            <a:avLst/>
            <a:gdLst/>
            <a:ahLst/>
            <a:cxnLst/>
            <a:rect l="l" t="t" r="r" b="b"/>
            <a:pathLst>
              <a:path w="1152525" h="736600">
                <a:moveTo>
                  <a:pt x="0" y="368046"/>
                </a:moveTo>
                <a:lnTo>
                  <a:pt x="11704" y="293854"/>
                </a:lnTo>
                <a:lnTo>
                  <a:pt x="45273" y="224760"/>
                </a:lnTo>
                <a:lnTo>
                  <a:pt x="69532" y="192586"/>
                </a:lnTo>
                <a:lnTo>
                  <a:pt x="98389" y="162241"/>
                </a:lnTo>
                <a:lnTo>
                  <a:pt x="131553" y="133909"/>
                </a:lnTo>
                <a:lnTo>
                  <a:pt x="168735" y="107775"/>
                </a:lnTo>
                <a:lnTo>
                  <a:pt x="209645" y="84024"/>
                </a:lnTo>
                <a:lnTo>
                  <a:pt x="253993" y="62840"/>
                </a:lnTo>
                <a:lnTo>
                  <a:pt x="301491" y="44408"/>
                </a:lnTo>
                <a:lnTo>
                  <a:pt x="351847" y="28914"/>
                </a:lnTo>
                <a:lnTo>
                  <a:pt x="404773" y="16541"/>
                </a:lnTo>
                <a:lnTo>
                  <a:pt x="459979" y="7474"/>
                </a:lnTo>
                <a:lnTo>
                  <a:pt x="517175" y="1899"/>
                </a:lnTo>
                <a:lnTo>
                  <a:pt x="576072" y="0"/>
                </a:lnTo>
                <a:lnTo>
                  <a:pt x="634968" y="1899"/>
                </a:lnTo>
                <a:lnTo>
                  <a:pt x="692164" y="7474"/>
                </a:lnTo>
                <a:lnTo>
                  <a:pt x="747370" y="16541"/>
                </a:lnTo>
                <a:lnTo>
                  <a:pt x="800296" y="28914"/>
                </a:lnTo>
                <a:lnTo>
                  <a:pt x="850652" y="44408"/>
                </a:lnTo>
                <a:lnTo>
                  <a:pt x="898150" y="62840"/>
                </a:lnTo>
                <a:lnTo>
                  <a:pt x="942498" y="84024"/>
                </a:lnTo>
                <a:lnTo>
                  <a:pt x="983408" y="107775"/>
                </a:lnTo>
                <a:lnTo>
                  <a:pt x="1020590" y="133909"/>
                </a:lnTo>
                <a:lnTo>
                  <a:pt x="1053754" y="162241"/>
                </a:lnTo>
                <a:lnTo>
                  <a:pt x="1082611" y="192586"/>
                </a:lnTo>
                <a:lnTo>
                  <a:pt x="1106870" y="224760"/>
                </a:lnTo>
                <a:lnTo>
                  <a:pt x="1126243" y="258577"/>
                </a:lnTo>
                <a:lnTo>
                  <a:pt x="1149169" y="330405"/>
                </a:lnTo>
                <a:lnTo>
                  <a:pt x="1152144" y="368046"/>
                </a:lnTo>
                <a:lnTo>
                  <a:pt x="1149169" y="405686"/>
                </a:lnTo>
                <a:lnTo>
                  <a:pt x="1126243" y="477514"/>
                </a:lnTo>
                <a:lnTo>
                  <a:pt x="1106870" y="511331"/>
                </a:lnTo>
                <a:lnTo>
                  <a:pt x="1082611" y="543505"/>
                </a:lnTo>
                <a:lnTo>
                  <a:pt x="1053754" y="573850"/>
                </a:lnTo>
                <a:lnTo>
                  <a:pt x="1020590" y="602182"/>
                </a:lnTo>
                <a:lnTo>
                  <a:pt x="983408" y="628316"/>
                </a:lnTo>
                <a:lnTo>
                  <a:pt x="942498" y="652067"/>
                </a:lnTo>
                <a:lnTo>
                  <a:pt x="898150" y="673251"/>
                </a:lnTo>
                <a:lnTo>
                  <a:pt x="850652" y="691683"/>
                </a:lnTo>
                <a:lnTo>
                  <a:pt x="800296" y="707177"/>
                </a:lnTo>
                <a:lnTo>
                  <a:pt x="747370" y="719550"/>
                </a:lnTo>
                <a:lnTo>
                  <a:pt x="692164" y="728617"/>
                </a:lnTo>
                <a:lnTo>
                  <a:pt x="634968" y="734192"/>
                </a:lnTo>
                <a:lnTo>
                  <a:pt x="576072" y="736092"/>
                </a:lnTo>
                <a:lnTo>
                  <a:pt x="517175" y="734192"/>
                </a:lnTo>
                <a:lnTo>
                  <a:pt x="459979" y="728617"/>
                </a:lnTo>
                <a:lnTo>
                  <a:pt x="404773" y="719550"/>
                </a:lnTo>
                <a:lnTo>
                  <a:pt x="351847" y="707177"/>
                </a:lnTo>
                <a:lnTo>
                  <a:pt x="301491" y="691683"/>
                </a:lnTo>
                <a:lnTo>
                  <a:pt x="253993" y="673251"/>
                </a:lnTo>
                <a:lnTo>
                  <a:pt x="209645" y="652067"/>
                </a:lnTo>
                <a:lnTo>
                  <a:pt x="168735" y="628316"/>
                </a:lnTo>
                <a:lnTo>
                  <a:pt x="131553" y="602182"/>
                </a:lnTo>
                <a:lnTo>
                  <a:pt x="98389" y="573850"/>
                </a:lnTo>
                <a:lnTo>
                  <a:pt x="69532" y="543505"/>
                </a:lnTo>
                <a:lnTo>
                  <a:pt x="45273" y="511331"/>
                </a:lnTo>
                <a:lnTo>
                  <a:pt x="25900" y="477514"/>
                </a:lnTo>
                <a:lnTo>
                  <a:pt x="2974" y="405686"/>
                </a:lnTo>
                <a:lnTo>
                  <a:pt x="0" y="368046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596121" y="2650998"/>
            <a:ext cx="1252855" cy="736600"/>
          </a:xfrm>
          <a:custGeom>
            <a:avLst/>
            <a:gdLst/>
            <a:ahLst/>
            <a:cxnLst/>
            <a:rect l="l" t="t" r="r" b="b"/>
            <a:pathLst>
              <a:path w="1252854" h="736600">
                <a:moveTo>
                  <a:pt x="0" y="368046"/>
                </a:moveTo>
                <a:lnTo>
                  <a:pt x="11293" y="298091"/>
                </a:lnTo>
                <a:lnTo>
                  <a:pt x="43775" y="232576"/>
                </a:lnTo>
                <a:lnTo>
                  <a:pt x="67305" y="201867"/>
                </a:lnTo>
                <a:lnTo>
                  <a:pt x="95344" y="172730"/>
                </a:lnTo>
                <a:lnTo>
                  <a:pt x="127631" y="145319"/>
                </a:lnTo>
                <a:lnTo>
                  <a:pt x="163903" y="119788"/>
                </a:lnTo>
                <a:lnTo>
                  <a:pt x="203897" y="96290"/>
                </a:lnTo>
                <a:lnTo>
                  <a:pt x="247351" y="74979"/>
                </a:lnTo>
                <a:lnTo>
                  <a:pt x="294002" y="56011"/>
                </a:lnTo>
                <a:lnTo>
                  <a:pt x="343589" y="39538"/>
                </a:lnTo>
                <a:lnTo>
                  <a:pt x="395848" y="25715"/>
                </a:lnTo>
                <a:lnTo>
                  <a:pt x="450518" y="14695"/>
                </a:lnTo>
                <a:lnTo>
                  <a:pt x="507335" y="6634"/>
                </a:lnTo>
                <a:lnTo>
                  <a:pt x="566038" y="1684"/>
                </a:lnTo>
                <a:lnTo>
                  <a:pt x="626363" y="0"/>
                </a:lnTo>
                <a:lnTo>
                  <a:pt x="686689" y="1684"/>
                </a:lnTo>
                <a:lnTo>
                  <a:pt x="745392" y="6634"/>
                </a:lnTo>
                <a:lnTo>
                  <a:pt x="802209" y="14695"/>
                </a:lnTo>
                <a:lnTo>
                  <a:pt x="856879" y="25715"/>
                </a:lnTo>
                <a:lnTo>
                  <a:pt x="909138" y="39538"/>
                </a:lnTo>
                <a:lnTo>
                  <a:pt x="958725" y="56011"/>
                </a:lnTo>
                <a:lnTo>
                  <a:pt x="1005376" y="74979"/>
                </a:lnTo>
                <a:lnTo>
                  <a:pt x="1048830" y="96290"/>
                </a:lnTo>
                <a:lnTo>
                  <a:pt x="1088824" y="119788"/>
                </a:lnTo>
                <a:lnTo>
                  <a:pt x="1125096" y="145319"/>
                </a:lnTo>
                <a:lnTo>
                  <a:pt x="1157383" y="172730"/>
                </a:lnTo>
                <a:lnTo>
                  <a:pt x="1185422" y="201867"/>
                </a:lnTo>
                <a:lnTo>
                  <a:pt x="1208952" y="232576"/>
                </a:lnTo>
                <a:lnTo>
                  <a:pt x="1241434" y="298091"/>
                </a:lnTo>
                <a:lnTo>
                  <a:pt x="1252727" y="368046"/>
                </a:lnTo>
                <a:lnTo>
                  <a:pt x="1249860" y="403500"/>
                </a:lnTo>
                <a:lnTo>
                  <a:pt x="1227710" y="471389"/>
                </a:lnTo>
                <a:lnTo>
                  <a:pt x="1185422" y="534224"/>
                </a:lnTo>
                <a:lnTo>
                  <a:pt x="1157383" y="563361"/>
                </a:lnTo>
                <a:lnTo>
                  <a:pt x="1125096" y="590772"/>
                </a:lnTo>
                <a:lnTo>
                  <a:pt x="1088824" y="616303"/>
                </a:lnTo>
                <a:lnTo>
                  <a:pt x="1048830" y="639801"/>
                </a:lnTo>
                <a:lnTo>
                  <a:pt x="1005376" y="661112"/>
                </a:lnTo>
                <a:lnTo>
                  <a:pt x="958725" y="680080"/>
                </a:lnTo>
                <a:lnTo>
                  <a:pt x="909138" y="696553"/>
                </a:lnTo>
                <a:lnTo>
                  <a:pt x="856879" y="710376"/>
                </a:lnTo>
                <a:lnTo>
                  <a:pt x="802209" y="721396"/>
                </a:lnTo>
                <a:lnTo>
                  <a:pt x="745392" y="729457"/>
                </a:lnTo>
                <a:lnTo>
                  <a:pt x="686689" y="734407"/>
                </a:lnTo>
                <a:lnTo>
                  <a:pt x="626363" y="736091"/>
                </a:lnTo>
                <a:lnTo>
                  <a:pt x="566038" y="734407"/>
                </a:lnTo>
                <a:lnTo>
                  <a:pt x="507335" y="729457"/>
                </a:lnTo>
                <a:lnTo>
                  <a:pt x="450518" y="721396"/>
                </a:lnTo>
                <a:lnTo>
                  <a:pt x="395848" y="710376"/>
                </a:lnTo>
                <a:lnTo>
                  <a:pt x="343589" y="696553"/>
                </a:lnTo>
                <a:lnTo>
                  <a:pt x="294002" y="680080"/>
                </a:lnTo>
                <a:lnTo>
                  <a:pt x="247351" y="661112"/>
                </a:lnTo>
                <a:lnTo>
                  <a:pt x="203897" y="639801"/>
                </a:lnTo>
                <a:lnTo>
                  <a:pt x="163903" y="616303"/>
                </a:lnTo>
                <a:lnTo>
                  <a:pt x="127631" y="590772"/>
                </a:lnTo>
                <a:lnTo>
                  <a:pt x="95344" y="563361"/>
                </a:lnTo>
                <a:lnTo>
                  <a:pt x="67305" y="534224"/>
                </a:lnTo>
                <a:lnTo>
                  <a:pt x="43775" y="503515"/>
                </a:lnTo>
                <a:lnTo>
                  <a:pt x="11293" y="438000"/>
                </a:lnTo>
                <a:lnTo>
                  <a:pt x="0" y="368046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6102" y="1744217"/>
            <a:ext cx="681355" cy="736600"/>
          </a:xfrm>
          <a:custGeom>
            <a:avLst/>
            <a:gdLst/>
            <a:ahLst/>
            <a:cxnLst/>
            <a:rect l="l" t="t" r="r" b="b"/>
            <a:pathLst>
              <a:path w="681355" h="736600">
                <a:moveTo>
                  <a:pt x="0" y="368046"/>
                </a:moveTo>
                <a:lnTo>
                  <a:pt x="3109" y="318091"/>
                </a:lnTo>
                <a:lnTo>
                  <a:pt x="12167" y="270183"/>
                </a:lnTo>
                <a:lnTo>
                  <a:pt x="26767" y="224760"/>
                </a:lnTo>
                <a:lnTo>
                  <a:pt x="46504" y="182259"/>
                </a:lnTo>
                <a:lnTo>
                  <a:pt x="70972" y="143118"/>
                </a:lnTo>
                <a:lnTo>
                  <a:pt x="99764" y="107775"/>
                </a:lnTo>
                <a:lnTo>
                  <a:pt x="132476" y="76668"/>
                </a:lnTo>
                <a:lnTo>
                  <a:pt x="168701" y="50235"/>
                </a:lnTo>
                <a:lnTo>
                  <a:pt x="208033" y="28914"/>
                </a:lnTo>
                <a:lnTo>
                  <a:pt x="250066" y="13142"/>
                </a:lnTo>
                <a:lnTo>
                  <a:pt x="294395" y="3358"/>
                </a:lnTo>
                <a:lnTo>
                  <a:pt x="340613" y="0"/>
                </a:lnTo>
                <a:lnTo>
                  <a:pt x="386827" y="3358"/>
                </a:lnTo>
                <a:lnTo>
                  <a:pt x="431152" y="13142"/>
                </a:lnTo>
                <a:lnTo>
                  <a:pt x="473184" y="28914"/>
                </a:lnTo>
                <a:lnTo>
                  <a:pt x="512515" y="50235"/>
                </a:lnTo>
                <a:lnTo>
                  <a:pt x="548740" y="76668"/>
                </a:lnTo>
                <a:lnTo>
                  <a:pt x="581453" y="107775"/>
                </a:lnTo>
                <a:lnTo>
                  <a:pt x="610248" y="143118"/>
                </a:lnTo>
                <a:lnTo>
                  <a:pt x="634717" y="182259"/>
                </a:lnTo>
                <a:lnTo>
                  <a:pt x="654456" y="224760"/>
                </a:lnTo>
                <a:lnTo>
                  <a:pt x="669058" y="270183"/>
                </a:lnTo>
                <a:lnTo>
                  <a:pt x="678118" y="318091"/>
                </a:lnTo>
                <a:lnTo>
                  <a:pt x="681228" y="368046"/>
                </a:lnTo>
                <a:lnTo>
                  <a:pt x="678118" y="418000"/>
                </a:lnTo>
                <a:lnTo>
                  <a:pt x="669058" y="465908"/>
                </a:lnTo>
                <a:lnTo>
                  <a:pt x="654456" y="511331"/>
                </a:lnTo>
                <a:lnTo>
                  <a:pt x="634717" y="553832"/>
                </a:lnTo>
                <a:lnTo>
                  <a:pt x="610248" y="592973"/>
                </a:lnTo>
                <a:lnTo>
                  <a:pt x="581453" y="628316"/>
                </a:lnTo>
                <a:lnTo>
                  <a:pt x="548740" y="659423"/>
                </a:lnTo>
                <a:lnTo>
                  <a:pt x="512515" y="685856"/>
                </a:lnTo>
                <a:lnTo>
                  <a:pt x="473184" y="707177"/>
                </a:lnTo>
                <a:lnTo>
                  <a:pt x="431152" y="722949"/>
                </a:lnTo>
                <a:lnTo>
                  <a:pt x="386827" y="732733"/>
                </a:lnTo>
                <a:lnTo>
                  <a:pt x="340613" y="736092"/>
                </a:lnTo>
                <a:lnTo>
                  <a:pt x="294395" y="732733"/>
                </a:lnTo>
                <a:lnTo>
                  <a:pt x="250066" y="722949"/>
                </a:lnTo>
                <a:lnTo>
                  <a:pt x="208033" y="707177"/>
                </a:lnTo>
                <a:lnTo>
                  <a:pt x="168701" y="685856"/>
                </a:lnTo>
                <a:lnTo>
                  <a:pt x="132476" y="659423"/>
                </a:lnTo>
                <a:lnTo>
                  <a:pt x="99764" y="628316"/>
                </a:lnTo>
                <a:lnTo>
                  <a:pt x="70972" y="592973"/>
                </a:lnTo>
                <a:lnTo>
                  <a:pt x="46504" y="553832"/>
                </a:lnTo>
                <a:lnTo>
                  <a:pt x="26767" y="511331"/>
                </a:lnTo>
                <a:lnTo>
                  <a:pt x="12167" y="465908"/>
                </a:lnTo>
                <a:lnTo>
                  <a:pt x="3109" y="418000"/>
                </a:lnTo>
                <a:lnTo>
                  <a:pt x="0" y="368046"/>
                </a:lnTo>
                <a:close/>
              </a:path>
            </a:pathLst>
          </a:custGeom>
          <a:ln w="2590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29552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5" dirty="0">
                <a:solidFill>
                  <a:srgbClr val="C00000"/>
                </a:solidFill>
                <a:latin typeface="华文楷体"/>
                <a:cs typeface="华文楷体"/>
              </a:rPr>
              <a:t>74</a:t>
            </a:r>
            <a:r>
              <a:rPr sz="3600" b="1" i="0" spc="-5" dirty="0">
                <a:solidFill>
                  <a:srgbClr val="C00000"/>
                </a:solidFill>
                <a:latin typeface="华文楷体"/>
                <a:cs typeface="华文楷体"/>
              </a:rPr>
              <a:t>LS19</a:t>
            </a:r>
            <a:r>
              <a:rPr sz="3600" b="1" i="0" spc="10" dirty="0">
                <a:solidFill>
                  <a:srgbClr val="C00000"/>
                </a:solidFill>
                <a:latin typeface="华文楷体"/>
                <a:cs typeface="华文楷体"/>
              </a:rPr>
              <a:t>4</a:t>
            </a:r>
            <a:r>
              <a:rPr sz="3600" b="1" i="0" spc="-5" dirty="0">
                <a:solidFill>
                  <a:srgbClr val="C00000"/>
                </a:solidFill>
                <a:latin typeface="华文楷体"/>
                <a:cs typeface="华文楷体"/>
              </a:rPr>
              <a:t>逻辑图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71622" y="386334"/>
            <a:ext cx="2733040" cy="6177280"/>
          </a:xfrm>
          <a:custGeom>
            <a:avLst/>
            <a:gdLst/>
            <a:ahLst/>
            <a:cxnLst/>
            <a:rect l="l" t="t" r="r" b="b"/>
            <a:pathLst>
              <a:path w="2733040" h="6177280">
                <a:moveTo>
                  <a:pt x="1366265" y="6176772"/>
                </a:moveTo>
                <a:lnTo>
                  <a:pt x="1424015" y="6174062"/>
                </a:lnTo>
                <a:lnTo>
                  <a:pt x="1481154" y="6166005"/>
                </a:lnTo>
                <a:lnTo>
                  <a:pt x="1537635" y="6152708"/>
                </a:lnTo>
                <a:lnTo>
                  <a:pt x="1593411" y="6134277"/>
                </a:lnTo>
                <a:lnTo>
                  <a:pt x="1648433" y="6110821"/>
                </a:lnTo>
                <a:lnTo>
                  <a:pt x="1702656" y="6082446"/>
                </a:lnTo>
                <a:lnTo>
                  <a:pt x="1756030" y="6049259"/>
                </a:lnTo>
                <a:lnTo>
                  <a:pt x="1808510" y="6011369"/>
                </a:lnTo>
                <a:lnTo>
                  <a:pt x="1860047" y="5968881"/>
                </a:lnTo>
                <a:lnTo>
                  <a:pt x="1910593" y="5921903"/>
                </a:lnTo>
                <a:lnTo>
                  <a:pt x="1960103" y="5870543"/>
                </a:lnTo>
                <a:lnTo>
                  <a:pt x="2008527" y="5814907"/>
                </a:lnTo>
                <a:lnTo>
                  <a:pt x="2055819" y="5755103"/>
                </a:lnTo>
                <a:lnTo>
                  <a:pt x="2079026" y="5723672"/>
                </a:lnTo>
                <a:lnTo>
                  <a:pt x="2101931" y="5691238"/>
                </a:lnTo>
                <a:lnTo>
                  <a:pt x="2124530" y="5657817"/>
                </a:lnTo>
                <a:lnTo>
                  <a:pt x="2146816" y="5623420"/>
                </a:lnTo>
                <a:lnTo>
                  <a:pt x="2168783" y="5588061"/>
                </a:lnTo>
                <a:lnTo>
                  <a:pt x="2190426" y="5551754"/>
                </a:lnTo>
                <a:lnTo>
                  <a:pt x="2211738" y="5514513"/>
                </a:lnTo>
                <a:lnTo>
                  <a:pt x="2232714" y="5476350"/>
                </a:lnTo>
                <a:lnTo>
                  <a:pt x="2253348" y="5437279"/>
                </a:lnTo>
                <a:lnTo>
                  <a:pt x="2273633" y="5397313"/>
                </a:lnTo>
                <a:lnTo>
                  <a:pt x="2293563" y="5356466"/>
                </a:lnTo>
                <a:lnTo>
                  <a:pt x="2313134" y="5314751"/>
                </a:lnTo>
                <a:lnTo>
                  <a:pt x="2332339" y="5272182"/>
                </a:lnTo>
                <a:lnTo>
                  <a:pt x="2351171" y="5228772"/>
                </a:lnTo>
                <a:lnTo>
                  <a:pt x="2369626" y="5184534"/>
                </a:lnTo>
                <a:lnTo>
                  <a:pt x="2387696" y="5139482"/>
                </a:lnTo>
                <a:lnTo>
                  <a:pt x="2405377" y="5093629"/>
                </a:lnTo>
                <a:lnTo>
                  <a:pt x="2422662" y="5046989"/>
                </a:lnTo>
                <a:lnTo>
                  <a:pt x="2439545" y="4999574"/>
                </a:lnTo>
                <a:lnTo>
                  <a:pt x="2456021" y="4951400"/>
                </a:lnTo>
                <a:lnTo>
                  <a:pt x="2472083" y="4902477"/>
                </a:lnTo>
                <a:lnTo>
                  <a:pt x="2487726" y="4852821"/>
                </a:lnTo>
                <a:lnTo>
                  <a:pt x="2502943" y="4802445"/>
                </a:lnTo>
                <a:lnTo>
                  <a:pt x="2517729" y="4751361"/>
                </a:lnTo>
                <a:lnTo>
                  <a:pt x="2532077" y="4699584"/>
                </a:lnTo>
                <a:lnTo>
                  <a:pt x="2545983" y="4647127"/>
                </a:lnTo>
                <a:lnTo>
                  <a:pt x="2559439" y="4594003"/>
                </a:lnTo>
                <a:lnTo>
                  <a:pt x="2572440" y="4540225"/>
                </a:lnTo>
                <a:lnTo>
                  <a:pt x="2584980" y="4485808"/>
                </a:lnTo>
                <a:lnTo>
                  <a:pt x="2597054" y="4430764"/>
                </a:lnTo>
                <a:lnTo>
                  <a:pt x="2608654" y="4375106"/>
                </a:lnTo>
                <a:lnTo>
                  <a:pt x="2619776" y="4318849"/>
                </a:lnTo>
                <a:lnTo>
                  <a:pt x="2630412" y="4262006"/>
                </a:lnTo>
                <a:lnTo>
                  <a:pt x="2640559" y="4204589"/>
                </a:lnTo>
                <a:lnTo>
                  <a:pt x="2650208" y="4146613"/>
                </a:lnTo>
                <a:lnTo>
                  <a:pt x="2659356" y="4088091"/>
                </a:lnTo>
                <a:lnTo>
                  <a:pt x="2667994" y="4029036"/>
                </a:lnTo>
                <a:lnTo>
                  <a:pt x="2676119" y="3969461"/>
                </a:lnTo>
                <a:lnTo>
                  <a:pt x="2683723" y="3909381"/>
                </a:lnTo>
                <a:lnTo>
                  <a:pt x="2690801" y="3848807"/>
                </a:lnTo>
                <a:lnTo>
                  <a:pt x="2697347" y="3787755"/>
                </a:lnTo>
                <a:lnTo>
                  <a:pt x="2703354" y="3726237"/>
                </a:lnTo>
                <a:lnTo>
                  <a:pt x="2708818" y="3664266"/>
                </a:lnTo>
                <a:lnTo>
                  <a:pt x="2713732" y="3601857"/>
                </a:lnTo>
                <a:lnTo>
                  <a:pt x="2718089" y="3539022"/>
                </a:lnTo>
                <a:lnTo>
                  <a:pt x="2721885" y="3475775"/>
                </a:lnTo>
                <a:lnTo>
                  <a:pt x="2725114" y="3412129"/>
                </a:lnTo>
                <a:lnTo>
                  <a:pt x="2727768" y="3348097"/>
                </a:lnTo>
                <a:lnTo>
                  <a:pt x="2729843" y="3283694"/>
                </a:lnTo>
                <a:lnTo>
                  <a:pt x="2731333" y="3218932"/>
                </a:lnTo>
                <a:lnTo>
                  <a:pt x="2732231" y="3153824"/>
                </a:lnTo>
                <a:lnTo>
                  <a:pt x="2732531" y="3088386"/>
                </a:lnTo>
                <a:lnTo>
                  <a:pt x="2732231" y="3022947"/>
                </a:lnTo>
                <a:lnTo>
                  <a:pt x="2731333" y="2957839"/>
                </a:lnTo>
                <a:lnTo>
                  <a:pt x="2729843" y="2893077"/>
                </a:lnTo>
                <a:lnTo>
                  <a:pt x="2727768" y="2828674"/>
                </a:lnTo>
                <a:lnTo>
                  <a:pt x="2725114" y="2764642"/>
                </a:lnTo>
                <a:lnTo>
                  <a:pt x="2721885" y="2700996"/>
                </a:lnTo>
                <a:lnTo>
                  <a:pt x="2718089" y="2637749"/>
                </a:lnTo>
                <a:lnTo>
                  <a:pt x="2713732" y="2574914"/>
                </a:lnTo>
                <a:lnTo>
                  <a:pt x="2708818" y="2512505"/>
                </a:lnTo>
                <a:lnTo>
                  <a:pt x="2703354" y="2450534"/>
                </a:lnTo>
                <a:lnTo>
                  <a:pt x="2697347" y="2389016"/>
                </a:lnTo>
                <a:lnTo>
                  <a:pt x="2690801" y="2327964"/>
                </a:lnTo>
                <a:lnTo>
                  <a:pt x="2683723" y="2267390"/>
                </a:lnTo>
                <a:lnTo>
                  <a:pt x="2676119" y="2207310"/>
                </a:lnTo>
                <a:lnTo>
                  <a:pt x="2667994" y="2147735"/>
                </a:lnTo>
                <a:lnTo>
                  <a:pt x="2659356" y="2088680"/>
                </a:lnTo>
                <a:lnTo>
                  <a:pt x="2650208" y="2030158"/>
                </a:lnTo>
                <a:lnTo>
                  <a:pt x="2640559" y="1972182"/>
                </a:lnTo>
                <a:lnTo>
                  <a:pt x="2630412" y="1914765"/>
                </a:lnTo>
                <a:lnTo>
                  <a:pt x="2619776" y="1857922"/>
                </a:lnTo>
                <a:lnTo>
                  <a:pt x="2608654" y="1801665"/>
                </a:lnTo>
                <a:lnTo>
                  <a:pt x="2597054" y="1746007"/>
                </a:lnTo>
                <a:lnTo>
                  <a:pt x="2584980" y="1690963"/>
                </a:lnTo>
                <a:lnTo>
                  <a:pt x="2572440" y="1636546"/>
                </a:lnTo>
                <a:lnTo>
                  <a:pt x="2559439" y="1582768"/>
                </a:lnTo>
                <a:lnTo>
                  <a:pt x="2545983" y="1529644"/>
                </a:lnTo>
                <a:lnTo>
                  <a:pt x="2532077" y="1477187"/>
                </a:lnTo>
                <a:lnTo>
                  <a:pt x="2517729" y="1425410"/>
                </a:lnTo>
                <a:lnTo>
                  <a:pt x="2502943" y="1374326"/>
                </a:lnTo>
                <a:lnTo>
                  <a:pt x="2487726" y="1323950"/>
                </a:lnTo>
                <a:lnTo>
                  <a:pt x="2472083" y="1274294"/>
                </a:lnTo>
                <a:lnTo>
                  <a:pt x="2456021" y="1225371"/>
                </a:lnTo>
                <a:lnTo>
                  <a:pt x="2439545" y="1177197"/>
                </a:lnTo>
                <a:lnTo>
                  <a:pt x="2422662" y="1129782"/>
                </a:lnTo>
                <a:lnTo>
                  <a:pt x="2405377" y="1083142"/>
                </a:lnTo>
                <a:lnTo>
                  <a:pt x="2387696" y="1037289"/>
                </a:lnTo>
                <a:lnTo>
                  <a:pt x="2369626" y="992237"/>
                </a:lnTo>
                <a:lnTo>
                  <a:pt x="2351171" y="947999"/>
                </a:lnTo>
                <a:lnTo>
                  <a:pt x="2332339" y="904589"/>
                </a:lnTo>
                <a:lnTo>
                  <a:pt x="2313134" y="862020"/>
                </a:lnTo>
                <a:lnTo>
                  <a:pt x="2293563" y="820305"/>
                </a:lnTo>
                <a:lnTo>
                  <a:pt x="2273633" y="779458"/>
                </a:lnTo>
                <a:lnTo>
                  <a:pt x="2253348" y="739492"/>
                </a:lnTo>
                <a:lnTo>
                  <a:pt x="2232714" y="700421"/>
                </a:lnTo>
                <a:lnTo>
                  <a:pt x="2211738" y="662258"/>
                </a:lnTo>
                <a:lnTo>
                  <a:pt x="2190426" y="625017"/>
                </a:lnTo>
                <a:lnTo>
                  <a:pt x="2168783" y="588710"/>
                </a:lnTo>
                <a:lnTo>
                  <a:pt x="2146816" y="553351"/>
                </a:lnTo>
                <a:lnTo>
                  <a:pt x="2124530" y="518954"/>
                </a:lnTo>
                <a:lnTo>
                  <a:pt x="2101931" y="485533"/>
                </a:lnTo>
                <a:lnTo>
                  <a:pt x="2079026" y="453099"/>
                </a:lnTo>
                <a:lnTo>
                  <a:pt x="2055819" y="421668"/>
                </a:lnTo>
                <a:lnTo>
                  <a:pt x="2032318" y="391251"/>
                </a:lnTo>
                <a:lnTo>
                  <a:pt x="1984454" y="333518"/>
                </a:lnTo>
                <a:lnTo>
                  <a:pt x="1935481" y="280007"/>
                </a:lnTo>
                <a:lnTo>
                  <a:pt x="1885447" y="230825"/>
                </a:lnTo>
                <a:lnTo>
                  <a:pt x="1834399" y="186078"/>
                </a:lnTo>
                <a:lnTo>
                  <a:pt x="1782385" y="145876"/>
                </a:lnTo>
                <a:lnTo>
                  <a:pt x="1729452" y="110324"/>
                </a:lnTo>
                <a:lnTo>
                  <a:pt x="1675648" y="79530"/>
                </a:lnTo>
                <a:lnTo>
                  <a:pt x="1621019" y="53600"/>
                </a:lnTo>
                <a:lnTo>
                  <a:pt x="1565614" y="32644"/>
                </a:lnTo>
                <a:lnTo>
                  <a:pt x="1509480" y="16766"/>
                </a:lnTo>
                <a:lnTo>
                  <a:pt x="1452664" y="6076"/>
                </a:lnTo>
                <a:lnTo>
                  <a:pt x="1395214" y="679"/>
                </a:lnTo>
                <a:lnTo>
                  <a:pt x="1366265" y="0"/>
                </a:lnTo>
                <a:lnTo>
                  <a:pt x="1337317" y="679"/>
                </a:lnTo>
                <a:lnTo>
                  <a:pt x="1279867" y="6076"/>
                </a:lnTo>
                <a:lnTo>
                  <a:pt x="1223051" y="16766"/>
                </a:lnTo>
                <a:lnTo>
                  <a:pt x="1166917" y="32644"/>
                </a:lnTo>
                <a:lnTo>
                  <a:pt x="1111512" y="53600"/>
                </a:lnTo>
                <a:lnTo>
                  <a:pt x="1056883" y="79530"/>
                </a:lnTo>
                <a:lnTo>
                  <a:pt x="1003079" y="110324"/>
                </a:lnTo>
                <a:lnTo>
                  <a:pt x="950146" y="145876"/>
                </a:lnTo>
                <a:lnTo>
                  <a:pt x="898132" y="186078"/>
                </a:lnTo>
                <a:lnTo>
                  <a:pt x="847084" y="230825"/>
                </a:lnTo>
                <a:lnTo>
                  <a:pt x="797050" y="280007"/>
                </a:lnTo>
                <a:lnTo>
                  <a:pt x="748077" y="333518"/>
                </a:lnTo>
                <a:lnTo>
                  <a:pt x="700213" y="391251"/>
                </a:lnTo>
                <a:lnTo>
                  <a:pt x="676712" y="421668"/>
                </a:lnTo>
                <a:lnTo>
                  <a:pt x="653505" y="453099"/>
                </a:lnTo>
                <a:lnTo>
                  <a:pt x="630600" y="485533"/>
                </a:lnTo>
                <a:lnTo>
                  <a:pt x="608001" y="518954"/>
                </a:lnTo>
                <a:lnTo>
                  <a:pt x="585715" y="553351"/>
                </a:lnTo>
                <a:lnTo>
                  <a:pt x="563748" y="588710"/>
                </a:lnTo>
                <a:lnTo>
                  <a:pt x="542105" y="625017"/>
                </a:lnTo>
                <a:lnTo>
                  <a:pt x="520793" y="662258"/>
                </a:lnTo>
                <a:lnTo>
                  <a:pt x="499817" y="700421"/>
                </a:lnTo>
                <a:lnTo>
                  <a:pt x="479183" y="739492"/>
                </a:lnTo>
                <a:lnTo>
                  <a:pt x="458898" y="779458"/>
                </a:lnTo>
                <a:lnTo>
                  <a:pt x="438968" y="820305"/>
                </a:lnTo>
                <a:lnTo>
                  <a:pt x="419397" y="862020"/>
                </a:lnTo>
                <a:lnTo>
                  <a:pt x="400192" y="904589"/>
                </a:lnTo>
                <a:lnTo>
                  <a:pt x="381360" y="947999"/>
                </a:lnTo>
                <a:lnTo>
                  <a:pt x="362905" y="992237"/>
                </a:lnTo>
                <a:lnTo>
                  <a:pt x="344835" y="1037289"/>
                </a:lnTo>
                <a:lnTo>
                  <a:pt x="327154" y="1083142"/>
                </a:lnTo>
                <a:lnTo>
                  <a:pt x="309869" y="1129782"/>
                </a:lnTo>
                <a:lnTo>
                  <a:pt x="292986" y="1177197"/>
                </a:lnTo>
                <a:lnTo>
                  <a:pt x="276510" y="1225371"/>
                </a:lnTo>
                <a:lnTo>
                  <a:pt x="260448" y="1274294"/>
                </a:lnTo>
                <a:lnTo>
                  <a:pt x="244805" y="1323950"/>
                </a:lnTo>
                <a:lnTo>
                  <a:pt x="229588" y="1374326"/>
                </a:lnTo>
                <a:lnTo>
                  <a:pt x="214802" y="1425410"/>
                </a:lnTo>
                <a:lnTo>
                  <a:pt x="200454" y="1477187"/>
                </a:lnTo>
                <a:lnTo>
                  <a:pt x="186548" y="1529644"/>
                </a:lnTo>
                <a:lnTo>
                  <a:pt x="173092" y="1582768"/>
                </a:lnTo>
                <a:lnTo>
                  <a:pt x="160091" y="1636546"/>
                </a:lnTo>
                <a:lnTo>
                  <a:pt x="147551" y="1690963"/>
                </a:lnTo>
                <a:lnTo>
                  <a:pt x="135477" y="1746007"/>
                </a:lnTo>
                <a:lnTo>
                  <a:pt x="123877" y="1801665"/>
                </a:lnTo>
                <a:lnTo>
                  <a:pt x="112755" y="1857922"/>
                </a:lnTo>
                <a:lnTo>
                  <a:pt x="102119" y="1914765"/>
                </a:lnTo>
                <a:lnTo>
                  <a:pt x="91972" y="1972182"/>
                </a:lnTo>
                <a:lnTo>
                  <a:pt x="82323" y="2030158"/>
                </a:lnTo>
                <a:lnTo>
                  <a:pt x="73175" y="2088680"/>
                </a:lnTo>
                <a:lnTo>
                  <a:pt x="64537" y="2147735"/>
                </a:lnTo>
                <a:lnTo>
                  <a:pt x="56412" y="2207310"/>
                </a:lnTo>
                <a:lnTo>
                  <a:pt x="48808" y="2267390"/>
                </a:lnTo>
                <a:lnTo>
                  <a:pt x="41730" y="2327964"/>
                </a:lnTo>
                <a:lnTo>
                  <a:pt x="35184" y="2389016"/>
                </a:lnTo>
                <a:lnTo>
                  <a:pt x="29177" y="2450534"/>
                </a:lnTo>
                <a:lnTo>
                  <a:pt x="23713" y="2512505"/>
                </a:lnTo>
                <a:lnTo>
                  <a:pt x="18799" y="2574914"/>
                </a:lnTo>
                <a:lnTo>
                  <a:pt x="14442" y="2637749"/>
                </a:lnTo>
                <a:lnTo>
                  <a:pt x="10646" y="2700996"/>
                </a:lnTo>
                <a:lnTo>
                  <a:pt x="7417" y="2764642"/>
                </a:lnTo>
                <a:lnTo>
                  <a:pt x="4763" y="2828674"/>
                </a:lnTo>
                <a:lnTo>
                  <a:pt x="2688" y="2893077"/>
                </a:lnTo>
                <a:lnTo>
                  <a:pt x="1198" y="2957839"/>
                </a:lnTo>
                <a:lnTo>
                  <a:pt x="300" y="3022947"/>
                </a:lnTo>
                <a:lnTo>
                  <a:pt x="0" y="3088386"/>
                </a:lnTo>
                <a:lnTo>
                  <a:pt x="300" y="3153824"/>
                </a:lnTo>
                <a:lnTo>
                  <a:pt x="1198" y="3218932"/>
                </a:lnTo>
                <a:lnTo>
                  <a:pt x="2688" y="3283694"/>
                </a:lnTo>
                <a:lnTo>
                  <a:pt x="4763" y="3348097"/>
                </a:lnTo>
                <a:lnTo>
                  <a:pt x="7417" y="3412129"/>
                </a:lnTo>
                <a:lnTo>
                  <a:pt x="10646" y="3475775"/>
                </a:lnTo>
                <a:lnTo>
                  <a:pt x="14442" y="3539022"/>
                </a:lnTo>
                <a:lnTo>
                  <a:pt x="18799" y="3601857"/>
                </a:lnTo>
                <a:lnTo>
                  <a:pt x="23713" y="3664266"/>
                </a:lnTo>
                <a:lnTo>
                  <a:pt x="29177" y="3726237"/>
                </a:lnTo>
                <a:lnTo>
                  <a:pt x="35184" y="3787755"/>
                </a:lnTo>
                <a:lnTo>
                  <a:pt x="41730" y="3848807"/>
                </a:lnTo>
                <a:lnTo>
                  <a:pt x="48808" y="3909381"/>
                </a:lnTo>
                <a:lnTo>
                  <a:pt x="56412" y="3969461"/>
                </a:lnTo>
                <a:lnTo>
                  <a:pt x="64537" y="4029036"/>
                </a:lnTo>
                <a:lnTo>
                  <a:pt x="73175" y="4088091"/>
                </a:lnTo>
                <a:lnTo>
                  <a:pt x="82323" y="4146613"/>
                </a:lnTo>
                <a:lnTo>
                  <a:pt x="91972" y="4204589"/>
                </a:lnTo>
                <a:lnTo>
                  <a:pt x="102119" y="4262006"/>
                </a:lnTo>
                <a:lnTo>
                  <a:pt x="112755" y="4318849"/>
                </a:lnTo>
                <a:lnTo>
                  <a:pt x="123877" y="4375106"/>
                </a:lnTo>
                <a:lnTo>
                  <a:pt x="135477" y="4430764"/>
                </a:lnTo>
                <a:lnTo>
                  <a:pt x="147551" y="4485808"/>
                </a:lnTo>
                <a:lnTo>
                  <a:pt x="160091" y="4540225"/>
                </a:lnTo>
                <a:lnTo>
                  <a:pt x="173092" y="4594003"/>
                </a:lnTo>
                <a:lnTo>
                  <a:pt x="186548" y="4647127"/>
                </a:lnTo>
                <a:lnTo>
                  <a:pt x="200454" y="4699584"/>
                </a:lnTo>
                <a:lnTo>
                  <a:pt x="214802" y="4751361"/>
                </a:lnTo>
                <a:lnTo>
                  <a:pt x="229588" y="4802445"/>
                </a:lnTo>
                <a:lnTo>
                  <a:pt x="244805" y="4852821"/>
                </a:lnTo>
                <a:lnTo>
                  <a:pt x="260448" y="4902477"/>
                </a:lnTo>
                <a:lnTo>
                  <a:pt x="276510" y="4951400"/>
                </a:lnTo>
                <a:lnTo>
                  <a:pt x="292986" y="4999574"/>
                </a:lnTo>
                <a:lnTo>
                  <a:pt x="309869" y="5046989"/>
                </a:lnTo>
                <a:lnTo>
                  <a:pt x="327154" y="5093629"/>
                </a:lnTo>
                <a:lnTo>
                  <a:pt x="344835" y="5139482"/>
                </a:lnTo>
                <a:lnTo>
                  <a:pt x="362905" y="5184534"/>
                </a:lnTo>
                <a:lnTo>
                  <a:pt x="381360" y="5228772"/>
                </a:lnTo>
                <a:lnTo>
                  <a:pt x="400192" y="5272182"/>
                </a:lnTo>
                <a:lnTo>
                  <a:pt x="419397" y="5314751"/>
                </a:lnTo>
                <a:lnTo>
                  <a:pt x="438968" y="5356466"/>
                </a:lnTo>
                <a:lnTo>
                  <a:pt x="458898" y="5397313"/>
                </a:lnTo>
                <a:lnTo>
                  <a:pt x="479183" y="5437279"/>
                </a:lnTo>
                <a:lnTo>
                  <a:pt x="499817" y="5476350"/>
                </a:lnTo>
                <a:lnTo>
                  <a:pt x="520793" y="5514513"/>
                </a:lnTo>
                <a:lnTo>
                  <a:pt x="542105" y="5551754"/>
                </a:lnTo>
                <a:lnTo>
                  <a:pt x="563748" y="5588061"/>
                </a:lnTo>
                <a:lnTo>
                  <a:pt x="585715" y="5623420"/>
                </a:lnTo>
                <a:lnTo>
                  <a:pt x="608001" y="5657817"/>
                </a:lnTo>
                <a:lnTo>
                  <a:pt x="630600" y="5691238"/>
                </a:lnTo>
                <a:lnTo>
                  <a:pt x="653505" y="5723672"/>
                </a:lnTo>
                <a:lnTo>
                  <a:pt x="676712" y="5755103"/>
                </a:lnTo>
                <a:lnTo>
                  <a:pt x="700213" y="5785520"/>
                </a:lnTo>
                <a:lnTo>
                  <a:pt x="748077" y="5843253"/>
                </a:lnTo>
                <a:lnTo>
                  <a:pt x="797050" y="5896764"/>
                </a:lnTo>
                <a:lnTo>
                  <a:pt x="847084" y="5945946"/>
                </a:lnTo>
                <a:lnTo>
                  <a:pt x="898132" y="5990693"/>
                </a:lnTo>
                <a:lnTo>
                  <a:pt x="950146" y="6030895"/>
                </a:lnTo>
                <a:lnTo>
                  <a:pt x="1003079" y="6066447"/>
                </a:lnTo>
                <a:lnTo>
                  <a:pt x="1056883" y="6097241"/>
                </a:lnTo>
                <a:lnTo>
                  <a:pt x="1111512" y="6123171"/>
                </a:lnTo>
                <a:lnTo>
                  <a:pt x="1166917" y="6144127"/>
                </a:lnTo>
                <a:lnTo>
                  <a:pt x="1223051" y="6160005"/>
                </a:lnTo>
                <a:lnTo>
                  <a:pt x="1279867" y="6170695"/>
                </a:lnTo>
                <a:lnTo>
                  <a:pt x="1337317" y="6176092"/>
                </a:lnTo>
                <a:lnTo>
                  <a:pt x="1366265" y="6176772"/>
                </a:lnTo>
                <a:close/>
              </a:path>
            </a:pathLst>
          </a:custGeom>
          <a:ln w="25908">
            <a:solidFill>
              <a:srgbClr val="BE7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43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图片 148">
            <a:extLst>
              <a:ext uri="{FF2B5EF4-FFF2-40B4-BE49-F238E27FC236}">
                <a16:creationId xmlns:a16="http://schemas.microsoft.com/office/drawing/2014/main" id="{79209975-C65A-58F3-B449-F88F53636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51" y="90021"/>
            <a:ext cx="9478698" cy="667795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29552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5" dirty="0">
                <a:latin typeface="华文楷体"/>
                <a:cs typeface="华文楷体"/>
              </a:rPr>
              <a:t>74</a:t>
            </a:r>
            <a:r>
              <a:rPr sz="3600" b="1" i="0" spc="-5" dirty="0">
                <a:latin typeface="华文楷体"/>
                <a:cs typeface="华文楷体"/>
              </a:rPr>
              <a:t>LS19</a:t>
            </a:r>
            <a:r>
              <a:rPr sz="3600" b="1" i="0" spc="10" dirty="0">
                <a:latin typeface="华文楷体"/>
                <a:cs typeface="华文楷体"/>
              </a:rPr>
              <a:t>4</a:t>
            </a:r>
            <a:r>
              <a:rPr sz="3600" b="1" i="0" spc="-5" dirty="0">
                <a:latin typeface="华文楷体"/>
                <a:cs typeface="华文楷体"/>
              </a:rPr>
              <a:t>功能表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4052" y="1397000"/>
            <a:ext cx="859790" cy="944880"/>
          </a:xfrm>
          <a:custGeom>
            <a:avLst/>
            <a:gdLst/>
            <a:ahLst/>
            <a:cxnLst/>
            <a:rect l="l" t="t" r="r" b="b"/>
            <a:pathLst>
              <a:path w="859789" h="944880">
                <a:moveTo>
                  <a:pt x="0" y="944879"/>
                </a:moveTo>
                <a:lnTo>
                  <a:pt x="859497" y="944879"/>
                </a:lnTo>
                <a:lnTo>
                  <a:pt x="859497" y="0"/>
                </a:lnTo>
                <a:lnTo>
                  <a:pt x="0" y="0"/>
                </a:lnTo>
                <a:lnTo>
                  <a:pt x="0" y="94487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3550" y="1397000"/>
            <a:ext cx="5829300" cy="518159"/>
          </a:xfrm>
          <a:custGeom>
            <a:avLst/>
            <a:gdLst/>
            <a:ahLst/>
            <a:cxnLst/>
            <a:rect l="l" t="t" r="r" b="b"/>
            <a:pathLst>
              <a:path w="5829300" h="518160">
                <a:moveTo>
                  <a:pt x="0" y="518160"/>
                </a:moveTo>
                <a:lnTo>
                  <a:pt x="5829300" y="518160"/>
                </a:lnTo>
                <a:lnTo>
                  <a:pt x="5829300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62850" y="1397000"/>
            <a:ext cx="2183130" cy="518159"/>
          </a:xfrm>
          <a:custGeom>
            <a:avLst/>
            <a:gdLst/>
            <a:ahLst/>
            <a:cxnLst/>
            <a:rect l="l" t="t" r="r" b="b"/>
            <a:pathLst>
              <a:path w="2183129" h="518160">
                <a:moveTo>
                  <a:pt x="0" y="518160"/>
                </a:moveTo>
                <a:lnTo>
                  <a:pt x="2183003" y="518160"/>
                </a:lnTo>
                <a:lnTo>
                  <a:pt x="2183003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33550" y="1915160"/>
            <a:ext cx="626745" cy="426720"/>
          </a:xfrm>
          <a:custGeom>
            <a:avLst/>
            <a:gdLst/>
            <a:ahLst/>
            <a:cxnLst/>
            <a:rect l="l" t="t" r="r" b="b"/>
            <a:pathLst>
              <a:path w="626744" h="426719">
                <a:moveTo>
                  <a:pt x="0" y="426720"/>
                </a:moveTo>
                <a:lnTo>
                  <a:pt x="626402" y="426720"/>
                </a:lnTo>
                <a:lnTo>
                  <a:pt x="626402" y="0"/>
                </a:lnTo>
                <a:lnTo>
                  <a:pt x="0" y="0"/>
                </a:lnTo>
                <a:lnTo>
                  <a:pt x="0" y="42672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59914" y="1915160"/>
            <a:ext cx="539115" cy="426720"/>
          </a:xfrm>
          <a:custGeom>
            <a:avLst/>
            <a:gdLst/>
            <a:ahLst/>
            <a:cxnLst/>
            <a:rect l="l" t="t" r="r" b="b"/>
            <a:pathLst>
              <a:path w="539114" h="426719">
                <a:moveTo>
                  <a:pt x="0" y="426720"/>
                </a:moveTo>
                <a:lnTo>
                  <a:pt x="539000" y="426720"/>
                </a:lnTo>
                <a:lnTo>
                  <a:pt x="539000" y="0"/>
                </a:lnTo>
                <a:lnTo>
                  <a:pt x="0" y="0"/>
                </a:lnTo>
                <a:lnTo>
                  <a:pt x="0" y="42672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98901" y="1915160"/>
            <a:ext cx="553720" cy="426720"/>
          </a:xfrm>
          <a:custGeom>
            <a:avLst/>
            <a:gdLst/>
            <a:ahLst/>
            <a:cxnLst/>
            <a:rect l="l" t="t" r="r" b="b"/>
            <a:pathLst>
              <a:path w="553720" h="426719">
                <a:moveTo>
                  <a:pt x="0" y="426720"/>
                </a:moveTo>
                <a:lnTo>
                  <a:pt x="553567" y="426720"/>
                </a:lnTo>
                <a:lnTo>
                  <a:pt x="553567" y="0"/>
                </a:lnTo>
                <a:lnTo>
                  <a:pt x="0" y="0"/>
                </a:lnTo>
                <a:lnTo>
                  <a:pt x="0" y="42672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52495" y="1915160"/>
            <a:ext cx="568325" cy="426720"/>
          </a:xfrm>
          <a:custGeom>
            <a:avLst/>
            <a:gdLst/>
            <a:ahLst/>
            <a:cxnLst/>
            <a:rect l="l" t="t" r="r" b="b"/>
            <a:pathLst>
              <a:path w="568325" h="426719">
                <a:moveTo>
                  <a:pt x="0" y="426720"/>
                </a:moveTo>
                <a:lnTo>
                  <a:pt x="568134" y="426720"/>
                </a:lnTo>
                <a:lnTo>
                  <a:pt x="568134" y="0"/>
                </a:lnTo>
                <a:lnTo>
                  <a:pt x="0" y="0"/>
                </a:lnTo>
                <a:lnTo>
                  <a:pt x="0" y="42672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20692" y="1915160"/>
            <a:ext cx="714375" cy="426720"/>
          </a:xfrm>
          <a:custGeom>
            <a:avLst/>
            <a:gdLst/>
            <a:ahLst/>
            <a:cxnLst/>
            <a:rect l="l" t="t" r="r" b="b"/>
            <a:pathLst>
              <a:path w="714375" h="426719">
                <a:moveTo>
                  <a:pt x="0" y="426720"/>
                </a:moveTo>
                <a:lnTo>
                  <a:pt x="713816" y="426720"/>
                </a:lnTo>
                <a:lnTo>
                  <a:pt x="713816" y="0"/>
                </a:lnTo>
                <a:lnTo>
                  <a:pt x="0" y="0"/>
                </a:lnTo>
                <a:lnTo>
                  <a:pt x="0" y="42672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734433" y="1915160"/>
            <a:ext cx="645795" cy="426720"/>
          </a:xfrm>
          <a:custGeom>
            <a:avLst/>
            <a:gdLst/>
            <a:ahLst/>
            <a:cxnLst/>
            <a:rect l="l" t="t" r="r" b="b"/>
            <a:pathLst>
              <a:path w="645795" h="426719">
                <a:moveTo>
                  <a:pt x="0" y="426720"/>
                </a:moveTo>
                <a:lnTo>
                  <a:pt x="645337" y="426720"/>
                </a:lnTo>
                <a:lnTo>
                  <a:pt x="645337" y="0"/>
                </a:lnTo>
                <a:lnTo>
                  <a:pt x="0" y="0"/>
                </a:lnTo>
                <a:lnTo>
                  <a:pt x="0" y="42672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79846" y="1915160"/>
            <a:ext cx="546100" cy="426720"/>
          </a:xfrm>
          <a:custGeom>
            <a:avLst/>
            <a:gdLst/>
            <a:ahLst/>
            <a:cxnLst/>
            <a:rect l="l" t="t" r="r" b="b"/>
            <a:pathLst>
              <a:path w="546100" h="426719">
                <a:moveTo>
                  <a:pt x="0" y="426720"/>
                </a:moveTo>
                <a:lnTo>
                  <a:pt x="545744" y="426720"/>
                </a:lnTo>
                <a:lnTo>
                  <a:pt x="545744" y="0"/>
                </a:lnTo>
                <a:lnTo>
                  <a:pt x="0" y="0"/>
                </a:lnTo>
                <a:lnTo>
                  <a:pt x="0" y="42672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25565" y="1915160"/>
            <a:ext cx="546100" cy="426720"/>
          </a:xfrm>
          <a:custGeom>
            <a:avLst/>
            <a:gdLst/>
            <a:ahLst/>
            <a:cxnLst/>
            <a:rect l="l" t="t" r="r" b="b"/>
            <a:pathLst>
              <a:path w="546100" h="426719">
                <a:moveTo>
                  <a:pt x="0" y="426720"/>
                </a:moveTo>
                <a:lnTo>
                  <a:pt x="545744" y="426720"/>
                </a:lnTo>
                <a:lnTo>
                  <a:pt x="545744" y="0"/>
                </a:lnTo>
                <a:lnTo>
                  <a:pt x="0" y="0"/>
                </a:lnTo>
                <a:lnTo>
                  <a:pt x="0" y="42672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71284" y="1915160"/>
            <a:ext cx="546100" cy="426720"/>
          </a:xfrm>
          <a:custGeom>
            <a:avLst/>
            <a:gdLst/>
            <a:ahLst/>
            <a:cxnLst/>
            <a:rect l="l" t="t" r="r" b="b"/>
            <a:pathLst>
              <a:path w="546100" h="426719">
                <a:moveTo>
                  <a:pt x="0" y="426720"/>
                </a:moveTo>
                <a:lnTo>
                  <a:pt x="545744" y="426720"/>
                </a:lnTo>
                <a:lnTo>
                  <a:pt x="545744" y="0"/>
                </a:lnTo>
                <a:lnTo>
                  <a:pt x="0" y="0"/>
                </a:lnTo>
                <a:lnTo>
                  <a:pt x="0" y="42672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17004" y="1915160"/>
            <a:ext cx="546100" cy="426720"/>
          </a:xfrm>
          <a:custGeom>
            <a:avLst/>
            <a:gdLst/>
            <a:ahLst/>
            <a:cxnLst/>
            <a:rect l="l" t="t" r="r" b="b"/>
            <a:pathLst>
              <a:path w="546100" h="426719">
                <a:moveTo>
                  <a:pt x="0" y="426720"/>
                </a:moveTo>
                <a:lnTo>
                  <a:pt x="545744" y="426720"/>
                </a:lnTo>
                <a:lnTo>
                  <a:pt x="545744" y="0"/>
                </a:lnTo>
                <a:lnTo>
                  <a:pt x="0" y="0"/>
                </a:lnTo>
                <a:lnTo>
                  <a:pt x="0" y="42672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62850" y="1915160"/>
            <a:ext cx="546100" cy="426720"/>
          </a:xfrm>
          <a:custGeom>
            <a:avLst/>
            <a:gdLst/>
            <a:ahLst/>
            <a:cxnLst/>
            <a:rect l="l" t="t" r="r" b="b"/>
            <a:pathLst>
              <a:path w="546100" h="426719">
                <a:moveTo>
                  <a:pt x="0" y="426720"/>
                </a:moveTo>
                <a:lnTo>
                  <a:pt x="545744" y="426720"/>
                </a:lnTo>
                <a:lnTo>
                  <a:pt x="545744" y="0"/>
                </a:lnTo>
                <a:lnTo>
                  <a:pt x="0" y="0"/>
                </a:lnTo>
                <a:lnTo>
                  <a:pt x="0" y="42672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108568" y="1915160"/>
            <a:ext cx="546100" cy="426720"/>
          </a:xfrm>
          <a:custGeom>
            <a:avLst/>
            <a:gdLst/>
            <a:ahLst/>
            <a:cxnLst/>
            <a:rect l="l" t="t" r="r" b="b"/>
            <a:pathLst>
              <a:path w="546100" h="426719">
                <a:moveTo>
                  <a:pt x="0" y="426720"/>
                </a:moveTo>
                <a:lnTo>
                  <a:pt x="545744" y="426720"/>
                </a:lnTo>
                <a:lnTo>
                  <a:pt x="545744" y="0"/>
                </a:lnTo>
                <a:lnTo>
                  <a:pt x="0" y="0"/>
                </a:lnTo>
                <a:lnTo>
                  <a:pt x="0" y="42672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654288" y="1915160"/>
            <a:ext cx="546100" cy="426720"/>
          </a:xfrm>
          <a:custGeom>
            <a:avLst/>
            <a:gdLst/>
            <a:ahLst/>
            <a:cxnLst/>
            <a:rect l="l" t="t" r="r" b="b"/>
            <a:pathLst>
              <a:path w="546100" h="426719">
                <a:moveTo>
                  <a:pt x="0" y="426720"/>
                </a:moveTo>
                <a:lnTo>
                  <a:pt x="545744" y="426720"/>
                </a:lnTo>
                <a:lnTo>
                  <a:pt x="545744" y="0"/>
                </a:lnTo>
                <a:lnTo>
                  <a:pt x="0" y="0"/>
                </a:lnTo>
                <a:lnTo>
                  <a:pt x="0" y="42672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200006" y="1915160"/>
            <a:ext cx="546100" cy="426720"/>
          </a:xfrm>
          <a:custGeom>
            <a:avLst/>
            <a:gdLst/>
            <a:ahLst/>
            <a:cxnLst/>
            <a:rect l="l" t="t" r="r" b="b"/>
            <a:pathLst>
              <a:path w="546100" h="426719">
                <a:moveTo>
                  <a:pt x="0" y="426720"/>
                </a:moveTo>
                <a:lnTo>
                  <a:pt x="545744" y="426720"/>
                </a:lnTo>
                <a:lnTo>
                  <a:pt x="545744" y="0"/>
                </a:lnTo>
                <a:lnTo>
                  <a:pt x="0" y="0"/>
                </a:lnTo>
                <a:lnTo>
                  <a:pt x="0" y="42672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74052" y="2341879"/>
            <a:ext cx="859790" cy="457200"/>
          </a:xfrm>
          <a:custGeom>
            <a:avLst/>
            <a:gdLst/>
            <a:ahLst/>
            <a:cxnLst/>
            <a:rect l="l" t="t" r="r" b="b"/>
            <a:pathLst>
              <a:path w="859789" h="457200">
                <a:moveTo>
                  <a:pt x="0" y="457200"/>
                </a:moveTo>
                <a:lnTo>
                  <a:pt x="859497" y="457200"/>
                </a:lnTo>
                <a:lnTo>
                  <a:pt x="859497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33550" y="2341879"/>
            <a:ext cx="626745" cy="457200"/>
          </a:xfrm>
          <a:custGeom>
            <a:avLst/>
            <a:gdLst/>
            <a:ahLst/>
            <a:cxnLst/>
            <a:rect l="l" t="t" r="r" b="b"/>
            <a:pathLst>
              <a:path w="626744" h="457200">
                <a:moveTo>
                  <a:pt x="0" y="457200"/>
                </a:moveTo>
                <a:lnTo>
                  <a:pt x="626402" y="457200"/>
                </a:lnTo>
                <a:lnTo>
                  <a:pt x="62640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59914" y="2341879"/>
            <a:ext cx="539115" cy="457200"/>
          </a:xfrm>
          <a:custGeom>
            <a:avLst/>
            <a:gdLst/>
            <a:ahLst/>
            <a:cxnLst/>
            <a:rect l="l" t="t" r="r" b="b"/>
            <a:pathLst>
              <a:path w="539114" h="457200">
                <a:moveTo>
                  <a:pt x="0" y="457200"/>
                </a:moveTo>
                <a:lnTo>
                  <a:pt x="539000" y="457200"/>
                </a:lnTo>
                <a:lnTo>
                  <a:pt x="5390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98901" y="2341879"/>
            <a:ext cx="553720" cy="457200"/>
          </a:xfrm>
          <a:custGeom>
            <a:avLst/>
            <a:gdLst/>
            <a:ahLst/>
            <a:cxnLst/>
            <a:rect l="l" t="t" r="r" b="b"/>
            <a:pathLst>
              <a:path w="553720" h="457200">
                <a:moveTo>
                  <a:pt x="0" y="457200"/>
                </a:moveTo>
                <a:lnTo>
                  <a:pt x="553567" y="457200"/>
                </a:lnTo>
                <a:lnTo>
                  <a:pt x="553567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452495" y="2341879"/>
            <a:ext cx="568325" cy="457200"/>
          </a:xfrm>
          <a:custGeom>
            <a:avLst/>
            <a:gdLst/>
            <a:ahLst/>
            <a:cxnLst/>
            <a:rect l="l" t="t" r="r" b="b"/>
            <a:pathLst>
              <a:path w="568325" h="457200">
                <a:moveTo>
                  <a:pt x="0" y="457200"/>
                </a:moveTo>
                <a:lnTo>
                  <a:pt x="568134" y="457200"/>
                </a:lnTo>
                <a:lnTo>
                  <a:pt x="568134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020692" y="2341879"/>
            <a:ext cx="714375" cy="457200"/>
          </a:xfrm>
          <a:custGeom>
            <a:avLst/>
            <a:gdLst/>
            <a:ahLst/>
            <a:cxnLst/>
            <a:rect l="l" t="t" r="r" b="b"/>
            <a:pathLst>
              <a:path w="714375" h="457200">
                <a:moveTo>
                  <a:pt x="0" y="457200"/>
                </a:moveTo>
                <a:lnTo>
                  <a:pt x="713816" y="457200"/>
                </a:lnTo>
                <a:lnTo>
                  <a:pt x="713816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734433" y="2341879"/>
            <a:ext cx="645795" cy="457200"/>
          </a:xfrm>
          <a:custGeom>
            <a:avLst/>
            <a:gdLst/>
            <a:ahLst/>
            <a:cxnLst/>
            <a:rect l="l" t="t" r="r" b="b"/>
            <a:pathLst>
              <a:path w="645795" h="457200">
                <a:moveTo>
                  <a:pt x="0" y="457200"/>
                </a:moveTo>
                <a:lnTo>
                  <a:pt x="645337" y="457200"/>
                </a:lnTo>
                <a:lnTo>
                  <a:pt x="645337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379846" y="2341879"/>
            <a:ext cx="546100" cy="457200"/>
          </a:xfrm>
          <a:custGeom>
            <a:avLst/>
            <a:gdLst/>
            <a:ahLst/>
            <a:cxnLst/>
            <a:rect l="l" t="t" r="r" b="b"/>
            <a:pathLst>
              <a:path w="546100" h="457200">
                <a:moveTo>
                  <a:pt x="0" y="457200"/>
                </a:moveTo>
                <a:lnTo>
                  <a:pt x="545744" y="457200"/>
                </a:lnTo>
                <a:lnTo>
                  <a:pt x="545744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925565" y="2341879"/>
            <a:ext cx="546100" cy="457200"/>
          </a:xfrm>
          <a:custGeom>
            <a:avLst/>
            <a:gdLst/>
            <a:ahLst/>
            <a:cxnLst/>
            <a:rect l="l" t="t" r="r" b="b"/>
            <a:pathLst>
              <a:path w="546100" h="457200">
                <a:moveTo>
                  <a:pt x="0" y="457200"/>
                </a:moveTo>
                <a:lnTo>
                  <a:pt x="545744" y="457200"/>
                </a:lnTo>
                <a:lnTo>
                  <a:pt x="545744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471284" y="2341879"/>
            <a:ext cx="546100" cy="457200"/>
          </a:xfrm>
          <a:custGeom>
            <a:avLst/>
            <a:gdLst/>
            <a:ahLst/>
            <a:cxnLst/>
            <a:rect l="l" t="t" r="r" b="b"/>
            <a:pathLst>
              <a:path w="546100" h="457200">
                <a:moveTo>
                  <a:pt x="0" y="457200"/>
                </a:moveTo>
                <a:lnTo>
                  <a:pt x="545744" y="457200"/>
                </a:lnTo>
                <a:lnTo>
                  <a:pt x="545744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017004" y="2341879"/>
            <a:ext cx="546100" cy="457200"/>
          </a:xfrm>
          <a:custGeom>
            <a:avLst/>
            <a:gdLst/>
            <a:ahLst/>
            <a:cxnLst/>
            <a:rect l="l" t="t" r="r" b="b"/>
            <a:pathLst>
              <a:path w="546100" h="457200">
                <a:moveTo>
                  <a:pt x="0" y="457200"/>
                </a:moveTo>
                <a:lnTo>
                  <a:pt x="545744" y="457200"/>
                </a:lnTo>
                <a:lnTo>
                  <a:pt x="545744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562850" y="2341879"/>
            <a:ext cx="546100" cy="457200"/>
          </a:xfrm>
          <a:custGeom>
            <a:avLst/>
            <a:gdLst/>
            <a:ahLst/>
            <a:cxnLst/>
            <a:rect l="l" t="t" r="r" b="b"/>
            <a:pathLst>
              <a:path w="546100" h="457200">
                <a:moveTo>
                  <a:pt x="0" y="457200"/>
                </a:moveTo>
                <a:lnTo>
                  <a:pt x="545744" y="457200"/>
                </a:lnTo>
                <a:lnTo>
                  <a:pt x="545744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108568" y="2341879"/>
            <a:ext cx="546100" cy="457200"/>
          </a:xfrm>
          <a:custGeom>
            <a:avLst/>
            <a:gdLst/>
            <a:ahLst/>
            <a:cxnLst/>
            <a:rect l="l" t="t" r="r" b="b"/>
            <a:pathLst>
              <a:path w="546100" h="457200">
                <a:moveTo>
                  <a:pt x="0" y="457200"/>
                </a:moveTo>
                <a:lnTo>
                  <a:pt x="545744" y="457200"/>
                </a:lnTo>
                <a:lnTo>
                  <a:pt x="545744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654288" y="2341879"/>
            <a:ext cx="546100" cy="457200"/>
          </a:xfrm>
          <a:custGeom>
            <a:avLst/>
            <a:gdLst/>
            <a:ahLst/>
            <a:cxnLst/>
            <a:rect l="l" t="t" r="r" b="b"/>
            <a:pathLst>
              <a:path w="546100" h="457200">
                <a:moveTo>
                  <a:pt x="0" y="457200"/>
                </a:moveTo>
                <a:lnTo>
                  <a:pt x="545744" y="457200"/>
                </a:lnTo>
                <a:lnTo>
                  <a:pt x="545744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200006" y="2341879"/>
            <a:ext cx="546100" cy="457200"/>
          </a:xfrm>
          <a:custGeom>
            <a:avLst/>
            <a:gdLst/>
            <a:ahLst/>
            <a:cxnLst/>
            <a:rect l="l" t="t" r="r" b="b"/>
            <a:pathLst>
              <a:path w="546100" h="457200">
                <a:moveTo>
                  <a:pt x="0" y="457200"/>
                </a:moveTo>
                <a:lnTo>
                  <a:pt x="545744" y="457200"/>
                </a:lnTo>
                <a:lnTo>
                  <a:pt x="545744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74052" y="2799079"/>
            <a:ext cx="859790" cy="457200"/>
          </a:xfrm>
          <a:custGeom>
            <a:avLst/>
            <a:gdLst/>
            <a:ahLst/>
            <a:cxnLst/>
            <a:rect l="l" t="t" r="r" b="b"/>
            <a:pathLst>
              <a:path w="859789" h="457200">
                <a:moveTo>
                  <a:pt x="0" y="457200"/>
                </a:moveTo>
                <a:lnTo>
                  <a:pt x="859497" y="457200"/>
                </a:lnTo>
                <a:lnTo>
                  <a:pt x="859497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33550" y="2799079"/>
            <a:ext cx="626745" cy="457200"/>
          </a:xfrm>
          <a:custGeom>
            <a:avLst/>
            <a:gdLst/>
            <a:ahLst/>
            <a:cxnLst/>
            <a:rect l="l" t="t" r="r" b="b"/>
            <a:pathLst>
              <a:path w="626744" h="457200">
                <a:moveTo>
                  <a:pt x="0" y="457200"/>
                </a:moveTo>
                <a:lnTo>
                  <a:pt x="626402" y="457200"/>
                </a:lnTo>
                <a:lnTo>
                  <a:pt x="62640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359914" y="2799079"/>
            <a:ext cx="539115" cy="457200"/>
          </a:xfrm>
          <a:custGeom>
            <a:avLst/>
            <a:gdLst/>
            <a:ahLst/>
            <a:cxnLst/>
            <a:rect l="l" t="t" r="r" b="b"/>
            <a:pathLst>
              <a:path w="539114" h="457200">
                <a:moveTo>
                  <a:pt x="0" y="457200"/>
                </a:moveTo>
                <a:lnTo>
                  <a:pt x="539000" y="457200"/>
                </a:lnTo>
                <a:lnTo>
                  <a:pt x="5390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898901" y="2799079"/>
            <a:ext cx="553720" cy="457200"/>
          </a:xfrm>
          <a:custGeom>
            <a:avLst/>
            <a:gdLst/>
            <a:ahLst/>
            <a:cxnLst/>
            <a:rect l="l" t="t" r="r" b="b"/>
            <a:pathLst>
              <a:path w="553720" h="457200">
                <a:moveTo>
                  <a:pt x="0" y="457200"/>
                </a:moveTo>
                <a:lnTo>
                  <a:pt x="553567" y="457200"/>
                </a:lnTo>
                <a:lnTo>
                  <a:pt x="553567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452495" y="2799079"/>
            <a:ext cx="568325" cy="457200"/>
          </a:xfrm>
          <a:custGeom>
            <a:avLst/>
            <a:gdLst/>
            <a:ahLst/>
            <a:cxnLst/>
            <a:rect l="l" t="t" r="r" b="b"/>
            <a:pathLst>
              <a:path w="568325" h="457200">
                <a:moveTo>
                  <a:pt x="0" y="457200"/>
                </a:moveTo>
                <a:lnTo>
                  <a:pt x="568134" y="457200"/>
                </a:lnTo>
                <a:lnTo>
                  <a:pt x="568134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020692" y="2799079"/>
            <a:ext cx="714375" cy="457200"/>
          </a:xfrm>
          <a:custGeom>
            <a:avLst/>
            <a:gdLst/>
            <a:ahLst/>
            <a:cxnLst/>
            <a:rect l="l" t="t" r="r" b="b"/>
            <a:pathLst>
              <a:path w="714375" h="457200">
                <a:moveTo>
                  <a:pt x="0" y="457200"/>
                </a:moveTo>
                <a:lnTo>
                  <a:pt x="713816" y="457200"/>
                </a:lnTo>
                <a:lnTo>
                  <a:pt x="713816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734433" y="2799079"/>
            <a:ext cx="645795" cy="457200"/>
          </a:xfrm>
          <a:custGeom>
            <a:avLst/>
            <a:gdLst/>
            <a:ahLst/>
            <a:cxnLst/>
            <a:rect l="l" t="t" r="r" b="b"/>
            <a:pathLst>
              <a:path w="645795" h="457200">
                <a:moveTo>
                  <a:pt x="0" y="457200"/>
                </a:moveTo>
                <a:lnTo>
                  <a:pt x="645337" y="457200"/>
                </a:lnTo>
                <a:lnTo>
                  <a:pt x="645337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379846" y="2799079"/>
            <a:ext cx="546100" cy="457200"/>
          </a:xfrm>
          <a:custGeom>
            <a:avLst/>
            <a:gdLst/>
            <a:ahLst/>
            <a:cxnLst/>
            <a:rect l="l" t="t" r="r" b="b"/>
            <a:pathLst>
              <a:path w="546100" h="457200">
                <a:moveTo>
                  <a:pt x="0" y="457200"/>
                </a:moveTo>
                <a:lnTo>
                  <a:pt x="545744" y="457200"/>
                </a:lnTo>
                <a:lnTo>
                  <a:pt x="545744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925565" y="2799079"/>
            <a:ext cx="546100" cy="457200"/>
          </a:xfrm>
          <a:custGeom>
            <a:avLst/>
            <a:gdLst/>
            <a:ahLst/>
            <a:cxnLst/>
            <a:rect l="l" t="t" r="r" b="b"/>
            <a:pathLst>
              <a:path w="546100" h="457200">
                <a:moveTo>
                  <a:pt x="0" y="457200"/>
                </a:moveTo>
                <a:lnTo>
                  <a:pt x="545744" y="457200"/>
                </a:lnTo>
                <a:lnTo>
                  <a:pt x="545744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471284" y="2799079"/>
            <a:ext cx="546100" cy="457200"/>
          </a:xfrm>
          <a:custGeom>
            <a:avLst/>
            <a:gdLst/>
            <a:ahLst/>
            <a:cxnLst/>
            <a:rect l="l" t="t" r="r" b="b"/>
            <a:pathLst>
              <a:path w="546100" h="457200">
                <a:moveTo>
                  <a:pt x="0" y="457200"/>
                </a:moveTo>
                <a:lnTo>
                  <a:pt x="545744" y="457200"/>
                </a:lnTo>
                <a:lnTo>
                  <a:pt x="545744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017004" y="2799079"/>
            <a:ext cx="546100" cy="457200"/>
          </a:xfrm>
          <a:custGeom>
            <a:avLst/>
            <a:gdLst/>
            <a:ahLst/>
            <a:cxnLst/>
            <a:rect l="l" t="t" r="r" b="b"/>
            <a:pathLst>
              <a:path w="546100" h="457200">
                <a:moveTo>
                  <a:pt x="0" y="457200"/>
                </a:moveTo>
                <a:lnTo>
                  <a:pt x="545744" y="457200"/>
                </a:lnTo>
                <a:lnTo>
                  <a:pt x="545744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562850" y="2799079"/>
            <a:ext cx="546100" cy="457200"/>
          </a:xfrm>
          <a:custGeom>
            <a:avLst/>
            <a:gdLst/>
            <a:ahLst/>
            <a:cxnLst/>
            <a:rect l="l" t="t" r="r" b="b"/>
            <a:pathLst>
              <a:path w="546100" h="457200">
                <a:moveTo>
                  <a:pt x="0" y="457200"/>
                </a:moveTo>
                <a:lnTo>
                  <a:pt x="545744" y="457200"/>
                </a:lnTo>
                <a:lnTo>
                  <a:pt x="545744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108568" y="2799079"/>
            <a:ext cx="546100" cy="457200"/>
          </a:xfrm>
          <a:custGeom>
            <a:avLst/>
            <a:gdLst/>
            <a:ahLst/>
            <a:cxnLst/>
            <a:rect l="l" t="t" r="r" b="b"/>
            <a:pathLst>
              <a:path w="546100" h="457200">
                <a:moveTo>
                  <a:pt x="0" y="457200"/>
                </a:moveTo>
                <a:lnTo>
                  <a:pt x="545744" y="457200"/>
                </a:lnTo>
                <a:lnTo>
                  <a:pt x="545744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654288" y="2799079"/>
            <a:ext cx="546100" cy="457200"/>
          </a:xfrm>
          <a:custGeom>
            <a:avLst/>
            <a:gdLst/>
            <a:ahLst/>
            <a:cxnLst/>
            <a:rect l="l" t="t" r="r" b="b"/>
            <a:pathLst>
              <a:path w="546100" h="457200">
                <a:moveTo>
                  <a:pt x="0" y="457200"/>
                </a:moveTo>
                <a:lnTo>
                  <a:pt x="545744" y="457200"/>
                </a:lnTo>
                <a:lnTo>
                  <a:pt x="545744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200006" y="2799079"/>
            <a:ext cx="546100" cy="457200"/>
          </a:xfrm>
          <a:custGeom>
            <a:avLst/>
            <a:gdLst/>
            <a:ahLst/>
            <a:cxnLst/>
            <a:rect l="l" t="t" r="r" b="b"/>
            <a:pathLst>
              <a:path w="546100" h="457200">
                <a:moveTo>
                  <a:pt x="0" y="457200"/>
                </a:moveTo>
                <a:lnTo>
                  <a:pt x="545744" y="457200"/>
                </a:lnTo>
                <a:lnTo>
                  <a:pt x="545744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74052" y="3256279"/>
            <a:ext cx="859790" cy="518159"/>
          </a:xfrm>
          <a:custGeom>
            <a:avLst/>
            <a:gdLst/>
            <a:ahLst/>
            <a:cxnLst/>
            <a:rect l="l" t="t" r="r" b="b"/>
            <a:pathLst>
              <a:path w="859789" h="518160">
                <a:moveTo>
                  <a:pt x="0" y="518160"/>
                </a:moveTo>
                <a:lnTo>
                  <a:pt x="859497" y="518160"/>
                </a:lnTo>
                <a:lnTo>
                  <a:pt x="859497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733550" y="3256279"/>
            <a:ext cx="626745" cy="518159"/>
          </a:xfrm>
          <a:custGeom>
            <a:avLst/>
            <a:gdLst/>
            <a:ahLst/>
            <a:cxnLst/>
            <a:rect l="l" t="t" r="r" b="b"/>
            <a:pathLst>
              <a:path w="626744" h="518160">
                <a:moveTo>
                  <a:pt x="0" y="518160"/>
                </a:moveTo>
                <a:lnTo>
                  <a:pt x="626402" y="518160"/>
                </a:lnTo>
                <a:lnTo>
                  <a:pt x="626402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359914" y="3256279"/>
            <a:ext cx="539115" cy="518159"/>
          </a:xfrm>
          <a:custGeom>
            <a:avLst/>
            <a:gdLst/>
            <a:ahLst/>
            <a:cxnLst/>
            <a:rect l="l" t="t" r="r" b="b"/>
            <a:pathLst>
              <a:path w="539114" h="518160">
                <a:moveTo>
                  <a:pt x="0" y="518160"/>
                </a:moveTo>
                <a:lnTo>
                  <a:pt x="539000" y="518160"/>
                </a:lnTo>
                <a:lnTo>
                  <a:pt x="539000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898901" y="3256279"/>
            <a:ext cx="553720" cy="518159"/>
          </a:xfrm>
          <a:custGeom>
            <a:avLst/>
            <a:gdLst/>
            <a:ahLst/>
            <a:cxnLst/>
            <a:rect l="l" t="t" r="r" b="b"/>
            <a:pathLst>
              <a:path w="553720" h="518160">
                <a:moveTo>
                  <a:pt x="0" y="518160"/>
                </a:moveTo>
                <a:lnTo>
                  <a:pt x="553567" y="518160"/>
                </a:lnTo>
                <a:lnTo>
                  <a:pt x="553567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452495" y="3256279"/>
            <a:ext cx="568325" cy="518159"/>
          </a:xfrm>
          <a:custGeom>
            <a:avLst/>
            <a:gdLst/>
            <a:ahLst/>
            <a:cxnLst/>
            <a:rect l="l" t="t" r="r" b="b"/>
            <a:pathLst>
              <a:path w="568325" h="518160">
                <a:moveTo>
                  <a:pt x="0" y="518160"/>
                </a:moveTo>
                <a:lnTo>
                  <a:pt x="568134" y="518160"/>
                </a:lnTo>
                <a:lnTo>
                  <a:pt x="56813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020692" y="3256279"/>
            <a:ext cx="714375" cy="518159"/>
          </a:xfrm>
          <a:custGeom>
            <a:avLst/>
            <a:gdLst/>
            <a:ahLst/>
            <a:cxnLst/>
            <a:rect l="l" t="t" r="r" b="b"/>
            <a:pathLst>
              <a:path w="714375" h="518160">
                <a:moveTo>
                  <a:pt x="0" y="518160"/>
                </a:moveTo>
                <a:lnTo>
                  <a:pt x="713816" y="518160"/>
                </a:lnTo>
                <a:lnTo>
                  <a:pt x="713816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734433" y="3256279"/>
            <a:ext cx="645795" cy="518159"/>
          </a:xfrm>
          <a:custGeom>
            <a:avLst/>
            <a:gdLst/>
            <a:ahLst/>
            <a:cxnLst/>
            <a:rect l="l" t="t" r="r" b="b"/>
            <a:pathLst>
              <a:path w="645795" h="518160">
                <a:moveTo>
                  <a:pt x="0" y="518160"/>
                </a:moveTo>
                <a:lnTo>
                  <a:pt x="645337" y="518160"/>
                </a:lnTo>
                <a:lnTo>
                  <a:pt x="645337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379846" y="325627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925565" y="325627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471284" y="325627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017004" y="325627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562850" y="325627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108568" y="325627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654288" y="325627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9200006" y="325627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74052" y="3774440"/>
            <a:ext cx="859790" cy="1036319"/>
          </a:xfrm>
          <a:custGeom>
            <a:avLst/>
            <a:gdLst/>
            <a:ahLst/>
            <a:cxnLst/>
            <a:rect l="l" t="t" r="r" b="b"/>
            <a:pathLst>
              <a:path w="859789" h="1036320">
                <a:moveTo>
                  <a:pt x="0" y="1036319"/>
                </a:moveTo>
                <a:lnTo>
                  <a:pt x="859497" y="1036319"/>
                </a:lnTo>
                <a:lnTo>
                  <a:pt x="859497" y="0"/>
                </a:lnTo>
                <a:lnTo>
                  <a:pt x="0" y="0"/>
                </a:lnTo>
                <a:lnTo>
                  <a:pt x="0" y="103631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733550" y="3774440"/>
            <a:ext cx="626745" cy="518159"/>
          </a:xfrm>
          <a:custGeom>
            <a:avLst/>
            <a:gdLst/>
            <a:ahLst/>
            <a:cxnLst/>
            <a:rect l="l" t="t" r="r" b="b"/>
            <a:pathLst>
              <a:path w="626744" h="518160">
                <a:moveTo>
                  <a:pt x="0" y="518160"/>
                </a:moveTo>
                <a:lnTo>
                  <a:pt x="626402" y="518160"/>
                </a:lnTo>
                <a:lnTo>
                  <a:pt x="626402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359914" y="3774440"/>
            <a:ext cx="539115" cy="518159"/>
          </a:xfrm>
          <a:custGeom>
            <a:avLst/>
            <a:gdLst/>
            <a:ahLst/>
            <a:cxnLst/>
            <a:rect l="l" t="t" r="r" b="b"/>
            <a:pathLst>
              <a:path w="539114" h="518160">
                <a:moveTo>
                  <a:pt x="0" y="518160"/>
                </a:moveTo>
                <a:lnTo>
                  <a:pt x="539000" y="518160"/>
                </a:lnTo>
                <a:lnTo>
                  <a:pt x="539000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898901" y="3774440"/>
            <a:ext cx="553720" cy="518159"/>
          </a:xfrm>
          <a:custGeom>
            <a:avLst/>
            <a:gdLst/>
            <a:ahLst/>
            <a:cxnLst/>
            <a:rect l="l" t="t" r="r" b="b"/>
            <a:pathLst>
              <a:path w="553720" h="518160">
                <a:moveTo>
                  <a:pt x="0" y="518160"/>
                </a:moveTo>
                <a:lnTo>
                  <a:pt x="553567" y="518160"/>
                </a:lnTo>
                <a:lnTo>
                  <a:pt x="553567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452495" y="3774440"/>
            <a:ext cx="568325" cy="518159"/>
          </a:xfrm>
          <a:custGeom>
            <a:avLst/>
            <a:gdLst/>
            <a:ahLst/>
            <a:cxnLst/>
            <a:rect l="l" t="t" r="r" b="b"/>
            <a:pathLst>
              <a:path w="568325" h="518160">
                <a:moveTo>
                  <a:pt x="0" y="518160"/>
                </a:moveTo>
                <a:lnTo>
                  <a:pt x="568134" y="518160"/>
                </a:lnTo>
                <a:lnTo>
                  <a:pt x="56813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020692" y="3774440"/>
            <a:ext cx="714375" cy="518159"/>
          </a:xfrm>
          <a:custGeom>
            <a:avLst/>
            <a:gdLst/>
            <a:ahLst/>
            <a:cxnLst/>
            <a:rect l="l" t="t" r="r" b="b"/>
            <a:pathLst>
              <a:path w="714375" h="518160">
                <a:moveTo>
                  <a:pt x="0" y="518160"/>
                </a:moveTo>
                <a:lnTo>
                  <a:pt x="713816" y="518160"/>
                </a:lnTo>
                <a:lnTo>
                  <a:pt x="713816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734433" y="3774440"/>
            <a:ext cx="645795" cy="518159"/>
          </a:xfrm>
          <a:custGeom>
            <a:avLst/>
            <a:gdLst/>
            <a:ahLst/>
            <a:cxnLst/>
            <a:rect l="l" t="t" r="r" b="b"/>
            <a:pathLst>
              <a:path w="645795" h="518160">
                <a:moveTo>
                  <a:pt x="0" y="518160"/>
                </a:moveTo>
                <a:lnTo>
                  <a:pt x="645337" y="518160"/>
                </a:lnTo>
                <a:lnTo>
                  <a:pt x="645337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379846" y="377444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925565" y="377444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471284" y="377444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017004" y="377444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562850" y="377444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8108568" y="377444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8654288" y="377444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9200006" y="377444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733550" y="4292600"/>
            <a:ext cx="626745" cy="518159"/>
          </a:xfrm>
          <a:custGeom>
            <a:avLst/>
            <a:gdLst/>
            <a:ahLst/>
            <a:cxnLst/>
            <a:rect l="l" t="t" r="r" b="b"/>
            <a:pathLst>
              <a:path w="626744" h="518160">
                <a:moveTo>
                  <a:pt x="0" y="518160"/>
                </a:moveTo>
                <a:lnTo>
                  <a:pt x="626402" y="518160"/>
                </a:lnTo>
                <a:lnTo>
                  <a:pt x="626402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359914" y="4292600"/>
            <a:ext cx="539115" cy="518159"/>
          </a:xfrm>
          <a:custGeom>
            <a:avLst/>
            <a:gdLst/>
            <a:ahLst/>
            <a:cxnLst/>
            <a:rect l="l" t="t" r="r" b="b"/>
            <a:pathLst>
              <a:path w="539114" h="518160">
                <a:moveTo>
                  <a:pt x="0" y="518160"/>
                </a:moveTo>
                <a:lnTo>
                  <a:pt x="539000" y="518160"/>
                </a:lnTo>
                <a:lnTo>
                  <a:pt x="539000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898901" y="4292600"/>
            <a:ext cx="553720" cy="518159"/>
          </a:xfrm>
          <a:custGeom>
            <a:avLst/>
            <a:gdLst/>
            <a:ahLst/>
            <a:cxnLst/>
            <a:rect l="l" t="t" r="r" b="b"/>
            <a:pathLst>
              <a:path w="553720" h="518160">
                <a:moveTo>
                  <a:pt x="0" y="518160"/>
                </a:moveTo>
                <a:lnTo>
                  <a:pt x="553567" y="518160"/>
                </a:lnTo>
                <a:lnTo>
                  <a:pt x="553567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452495" y="4292600"/>
            <a:ext cx="568325" cy="518159"/>
          </a:xfrm>
          <a:custGeom>
            <a:avLst/>
            <a:gdLst/>
            <a:ahLst/>
            <a:cxnLst/>
            <a:rect l="l" t="t" r="r" b="b"/>
            <a:pathLst>
              <a:path w="568325" h="518160">
                <a:moveTo>
                  <a:pt x="0" y="518160"/>
                </a:moveTo>
                <a:lnTo>
                  <a:pt x="568134" y="518160"/>
                </a:lnTo>
                <a:lnTo>
                  <a:pt x="56813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020692" y="4292600"/>
            <a:ext cx="714375" cy="518159"/>
          </a:xfrm>
          <a:custGeom>
            <a:avLst/>
            <a:gdLst/>
            <a:ahLst/>
            <a:cxnLst/>
            <a:rect l="l" t="t" r="r" b="b"/>
            <a:pathLst>
              <a:path w="714375" h="518160">
                <a:moveTo>
                  <a:pt x="0" y="518160"/>
                </a:moveTo>
                <a:lnTo>
                  <a:pt x="713816" y="518160"/>
                </a:lnTo>
                <a:lnTo>
                  <a:pt x="713816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734433" y="4292600"/>
            <a:ext cx="645795" cy="518159"/>
          </a:xfrm>
          <a:custGeom>
            <a:avLst/>
            <a:gdLst/>
            <a:ahLst/>
            <a:cxnLst/>
            <a:rect l="l" t="t" r="r" b="b"/>
            <a:pathLst>
              <a:path w="645795" h="518160">
                <a:moveTo>
                  <a:pt x="0" y="518160"/>
                </a:moveTo>
                <a:lnTo>
                  <a:pt x="645337" y="518160"/>
                </a:lnTo>
                <a:lnTo>
                  <a:pt x="645337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379846" y="429260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925565" y="429260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471284" y="429260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017004" y="429260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562850" y="429260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8108568" y="429260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8654288" y="429260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9200006" y="429260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874052" y="4810759"/>
            <a:ext cx="859790" cy="1036319"/>
          </a:xfrm>
          <a:custGeom>
            <a:avLst/>
            <a:gdLst/>
            <a:ahLst/>
            <a:cxnLst/>
            <a:rect l="l" t="t" r="r" b="b"/>
            <a:pathLst>
              <a:path w="859789" h="1036320">
                <a:moveTo>
                  <a:pt x="0" y="1036319"/>
                </a:moveTo>
                <a:lnTo>
                  <a:pt x="859497" y="1036319"/>
                </a:lnTo>
                <a:lnTo>
                  <a:pt x="859497" y="0"/>
                </a:lnTo>
                <a:lnTo>
                  <a:pt x="0" y="0"/>
                </a:lnTo>
                <a:lnTo>
                  <a:pt x="0" y="103631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733550" y="4810759"/>
            <a:ext cx="626745" cy="518159"/>
          </a:xfrm>
          <a:custGeom>
            <a:avLst/>
            <a:gdLst/>
            <a:ahLst/>
            <a:cxnLst/>
            <a:rect l="l" t="t" r="r" b="b"/>
            <a:pathLst>
              <a:path w="626744" h="518160">
                <a:moveTo>
                  <a:pt x="0" y="518159"/>
                </a:moveTo>
                <a:lnTo>
                  <a:pt x="626402" y="518159"/>
                </a:lnTo>
                <a:lnTo>
                  <a:pt x="626402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359914" y="4810759"/>
            <a:ext cx="539115" cy="518159"/>
          </a:xfrm>
          <a:custGeom>
            <a:avLst/>
            <a:gdLst/>
            <a:ahLst/>
            <a:cxnLst/>
            <a:rect l="l" t="t" r="r" b="b"/>
            <a:pathLst>
              <a:path w="539114" h="518160">
                <a:moveTo>
                  <a:pt x="0" y="518159"/>
                </a:moveTo>
                <a:lnTo>
                  <a:pt x="539000" y="518159"/>
                </a:lnTo>
                <a:lnTo>
                  <a:pt x="539000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2898901" y="4810759"/>
            <a:ext cx="553720" cy="518159"/>
          </a:xfrm>
          <a:custGeom>
            <a:avLst/>
            <a:gdLst/>
            <a:ahLst/>
            <a:cxnLst/>
            <a:rect l="l" t="t" r="r" b="b"/>
            <a:pathLst>
              <a:path w="553720" h="518160">
                <a:moveTo>
                  <a:pt x="0" y="518159"/>
                </a:moveTo>
                <a:lnTo>
                  <a:pt x="553567" y="518159"/>
                </a:lnTo>
                <a:lnTo>
                  <a:pt x="553567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3452495" y="4810759"/>
            <a:ext cx="568325" cy="518159"/>
          </a:xfrm>
          <a:custGeom>
            <a:avLst/>
            <a:gdLst/>
            <a:ahLst/>
            <a:cxnLst/>
            <a:rect l="l" t="t" r="r" b="b"/>
            <a:pathLst>
              <a:path w="568325" h="518160">
                <a:moveTo>
                  <a:pt x="0" y="518159"/>
                </a:moveTo>
                <a:lnTo>
                  <a:pt x="568134" y="518159"/>
                </a:lnTo>
                <a:lnTo>
                  <a:pt x="568134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4020692" y="4810759"/>
            <a:ext cx="714375" cy="518159"/>
          </a:xfrm>
          <a:custGeom>
            <a:avLst/>
            <a:gdLst/>
            <a:ahLst/>
            <a:cxnLst/>
            <a:rect l="l" t="t" r="r" b="b"/>
            <a:pathLst>
              <a:path w="714375" h="518160">
                <a:moveTo>
                  <a:pt x="0" y="518159"/>
                </a:moveTo>
                <a:lnTo>
                  <a:pt x="713816" y="518159"/>
                </a:lnTo>
                <a:lnTo>
                  <a:pt x="713816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4734433" y="4810759"/>
            <a:ext cx="645795" cy="518159"/>
          </a:xfrm>
          <a:custGeom>
            <a:avLst/>
            <a:gdLst/>
            <a:ahLst/>
            <a:cxnLst/>
            <a:rect l="l" t="t" r="r" b="b"/>
            <a:pathLst>
              <a:path w="645795" h="518160">
                <a:moveTo>
                  <a:pt x="0" y="518159"/>
                </a:moveTo>
                <a:lnTo>
                  <a:pt x="645337" y="518159"/>
                </a:lnTo>
                <a:lnTo>
                  <a:pt x="645337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379846" y="481075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59"/>
                </a:moveTo>
                <a:lnTo>
                  <a:pt x="545744" y="518159"/>
                </a:lnTo>
                <a:lnTo>
                  <a:pt x="545744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925565" y="481075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59"/>
                </a:moveTo>
                <a:lnTo>
                  <a:pt x="545744" y="518159"/>
                </a:lnTo>
                <a:lnTo>
                  <a:pt x="545744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471284" y="481075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59"/>
                </a:moveTo>
                <a:lnTo>
                  <a:pt x="545744" y="518159"/>
                </a:lnTo>
                <a:lnTo>
                  <a:pt x="545744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7017004" y="481075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59"/>
                </a:moveTo>
                <a:lnTo>
                  <a:pt x="545744" y="518159"/>
                </a:lnTo>
                <a:lnTo>
                  <a:pt x="545744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562850" y="481075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59"/>
                </a:moveTo>
                <a:lnTo>
                  <a:pt x="545744" y="518159"/>
                </a:lnTo>
                <a:lnTo>
                  <a:pt x="545744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108568" y="481075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59"/>
                </a:moveTo>
                <a:lnTo>
                  <a:pt x="545744" y="518159"/>
                </a:lnTo>
                <a:lnTo>
                  <a:pt x="545744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8654288" y="481075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59"/>
                </a:moveTo>
                <a:lnTo>
                  <a:pt x="545744" y="518159"/>
                </a:lnTo>
                <a:lnTo>
                  <a:pt x="545744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9200006" y="481075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59"/>
                </a:moveTo>
                <a:lnTo>
                  <a:pt x="545744" y="518159"/>
                </a:lnTo>
                <a:lnTo>
                  <a:pt x="545744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733550" y="5328920"/>
            <a:ext cx="626745" cy="518159"/>
          </a:xfrm>
          <a:custGeom>
            <a:avLst/>
            <a:gdLst/>
            <a:ahLst/>
            <a:cxnLst/>
            <a:rect l="l" t="t" r="r" b="b"/>
            <a:pathLst>
              <a:path w="626744" h="518160">
                <a:moveTo>
                  <a:pt x="0" y="518159"/>
                </a:moveTo>
                <a:lnTo>
                  <a:pt x="626402" y="518159"/>
                </a:lnTo>
                <a:lnTo>
                  <a:pt x="626402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2359914" y="5328920"/>
            <a:ext cx="539115" cy="518159"/>
          </a:xfrm>
          <a:custGeom>
            <a:avLst/>
            <a:gdLst/>
            <a:ahLst/>
            <a:cxnLst/>
            <a:rect l="l" t="t" r="r" b="b"/>
            <a:pathLst>
              <a:path w="539114" h="518160">
                <a:moveTo>
                  <a:pt x="0" y="518159"/>
                </a:moveTo>
                <a:lnTo>
                  <a:pt x="539000" y="518159"/>
                </a:lnTo>
                <a:lnTo>
                  <a:pt x="539000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898901" y="5328920"/>
            <a:ext cx="553720" cy="518159"/>
          </a:xfrm>
          <a:custGeom>
            <a:avLst/>
            <a:gdLst/>
            <a:ahLst/>
            <a:cxnLst/>
            <a:rect l="l" t="t" r="r" b="b"/>
            <a:pathLst>
              <a:path w="553720" h="518160">
                <a:moveTo>
                  <a:pt x="0" y="518159"/>
                </a:moveTo>
                <a:lnTo>
                  <a:pt x="553567" y="518159"/>
                </a:lnTo>
                <a:lnTo>
                  <a:pt x="553567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3452495" y="5328920"/>
            <a:ext cx="568325" cy="518159"/>
          </a:xfrm>
          <a:custGeom>
            <a:avLst/>
            <a:gdLst/>
            <a:ahLst/>
            <a:cxnLst/>
            <a:rect l="l" t="t" r="r" b="b"/>
            <a:pathLst>
              <a:path w="568325" h="518160">
                <a:moveTo>
                  <a:pt x="0" y="518159"/>
                </a:moveTo>
                <a:lnTo>
                  <a:pt x="568134" y="518159"/>
                </a:lnTo>
                <a:lnTo>
                  <a:pt x="568134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4020692" y="5328920"/>
            <a:ext cx="714375" cy="518159"/>
          </a:xfrm>
          <a:custGeom>
            <a:avLst/>
            <a:gdLst/>
            <a:ahLst/>
            <a:cxnLst/>
            <a:rect l="l" t="t" r="r" b="b"/>
            <a:pathLst>
              <a:path w="714375" h="518160">
                <a:moveTo>
                  <a:pt x="0" y="518159"/>
                </a:moveTo>
                <a:lnTo>
                  <a:pt x="713816" y="518159"/>
                </a:lnTo>
                <a:lnTo>
                  <a:pt x="713816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4734433" y="5328920"/>
            <a:ext cx="645795" cy="518159"/>
          </a:xfrm>
          <a:custGeom>
            <a:avLst/>
            <a:gdLst/>
            <a:ahLst/>
            <a:cxnLst/>
            <a:rect l="l" t="t" r="r" b="b"/>
            <a:pathLst>
              <a:path w="645795" h="518160">
                <a:moveTo>
                  <a:pt x="0" y="518159"/>
                </a:moveTo>
                <a:lnTo>
                  <a:pt x="645337" y="518159"/>
                </a:lnTo>
                <a:lnTo>
                  <a:pt x="645337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5379846" y="532892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59"/>
                </a:moveTo>
                <a:lnTo>
                  <a:pt x="545744" y="518159"/>
                </a:lnTo>
                <a:lnTo>
                  <a:pt x="545744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5925565" y="532892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59"/>
                </a:moveTo>
                <a:lnTo>
                  <a:pt x="545744" y="518159"/>
                </a:lnTo>
                <a:lnTo>
                  <a:pt x="545744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6471284" y="532892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59"/>
                </a:moveTo>
                <a:lnTo>
                  <a:pt x="545744" y="518159"/>
                </a:lnTo>
                <a:lnTo>
                  <a:pt x="545744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7017004" y="532892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59"/>
                </a:moveTo>
                <a:lnTo>
                  <a:pt x="545744" y="518159"/>
                </a:lnTo>
                <a:lnTo>
                  <a:pt x="545744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7562850" y="532892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59"/>
                </a:moveTo>
                <a:lnTo>
                  <a:pt x="545744" y="518159"/>
                </a:lnTo>
                <a:lnTo>
                  <a:pt x="545744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8108568" y="532892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59"/>
                </a:moveTo>
                <a:lnTo>
                  <a:pt x="545744" y="518159"/>
                </a:lnTo>
                <a:lnTo>
                  <a:pt x="545744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8654288" y="532892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59"/>
                </a:moveTo>
                <a:lnTo>
                  <a:pt x="545744" y="518159"/>
                </a:lnTo>
                <a:lnTo>
                  <a:pt x="545744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9200006" y="5328920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59"/>
                </a:moveTo>
                <a:lnTo>
                  <a:pt x="545744" y="518159"/>
                </a:lnTo>
                <a:lnTo>
                  <a:pt x="545744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874052" y="5847079"/>
            <a:ext cx="859790" cy="518159"/>
          </a:xfrm>
          <a:custGeom>
            <a:avLst/>
            <a:gdLst/>
            <a:ahLst/>
            <a:cxnLst/>
            <a:rect l="l" t="t" r="r" b="b"/>
            <a:pathLst>
              <a:path w="859789" h="518160">
                <a:moveTo>
                  <a:pt x="0" y="518160"/>
                </a:moveTo>
                <a:lnTo>
                  <a:pt x="859497" y="518160"/>
                </a:lnTo>
                <a:lnTo>
                  <a:pt x="859497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733550" y="5847079"/>
            <a:ext cx="626745" cy="518159"/>
          </a:xfrm>
          <a:custGeom>
            <a:avLst/>
            <a:gdLst/>
            <a:ahLst/>
            <a:cxnLst/>
            <a:rect l="l" t="t" r="r" b="b"/>
            <a:pathLst>
              <a:path w="626744" h="518160">
                <a:moveTo>
                  <a:pt x="0" y="518160"/>
                </a:moveTo>
                <a:lnTo>
                  <a:pt x="626402" y="518160"/>
                </a:lnTo>
                <a:lnTo>
                  <a:pt x="626402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2359914" y="5847079"/>
            <a:ext cx="539115" cy="518159"/>
          </a:xfrm>
          <a:custGeom>
            <a:avLst/>
            <a:gdLst/>
            <a:ahLst/>
            <a:cxnLst/>
            <a:rect l="l" t="t" r="r" b="b"/>
            <a:pathLst>
              <a:path w="539114" h="518160">
                <a:moveTo>
                  <a:pt x="0" y="518160"/>
                </a:moveTo>
                <a:lnTo>
                  <a:pt x="539000" y="518160"/>
                </a:lnTo>
                <a:lnTo>
                  <a:pt x="539000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2898901" y="5847079"/>
            <a:ext cx="553720" cy="518159"/>
          </a:xfrm>
          <a:custGeom>
            <a:avLst/>
            <a:gdLst/>
            <a:ahLst/>
            <a:cxnLst/>
            <a:rect l="l" t="t" r="r" b="b"/>
            <a:pathLst>
              <a:path w="553720" h="518160">
                <a:moveTo>
                  <a:pt x="0" y="518160"/>
                </a:moveTo>
                <a:lnTo>
                  <a:pt x="553567" y="518160"/>
                </a:lnTo>
                <a:lnTo>
                  <a:pt x="553567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3452495" y="5847079"/>
            <a:ext cx="568325" cy="518159"/>
          </a:xfrm>
          <a:custGeom>
            <a:avLst/>
            <a:gdLst/>
            <a:ahLst/>
            <a:cxnLst/>
            <a:rect l="l" t="t" r="r" b="b"/>
            <a:pathLst>
              <a:path w="568325" h="518160">
                <a:moveTo>
                  <a:pt x="0" y="518160"/>
                </a:moveTo>
                <a:lnTo>
                  <a:pt x="568134" y="518160"/>
                </a:lnTo>
                <a:lnTo>
                  <a:pt x="56813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4020692" y="5847079"/>
            <a:ext cx="714375" cy="518159"/>
          </a:xfrm>
          <a:custGeom>
            <a:avLst/>
            <a:gdLst/>
            <a:ahLst/>
            <a:cxnLst/>
            <a:rect l="l" t="t" r="r" b="b"/>
            <a:pathLst>
              <a:path w="714375" h="518160">
                <a:moveTo>
                  <a:pt x="0" y="518160"/>
                </a:moveTo>
                <a:lnTo>
                  <a:pt x="713816" y="518160"/>
                </a:lnTo>
                <a:lnTo>
                  <a:pt x="713816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4734433" y="5847079"/>
            <a:ext cx="645795" cy="518159"/>
          </a:xfrm>
          <a:custGeom>
            <a:avLst/>
            <a:gdLst/>
            <a:ahLst/>
            <a:cxnLst/>
            <a:rect l="l" t="t" r="r" b="b"/>
            <a:pathLst>
              <a:path w="645795" h="518160">
                <a:moveTo>
                  <a:pt x="0" y="518160"/>
                </a:moveTo>
                <a:lnTo>
                  <a:pt x="645337" y="518160"/>
                </a:lnTo>
                <a:lnTo>
                  <a:pt x="645337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5379846" y="584707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5925565" y="584707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471284" y="584707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7017004" y="584707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7562850" y="584707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8108568" y="584707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8654288" y="584707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9200006" y="5847079"/>
            <a:ext cx="546100" cy="518159"/>
          </a:xfrm>
          <a:custGeom>
            <a:avLst/>
            <a:gdLst/>
            <a:ahLst/>
            <a:cxnLst/>
            <a:rect l="l" t="t" r="r" b="b"/>
            <a:pathLst>
              <a:path w="546100" h="518160">
                <a:moveTo>
                  <a:pt x="0" y="518160"/>
                </a:moveTo>
                <a:lnTo>
                  <a:pt x="545744" y="518160"/>
                </a:lnTo>
                <a:lnTo>
                  <a:pt x="545744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733550" y="1377950"/>
            <a:ext cx="0" cy="5006340"/>
          </a:xfrm>
          <a:custGeom>
            <a:avLst/>
            <a:gdLst/>
            <a:ahLst/>
            <a:cxnLst/>
            <a:rect l="l" t="t" r="r" b="b"/>
            <a:pathLst>
              <a:path h="5006340">
                <a:moveTo>
                  <a:pt x="0" y="0"/>
                </a:moveTo>
                <a:lnTo>
                  <a:pt x="0" y="500634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7562850" y="1377950"/>
            <a:ext cx="0" cy="5006340"/>
          </a:xfrm>
          <a:custGeom>
            <a:avLst/>
            <a:gdLst/>
            <a:ahLst/>
            <a:cxnLst/>
            <a:rect l="l" t="t" r="r" b="b"/>
            <a:pathLst>
              <a:path h="5006340">
                <a:moveTo>
                  <a:pt x="0" y="0"/>
                </a:moveTo>
                <a:lnTo>
                  <a:pt x="0" y="500634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855002" y="2341879"/>
            <a:ext cx="8910320" cy="0"/>
          </a:xfrm>
          <a:custGeom>
            <a:avLst/>
            <a:gdLst/>
            <a:ahLst/>
            <a:cxnLst/>
            <a:rect l="l" t="t" r="r" b="b"/>
            <a:pathLst>
              <a:path w="8910320">
                <a:moveTo>
                  <a:pt x="0" y="0"/>
                </a:moveTo>
                <a:lnTo>
                  <a:pt x="8909773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74052" y="1377950"/>
            <a:ext cx="0" cy="5006340"/>
          </a:xfrm>
          <a:custGeom>
            <a:avLst/>
            <a:gdLst/>
            <a:ahLst/>
            <a:cxnLst/>
            <a:rect l="l" t="t" r="r" b="b"/>
            <a:pathLst>
              <a:path h="5006340">
                <a:moveTo>
                  <a:pt x="0" y="0"/>
                </a:moveTo>
                <a:lnTo>
                  <a:pt x="0" y="500634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9745726" y="1377950"/>
            <a:ext cx="0" cy="5006340"/>
          </a:xfrm>
          <a:custGeom>
            <a:avLst/>
            <a:gdLst/>
            <a:ahLst/>
            <a:cxnLst/>
            <a:rect l="l" t="t" r="r" b="b"/>
            <a:pathLst>
              <a:path h="5006340">
                <a:moveTo>
                  <a:pt x="0" y="0"/>
                </a:moveTo>
                <a:lnTo>
                  <a:pt x="0" y="500634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855002" y="1397000"/>
            <a:ext cx="8910320" cy="0"/>
          </a:xfrm>
          <a:custGeom>
            <a:avLst/>
            <a:gdLst/>
            <a:ahLst/>
            <a:cxnLst/>
            <a:rect l="l" t="t" r="r" b="b"/>
            <a:pathLst>
              <a:path w="8910320">
                <a:moveTo>
                  <a:pt x="0" y="0"/>
                </a:moveTo>
                <a:lnTo>
                  <a:pt x="8909773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855002" y="6365240"/>
            <a:ext cx="8910320" cy="0"/>
          </a:xfrm>
          <a:custGeom>
            <a:avLst/>
            <a:gdLst/>
            <a:ahLst/>
            <a:cxnLst/>
            <a:rect l="l" t="t" r="r" b="b"/>
            <a:pathLst>
              <a:path w="8910320">
                <a:moveTo>
                  <a:pt x="0" y="0"/>
                </a:moveTo>
                <a:lnTo>
                  <a:pt x="8909773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 txBox="1"/>
          <p:nvPr/>
        </p:nvSpPr>
        <p:spPr>
          <a:xfrm>
            <a:off x="1112011" y="1403096"/>
            <a:ext cx="381000" cy="881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70"/>
              </a:spcBef>
            </a:pPr>
            <a:r>
              <a:rPr sz="2800" b="1" spc="-10" dirty="0">
                <a:solidFill>
                  <a:srgbClr val="FFFFFF"/>
                </a:solidFill>
                <a:latin typeface="华文楷体"/>
                <a:cs typeface="华文楷体"/>
              </a:rPr>
              <a:t>功 能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8286115" y="1406143"/>
            <a:ext cx="7391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华文楷体"/>
                <a:cs typeface="华文楷体"/>
              </a:rPr>
              <a:t>输出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1844294" y="1971547"/>
            <a:ext cx="2107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38175" algn="l"/>
                <a:tab pos="1184910" algn="l"/>
                <a:tab pos="1739264" algn="l"/>
              </a:tabLst>
            </a:pPr>
            <a:r>
              <a:rPr sz="1800" b="1" spc="-5" dirty="0">
                <a:latin typeface="Times New Roman"/>
                <a:cs typeface="Times New Roman"/>
              </a:rPr>
              <a:t>CR	</a:t>
            </a:r>
            <a:r>
              <a:rPr sz="1800" b="1" dirty="0">
                <a:latin typeface="Times New Roman"/>
                <a:cs typeface="Times New Roman"/>
              </a:rPr>
              <a:t>M</a:t>
            </a:r>
            <a:r>
              <a:rPr sz="1800" b="1" baseline="-20833" dirty="0">
                <a:latin typeface="Times New Roman"/>
                <a:cs typeface="Times New Roman"/>
              </a:rPr>
              <a:t>1	</a:t>
            </a:r>
            <a:r>
              <a:rPr sz="1800" b="1" dirty="0">
                <a:latin typeface="Times New Roman"/>
                <a:cs typeface="Times New Roman"/>
              </a:rPr>
              <a:t>M</a:t>
            </a:r>
            <a:r>
              <a:rPr sz="1800" b="1" baseline="-20833" dirty="0">
                <a:latin typeface="Times New Roman"/>
                <a:cs typeface="Times New Roman"/>
              </a:rPr>
              <a:t>0	</a:t>
            </a:r>
            <a:r>
              <a:rPr sz="1800" b="1" spc="-10" dirty="0">
                <a:latin typeface="Times New Roman"/>
                <a:cs typeface="Times New Roman"/>
              </a:rPr>
              <a:t>CP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4135120" y="1406143"/>
            <a:ext cx="1162685" cy="9220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华文楷体"/>
                <a:cs typeface="华文楷体"/>
              </a:rPr>
              <a:t>输入</a:t>
            </a:r>
            <a:endParaRPr sz="2800">
              <a:latin typeface="华文楷体"/>
              <a:cs typeface="华文楷体"/>
            </a:endParaRPr>
          </a:p>
          <a:p>
            <a:pPr marL="63500">
              <a:lnSpc>
                <a:spcPct val="100000"/>
              </a:lnSpc>
              <a:spcBef>
                <a:spcPts val="1540"/>
              </a:spcBef>
              <a:tabLst>
                <a:tab pos="746760" algn="l"/>
              </a:tabLst>
            </a:pPr>
            <a:r>
              <a:rPr sz="2700" b="1" spc="-7" baseline="13888" dirty="0">
                <a:latin typeface="Times New Roman"/>
                <a:cs typeface="Times New Roman"/>
              </a:rPr>
              <a:t>D</a:t>
            </a:r>
            <a:r>
              <a:rPr sz="1200" b="1" spc="-5" dirty="0">
                <a:latin typeface="Times New Roman"/>
                <a:cs typeface="Times New Roman"/>
              </a:rPr>
              <a:t>SR	</a:t>
            </a:r>
            <a:r>
              <a:rPr sz="2700" b="1" spc="-7" baseline="13888" dirty="0">
                <a:latin typeface="Times New Roman"/>
                <a:cs typeface="Times New Roman"/>
              </a:rPr>
              <a:t>D</a:t>
            </a:r>
            <a:r>
              <a:rPr sz="1200" b="1" spc="-5" dirty="0">
                <a:latin typeface="Times New Roman"/>
                <a:cs typeface="Times New Roman"/>
              </a:rPr>
              <a:t>SL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5481573" y="1971547"/>
            <a:ext cx="2005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596265" algn="l"/>
                <a:tab pos="1141730" algn="l"/>
                <a:tab pos="1687830" algn="l"/>
              </a:tabLst>
            </a:pPr>
            <a:r>
              <a:rPr sz="1800" b="1" spc="-5" dirty="0">
                <a:latin typeface="Times New Roman"/>
                <a:cs typeface="Times New Roman"/>
              </a:rPr>
              <a:t>D</a:t>
            </a:r>
            <a:r>
              <a:rPr sz="1800" b="1" spc="-7" baseline="-20833" dirty="0">
                <a:latin typeface="Times New Roman"/>
                <a:cs typeface="Times New Roman"/>
              </a:rPr>
              <a:t>0	</a:t>
            </a:r>
            <a:r>
              <a:rPr sz="1800" b="1" spc="-5" dirty="0">
                <a:latin typeface="Times New Roman"/>
                <a:cs typeface="Times New Roman"/>
              </a:rPr>
              <a:t>D</a:t>
            </a:r>
            <a:r>
              <a:rPr sz="1800" b="1" spc="-7" baseline="-20833" dirty="0">
                <a:latin typeface="Times New Roman"/>
                <a:cs typeface="Times New Roman"/>
              </a:rPr>
              <a:t>1	</a:t>
            </a:r>
            <a:r>
              <a:rPr sz="1800" b="1" spc="-5" dirty="0">
                <a:latin typeface="Times New Roman"/>
                <a:cs typeface="Times New Roman"/>
              </a:rPr>
              <a:t>D</a:t>
            </a:r>
            <a:r>
              <a:rPr sz="1800" b="1" spc="-7" baseline="-20833" dirty="0">
                <a:latin typeface="Times New Roman"/>
                <a:cs typeface="Times New Roman"/>
              </a:rPr>
              <a:t>2	</a:t>
            </a:r>
            <a:r>
              <a:rPr sz="1800" b="1" spc="-5" dirty="0">
                <a:latin typeface="Times New Roman"/>
                <a:cs typeface="Times New Roman"/>
              </a:rPr>
              <a:t>D</a:t>
            </a:r>
            <a:r>
              <a:rPr sz="1800" b="1" spc="-7" baseline="-20833" dirty="0">
                <a:latin typeface="Times New Roman"/>
                <a:cs typeface="Times New Roman"/>
              </a:rPr>
              <a:t>3</a:t>
            </a:r>
            <a:endParaRPr sz="1800" baseline="-20833">
              <a:latin typeface="Times New Roman"/>
              <a:cs typeface="Times New Roman"/>
            </a:endParaRPr>
          </a:p>
        </p:txBody>
      </p:sp>
      <p:graphicFrame>
        <p:nvGraphicFramePr>
          <p:cNvPr id="151" name="object 151"/>
          <p:cNvGraphicFramePr>
            <a:graphicFrameLocks noGrp="1"/>
          </p:cNvGraphicFramePr>
          <p:nvPr/>
        </p:nvGraphicFramePr>
        <p:xfrm>
          <a:off x="874052" y="2371039"/>
          <a:ext cx="8716008" cy="428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10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88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67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67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60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67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28040">
                <a:tc>
                  <a:txBody>
                    <a:bodyPr/>
                    <a:lstStyle/>
                    <a:p>
                      <a:pPr marL="122555">
                        <a:lnSpc>
                          <a:spcPts val="2845"/>
                        </a:lnSpc>
                      </a:pPr>
                      <a:r>
                        <a:rPr sz="2400" b="1" spc="5" dirty="0">
                          <a:latin typeface="华文楷体"/>
                          <a:cs typeface="华文楷体"/>
                        </a:rPr>
                        <a:t>清零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62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62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62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62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62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62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62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62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62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2" name="object 152"/>
          <p:cNvGraphicFramePr>
            <a:graphicFrameLocks noGrp="1"/>
          </p:cNvGraphicFramePr>
          <p:nvPr/>
        </p:nvGraphicFramePr>
        <p:xfrm>
          <a:off x="964946" y="2828493"/>
          <a:ext cx="6432543" cy="4277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4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16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75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02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54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54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35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7786">
                <a:tc>
                  <a:txBody>
                    <a:bodyPr/>
                    <a:lstStyle/>
                    <a:p>
                      <a:pPr marL="31750">
                        <a:lnSpc>
                          <a:spcPts val="2845"/>
                        </a:lnSpc>
                      </a:pPr>
                      <a:r>
                        <a:rPr sz="2400" b="1" spc="5" dirty="0">
                          <a:latin typeface="华文楷体"/>
                          <a:cs typeface="华文楷体"/>
                        </a:rPr>
                        <a:t>保持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62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62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62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62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62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62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62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7620" marB="0"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object 153"/>
          <p:cNvSpPr txBox="1"/>
          <p:nvPr/>
        </p:nvSpPr>
        <p:spPr>
          <a:xfrm>
            <a:off x="983996" y="3299205"/>
            <a:ext cx="638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5" dirty="0">
                <a:latin typeface="华文楷体"/>
                <a:cs typeface="华文楷体"/>
              </a:rPr>
              <a:t>置数</a:t>
            </a:r>
            <a:endParaRPr sz="2400">
              <a:latin typeface="华文楷体"/>
              <a:cs typeface="华文楷体"/>
            </a:endParaRPr>
          </a:p>
        </p:txBody>
      </p:sp>
      <p:graphicFrame>
        <p:nvGraphicFramePr>
          <p:cNvPr id="154" name="object 154"/>
          <p:cNvGraphicFramePr>
            <a:graphicFrameLocks noGrp="1"/>
          </p:cNvGraphicFramePr>
          <p:nvPr/>
        </p:nvGraphicFramePr>
        <p:xfrm>
          <a:off x="1939035" y="3322460"/>
          <a:ext cx="6063612" cy="14882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1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81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00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5197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ts val="3105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↑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127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2245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127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52069" algn="ctr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05410" algn="ctr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↑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2245" algn="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6731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6731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6731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6731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6731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0668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667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667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667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↑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667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2245" algn="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6794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6794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6794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6794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6794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06680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6675" marB="0"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5" name="object 155"/>
          <p:cNvSpPr txBox="1"/>
          <p:nvPr/>
        </p:nvSpPr>
        <p:spPr>
          <a:xfrm>
            <a:off x="8182609" y="3309873"/>
            <a:ext cx="1477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608965" algn="l"/>
                <a:tab pos="1155065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d</a:t>
            </a:r>
            <a:r>
              <a:rPr sz="2400" b="1" spc="-7" baseline="-20833" dirty="0">
                <a:latin typeface="Times New Roman"/>
                <a:cs typeface="Times New Roman"/>
              </a:rPr>
              <a:t>1	</a:t>
            </a:r>
            <a:r>
              <a:rPr sz="2400" b="1" spc="-5" dirty="0">
                <a:latin typeface="Times New Roman"/>
                <a:cs typeface="Times New Roman"/>
              </a:rPr>
              <a:t>d</a:t>
            </a:r>
            <a:r>
              <a:rPr sz="2400" b="1" spc="-7" baseline="-20833" dirty="0">
                <a:latin typeface="Times New Roman"/>
                <a:cs typeface="Times New Roman"/>
              </a:rPr>
              <a:t>2	</a:t>
            </a:r>
            <a:r>
              <a:rPr sz="2400" b="1" spc="-5" dirty="0">
                <a:latin typeface="Times New Roman"/>
                <a:cs typeface="Times New Roman"/>
              </a:rPr>
              <a:t>d</a:t>
            </a:r>
            <a:r>
              <a:rPr sz="2400" b="1" spc="-7" baseline="-20833" dirty="0"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983996" y="4076141"/>
            <a:ext cx="6381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5" dirty="0">
                <a:latin typeface="华文楷体"/>
                <a:cs typeface="华文楷体"/>
              </a:rPr>
              <a:t>右移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983996" y="5113146"/>
            <a:ext cx="638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5" dirty="0">
                <a:latin typeface="华文楷体"/>
                <a:cs typeface="华文楷体"/>
              </a:rPr>
              <a:t>左移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1958085" y="4864734"/>
            <a:ext cx="1306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4360" algn="l"/>
                <a:tab pos="1141095" algn="l"/>
              </a:tabLst>
            </a:pPr>
            <a:r>
              <a:rPr sz="2400" b="1" dirty="0">
                <a:latin typeface="Times New Roman"/>
                <a:cs typeface="Times New Roman"/>
              </a:rPr>
              <a:t>1	1	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3635502" y="4832730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↑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4284979" y="4866258"/>
            <a:ext cx="3097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960" algn="l"/>
                <a:tab pos="1288415" algn="l"/>
                <a:tab pos="1833880" algn="l"/>
                <a:tab pos="2379980" algn="l"/>
                <a:tab pos="2925445" algn="l"/>
              </a:tabLst>
            </a:pPr>
            <a:r>
              <a:rPr sz="2400" b="1" spc="-5" dirty="0">
                <a:latin typeface="Symbol"/>
                <a:cs typeface="Symbol"/>
              </a:rPr>
              <a:t></a:t>
            </a:r>
            <a:r>
              <a:rPr sz="2400" spc="-5" dirty="0">
                <a:latin typeface="Times New Roman"/>
                <a:cs typeface="Times New Roman"/>
              </a:rPr>
              <a:t>	</a:t>
            </a:r>
            <a:r>
              <a:rPr sz="2400" b="1" spc="-5" dirty="0">
                <a:latin typeface="Times New Roman"/>
                <a:cs typeface="Times New Roman"/>
              </a:rPr>
              <a:t>1	</a:t>
            </a:r>
            <a:r>
              <a:rPr sz="2400" b="1" spc="-5" dirty="0">
                <a:latin typeface="Symbol"/>
                <a:cs typeface="Symbol"/>
              </a:rPr>
              <a:t></a:t>
            </a:r>
            <a:r>
              <a:rPr sz="2400" spc="-5" dirty="0">
                <a:latin typeface="Times New Roman"/>
                <a:cs typeface="Times New Roman"/>
              </a:rPr>
              <a:t>	</a:t>
            </a:r>
            <a:r>
              <a:rPr sz="2400" b="1" spc="-5" dirty="0">
                <a:latin typeface="Symbol"/>
                <a:cs typeface="Symbol"/>
              </a:rPr>
              <a:t></a:t>
            </a:r>
            <a:r>
              <a:rPr sz="2400" spc="-5" dirty="0">
                <a:latin typeface="Times New Roman"/>
                <a:cs typeface="Times New Roman"/>
              </a:rPr>
              <a:t>	</a:t>
            </a:r>
            <a:r>
              <a:rPr sz="2400" b="1" spc="-5" dirty="0">
                <a:latin typeface="Symbol"/>
                <a:cs typeface="Symbol"/>
              </a:rPr>
              <a:t></a:t>
            </a:r>
            <a:r>
              <a:rPr sz="2400" spc="-5" dirty="0">
                <a:latin typeface="Times New Roman"/>
                <a:cs typeface="Times New Roman"/>
              </a:rPr>
              <a:t>	</a:t>
            </a:r>
            <a:r>
              <a:rPr sz="2400" b="1" spc="-5" dirty="0">
                <a:latin typeface="Symbol"/>
                <a:cs typeface="Symbol"/>
              </a:rPr>
              <a:t>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9384538" y="4864734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162" name="object 162"/>
          <p:cNvGraphicFramePr>
            <a:graphicFrameLocks noGrp="1"/>
          </p:cNvGraphicFramePr>
          <p:nvPr/>
        </p:nvGraphicFramePr>
        <p:xfrm>
          <a:off x="964946" y="5328920"/>
          <a:ext cx="6433813" cy="1036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15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75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02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54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54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35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226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667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667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667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↑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6794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213360" algn="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667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5420" algn="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6794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6794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6794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67945" marB="0"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656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2400" b="1" spc="5" dirty="0">
                          <a:latin typeface="华文楷体"/>
                          <a:cs typeface="华文楷体"/>
                        </a:rPr>
                        <a:t>保持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T="5143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223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223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223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↑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6350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210185" algn="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6350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5420" algn="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6350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6350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6350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400" b="1" dirty="0">
                          <a:latin typeface="Symbol"/>
                          <a:cs typeface="Symbol"/>
                        </a:rPr>
                        <a:t>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63500" marB="0"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3" name="object 163"/>
          <p:cNvSpPr txBox="1"/>
          <p:nvPr/>
        </p:nvSpPr>
        <p:spPr>
          <a:xfrm>
            <a:off x="9384538" y="5382564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7867304" y="2132628"/>
            <a:ext cx="1652905" cy="21462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510540" algn="l"/>
                <a:tab pos="1043940" algn="l"/>
                <a:tab pos="1553210" algn="l"/>
              </a:tabLst>
            </a:pPr>
            <a:r>
              <a:rPr sz="1200" spc="80" dirty="0">
                <a:latin typeface="Times New Roman"/>
                <a:cs typeface="Times New Roman"/>
              </a:rPr>
              <a:t>0	1	2	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7618908" y="1825402"/>
            <a:ext cx="2117090" cy="351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225" spc="165" baseline="-24547" dirty="0">
                <a:latin typeface="Times New Roman"/>
                <a:cs typeface="Times New Roman"/>
              </a:rPr>
              <a:t>Q</a:t>
            </a:r>
            <a:r>
              <a:rPr sz="1200" spc="110" dirty="0">
                <a:latin typeface="Times New Roman"/>
                <a:cs typeface="Times New Roman"/>
              </a:rPr>
              <a:t>n+1</a:t>
            </a:r>
            <a:r>
              <a:rPr sz="1200" spc="-160" dirty="0">
                <a:latin typeface="Times New Roman"/>
                <a:cs typeface="Times New Roman"/>
              </a:rPr>
              <a:t> </a:t>
            </a:r>
            <a:r>
              <a:rPr sz="3225" spc="172" baseline="-24547" dirty="0">
                <a:latin typeface="Times New Roman"/>
                <a:cs typeface="Times New Roman"/>
              </a:rPr>
              <a:t>Q</a:t>
            </a:r>
            <a:r>
              <a:rPr sz="1200" spc="114" dirty="0">
                <a:latin typeface="Times New Roman"/>
                <a:cs typeface="Times New Roman"/>
              </a:rPr>
              <a:t>n+1</a:t>
            </a:r>
            <a:r>
              <a:rPr sz="1200" spc="-160" dirty="0">
                <a:latin typeface="Times New Roman"/>
                <a:cs typeface="Times New Roman"/>
              </a:rPr>
              <a:t> </a:t>
            </a:r>
            <a:r>
              <a:rPr sz="3225" spc="172" baseline="-24547" dirty="0">
                <a:latin typeface="Times New Roman"/>
                <a:cs typeface="Times New Roman"/>
              </a:rPr>
              <a:t>Q</a:t>
            </a:r>
            <a:r>
              <a:rPr sz="1200" spc="114" dirty="0">
                <a:latin typeface="Times New Roman"/>
                <a:cs typeface="Times New Roman"/>
              </a:rPr>
              <a:t>n+1</a:t>
            </a:r>
            <a:r>
              <a:rPr sz="1200" spc="-165" dirty="0">
                <a:latin typeface="Times New Roman"/>
                <a:cs typeface="Times New Roman"/>
              </a:rPr>
              <a:t> </a:t>
            </a:r>
            <a:r>
              <a:rPr sz="3225" spc="172" baseline="-24547" dirty="0">
                <a:latin typeface="Times New Roman"/>
                <a:cs typeface="Times New Roman"/>
              </a:rPr>
              <a:t>Q</a:t>
            </a:r>
            <a:r>
              <a:rPr sz="1200" spc="114" dirty="0">
                <a:latin typeface="Times New Roman"/>
                <a:cs typeface="Times New Roman"/>
              </a:rPr>
              <a:t>n+1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7585884" y="2646405"/>
            <a:ext cx="2103755" cy="577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8900">
              <a:lnSpc>
                <a:spcPts val="2755"/>
              </a:lnSpc>
              <a:spcBef>
                <a:spcPts val="130"/>
              </a:spcBef>
              <a:tabLst>
                <a:tab pos="623570" algn="l"/>
                <a:tab pos="1158240" algn="l"/>
                <a:tab pos="1687830" algn="l"/>
              </a:tabLst>
            </a:pPr>
            <a:r>
              <a:rPr sz="3525" i="1" spc="292" baseline="-24822" dirty="0">
                <a:latin typeface="Times New Roman"/>
                <a:cs typeface="Times New Roman"/>
              </a:rPr>
              <a:t>Q</a:t>
            </a:r>
            <a:r>
              <a:rPr sz="1350" i="1" spc="195" dirty="0">
                <a:latin typeface="Times New Roman"/>
                <a:cs typeface="Times New Roman"/>
              </a:rPr>
              <a:t>n	</a:t>
            </a:r>
            <a:r>
              <a:rPr sz="3525" i="1" spc="292" baseline="-24822" dirty="0">
                <a:latin typeface="Times New Roman"/>
                <a:cs typeface="Times New Roman"/>
              </a:rPr>
              <a:t>Q</a:t>
            </a:r>
            <a:r>
              <a:rPr sz="1350" i="1" spc="195" dirty="0">
                <a:latin typeface="Times New Roman"/>
                <a:cs typeface="Times New Roman"/>
              </a:rPr>
              <a:t>n	</a:t>
            </a:r>
            <a:r>
              <a:rPr sz="3525" i="1" spc="292" baseline="-24822" dirty="0">
                <a:latin typeface="Times New Roman"/>
                <a:cs typeface="Times New Roman"/>
              </a:rPr>
              <a:t>Q</a:t>
            </a:r>
            <a:r>
              <a:rPr sz="1350" i="1" spc="195" dirty="0">
                <a:latin typeface="Times New Roman"/>
                <a:cs typeface="Times New Roman"/>
              </a:rPr>
              <a:t>n	</a:t>
            </a:r>
            <a:r>
              <a:rPr sz="3525" i="1" spc="292" baseline="-24822" dirty="0">
                <a:latin typeface="Times New Roman"/>
                <a:cs typeface="Times New Roman"/>
              </a:rPr>
              <a:t>Q</a:t>
            </a:r>
            <a:r>
              <a:rPr sz="1350" i="1" spc="195" dirty="0"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  <a:p>
            <a:pPr marL="313055">
              <a:lnSpc>
                <a:spcPts val="1555"/>
              </a:lnSpc>
              <a:tabLst>
                <a:tab pos="829944" algn="l"/>
                <a:tab pos="1384935" algn="l"/>
                <a:tab pos="1908810" algn="l"/>
              </a:tabLst>
            </a:pPr>
            <a:r>
              <a:rPr sz="1350" spc="75" dirty="0">
                <a:latin typeface="Times New Roman"/>
                <a:cs typeface="Times New Roman"/>
              </a:rPr>
              <a:t>0	1	2	3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7895246" y="5571302"/>
            <a:ext cx="12128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75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8448378" y="5571302"/>
            <a:ext cx="12128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75" dirty="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8969792" y="5571302"/>
            <a:ext cx="12128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75" dirty="0">
                <a:latin typeface="Times New Roman"/>
                <a:cs typeface="Times New Roman"/>
              </a:rPr>
              <a:t>3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7651539" y="5230185"/>
            <a:ext cx="152463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582930" algn="l"/>
                <a:tab pos="1109980" algn="l"/>
              </a:tabLst>
            </a:pPr>
            <a:r>
              <a:rPr sz="3525" i="1" spc="277" baseline="-24822" dirty="0">
                <a:latin typeface="Times New Roman"/>
                <a:cs typeface="Times New Roman"/>
              </a:rPr>
              <a:t>Q</a:t>
            </a:r>
            <a:r>
              <a:rPr sz="1350" i="1" spc="185" dirty="0">
                <a:latin typeface="Times New Roman"/>
                <a:cs typeface="Times New Roman"/>
              </a:rPr>
              <a:t>n	</a:t>
            </a:r>
            <a:r>
              <a:rPr sz="3525" i="1" spc="284" baseline="-24822" dirty="0">
                <a:latin typeface="Times New Roman"/>
                <a:cs typeface="Times New Roman"/>
              </a:rPr>
              <a:t>Q</a:t>
            </a:r>
            <a:r>
              <a:rPr sz="1350" i="1" spc="190" dirty="0">
                <a:latin typeface="Times New Roman"/>
                <a:cs typeface="Times New Roman"/>
              </a:rPr>
              <a:t>n	</a:t>
            </a:r>
            <a:r>
              <a:rPr sz="3525" i="1" spc="284" baseline="-24822" dirty="0">
                <a:latin typeface="Times New Roman"/>
                <a:cs typeface="Times New Roman"/>
              </a:rPr>
              <a:t>Q</a:t>
            </a:r>
            <a:r>
              <a:rPr sz="1350" i="1" spc="190" dirty="0"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7881531" y="5060762"/>
            <a:ext cx="12128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75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8434661" y="5060762"/>
            <a:ext cx="12128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75" dirty="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8956075" y="5060762"/>
            <a:ext cx="12128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75" dirty="0">
                <a:latin typeface="Times New Roman"/>
                <a:cs typeface="Times New Roman"/>
              </a:rPr>
              <a:t>3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7625123" y="4719644"/>
            <a:ext cx="152463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  <a:tabLst>
                <a:tab pos="595630" algn="l"/>
                <a:tab pos="1122680" algn="l"/>
              </a:tabLst>
            </a:pPr>
            <a:r>
              <a:rPr sz="3525" i="1" spc="277" baseline="-24822" dirty="0">
                <a:latin typeface="Times New Roman"/>
                <a:cs typeface="Times New Roman"/>
              </a:rPr>
              <a:t>Q</a:t>
            </a:r>
            <a:r>
              <a:rPr sz="1350" i="1" spc="185" dirty="0">
                <a:latin typeface="Times New Roman"/>
                <a:cs typeface="Times New Roman"/>
              </a:rPr>
              <a:t>n	</a:t>
            </a:r>
            <a:r>
              <a:rPr sz="3525" i="1" spc="284" baseline="-24822" dirty="0">
                <a:latin typeface="Times New Roman"/>
                <a:cs typeface="Times New Roman"/>
              </a:rPr>
              <a:t>Q</a:t>
            </a:r>
            <a:r>
              <a:rPr sz="1350" i="1" spc="190" dirty="0">
                <a:latin typeface="Times New Roman"/>
                <a:cs typeface="Times New Roman"/>
              </a:rPr>
              <a:t>n	</a:t>
            </a:r>
            <a:r>
              <a:rPr sz="3525" i="1" spc="284" baseline="-24822" dirty="0">
                <a:latin typeface="Times New Roman"/>
                <a:cs typeface="Times New Roman"/>
              </a:rPr>
              <a:t>Q</a:t>
            </a:r>
            <a:r>
              <a:rPr sz="1350" i="1" spc="190" dirty="0"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8408397" y="4010726"/>
            <a:ext cx="63563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26415" algn="l"/>
              </a:tabLst>
            </a:pPr>
            <a:r>
              <a:rPr sz="1350" spc="75" dirty="0">
                <a:latin typeface="Times New Roman"/>
                <a:cs typeface="Times New Roman"/>
              </a:rPr>
              <a:t>0	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9475682" y="4010726"/>
            <a:ext cx="12128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75" dirty="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8146839" y="3669608"/>
            <a:ext cx="98488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582930" algn="l"/>
              </a:tabLst>
            </a:pPr>
            <a:r>
              <a:rPr sz="3525" i="1" spc="277" baseline="-24822" dirty="0">
                <a:latin typeface="Times New Roman"/>
                <a:cs typeface="Times New Roman"/>
              </a:rPr>
              <a:t>Q</a:t>
            </a:r>
            <a:r>
              <a:rPr sz="1350" i="1" spc="185" dirty="0">
                <a:latin typeface="Times New Roman"/>
                <a:cs typeface="Times New Roman"/>
              </a:rPr>
              <a:t>n	</a:t>
            </a:r>
            <a:r>
              <a:rPr sz="3525" i="1" spc="284" baseline="-24822" dirty="0">
                <a:latin typeface="Times New Roman"/>
                <a:cs typeface="Times New Roman"/>
              </a:rPr>
              <a:t>Q</a:t>
            </a:r>
            <a:r>
              <a:rPr sz="1350" i="1" spc="190" dirty="0"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9225146" y="3669608"/>
            <a:ext cx="42672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525" i="1" spc="284" baseline="-24822" dirty="0">
                <a:latin typeface="Times New Roman"/>
                <a:cs typeface="Times New Roman"/>
              </a:rPr>
              <a:t>Q</a:t>
            </a:r>
            <a:r>
              <a:rPr sz="1350" i="1" spc="190" dirty="0"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8409922" y="4522790"/>
            <a:ext cx="12128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75" dirty="0">
                <a:latin typeface="Times New Roman"/>
                <a:cs typeface="Times New Roman"/>
              </a:rPr>
              <a:t>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8924076" y="4522790"/>
            <a:ext cx="12128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75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9477206" y="4522790"/>
            <a:ext cx="12128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75" dirty="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8148363" y="4181673"/>
            <a:ext cx="153035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582930" algn="l"/>
                <a:tab pos="1116330" algn="l"/>
              </a:tabLst>
            </a:pPr>
            <a:r>
              <a:rPr sz="3525" i="1" spc="277" baseline="-24822" dirty="0">
                <a:latin typeface="Times New Roman"/>
                <a:cs typeface="Times New Roman"/>
              </a:rPr>
              <a:t>Q</a:t>
            </a:r>
            <a:r>
              <a:rPr sz="1350" i="1" spc="185" dirty="0">
                <a:latin typeface="Times New Roman"/>
                <a:cs typeface="Times New Roman"/>
              </a:rPr>
              <a:t>n	</a:t>
            </a:r>
            <a:r>
              <a:rPr sz="3525" i="1" spc="284" baseline="-24822" dirty="0">
                <a:latin typeface="Times New Roman"/>
                <a:cs typeface="Times New Roman"/>
              </a:rPr>
              <a:t>Q</a:t>
            </a:r>
            <a:r>
              <a:rPr sz="1350" i="1" spc="190" dirty="0">
                <a:latin typeface="Times New Roman"/>
                <a:cs typeface="Times New Roman"/>
              </a:rPr>
              <a:t>n	</a:t>
            </a:r>
            <a:r>
              <a:rPr sz="3525" i="1" spc="284" baseline="-24822" dirty="0">
                <a:latin typeface="Times New Roman"/>
                <a:cs typeface="Times New Roman"/>
              </a:rPr>
              <a:t>Q</a:t>
            </a:r>
            <a:r>
              <a:rPr sz="1350" i="1" spc="190" dirty="0"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7871585" y="6082634"/>
            <a:ext cx="12128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75" dirty="0">
                <a:latin typeface="Times New Roman"/>
                <a:cs typeface="Times New Roman"/>
              </a:rPr>
              <a:t>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8388014" y="6082634"/>
            <a:ext cx="12128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75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8943434" y="6082634"/>
            <a:ext cx="12128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75" dirty="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9467126" y="6082634"/>
            <a:ext cx="12128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75" dirty="0">
                <a:latin typeface="Times New Roman"/>
                <a:cs typeface="Times New Roman"/>
              </a:rPr>
              <a:t>3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7621444" y="5741989"/>
            <a:ext cx="427990" cy="387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525" i="1" spc="292" baseline="-24822" dirty="0">
                <a:latin typeface="Times New Roman"/>
                <a:cs typeface="Times New Roman"/>
              </a:rPr>
              <a:t>Q</a:t>
            </a:r>
            <a:r>
              <a:rPr sz="1350" i="1" spc="195" dirty="0"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8156334" y="5741989"/>
            <a:ext cx="427990" cy="387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525" i="1" spc="292" baseline="-24822" dirty="0">
                <a:latin typeface="Times New Roman"/>
                <a:cs typeface="Times New Roman"/>
              </a:rPr>
              <a:t>Q</a:t>
            </a:r>
            <a:r>
              <a:rPr sz="1350" i="1" spc="195" dirty="0"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8691226" y="5741989"/>
            <a:ext cx="427990" cy="387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525" i="1" spc="292" baseline="-24822" dirty="0">
                <a:latin typeface="Times New Roman"/>
                <a:cs typeface="Times New Roman"/>
              </a:rPr>
              <a:t>Q</a:t>
            </a:r>
            <a:r>
              <a:rPr sz="1350" i="1" spc="195" dirty="0"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9220834" y="5741989"/>
            <a:ext cx="427990" cy="387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525" i="1" spc="292" baseline="-24822" dirty="0">
                <a:latin typeface="Times New Roman"/>
                <a:cs typeface="Times New Roman"/>
              </a:rPr>
              <a:t>Q</a:t>
            </a:r>
            <a:r>
              <a:rPr sz="1350" i="1" spc="195" dirty="0"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91" name="object 191"/>
          <p:cNvSpPr/>
          <p:nvPr/>
        </p:nvSpPr>
        <p:spPr>
          <a:xfrm>
            <a:off x="1850898" y="1991105"/>
            <a:ext cx="364490" cy="1905"/>
          </a:xfrm>
          <a:custGeom>
            <a:avLst/>
            <a:gdLst/>
            <a:ahLst/>
            <a:cxnLst/>
            <a:rect l="l" t="t" r="r" b="b"/>
            <a:pathLst>
              <a:path w="364489" h="1905">
                <a:moveTo>
                  <a:pt x="0" y="0"/>
                </a:moveTo>
                <a:lnTo>
                  <a:pt x="364235" y="1651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1690877" y="2207514"/>
            <a:ext cx="524510" cy="736600"/>
          </a:xfrm>
          <a:custGeom>
            <a:avLst/>
            <a:gdLst/>
            <a:ahLst/>
            <a:cxnLst/>
            <a:rect l="l" t="t" r="r" b="b"/>
            <a:pathLst>
              <a:path w="524510" h="736600">
                <a:moveTo>
                  <a:pt x="0" y="368046"/>
                </a:moveTo>
                <a:lnTo>
                  <a:pt x="2841" y="313645"/>
                </a:lnTo>
                <a:lnTo>
                  <a:pt x="11097" y="261727"/>
                </a:lnTo>
                <a:lnTo>
                  <a:pt x="24361" y="212860"/>
                </a:lnTo>
                <a:lnTo>
                  <a:pt x="42227" y="167614"/>
                </a:lnTo>
                <a:lnTo>
                  <a:pt x="64291" y="126556"/>
                </a:lnTo>
                <a:lnTo>
                  <a:pt x="90148" y="90254"/>
                </a:lnTo>
                <a:lnTo>
                  <a:pt x="119391" y="59279"/>
                </a:lnTo>
                <a:lnTo>
                  <a:pt x="151616" y="34197"/>
                </a:lnTo>
                <a:lnTo>
                  <a:pt x="186418" y="15577"/>
                </a:lnTo>
                <a:lnTo>
                  <a:pt x="223390" y="3989"/>
                </a:lnTo>
                <a:lnTo>
                  <a:pt x="262128" y="0"/>
                </a:lnTo>
                <a:lnTo>
                  <a:pt x="300865" y="3989"/>
                </a:lnTo>
                <a:lnTo>
                  <a:pt x="337837" y="15577"/>
                </a:lnTo>
                <a:lnTo>
                  <a:pt x="372639" y="34197"/>
                </a:lnTo>
                <a:lnTo>
                  <a:pt x="404864" y="59279"/>
                </a:lnTo>
                <a:lnTo>
                  <a:pt x="434107" y="90254"/>
                </a:lnTo>
                <a:lnTo>
                  <a:pt x="459964" y="126556"/>
                </a:lnTo>
                <a:lnTo>
                  <a:pt x="482028" y="167614"/>
                </a:lnTo>
                <a:lnTo>
                  <a:pt x="499894" y="212860"/>
                </a:lnTo>
                <a:lnTo>
                  <a:pt x="513158" y="261727"/>
                </a:lnTo>
                <a:lnTo>
                  <a:pt x="521414" y="313645"/>
                </a:lnTo>
                <a:lnTo>
                  <a:pt x="524256" y="368046"/>
                </a:lnTo>
                <a:lnTo>
                  <a:pt x="521414" y="422446"/>
                </a:lnTo>
                <a:lnTo>
                  <a:pt x="513158" y="474364"/>
                </a:lnTo>
                <a:lnTo>
                  <a:pt x="499894" y="523231"/>
                </a:lnTo>
                <a:lnTo>
                  <a:pt x="482028" y="568477"/>
                </a:lnTo>
                <a:lnTo>
                  <a:pt x="459964" y="609535"/>
                </a:lnTo>
                <a:lnTo>
                  <a:pt x="434107" y="645837"/>
                </a:lnTo>
                <a:lnTo>
                  <a:pt x="404864" y="676812"/>
                </a:lnTo>
                <a:lnTo>
                  <a:pt x="372639" y="701894"/>
                </a:lnTo>
                <a:lnTo>
                  <a:pt x="337837" y="720514"/>
                </a:lnTo>
                <a:lnTo>
                  <a:pt x="300865" y="732102"/>
                </a:lnTo>
                <a:lnTo>
                  <a:pt x="262128" y="736091"/>
                </a:lnTo>
                <a:lnTo>
                  <a:pt x="223390" y="732102"/>
                </a:lnTo>
                <a:lnTo>
                  <a:pt x="186418" y="720514"/>
                </a:lnTo>
                <a:lnTo>
                  <a:pt x="151616" y="701894"/>
                </a:lnTo>
                <a:lnTo>
                  <a:pt x="119391" y="676812"/>
                </a:lnTo>
                <a:lnTo>
                  <a:pt x="90148" y="645837"/>
                </a:lnTo>
                <a:lnTo>
                  <a:pt x="64291" y="609535"/>
                </a:lnTo>
                <a:lnTo>
                  <a:pt x="42227" y="568477"/>
                </a:lnTo>
                <a:lnTo>
                  <a:pt x="24361" y="523231"/>
                </a:lnTo>
                <a:lnTo>
                  <a:pt x="11097" y="474364"/>
                </a:lnTo>
                <a:lnTo>
                  <a:pt x="2841" y="422446"/>
                </a:lnTo>
                <a:lnTo>
                  <a:pt x="0" y="368046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3452621" y="2207514"/>
            <a:ext cx="494030" cy="646430"/>
          </a:xfrm>
          <a:custGeom>
            <a:avLst/>
            <a:gdLst/>
            <a:ahLst/>
            <a:cxnLst/>
            <a:rect l="l" t="t" r="r" b="b"/>
            <a:pathLst>
              <a:path w="494029" h="646430">
                <a:moveTo>
                  <a:pt x="0" y="323088"/>
                </a:moveTo>
                <a:lnTo>
                  <a:pt x="3230" y="270681"/>
                </a:lnTo>
                <a:lnTo>
                  <a:pt x="12582" y="220967"/>
                </a:lnTo>
                <a:lnTo>
                  <a:pt x="27548" y="174611"/>
                </a:lnTo>
                <a:lnTo>
                  <a:pt x="47621" y="132277"/>
                </a:lnTo>
                <a:lnTo>
                  <a:pt x="72294" y="94630"/>
                </a:lnTo>
                <a:lnTo>
                  <a:pt x="101059" y="62337"/>
                </a:lnTo>
                <a:lnTo>
                  <a:pt x="133408" y="36062"/>
                </a:lnTo>
                <a:lnTo>
                  <a:pt x="168834" y="16471"/>
                </a:lnTo>
                <a:lnTo>
                  <a:pt x="206830" y="4228"/>
                </a:lnTo>
                <a:lnTo>
                  <a:pt x="246887" y="0"/>
                </a:lnTo>
                <a:lnTo>
                  <a:pt x="286945" y="4228"/>
                </a:lnTo>
                <a:lnTo>
                  <a:pt x="324941" y="16471"/>
                </a:lnTo>
                <a:lnTo>
                  <a:pt x="360367" y="36062"/>
                </a:lnTo>
                <a:lnTo>
                  <a:pt x="392716" y="62337"/>
                </a:lnTo>
                <a:lnTo>
                  <a:pt x="421481" y="94630"/>
                </a:lnTo>
                <a:lnTo>
                  <a:pt x="446154" y="132277"/>
                </a:lnTo>
                <a:lnTo>
                  <a:pt x="466227" y="174611"/>
                </a:lnTo>
                <a:lnTo>
                  <a:pt x="481193" y="220967"/>
                </a:lnTo>
                <a:lnTo>
                  <a:pt x="490545" y="270681"/>
                </a:lnTo>
                <a:lnTo>
                  <a:pt x="493775" y="323088"/>
                </a:lnTo>
                <a:lnTo>
                  <a:pt x="490545" y="375494"/>
                </a:lnTo>
                <a:lnTo>
                  <a:pt x="481193" y="425208"/>
                </a:lnTo>
                <a:lnTo>
                  <a:pt x="466227" y="471564"/>
                </a:lnTo>
                <a:lnTo>
                  <a:pt x="446154" y="513898"/>
                </a:lnTo>
                <a:lnTo>
                  <a:pt x="421481" y="551545"/>
                </a:lnTo>
                <a:lnTo>
                  <a:pt x="392716" y="583838"/>
                </a:lnTo>
                <a:lnTo>
                  <a:pt x="360367" y="610113"/>
                </a:lnTo>
                <a:lnTo>
                  <a:pt x="324941" y="629704"/>
                </a:lnTo>
                <a:lnTo>
                  <a:pt x="286945" y="641947"/>
                </a:lnTo>
                <a:lnTo>
                  <a:pt x="246887" y="646176"/>
                </a:lnTo>
                <a:lnTo>
                  <a:pt x="206830" y="641947"/>
                </a:lnTo>
                <a:lnTo>
                  <a:pt x="168834" y="629704"/>
                </a:lnTo>
                <a:lnTo>
                  <a:pt x="133408" y="610113"/>
                </a:lnTo>
                <a:lnTo>
                  <a:pt x="101059" y="583838"/>
                </a:lnTo>
                <a:lnTo>
                  <a:pt x="72294" y="551545"/>
                </a:lnTo>
                <a:lnTo>
                  <a:pt x="47621" y="513898"/>
                </a:lnTo>
                <a:lnTo>
                  <a:pt x="27548" y="471564"/>
                </a:lnTo>
                <a:lnTo>
                  <a:pt x="12582" y="425208"/>
                </a:lnTo>
                <a:lnTo>
                  <a:pt x="3230" y="375494"/>
                </a:lnTo>
                <a:lnTo>
                  <a:pt x="0" y="323088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7430261" y="2201417"/>
            <a:ext cx="2348865" cy="736600"/>
          </a:xfrm>
          <a:custGeom>
            <a:avLst/>
            <a:gdLst/>
            <a:ahLst/>
            <a:cxnLst/>
            <a:rect l="l" t="t" r="r" b="b"/>
            <a:pathLst>
              <a:path w="2348865" h="736600">
                <a:moveTo>
                  <a:pt x="0" y="368046"/>
                </a:moveTo>
                <a:lnTo>
                  <a:pt x="7900" y="325112"/>
                </a:lnTo>
                <a:lnTo>
                  <a:pt x="31015" y="283637"/>
                </a:lnTo>
                <a:lnTo>
                  <a:pt x="68462" y="243895"/>
                </a:lnTo>
                <a:lnTo>
                  <a:pt x="119360" y="206162"/>
                </a:lnTo>
                <a:lnTo>
                  <a:pt x="182828" y="170713"/>
                </a:lnTo>
                <a:lnTo>
                  <a:pt x="219000" y="153932"/>
                </a:lnTo>
                <a:lnTo>
                  <a:pt x="257984" y="137826"/>
                </a:lnTo>
                <a:lnTo>
                  <a:pt x="299670" y="122429"/>
                </a:lnTo>
                <a:lnTo>
                  <a:pt x="343947" y="107775"/>
                </a:lnTo>
                <a:lnTo>
                  <a:pt x="390706" y="93899"/>
                </a:lnTo>
                <a:lnTo>
                  <a:pt x="439836" y="80836"/>
                </a:lnTo>
                <a:lnTo>
                  <a:pt x="491226" y="68620"/>
                </a:lnTo>
                <a:lnTo>
                  <a:pt x="544768" y="57285"/>
                </a:lnTo>
                <a:lnTo>
                  <a:pt x="600350" y="46866"/>
                </a:lnTo>
                <a:lnTo>
                  <a:pt x="657863" y="37397"/>
                </a:lnTo>
                <a:lnTo>
                  <a:pt x="717196" y="28914"/>
                </a:lnTo>
                <a:lnTo>
                  <a:pt x="778239" y="21449"/>
                </a:lnTo>
                <a:lnTo>
                  <a:pt x="840883" y="15039"/>
                </a:lnTo>
                <a:lnTo>
                  <a:pt x="905016" y="9717"/>
                </a:lnTo>
                <a:lnTo>
                  <a:pt x="970528" y="5517"/>
                </a:lnTo>
                <a:lnTo>
                  <a:pt x="1037310" y="2475"/>
                </a:lnTo>
                <a:lnTo>
                  <a:pt x="1105251" y="624"/>
                </a:lnTo>
                <a:lnTo>
                  <a:pt x="1174242" y="0"/>
                </a:lnTo>
                <a:lnTo>
                  <a:pt x="1243232" y="624"/>
                </a:lnTo>
                <a:lnTo>
                  <a:pt x="1311173" y="2475"/>
                </a:lnTo>
                <a:lnTo>
                  <a:pt x="1377955" y="5517"/>
                </a:lnTo>
                <a:lnTo>
                  <a:pt x="1443467" y="9717"/>
                </a:lnTo>
                <a:lnTo>
                  <a:pt x="1507600" y="15039"/>
                </a:lnTo>
                <a:lnTo>
                  <a:pt x="1570244" y="21449"/>
                </a:lnTo>
                <a:lnTo>
                  <a:pt x="1631287" y="28914"/>
                </a:lnTo>
                <a:lnTo>
                  <a:pt x="1690620" y="37397"/>
                </a:lnTo>
                <a:lnTo>
                  <a:pt x="1748133" y="46866"/>
                </a:lnTo>
                <a:lnTo>
                  <a:pt x="1803715" y="57285"/>
                </a:lnTo>
                <a:lnTo>
                  <a:pt x="1857257" y="68620"/>
                </a:lnTo>
                <a:lnTo>
                  <a:pt x="1908647" y="80836"/>
                </a:lnTo>
                <a:lnTo>
                  <a:pt x="1957777" y="93899"/>
                </a:lnTo>
                <a:lnTo>
                  <a:pt x="2004536" y="107775"/>
                </a:lnTo>
                <a:lnTo>
                  <a:pt x="2048813" y="122429"/>
                </a:lnTo>
                <a:lnTo>
                  <a:pt x="2090499" y="137826"/>
                </a:lnTo>
                <a:lnTo>
                  <a:pt x="2129483" y="153932"/>
                </a:lnTo>
                <a:lnTo>
                  <a:pt x="2165655" y="170713"/>
                </a:lnTo>
                <a:lnTo>
                  <a:pt x="2229123" y="206162"/>
                </a:lnTo>
                <a:lnTo>
                  <a:pt x="2280021" y="243895"/>
                </a:lnTo>
                <a:lnTo>
                  <a:pt x="2317468" y="283637"/>
                </a:lnTo>
                <a:lnTo>
                  <a:pt x="2340583" y="325112"/>
                </a:lnTo>
                <a:lnTo>
                  <a:pt x="2348484" y="368046"/>
                </a:lnTo>
                <a:lnTo>
                  <a:pt x="2346490" y="389677"/>
                </a:lnTo>
                <a:lnTo>
                  <a:pt x="2330872" y="431916"/>
                </a:lnTo>
                <a:lnTo>
                  <a:pt x="2300481" y="472559"/>
                </a:lnTo>
                <a:lnTo>
                  <a:pt x="2256198" y="511331"/>
                </a:lnTo>
                <a:lnTo>
                  <a:pt x="2198905" y="547956"/>
                </a:lnTo>
                <a:lnTo>
                  <a:pt x="2129483" y="582159"/>
                </a:lnTo>
                <a:lnTo>
                  <a:pt x="2090499" y="598265"/>
                </a:lnTo>
                <a:lnTo>
                  <a:pt x="2048813" y="613662"/>
                </a:lnTo>
                <a:lnTo>
                  <a:pt x="2004536" y="628316"/>
                </a:lnTo>
                <a:lnTo>
                  <a:pt x="1957777" y="642192"/>
                </a:lnTo>
                <a:lnTo>
                  <a:pt x="1908647" y="655255"/>
                </a:lnTo>
                <a:lnTo>
                  <a:pt x="1857257" y="667471"/>
                </a:lnTo>
                <a:lnTo>
                  <a:pt x="1803715" y="678806"/>
                </a:lnTo>
                <a:lnTo>
                  <a:pt x="1748133" y="689225"/>
                </a:lnTo>
                <a:lnTo>
                  <a:pt x="1690620" y="698694"/>
                </a:lnTo>
                <a:lnTo>
                  <a:pt x="1631287" y="707177"/>
                </a:lnTo>
                <a:lnTo>
                  <a:pt x="1570244" y="714642"/>
                </a:lnTo>
                <a:lnTo>
                  <a:pt x="1507600" y="721052"/>
                </a:lnTo>
                <a:lnTo>
                  <a:pt x="1443467" y="726374"/>
                </a:lnTo>
                <a:lnTo>
                  <a:pt x="1377955" y="730574"/>
                </a:lnTo>
                <a:lnTo>
                  <a:pt x="1311173" y="733616"/>
                </a:lnTo>
                <a:lnTo>
                  <a:pt x="1243232" y="735467"/>
                </a:lnTo>
                <a:lnTo>
                  <a:pt x="1174242" y="736092"/>
                </a:lnTo>
                <a:lnTo>
                  <a:pt x="1105251" y="735467"/>
                </a:lnTo>
                <a:lnTo>
                  <a:pt x="1037310" y="733616"/>
                </a:lnTo>
                <a:lnTo>
                  <a:pt x="970528" y="730574"/>
                </a:lnTo>
                <a:lnTo>
                  <a:pt x="905016" y="726374"/>
                </a:lnTo>
                <a:lnTo>
                  <a:pt x="840883" y="721052"/>
                </a:lnTo>
                <a:lnTo>
                  <a:pt x="778239" y="714642"/>
                </a:lnTo>
                <a:lnTo>
                  <a:pt x="717196" y="707177"/>
                </a:lnTo>
                <a:lnTo>
                  <a:pt x="657863" y="698694"/>
                </a:lnTo>
                <a:lnTo>
                  <a:pt x="600350" y="689225"/>
                </a:lnTo>
                <a:lnTo>
                  <a:pt x="544768" y="678806"/>
                </a:lnTo>
                <a:lnTo>
                  <a:pt x="491226" y="667471"/>
                </a:lnTo>
                <a:lnTo>
                  <a:pt x="439836" y="655255"/>
                </a:lnTo>
                <a:lnTo>
                  <a:pt x="390706" y="642192"/>
                </a:lnTo>
                <a:lnTo>
                  <a:pt x="343947" y="628316"/>
                </a:lnTo>
                <a:lnTo>
                  <a:pt x="299670" y="613662"/>
                </a:lnTo>
                <a:lnTo>
                  <a:pt x="257984" y="598265"/>
                </a:lnTo>
                <a:lnTo>
                  <a:pt x="219000" y="582159"/>
                </a:lnTo>
                <a:lnTo>
                  <a:pt x="182828" y="565378"/>
                </a:lnTo>
                <a:lnTo>
                  <a:pt x="119360" y="529929"/>
                </a:lnTo>
                <a:lnTo>
                  <a:pt x="68462" y="492196"/>
                </a:lnTo>
                <a:lnTo>
                  <a:pt x="31015" y="452454"/>
                </a:lnTo>
                <a:lnTo>
                  <a:pt x="7900" y="410979"/>
                </a:lnTo>
                <a:lnTo>
                  <a:pt x="0" y="368046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2302001" y="3155442"/>
            <a:ext cx="1137285" cy="736600"/>
          </a:xfrm>
          <a:custGeom>
            <a:avLst/>
            <a:gdLst/>
            <a:ahLst/>
            <a:cxnLst/>
            <a:rect l="l" t="t" r="r" b="b"/>
            <a:pathLst>
              <a:path w="1137285" h="736600">
                <a:moveTo>
                  <a:pt x="0" y="368046"/>
                </a:moveTo>
                <a:lnTo>
                  <a:pt x="11549" y="293854"/>
                </a:lnTo>
                <a:lnTo>
                  <a:pt x="44672" y="224760"/>
                </a:lnTo>
                <a:lnTo>
                  <a:pt x="68609" y="192586"/>
                </a:lnTo>
                <a:lnTo>
                  <a:pt x="97083" y="162241"/>
                </a:lnTo>
                <a:lnTo>
                  <a:pt x="129807" y="133909"/>
                </a:lnTo>
                <a:lnTo>
                  <a:pt x="166496" y="107775"/>
                </a:lnTo>
                <a:lnTo>
                  <a:pt x="206865" y="84024"/>
                </a:lnTo>
                <a:lnTo>
                  <a:pt x="250626" y="62840"/>
                </a:lnTo>
                <a:lnTo>
                  <a:pt x="297495" y="44408"/>
                </a:lnTo>
                <a:lnTo>
                  <a:pt x="347186" y="28914"/>
                </a:lnTo>
                <a:lnTo>
                  <a:pt x="399413" y="16541"/>
                </a:lnTo>
                <a:lnTo>
                  <a:pt x="453890" y="7474"/>
                </a:lnTo>
                <a:lnTo>
                  <a:pt x="510331" y="1899"/>
                </a:lnTo>
                <a:lnTo>
                  <a:pt x="568452" y="0"/>
                </a:lnTo>
                <a:lnTo>
                  <a:pt x="626572" y="1899"/>
                </a:lnTo>
                <a:lnTo>
                  <a:pt x="683013" y="7474"/>
                </a:lnTo>
                <a:lnTo>
                  <a:pt x="737490" y="16541"/>
                </a:lnTo>
                <a:lnTo>
                  <a:pt x="789717" y="28914"/>
                </a:lnTo>
                <a:lnTo>
                  <a:pt x="839408" y="44408"/>
                </a:lnTo>
                <a:lnTo>
                  <a:pt x="886277" y="62840"/>
                </a:lnTo>
                <a:lnTo>
                  <a:pt x="930038" y="84024"/>
                </a:lnTo>
                <a:lnTo>
                  <a:pt x="970406" y="107775"/>
                </a:lnTo>
                <a:lnTo>
                  <a:pt x="1007096" y="133909"/>
                </a:lnTo>
                <a:lnTo>
                  <a:pt x="1039820" y="162241"/>
                </a:lnTo>
                <a:lnTo>
                  <a:pt x="1068294" y="192586"/>
                </a:lnTo>
                <a:lnTo>
                  <a:pt x="1092231" y="224760"/>
                </a:lnTo>
                <a:lnTo>
                  <a:pt x="1111347" y="258577"/>
                </a:lnTo>
                <a:lnTo>
                  <a:pt x="1133969" y="330405"/>
                </a:lnTo>
                <a:lnTo>
                  <a:pt x="1136903" y="368046"/>
                </a:lnTo>
                <a:lnTo>
                  <a:pt x="1133969" y="405686"/>
                </a:lnTo>
                <a:lnTo>
                  <a:pt x="1111347" y="477514"/>
                </a:lnTo>
                <a:lnTo>
                  <a:pt x="1092231" y="511331"/>
                </a:lnTo>
                <a:lnTo>
                  <a:pt x="1068294" y="543505"/>
                </a:lnTo>
                <a:lnTo>
                  <a:pt x="1039820" y="573850"/>
                </a:lnTo>
                <a:lnTo>
                  <a:pt x="1007096" y="602182"/>
                </a:lnTo>
                <a:lnTo>
                  <a:pt x="970406" y="628316"/>
                </a:lnTo>
                <a:lnTo>
                  <a:pt x="930038" y="652067"/>
                </a:lnTo>
                <a:lnTo>
                  <a:pt x="886277" y="673251"/>
                </a:lnTo>
                <a:lnTo>
                  <a:pt x="839408" y="691683"/>
                </a:lnTo>
                <a:lnTo>
                  <a:pt x="789717" y="707177"/>
                </a:lnTo>
                <a:lnTo>
                  <a:pt x="737490" y="719550"/>
                </a:lnTo>
                <a:lnTo>
                  <a:pt x="683013" y="728617"/>
                </a:lnTo>
                <a:lnTo>
                  <a:pt x="626572" y="734192"/>
                </a:lnTo>
                <a:lnTo>
                  <a:pt x="568452" y="736092"/>
                </a:lnTo>
                <a:lnTo>
                  <a:pt x="510331" y="734192"/>
                </a:lnTo>
                <a:lnTo>
                  <a:pt x="453890" y="728617"/>
                </a:lnTo>
                <a:lnTo>
                  <a:pt x="399413" y="719550"/>
                </a:lnTo>
                <a:lnTo>
                  <a:pt x="347186" y="707177"/>
                </a:lnTo>
                <a:lnTo>
                  <a:pt x="297495" y="691683"/>
                </a:lnTo>
                <a:lnTo>
                  <a:pt x="250626" y="673251"/>
                </a:lnTo>
                <a:lnTo>
                  <a:pt x="206865" y="652067"/>
                </a:lnTo>
                <a:lnTo>
                  <a:pt x="166496" y="628316"/>
                </a:lnTo>
                <a:lnTo>
                  <a:pt x="129807" y="602182"/>
                </a:lnTo>
                <a:lnTo>
                  <a:pt x="97083" y="573850"/>
                </a:lnTo>
                <a:lnTo>
                  <a:pt x="68609" y="543505"/>
                </a:lnTo>
                <a:lnTo>
                  <a:pt x="44672" y="511331"/>
                </a:lnTo>
                <a:lnTo>
                  <a:pt x="25556" y="477514"/>
                </a:lnTo>
                <a:lnTo>
                  <a:pt x="2934" y="405686"/>
                </a:lnTo>
                <a:lnTo>
                  <a:pt x="0" y="368046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3438905" y="3196589"/>
            <a:ext cx="508000" cy="736600"/>
          </a:xfrm>
          <a:custGeom>
            <a:avLst/>
            <a:gdLst/>
            <a:ahLst/>
            <a:cxnLst/>
            <a:rect l="l" t="t" r="r" b="b"/>
            <a:pathLst>
              <a:path w="508000" h="736600">
                <a:moveTo>
                  <a:pt x="0" y="368046"/>
                </a:moveTo>
                <a:lnTo>
                  <a:pt x="2752" y="313645"/>
                </a:lnTo>
                <a:lnTo>
                  <a:pt x="10748" y="261727"/>
                </a:lnTo>
                <a:lnTo>
                  <a:pt x="23593" y="212860"/>
                </a:lnTo>
                <a:lnTo>
                  <a:pt x="40894" y="167614"/>
                </a:lnTo>
                <a:lnTo>
                  <a:pt x="62259" y="126556"/>
                </a:lnTo>
                <a:lnTo>
                  <a:pt x="87293" y="90254"/>
                </a:lnTo>
                <a:lnTo>
                  <a:pt x="115604" y="59279"/>
                </a:lnTo>
                <a:lnTo>
                  <a:pt x="146798" y="34197"/>
                </a:lnTo>
                <a:lnTo>
                  <a:pt x="180482" y="15577"/>
                </a:lnTo>
                <a:lnTo>
                  <a:pt x="253746" y="0"/>
                </a:lnTo>
                <a:lnTo>
                  <a:pt x="291229" y="3989"/>
                </a:lnTo>
                <a:lnTo>
                  <a:pt x="360693" y="34197"/>
                </a:lnTo>
                <a:lnTo>
                  <a:pt x="391887" y="59279"/>
                </a:lnTo>
                <a:lnTo>
                  <a:pt x="420198" y="90254"/>
                </a:lnTo>
                <a:lnTo>
                  <a:pt x="445232" y="126556"/>
                </a:lnTo>
                <a:lnTo>
                  <a:pt x="466597" y="167614"/>
                </a:lnTo>
                <a:lnTo>
                  <a:pt x="483898" y="212860"/>
                </a:lnTo>
                <a:lnTo>
                  <a:pt x="496743" y="261727"/>
                </a:lnTo>
                <a:lnTo>
                  <a:pt x="504739" y="313645"/>
                </a:lnTo>
                <a:lnTo>
                  <a:pt x="507492" y="368046"/>
                </a:lnTo>
                <a:lnTo>
                  <a:pt x="504739" y="422446"/>
                </a:lnTo>
                <a:lnTo>
                  <a:pt x="496743" y="474364"/>
                </a:lnTo>
                <a:lnTo>
                  <a:pt x="483898" y="523231"/>
                </a:lnTo>
                <a:lnTo>
                  <a:pt x="466597" y="568477"/>
                </a:lnTo>
                <a:lnTo>
                  <a:pt x="445232" y="609535"/>
                </a:lnTo>
                <a:lnTo>
                  <a:pt x="420198" y="645837"/>
                </a:lnTo>
                <a:lnTo>
                  <a:pt x="391887" y="676812"/>
                </a:lnTo>
                <a:lnTo>
                  <a:pt x="360693" y="701894"/>
                </a:lnTo>
                <a:lnTo>
                  <a:pt x="327009" y="720514"/>
                </a:lnTo>
                <a:lnTo>
                  <a:pt x="253746" y="736092"/>
                </a:lnTo>
                <a:lnTo>
                  <a:pt x="216262" y="732102"/>
                </a:lnTo>
                <a:lnTo>
                  <a:pt x="146798" y="701894"/>
                </a:lnTo>
                <a:lnTo>
                  <a:pt x="115604" y="676812"/>
                </a:lnTo>
                <a:lnTo>
                  <a:pt x="87293" y="645837"/>
                </a:lnTo>
                <a:lnTo>
                  <a:pt x="62259" y="609535"/>
                </a:lnTo>
                <a:lnTo>
                  <a:pt x="40894" y="568477"/>
                </a:lnTo>
                <a:lnTo>
                  <a:pt x="23593" y="523231"/>
                </a:lnTo>
                <a:lnTo>
                  <a:pt x="10748" y="474364"/>
                </a:lnTo>
                <a:lnTo>
                  <a:pt x="2752" y="422446"/>
                </a:lnTo>
                <a:lnTo>
                  <a:pt x="0" y="368046"/>
                </a:lnTo>
                <a:close/>
              </a:path>
            </a:pathLst>
          </a:custGeom>
          <a:ln w="2590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7561326" y="3155442"/>
            <a:ext cx="2217420" cy="736600"/>
          </a:xfrm>
          <a:custGeom>
            <a:avLst/>
            <a:gdLst/>
            <a:ahLst/>
            <a:cxnLst/>
            <a:rect l="l" t="t" r="r" b="b"/>
            <a:pathLst>
              <a:path w="2217420" h="736600">
                <a:moveTo>
                  <a:pt x="0" y="368046"/>
                </a:moveTo>
                <a:lnTo>
                  <a:pt x="8639" y="321867"/>
                </a:lnTo>
                <a:lnTo>
                  <a:pt x="33864" y="277403"/>
                </a:lnTo>
                <a:lnTo>
                  <a:pt x="74635" y="234999"/>
                </a:lnTo>
                <a:lnTo>
                  <a:pt x="129913" y="194998"/>
                </a:lnTo>
                <a:lnTo>
                  <a:pt x="198659" y="157746"/>
                </a:lnTo>
                <a:lnTo>
                  <a:pt x="237757" y="140259"/>
                </a:lnTo>
                <a:lnTo>
                  <a:pt x="279832" y="123587"/>
                </a:lnTo>
                <a:lnTo>
                  <a:pt x="324754" y="107775"/>
                </a:lnTo>
                <a:lnTo>
                  <a:pt x="372394" y="92865"/>
                </a:lnTo>
                <a:lnTo>
                  <a:pt x="422620" y="78901"/>
                </a:lnTo>
                <a:lnTo>
                  <a:pt x="475304" y="65924"/>
                </a:lnTo>
                <a:lnTo>
                  <a:pt x="530316" y="53980"/>
                </a:lnTo>
                <a:lnTo>
                  <a:pt x="587524" y="43110"/>
                </a:lnTo>
                <a:lnTo>
                  <a:pt x="646801" y="33357"/>
                </a:lnTo>
                <a:lnTo>
                  <a:pt x="708014" y="24766"/>
                </a:lnTo>
                <a:lnTo>
                  <a:pt x="771036" y="17378"/>
                </a:lnTo>
                <a:lnTo>
                  <a:pt x="835735" y="11236"/>
                </a:lnTo>
                <a:lnTo>
                  <a:pt x="901982" y="6385"/>
                </a:lnTo>
                <a:lnTo>
                  <a:pt x="969646" y="2866"/>
                </a:lnTo>
                <a:lnTo>
                  <a:pt x="1038599" y="723"/>
                </a:lnTo>
                <a:lnTo>
                  <a:pt x="1108709" y="0"/>
                </a:lnTo>
                <a:lnTo>
                  <a:pt x="1178820" y="723"/>
                </a:lnTo>
                <a:lnTo>
                  <a:pt x="1247773" y="2866"/>
                </a:lnTo>
                <a:lnTo>
                  <a:pt x="1315437" y="6385"/>
                </a:lnTo>
                <a:lnTo>
                  <a:pt x="1381684" y="11236"/>
                </a:lnTo>
                <a:lnTo>
                  <a:pt x="1446383" y="17378"/>
                </a:lnTo>
                <a:lnTo>
                  <a:pt x="1509405" y="24766"/>
                </a:lnTo>
                <a:lnTo>
                  <a:pt x="1570618" y="33357"/>
                </a:lnTo>
                <a:lnTo>
                  <a:pt x="1629895" y="43110"/>
                </a:lnTo>
                <a:lnTo>
                  <a:pt x="1687103" y="53980"/>
                </a:lnTo>
                <a:lnTo>
                  <a:pt x="1742115" y="65924"/>
                </a:lnTo>
                <a:lnTo>
                  <a:pt x="1794799" y="78901"/>
                </a:lnTo>
                <a:lnTo>
                  <a:pt x="1845025" y="92865"/>
                </a:lnTo>
                <a:lnTo>
                  <a:pt x="1892665" y="107775"/>
                </a:lnTo>
                <a:lnTo>
                  <a:pt x="1937587" y="123587"/>
                </a:lnTo>
                <a:lnTo>
                  <a:pt x="1979662" y="140259"/>
                </a:lnTo>
                <a:lnTo>
                  <a:pt x="2018760" y="157746"/>
                </a:lnTo>
                <a:lnTo>
                  <a:pt x="2054751" y="176007"/>
                </a:lnTo>
                <a:lnTo>
                  <a:pt x="2116893" y="214676"/>
                </a:lnTo>
                <a:lnTo>
                  <a:pt x="2165048" y="255922"/>
                </a:lnTo>
                <a:lnTo>
                  <a:pt x="2198176" y="299399"/>
                </a:lnTo>
                <a:lnTo>
                  <a:pt x="2215238" y="344763"/>
                </a:lnTo>
                <a:lnTo>
                  <a:pt x="2217420" y="368046"/>
                </a:lnTo>
                <a:lnTo>
                  <a:pt x="2215238" y="391328"/>
                </a:lnTo>
                <a:lnTo>
                  <a:pt x="2198176" y="436692"/>
                </a:lnTo>
                <a:lnTo>
                  <a:pt x="2165048" y="480169"/>
                </a:lnTo>
                <a:lnTo>
                  <a:pt x="2116893" y="521415"/>
                </a:lnTo>
                <a:lnTo>
                  <a:pt x="2054751" y="560084"/>
                </a:lnTo>
                <a:lnTo>
                  <a:pt x="2018760" y="578345"/>
                </a:lnTo>
                <a:lnTo>
                  <a:pt x="1979662" y="595832"/>
                </a:lnTo>
                <a:lnTo>
                  <a:pt x="1937587" y="612504"/>
                </a:lnTo>
                <a:lnTo>
                  <a:pt x="1892665" y="628316"/>
                </a:lnTo>
                <a:lnTo>
                  <a:pt x="1845025" y="643226"/>
                </a:lnTo>
                <a:lnTo>
                  <a:pt x="1794799" y="657190"/>
                </a:lnTo>
                <a:lnTo>
                  <a:pt x="1742115" y="670167"/>
                </a:lnTo>
                <a:lnTo>
                  <a:pt x="1687103" y="682111"/>
                </a:lnTo>
                <a:lnTo>
                  <a:pt x="1629895" y="692981"/>
                </a:lnTo>
                <a:lnTo>
                  <a:pt x="1570618" y="702734"/>
                </a:lnTo>
                <a:lnTo>
                  <a:pt x="1509405" y="711325"/>
                </a:lnTo>
                <a:lnTo>
                  <a:pt x="1446383" y="718713"/>
                </a:lnTo>
                <a:lnTo>
                  <a:pt x="1381684" y="724855"/>
                </a:lnTo>
                <a:lnTo>
                  <a:pt x="1315437" y="729706"/>
                </a:lnTo>
                <a:lnTo>
                  <a:pt x="1247773" y="733225"/>
                </a:lnTo>
                <a:lnTo>
                  <a:pt x="1178820" y="735368"/>
                </a:lnTo>
                <a:lnTo>
                  <a:pt x="1108709" y="736092"/>
                </a:lnTo>
                <a:lnTo>
                  <a:pt x="1038599" y="735368"/>
                </a:lnTo>
                <a:lnTo>
                  <a:pt x="969646" y="733225"/>
                </a:lnTo>
                <a:lnTo>
                  <a:pt x="901982" y="729706"/>
                </a:lnTo>
                <a:lnTo>
                  <a:pt x="835735" y="724855"/>
                </a:lnTo>
                <a:lnTo>
                  <a:pt x="771036" y="718713"/>
                </a:lnTo>
                <a:lnTo>
                  <a:pt x="708014" y="711325"/>
                </a:lnTo>
                <a:lnTo>
                  <a:pt x="646801" y="702734"/>
                </a:lnTo>
                <a:lnTo>
                  <a:pt x="587524" y="692981"/>
                </a:lnTo>
                <a:lnTo>
                  <a:pt x="530316" y="682111"/>
                </a:lnTo>
                <a:lnTo>
                  <a:pt x="475304" y="670167"/>
                </a:lnTo>
                <a:lnTo>
                  <a:pt x="422620" y="657190"/>
                </a:lnTo>
                <a:lnTo>
                  <a:pt x="372394" y="643226"/>
                </a:lnTo>
                <a:lnTo>
                  <a:pt x="324754" y="628316"/>
                </a:lnTo>
                <a:lnTo>
                  <a:pt x="279832" y="612504"/>
                </a:lnTo>
                <a:lnTo>
                  <a:pt x="237757" y="595832"/>
                </a:lnTo>
                <a:lnTo>
                  <a:pt x="198659" y="578345"/>
                </a:lnTo>
                <a:lnTo>
                  <a:pt x="162668" y="560084"/>
                </a:lnTo>
                <a:lnTo>
                  <a:pt x="100526" y="521415"/>
                </a:lnTo>
                <a:lnTo>
                  <a:pt x="52371" y="480169"/>
                </a:lnTo>
                <a:lnTo>
                  <a:pt x="19243" y="436692"/>
                </a:lnTo>
                <a:lnTo>
                  <a:pt x="2181" y="391328"/>
                </a:lnTo>
                <a:lnTo>
                  <a:pt x="0" y="368046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2302001" y="3929634"/>
            <a:ext cx="1137285" cy="736600"/>
          </a:xfrm>
          <a:custGeom>
            <a:avLst/>
            <a:gdLst/>
            <a:ahLst/>
            <a:cxnLst/>
            <a:rect l="l" t="t" r="r" b="b"/>
            <a:pathLst>
              <a:path w="1137285" h="736600">
                <a:moveTo>
                  <a:pt x="0" y="368046"/>
                </a:moveTo>
                <a:lnTo>
                  <a:pt x="11549" y="293854"/>
                </a:lnTo>
                <a:lnTo>
                  <a:pt x="44672" y="224760"/>
                </a:lnTo>
                <a:lnTo>
                  <a:pt x="68609" y="192586"/>
                </a:lnTo>
                <a:lnTo>
                  <a:pt x="97083" y="162241"/>
                </a:lnTo>
                <a:lnTo>
                  <a:pt x="129807" y="133909"/>
                </a:lnTo>
                <a:lnTo>
                  <a:pt x="166496" y="107775"/>
                </a:lnTo>
                <a:lnTo>
                  <a:pt x="206865" y="84024"/>
                </a:lnTo>
                <a:lnTo>
                  <a:pt x="250626" y="62840"/>
                </a:lnTo>
                <a:lnTo>
                  <a:pt x="297495" y="44408"/>
                </a:lnTo>
                <a:lnTo>
                  <a:pt x="347186" y="28914"/>
                </a:lnTo>
                <a:lnTo>
                  <a:pt x="399413" y="16541"/>
                </a:lnTo>
                <a:lnTo>
                  <a:pt x="453890" y="7474"/>
                </a:lnTo>
                <a:lnTo>
                  <a:pt x="510331" y="1899"/>
                </a:lnTo>
                <a:lnTo>
                  <a:pt x="568452" y="0"/>
                </a:lnTo>
                <a:lnTo>
                  <a:pt x="626572" y="1899"/>
                </a:lnTo>
                <a:lnTo>
                  <a:pt x="683013" y="7474"/>
                </a:lnTo>
                <a:lnTo>
                  <a:pt x="737490" y="16541"/>
                </a:lnTo>
                <a:lnTo>
                  <a:pt x="789717" y="28914"/>
                </a:lnTo>
                <a:lnTo>
                  <a:pt x="839408" y="44408"/>
                </a:lnTo>
                <a:lnTo>
                  <a:pt x="886277" y="62840"/>
                </a:lnTo>
                <a:lnTo>
                  <a:pt x="930038" y="84024"/>
                </a:lnTo>
                <a:lnTo>
                  <a:pt x="970406" y="107775"/>
                </a:lnTo>
                <a:lnTo>
                  <a:pt x="1007096" y="133909"/>
                </a:lnTo>
                <a:lnTo>
                  <a:pt x="1039820" y="162241"/>
                </a:lnTo>
                <a:lnTo>
                  <a:pt x="1068294" y="192586"/>
                </a:lnTo>
                <a:lnTo>
                  <a:pt x="1092231" y="224760"/>
                </a:lnTo>
                <a:lnTo>
                  <a:pt x="1111347" y="258577"/>
                </a:lnTo>
                <a:lnTo>
                  <a:pt x="1133969" y="330405"/>
                </a:lnTo>
                <a:lnTo>
                  <a:pt x="1136903" y="368046"/>
                </a:lnTo>
                <a:lnTo>
                  <a:pt x="1133969" y="405686"/>
                </a:lnTo>
                <a:lnTo>
                  <a:pt x="1111347" y="477514"/>
                </a:lnTo>
                <a:lnTo>
                  <a:pt x="1092231" y="511331"/>
                </a:lnTo>
                <a:lnTo>
                  <a:pt x="1068294" y="543505"/>
                </a:lnTo>
                <a:lnTo>
                  <a:pt x="1039820" y="573850"/>
                </a:lnTo>
                <a:lnTo>
                  <a:pt x="1007096" y="602182"/>
                </a:lnTo>
                <a:lnTo>
                  <a:pt x="970406" y="628316"/>
                </a:lnTo>
                <a:lnTo>
                  <a:pt x="930038" y="652067"/>
                </a:lnTo>
                <a:lnTo>
                  <a:pt x="886277" y="673251"/>
                </a:lnTo>
                <a:lnTo>
                  <a:pt x="839408" y="691683"/>
                </a:lnTo>
                <a:lnTo>
                  <a:pt x="789717" y="707177"/>
                </a:lnTo>
                <a:lnTo>
                  <a:pt x="737490" y="719550"/>
                </a:lnTo>
                <a:lnTo>
                  <a:pt x="683013" y="728617"/>
                </a:lnTo>
                <a:lnTo>
                  <a:pt x="626572" y="734192"/>
                </a:lnTo>
                <a:lnTo>
                  <a:pt x="568452" y="736092"/>
                </a:lnTo>
                <a:lnTo>
                  <a:pt x="510331" y="734192"/>
                </a:lnTo>
                <a:lnTo>
                  <a:pt x="453890" y="728617"/>
                </a:lnTo>
                <a:lnTo>
                  <a:pt x="399413" y="719550"/>
                </a:lnTo>
                <a:lnTo>
                  <a:pt x="347186" y="707177"/>
                </a:lnTo>
                <a:lnTo>
                  <a:pt x="297495" y="691683"/>
                </a:lnTo>
                <a:lnTo>
                  <a:pt x="250626" y="673251"/>
                </a:lnTo>
                <a:lnTo>
                  <a:pt x="206865" y="652067"/>
                </a:lnTo>
                <a:lnTo>
                  <a:pt x="166496" y="628316"/>
                </a:lnTo>
                <a:lnTo>
                  <a:pt x="129807" y="602182"/>
                </a:lnTo>
                <a:lnTo>
                  <a:pt x="97083" y="573850"/>
                </a:lnTo>
                <a:lnTo>
                  <a:pt x="68609" y="543505"/>
                </a:lnTo>
                <a:lnTo>
                  <a:pt x="44672" y="511331"/>
                </a:lnTo>
                <a:lnTo>
                  <a:pt x="25556" y="477514"/>
                </a:lnTo>
                <a:lnTo>
                  <a:pt x="2934" y="405686"/>
                </a:lnTo>
                <a:lnTo>
                  <a:pt x="0" y="368046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4065270" y="3976878"/>
            <a:ext cx="528955" cy="734695"/>
          </a:xfrm>
          <a:custGeom>
            <a:avLst/>
            <a:gdLst/>
            <a:ahLst/>
            <a:cxnLst/>
            <a:rect l="l" t="t" r="r" b="b"/>
            <a:pathLst>
              <a:path w="528954" h="734695">
                <a:moveTo>
                  <a:pt x="0" y="367284"/>
                </a:moveTo>
                <a:lnTo>
                  <a:pt x="2866" y="313015"/>
                </a:lnTo>
                <a:lnTo>
                  <a:pt x="11193" y="261217"/>
                </a:lnTo>
                <a:lnTo>
                  <a:pt x="24572" y="212457"/>
                </a:lnTo>
                <a:lnTo>
                  <a:pt x="42594" y="167305"/>
                </a:lnTo>
                <a:lnTo>
                  <a:pt x="64850" y="126329"/>
                </a:lnTo>
                <a:lnTo>
                  <a:pt x="90931" y="90097"/>
                </a:lnTo>
                <a:lnTo>
                  <a:pt x="120429" y="59178"/>
                </a:lnTo>
                <a:lnTo>
                  <a:pt x="152935" y="34140"/>
                </a:lnTo>
                <a:lnTo>
                  <a:pt x="188041" y="15552"/>
                </a:lnTo>
                <a:lnTo>
                  <a:pt x="225336" y="3982"/>
                </a:lnTo>
                <a:lnTo>
                  <a:pt x="264413" y="0"/>
                </a:lnTo>
                <a:lnTo>
                  <a:pt x="303491" y="3982"/>
                </a:lnTo>
                <a:lnTo>
                  <a:pt x="340786" y="15552"/>
                </a:lnTo>
                <a:lnTo>
                  <a:pt x="375892" y="34140"/>
                </a:lnTo>
                <a:lnTo>
                  <a:pt x="408398" y="59178"/>
                </a:lnTo>
                <a:lnTo>
                  <a:pt x="437896" y="90097"/>
                </a:lnTo>
                <a:lnTo>
                  <a:pt x="463977" y="126329"/>
                </a:lnTo>
                <a:lnTo>
                  <a:pt x="486233" y="167305"/>
                </a:lnTo>
                <a:lnTo>
                  <a:pt x="504255" y="212457"/>
                </a:lnTo>
                <a:lnTo>
                  <a:pt x="517634" y="261217"/>
                </a:lnTo>
                <a:lnTo>
                  <a:pt x="525961" y="313015"/>
                </a:lnTo>
                <a:lnTo>
                  <a:pt x="528827" y="367284"/>
                </a:lnTo>
                <a:lnTo>
                  <a:pt x="525961" y="421552"/>
                </a:lnTo>
                <a:lnTo>
                  <a:pt x="517634" y="473350"/>
                </a:lnTo>
                <a:lnTo>
                  <a:pt x="504255" y="522110"/>
                </a:lnTo>
                <a:lnTo>
                  <a:pt x="486233" y="567262"/>
                </a:lnTo>
                <a:lnTo>
                  <a:pt x="463977" y="608238"/>
                </a:lnTo>
                <a:lnTo>
                  <a:pt x="437896" y="644470"/>
                </a:lnTo>
                <a:lnTo>
                  <a:pt x="408398" y="675389"/>
                </a:lnTo>
                <a:lnTo>
                  <a:pt x="375892" y="700427"/>
                </a:lnTo>
                <a:lnTo>
                  <a:pt x="340786" y="719015"/>
                </a:lnTo>
                <a:lnTo>
                  <a:pt x="303491" y="730585"/>
                </a:lnTo>
                <a:lnTo>
                  <a:pt x="264413" y="734568"/>
                </a:lnTo>
                <a:lnTo>
                  <a:pt x="225336" y="730585"/>
                </a:lnTo>
                <a:lnTo>
                  <a:pt x="188041" y="719015"/>
                </a:lnTo>
                <a:lnTo>
                  <a:pt x="152935" y="700427"/>
                </a:lnTo>
                <a:lnTo>
                  <a:pt x="120429" y="675389"/>
                </a:lnTo>
                <a:lnTo>
                  <a:pt x="90931" y="644470"/>
                </a:lnTo>
                <a:lnTo>
                  <a:pt x="64850" y="608238"/>
                </a:lnTo>
                <a:lnTo>
                  <a:pt x="42594" y="567262"/>
                </a:lnTo>
                <a:lnTo>
                  <a:pt x="24572" y="522110"/>
                </a:lnTo>
                <a:lnTo>
                  <a:pt x="11193" y="473350"/>
                </a:lnTo>
                <a:lnTo>
                  <a:pt x="2866" y="421552"/>
                </a:lnTo>
                <a:lnTo>
                  <a:pt x="0" y="367284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7546085" y="3922014"/>
            <a:ext cx="576580" cy="736600"/>
          </a:xfrm>
          <a:custGeom>
            <a:avLst/>
            <a:gdLst/>
            <a:ahLst/>
            <a:cxnLst/>
            <a:rect l="l" t="t" r="r" b="b"/>
            <a:pathLst>
              <a:path w="576579" h="736600">
                <a:moveTo>
                  <a:pt x="0" y="368046"/>
                </a:moveTo>
                <a:lnTo>
                  <a:pt x="3121" y="313645"/>
                </a:lnTo>
                <a:lnTo>
                  <a:pt x="12190" y="261727"/>
                </a:lnTo>
                <a:lnTo>
                  <a:pt x="26762" y="212860"/>
                </a:lnTo>
                <a:lnTo>
                  <a:pt x="46390" y="167614"/>
                </a:lnTo>
                <a:lnTo>
                  <a:pt x="70632" y="126556"/>
                </a:lnTo>
                <a:lnTo>
                  <a:pt x="99041" y="90254"/>
                </a:lnTo>
                <a:lnTo>
                  <a:pt x="131173" y="59279"/>
                </a:lnTo>
                <a:lnTo>
                  <a:pt x="166584" y="34197"/>
                </a:lnTo>
                <a:lnTo>
                  <a:pt x="204828" y="15577"/>
                </a:lnTo>
                <a:lnTo>
                  <a:pt x="245460" y="3989"/>
                </a:lnTo>
                <a:lnTo>
                  <a:pt x="288036" y="0"/>
                </a:lnTo>
                <a:lnTo>
                  <a:pt x="330611" y="3989"/>
                </a:lnTo>
                <a:lnTo>
                  <a:pt x="371243" y="15577"/>
                </a:lnTo>
                <a:lnTo>
                  <a:pt x="409487" y="34197"/>
                </a:lnTo>
                <a:lnTo>
                  <a:pt x="444898" y="59279"/>
                </a:lnTo>
                <a:lnTo>
                  <a:pt x="477030" y="90254"/>
                </a:lnTo>
                <a:lnTo>
                  <a:pt x="505439" y="126556"/>
                </a:lnTo>
                <a:lnTo>
                  <a:pt x="529681" y="167614"/>
                </a:lnTo>
                <a:lnTo>
                  <a:pt x="549309" y="212860"/>
                </a:lnTo>
                <a:lnTo>
                  <a:pt x="563881" y="261727"/>
                </a:lnTo>
                <a:lnTo>
                  <a:pt x="572950" y="313645"/>
                </a:lnTo>
                <a:lnTo>
                  <a:pt x="576072" y="368046"/>
                </a:lnTo>
                <a:lnTo>
                  <a:pt x="572950" y="422446"/>
                </a:lnTo>
                <a:lnTo>
                  <a:pt x="563881" y="474364"/>
                </a:lnTo>
                <a:lnTo>
                  <a:pt x="549309" y="523231"/>
                </a:lnTo>
                <a:lnTo>
                  <a:pt x="529681" y="568477"/>
                </a:lnTo>
                <a:lnTo>
                  <a:pt x="505439" y="609535"/>
                </a:lnTo>
                <a:lnTo>
                  <a:pt x="477030" y="645837"/>
                </a:lnTo>
                <a:lnTo>
                  <a:pt x="444898" y="676812"/>
                </a:lnTo>
                <a:lnTo>
                  <a:pt x="409487" y="701894"/>
                </a:lnTo>
                <a:lnTo>
                  <a:pt x="371243" y="720514"/>
                </a:lnTo>
                <a:lnTo>
                  <a:pt x="330611" y="732102"/>
                </a:lnTo>
                <a:lnTo>
                  <a:pt x="288036" y="736092"/>
                </a:lnTo>
                <a:lnTo>
                  <a:pt x="245460" y="732102"/>
                </a:lnTo>
                <a:lnTo>
                  <a:pt x="204828" y="720514"/>
                </a:lnTo>
                <a:lnTo>
                  <a:pt x="166584" y="701894"/>
                </a:lnTo>
                <a:lnTo>
                  <a:pt x="131173" y="676812"/>
                </a:lnTo>
                <a:lnTo>
                  <a:pt x="99041" y="645837"/>
                </a:lnTo>
                <a:lnTo>
                  <a:pt x="70632" y="609535"/>
                </a:lnTo>
                <a:lnTo>
                  <a:pt x="46390" y="568477"/>
                </a:lnTo>
                <a:lnTo>
                  <a:pt x="26762" y="523231"/>
                </a:lnTo>
                <a:lnTo>
                  <a:pt x="12190" y="474364"/>
                </a:lnTo>
                <a:lnTo>
                  <a:pt x="3121" y="422446"/>
                </a:lnTo>
                <a:lnTo>
                  <a:pt x="0" y="368046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2292857" y="4969002"/>
            <a:ext cx="1146175" cy="736600"/>
          </a:xfrm>
          <a:custGeom>
            <a:avLst/>
            <a:gdLst/>
            <a:ahLst/>
            <a:cxnLst/>
            <a:rect l="l" t="t" r="r" b="b"/>
            <a:pathLst>
              <a:path w="1146175" h="736600">
                <a:moveTo>
                  <a:pt x="0" y="368046"/>
                </a:moveTo>
                <a:lnTo>
                  <a:pt x="11641" y="293854"/>
                </a:lnTo>
                <a:lnTo>
                  <a:pt x="45029" y="224760"/>
                </a:lnTo>
                <a:lnTo>
                  <a:pt x="69158" y="192586"/>
                </a:lnTo>
                <a:lnTo>
                  <a:pt x="97860" y="162241"/>
                </a:lnTo>
                <a:lnTo>
                  <a:pt x="130847" y="133909"/>
                </a:lnTo>
                <a:lnTo>
                  <a:pt x="167830" y="107775"/>
                </a:lnTo>
                <a:lnTo>
                  <a:pt x="208522" y="84024"/>
                </a:lnTo>
                <a:lnTo>
                  <a:pt x="252635" y="62840"/>
                </a:lnTo>
                <a:lnTo>
                  <a:pt x="299881" y="44408"/>
                </a:lnTo>
                <a:lnTo>
                  <a:pt x="349972" y="28914"/>
                </a:lnTo>
                <a:lnTo>
                  <a:pt x="402619" y="16541"/>
                </a:lnTo>
                <a:lnTo>
                  <a:pt x="457536" y="7474"/>
                </a:lnTo>
                <a:lnTo>
                  <a:pt x="514433" y="1899"/>
                </a:lnTo>
                <a:lnTo>
                  <a:pt x="573024" y="0"/>
                </a:lnTo>
                <a:lnTo>
                  <a:pt x="631614" y="1899"/>
                </a:lnTo>
                <a:lnTo>
                  <a:pt x="688511" y="7474"/>
                </a:lnTo>
                <a:lnTo>
                  <a:pt x="743428" y="16541"/>
                </a:lnTo>
                <a:lnTo>
                  <a:pt x="796075" y="28914"/>
                </a:lnTo>
                <a:lnTo>
                  <a:pt x="846166" y="44408"/>
                </a:lnTo>
                <a:lnTo>
                  <a:pt x="893412" y="62840"/>
                </a:lnTo>
                <a:lnTo>
                  <a:pt x="937525" y="84024"/>
                </a:lnTo>
                <a:lnTo>
                  <a:pt x="978217" y="107775"/>
                </a:lnTo>
                <a:lnTo>
                  <a:pt x="1015200" y="133909"/>
                </a:lnTo>
                <a:lnTo>
                  <a:pt x="1048187" y="162241"/>
                </a:lnTo>
                <a:lnTo>
                  <a:pt x="1076889" y="192586"/>
                </a:lnTo>
                <a:lnTo>
                  <a:pt x="1101018" y="224760"/>
                </a:lnTo>
                <a:lnTo>
                  <a:pt x="1120286" y="258577"/>
                </a:lnTo>
                <a:lnTo>
                  <a:pt x="1143089" y="330405"/>
                </a:lnTo>
                <a:lnTo>
                  <a:pt x="1146047" y="368046"/>
                </a:lnTo>
                <a:lnTo>
                  <a:pt x="1143089" y="405686"/>
                </a:lnTo>
                <a:lnTo>
                  <a:pt x="1120286" y="477514"/>
                </a:lnTo>
                <a:lnTo>
                  <a:pt x="1101018" y="511331"/>
                </a:lnTo>
                <a:lnTo>
                  <a:pt x="1076889" y="543505"/>
                </a:lnTo>
                <a:lnTo>
                  <a:pt x="1048187" y="573850"/>
                </a:lnTo>
                <a:lnTo>
                  <a:pt x="1015200" y="602182"/>
                </a:lnTo>
                <a:lnTo>
                  <a:pt x="978217" y="628316"/>
                </a:lnTo>
                <a:lnTo>
                  <a:pt x="937525" y="652067"/>
                </a:lnTo>
                <a:lnTo>
                  <a:pt x="893412" y="673251"/>
                </a:lnTo>
                <a:lnTo>
                  <a:pt x="846166" y="691683"/>
                </a:lnTo>
                <a:lnTo>
                  <a:pt x="796075" y="707177"/>
                </a:lnTo>
                <a:lnTo>
                  <a:pt x="743428" y="719550"/>
                </a:lnTo>
                <a:lnTo>
                  <a:pt x="688511" y="728617"/>
                </a:lnTo>
                <a:lnTo>
                  <a:pt x="631614" y="734192"/>
                </a:lnTo>
                <a:lnTo>
                  <a:pt x="573024" y="736092"/>
                </a:lnTo>
                <a:lnTo>
                  <a:pt x="514433" y="734192"/>
                </a:lnTo>
                <a:lnTo>
                  <a:pt x="457536" y="728617"/>
                </a:lnTo>
                <a:lnTo>
                  <a:pt x="402619" y="719550"/>
                </a:lnTo>
                <a:lnTo>
                  <a:pt x="349972" y="707177"/>
                </a:lnTo>
                <a:lnTo>
                  <a:pt x="299881" y="691683"/>
                </a:lnTo>
                <a:lnTo>
                  <a:pt x="252635" y="673251"/>
                </a:lnTo>
                <a:lnTo>
                  <a:pt x="208522" y="652067"/>
                </a:lnTo>
                <a:lnTo>
                  <a:pt x="167830" y="628316"/>
                </a:lnTo>
                <a:lnTo>
                  <a:pt x="130847" y="602182"/>
                </a:lnTo>
                <a:lnTo>
                  <a:pt x="97860" y="573850"/>
                </a:lnTo>
                <a:lnTo>
                  <a:pt x="69158" y="543505"/>
                </a:lnTo>
                <a:lnTo>
                  <a:pt x="45029" y="511331"/>
                </a:lnTo>
                <a:lnTo>
                  <a:pt x="25761" y="477514"/>
                </a:lnTo>
                <a:lnTo>
                  <a:pt x="2958" y="405686"/>
                </a:lnTo>
                <a:lnTo>
                  <a:pt x="0" y="368046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4769358" y="4988814"/>
            <a:ext cx="615950" cy="736600"/>
          </a:xfrm>
          <a:custGeom>
            <a:avLst/>
            <a:gdLst/>
            <a:ahLst/>
            <a:cxnLst/>
            <a:rect l="l" t="t" r="r" b="b"/>
            <a:pathLst>
              <a:path w="615950" h="736600">
                <a:moveTo>
                  <a:pt x="0" y="368046"/>
                </a:moveTo>
                <a:lnTo>
                  <a:pt x="2809" y="318091"/>
                </a:lnTo>
                <a:lnTo>
                  <a:pt x="10994" y="270183"/>
                </a:lnTo>
                <a:lnTo>
                  <a:pt x="24187" y="224760"/>
                </a:lnTo>
                <a:lnTo>
                  <a:pt x="42022" y="182259"/>
                </a:lnTo>
                <a:lnTo>
                  <a:pt x="64133" y="143118"/>
                </a:lnTo>
                <a:lnTo>
                  <a:pt x="90154" y="107775"/>
                </a:lnTo>
                <a:lnTo>
                  <a:pt x="119717" y="76668"/>
                </a:lnTo>
                <a:lnTo>
                  <a:pt x="152456" y="50235"/>
                </a:lnTo>
                <a:lnTo>
                  <a:pt x="188005" y="28914"/>
                </a:lnTo>
                <a:lnTo>
                  <a:pt x="225998" y="13142"/>
                </a:lnTo>
                <a:lnTo>
                  <a:pt x="266067" y="3358"/>
                </a:lnTo>
                <a:lnTo>
                  <a:pt x="307847" y="0"/>
                </a:lnTo>
                <a:lnTo>
                  <a:pt x="349628" y="3358"/>
                </a:lnTo>
                <a:lnTo>
                  <a:pt x="389697" y="13142"/>
                </a:lnTo>
                <a:lnTo>
                  <a:pt x="427690" y="28914"/>
                </a:lnTo>
                <a:lnTo>
                  <a:pt x="463239" y="50235"/>
                </a:lnTo>
                <a:lnTo>
                  <a:pt x="495978" y="76668"/>
                </a:lnTo>
                <a:lnTo>
                  <a:pt x="525541" y="107775"/>
                </a:lnTo>
                <a:lnTo>
                  <a:pt x="551562" y="143118"/>
                </a:lnTo>
                <a:lnTo>
                  <a:pt x="573673" y="182259"/>
                </a:lnTo>
                <a:lnTo>
                  <a:pt x="591508" y="224760"/>
                </a:lnTo>
                <a:lnTo>
                  <a:pt x="604701" y="270183"/>
                </a:lnTo>
                <a:lnTo>
                  <a:pt x="612886" y="318091"/>
                </a:lnTo>
                <a:lnTo>
                  <a:pt x="615695" y="368046"/>
                </a:lnTo>
                <a:lnTo>
                  <a:pt x="612886" y="418000"/>
                </a:lnTo>
                <a:lnTo>
                  <a:pt x="604701" y="465908"/>
                </a:lnTo>
                <a:lnTo>
                  <a:pt x="591508" y="511331"/>
                </a:lnTo>
                <a:lnTo>
                  <a:pt x="573673" y="553832"/>
                </a:lnTo>
                <a:lnTo>
                  <a:pt x="551562" y="592973"/>
                </a:lnTo>
                <a:lnTo>
                  <a:pt x="525541" y="628316"/>
                </a:lnTo>
                <a:lnTo>
                  <a:pt x="495978" y="659423"/>
                </a:lnTo>
                <a:lnTo>
                  <a:pt x="463239" y="685856"/>
                </a:lnTo>
                <a:lnTo>
                  <a:pt x="427690" y="707177"/>
                </a:lnTo>
                <a:lnTo>
                  <a:pt x="389697" y="722949"/>
                </a:lnTo>
                <a:lnTo>
                  <a:pt x="349628" y="732733"/>
                </a:lnTo>
                <a:lnTo>
                  <a:pt x="307847" y="736092"/>
                </a:lnTo>
                <a:lnTo>
                  <a:pt x="266067" y="732733"/>
                </a:lnTo>
                <a:lnTo>
                  <a:pt x="225998" y="722949"/>
                </a:lnTo>
                <a:lnTo>
                  <a:pt x="188005" y="707177"/>
                </a:lnTo>
                <a:lnTo>
                  <a:pt x="152456" y="685856"/>
                </a:lnTo>
                <a:lnTo>
                  <a:pt x="119717" y="659423"/>
                </a:lnTo>
                <a:lnTo>
                  <a:pt x="90154" y="628316"/>
                </a:lnTo>
                <a:lnTo>
                  <a:pt x="64133" y="592973"/>
                </a:lnTo>
                <a:lnTo>
                  <a:pt x="42022" y="553832"/>
                </a:lnTo>
                <a:lnTo>
                  <a:pt x="24187" y="511331"/>
                </a:lnTo>
                <a:lnTo>
                  <a:pt x="10994" y="465908"/>
                </a:lnTo>
                <a:lnTo>
                  <a:pt x="2809" y="418000"/>
                </a:lnTo>
                <a:lnTo>
                  <a:pt x="0" y="368046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9182861" y="4962905"/>
            <a:ext cx="596265" cy="734695"/>
          </a:xfrm>
          <a:custGeom>
            <a:avLst/>
            <a:gdLst/>
            <a:ahLst/>
            <a:cxnLst/>
            <a:rect l="l" t="t" r="r" b="b"/>
            <a:pathLst>
              <a:path w="596265" h="734695">
                <a:moveTo>
                  <a:pt x="0" y="367284"/>
                </a:moveTo>
                <a:lnTo>
                  <a:pt x="3229" y="313015"/>
                </a:lnTo>
                <a:lnTo>
                  <a:pt x="12611" y="261217"/>
                </a:lnTo>
                <a:lnTo>
                  <a:pt x="27684" y="212457"/>
                </a:lnTo>
                <a:lnTo>
                  <a:pt x="47989" y="167305"/>
                </a:lnTo>
                <a:lnTo>
                  <a:pt x="73065" y="126329"/>
                </a:lnTo>
                <a:lnTo>
                  <a:pt x="102452" y="90097"/>
                </a:lnTo>
                <a:lnTo>
                  <a:pt x="135690" y="59178"/>
                </a:lnTo>
                <a:lnTo>
                  <a:pt x="172318" y="34140"/>
                </a:lnTo>
                <a:lnTo>
                  <a:pt x="211876" y="15552"/>
                </a:lnTo>
                <a:lnTo>
                  <a:pt x="253904" y="3982"/>
                </a:lnTo>
                <a:lnTo>
                  <a:pt x="297942" y="0"/>
                </a:lnTo>
                <a:lnTo>
                  <a:pt x="341979" y="3982"/>
                </a:lnTo>
                <a:lnTo>
                  <a:pt x="384007" y="15552"/>
                </a:lnTo>
                <a:lnTo>
                  <a:pt x="423565" y="34140"/>
                </a:lnTo>
                <a:lnTo>
                  <a:pt x="460193" y="59178"/>
                </a:lnTo>
                <a:lnTo>
                  <a:pt x="493431" y="90097"/>
                </a:lnTo>
                <a:lnTo>
                  <a:pt x="522818" y="126329"/>
                </a:lnTo>
                <a:lnTo>
                  <a:pt x="547894" y="167305"/>
                </a:lnTo>
                <a:lnTo>
                  <a:pt x="568199" y="212457"/>
                </a:lnTo>
                <a:lnTo>
                  <a:pt x="583272" y="261217"/>
                </a:lnTo>
                <a:lnTo>
                  <a:pt x="592654" y="313015"/>
                </a:lnTo>
                <a:lnTo>
                  <a:pt x="595884" y="367284"/>
                </a:lnTo>
                <a:lnTo>
                  <a:pt x="592654" y="421552"/>
                </a:lnTo>
                <a:lnTo>
                  <a:pt x="583272" y="473350"/>
                </a:lnTo>
                <a:lnTo>
                  <a:pt x="568199" y="522110"/>
                </a:lnTo>
                <a:lnTo>
                  <a:pt x="547894" y="567262"/>
                </a:lnTo>
                <a:lnTo>
                  <a:pt x="522818" y="608238"/>
                </a:lnTo>
                <a:lnTo>
                  <a:pt x="493431" y="644470"/>
                </a:lnTo>
                <a:lnTo>
                  <a:pt x="460193" y="675389"/>
                </a:lnTo>
                <a:lnTo>
                  <a:pt x="423565" y="700427"/>
                </a:lnTo>
                <a:lnTo>
                  <a:pt x="384007" y="719015"/>
                </a:lnTo>
                <a:lnTo>
                  <a:pt x="341979" y="730585"/>
                </a:lnTo>
                <a:lnTo>
                  <a:pt x="297942" y="734568"/>
                </a:lnTo>
                <a:lnTo>
                  <a:pt x="253904" y="730585"/>
                </a:lnTo>
                <a:lnTo>
                  <a:pt x="211876" y="719015"/>
                </a:lnTo>
                <a:lnTo>
                  <a:pt x="172318" y="700427"/>
                </a:lnTo>
                <a:lnTo>
                  <a:pt x="135690" y="675389"/>
                </a:lnTo>
                <a:lnTo>
                  <a:pt x="102452" y="644470"/>
                </a:lnTo>
                <a:lnTo>
                  <a:pt x="73065" y="608238"/>
                </a:lnTo>
                <a:lnTo>
                  <a:pt x="47989" y="567262"/>
                </a:lnTo>
                <a:lnTo>
                  <a:pt x="27684" y="522110"/>
                </a:lnTo>
                <a:lnTo>
                  <a:pt x="12611" y="473350"/>
                </a:lnTo>
                <a:lnTo>
                  <a:pt x="3229" y="421552"/>
                </a:lnTo>
                <a:lnTo>
                  <a:pt x="0" y="367284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2186177" y="5744717"/>
            <a:ext cx="1252855" cy="736600"/>
          </a:xfrm>
          <a:custGeom>
            <a:avLst/>
            <a:gdLst/>
            <a:ahLst/>
            <a:cxnLst/>
            <a:rect l="l" t="t" r="r" b="b"/>
            <a:pathLst>
              <a:path w="1252854" h="736600">
                <a:moveTo>
                  <a:pt x="0" y="368045"/>
                </a:moveTo>
                <a:lnTo>
                  <a:pt x="11293" y="298109"/>
                </a:lnTo>
                <a:lnTo>
                  <a:pt x="43775" y="232602"/>
                </a:lnTo>
                <a:lnTo>
                  <a:pt x="67305" y="201895"/>
                </a:lnTo>
                <a:lnTo>
                  <a:pt x="95344" y="172759"/>
                </a:lnTo>
                <a:lnTo>
                  <a:pt x="127631" y="145346"/>
                </a:lnTo>
                <a:lnTo>
                  <a:pt x="163903" y="119813"/>
                </a:lnTo>
                <a:lnTo>
                  <a:pt x="203897" y="96312"/>
                </a:lnTo>
                <a:lnTo>
                  <a:pt x="247351" y="74998"/>
                </a:lnTo>
                <a:lnTo>
                  <a:pt x="294002" y="56026"/>
                </a:lnTo>
                <a:lnTo>
                  <a:pt x="343589" y="39550"/>
                </a:lnTo>
                <a:lnTo>
                  <a:pt x="395848" y="25723"/>
                </a:lnTo>
                <a:lnTo>
                  <a:pt x="450518" y="14700"/>
                </a:lnTo>
                <a:lnTo>
                  <a:pt x="507335" y="6636"/>
                </a:lnTo>
                <a:lnTo>
                  <a:pt x="566038" y="1684"/>
                </a:lnTo>
                <a:lnTo>
                  <a:pt x="626364" y="0"/>
                </a:lnTo>
                <a:lnTo>
                  <a:pt x="686689" y="1684"/>
                </a:lnTo>
                <a:lnTo>
                  <a:pt x="745392" y="6636"/>
                </a:lnTo>
                <a:lnTo>
                  <a:pt x="802209" y="14700"/>
                </a:lnTo>
                <a:lnTo>
                  <a:pt x="856879" y="25723"/>
                </a:lnTo>
                <a:lnTo>
                  <a:pt x="909138" y="39550"/>
                </a:lnTo>
                <a:lnTo>
                  <a:pt x="958725" y="56026"/>
                </a:lnTo>
                <a:lnTo>
                  <a:pt x="1005376" y="74998"/>
                </a:lnTo>
                <a:lnTo>
                  <a:pt x="1048830" y="96312"/>
                </a:lnTo>
                <a:lnTo>
                  <a:pt x="1088824" y="119813"/>
                </a:lnTo>
                <a:lnTo>
                  <a:pt x="1125096" y="145346"/>
                </a:lnTo>
                <a:lnTo>
                  <a:pt x="1157383" y="172759"/>
                </a:lnTo>
                <a:lnTo>
                  <a:pt x="1185422" y="201895"/>
                </a:lnTo>
                <a:lnTo>
                  <a:pt x="1208952" y="232602"/>
                </a:lnTo>
                <a:lnTo>
                  <a:pt x="1241434" y="298109"/>
                </a:lnTo>
                <a:lnTo>
                  <a:pt x="1252727" y="368045"/>
                </a:lnTo>
                <a:lnTo>
                  <a:pt x="1249860" y="403490"/>
                </a:lnTo>
                <a:lnTo>
                  <a:pt x="1227710" y="471366"/>
                </a:lnTo>
                <a:lnTo>
                  <a:pt x="1185422" y="534196"/>
                </a:lnTo>
                <a:lnTo>
                  <a:pt x="1157383" y="563332"/>
                </a:lnTo>
                <a:lnTo>
                  <a:pt x="1125096" y="590745"/>
                </a:lnTo>
                <a:lnTo>
                  <a:pt x="1088824" y="616278"/>
                </a:lnTo>
                <a:lnTo>
                  <a:pt x="1048830" y="639779"/>
                </a:lnTo>
                <a:lnTo>
                  <a:pt x="1005376" y="661093"/>
                </a:lnTo>
                <a:lnTo>
                  <a:pt x="958725" y="680065"/>
                </a:lnTo>
                <a:lnTo>
                  <a:pt x="909138" y="696541"/>
                </a:lnTo>
                <a:lnTo>
                  <a:pt x="856879" y="710368"/>
                </a:lnTo>
                <a:lnTo>
                  <a:pt x="802209" y="721391"/>
                </a:lnTo>
                <a:lnTo>
                  <a:pt x="745392" y="729455"/>
                </a:lnTo>
                <a:lnTo>
                  <a:pt x="686689" y="734407"/>
                </a:lnTo>
                <a:lnTo>
                  <a:pt x="626364" y="736091"/>
                </a:lnTo>
                <a:lnTo>
                  <a:pt x="566038" y="734407"/>
                </a:lnTo>
                <a:lnTo>
                  <a:pt x="507335" y="729455"/>
                </a:lnTo>
                <a:lnTo>
                  <a:pt x="450518" y="721391"/>
                </a:lnTo>
                <a:lnTo>
                  <a:pt x="395848" y="710368"/>
                </a:lnTo>
                <a:lnTo>
                  <a:pt x="343589" y="696541"/>
                </a:lnTo>
                <a:lnTo>
                  <a:pt x="294002" y="680065"/>
                </a:lnTo>
                <a:lnTo>
                  <a:pt x="247351" y="661093"/>
                </a:lnTo>
                <a:lnTo>
                  <a:pt x="203897" y="639779"/>
                </a:lnTo>
                <a:lnTo>
                  <a:pt x="163903" y="616278"/>
                </a:lnTo>
                <a:lnTo>
                  <a:pt x="127631" y="590745"/>
                </a:lnTo>
                <a:lnTo>
                  <a:pt x="95344" y="563332"/>
                </a:lnTo>
                <a:lnTo>
                  <a:pt x="67305" y="534196"/>
                </a:lnTo>
                <a:lnTo>
                  <a:pt x="43775" y="503489"/>
                </a:lnTo>
                <a:lnTo>
                  <a:pt x="11293" y="437982"/>
                </a:lnTo>
                <a:lnTo>
                  <a:pt x="0" y="368045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7561326" y="5737097"/>
            <a:ext cx="2217420" cy="736600"/>
          </a:xfrm>
          <a:custGeom>
            <a:avLst/>
            <a:gdLst/>
            <a:ahLst/>
            <a:cxnLst/>
            <a:rect l="l" t="t" r="r" b="b"/>
            <a:pathLst>
              <a:path w="2217420" h="736600">
                <a:moveTo>
                  <a:pt x="0" y="368045"/>
                </a:moveTo>
                <a:lnTo>
                  <a:pt x="8639" y="321879"/>
                </a:lnTo>
                <a:lnTo>
                  <a:pt x="33864" y="277424"/>
                </a:lnTo>
                <a:lnTo>
                  <a:pt x="74635" y="235025"/>
                </a:lnTo>
                <a:lnTo>
                  <a:pt x="129913" y="195026"/>
                </a:lnTo>
                <a:lnTo>
                  <a:pt x="198659" y="157774"/>
                </a:lnTo>
                <a:lnTo>
                  <a:pt x="237757" y="140285"/>
                </a:lnTo>
                <a:lnTo>
                  <a:pt x="279832" y="123613"/>
                </a:lnTo>
                <a:lnTo>
                  <a:pt x="324754" y="107799"/>
                </a:lnTo>
                <a:lnTo>
                  <a:pt x="372394" y="92887"/>
                </a:lnTo>
                <a:lnTo>
                  <a:pt x="422620" y="78920"/>
                </a:lnTo>
                <a:lnTo>
                  <a:pt x="475304" y="65942"/>
                </a:lnTo>
                <a:lnTo>
                  <a:pt x="530316" y="53995"/>
                </a:lnTo>
                <a:lnTo>
                  <a:pt x="587524" y="43122"/>
                </a:lnTo>
                <a:lnTo>
                  <a:pt x="646801" y="33368"/>
                </a:lnTo>
                <a:lnTo>
                  <a:pt x="708014" y="24774"/>
                </a:lnTo>
                <a:lnTo>
                  <a:pt x="771036" y="17383"/>
                </a:lnTo>
                <a:lnTo>
                  <a:pt x="835735" y="11240"/>
                </a:lnTo>
                <a:lnTo>
                  <a:pt x="901982" y="6387"/>
                </a:lnTo>
                <a:lnTo>
                  <a:pt x="969646" y="2867"/>
                </a:lnTo>
                <a:lnTo>
                  <a:pt x="1038599" y="724"/>
                </a:lnTo>
                <a:lnTo>
                  <a:pt x="1108709" y="0"/>
                </a:lnTo>
                <a:lnTo>
                  <a:pt x="1178820" y="724"/>
                </a:lnTo>
                <a:lnTo>
                  <a:pt x="1247773" y="2867"/>
                </a:lnTo>
                <a:lnTo>
                  <a:pt x="1315437" y="6387"/>
                </a:lnTo>
                <a:lnTo>
                  <a:pt x="1381684" y="11240"/>
                </a:lnTo>
                <a:lnTo>
                  <a:pt x="1446383" y="17383"/>
                </a:lnTo>
                <a:lnTo>
                  <a:pt x="1509405" y="24774"/>
                </a:lnTo>
                <a:lnTo>
                  <a:pt x="1570618" y="33368"/>
                </a:lnTo>
                <a:lnTo>
                  <a:pt x="1629895" y="43122"/>
                </a:lnTo>
                <a:lnTo>
                  <a:pt x="1687103" y="53995"/>
                </a:lnTo>
                <a:lnTo>
                  <a:pt x="1742115" y="65942"/>
                </a:lnTo>
                <a:lnTo>
                  <a:pt x="1794799" y="78920"/>
                </a:lnTo>
                <a:lnTo>
                  <a:pt x="1845025" y="92887"/>
                </a:lnTo>
                <a:lnTo>
                  <a:pt x="1892665" y="107799"/>
                </a:lnTo>
                <a:lnTo>
                  <a:pt x="1937587" y="123613"/>
                </a:lnTo>
                <a:lnTo>
                  <a:pt x="1979662" y="140285"/>
                </a:lnTo>
                <a:lnTo>
                  <a:pt x="2018760" y="157774"/>
                </a:lnTo>
                <a:lnTo>
                  <a:pt x="2054751" y="176035"/>
                </a:lnTo>
                <a:lnTo>
                  <a:pt x="2116893" y="214704"/>
                </a:lnTo>
                <a:lnTo>
                  <a:pt x="2165048" y="255946"/>
                </a:lnTo>
                <a:lnTo>
                  <a:pt x="2198176" y="299416"/>
                </a:lnTo>
                <a:lnTo>
                  <a:pt x="2215238" y="344770"/>
                </a:lnTo>
                <a:lnTo>
                  <a:pt x="2217420" y="368045"/>
                </a:lnTo>
                <a:lnTo>
                  <a:pt x="2215238" y="391321"/>
                </a:lnTo>
                <a:lnTo>
                  <a:pt x="2198176" y="436675"/>
                </a:lnTo>
                <a:lnTo>
                  <a:pt x="2165048" y="480145"/>
                </a:lnTo>
                <a:lnTo>
                  <a:pt x="2116893" y="521387"/>
                </a:lnTo>
                <a:lnTo>
                  <a:pt x="2054751" y="560056"/>
                </a:lnTo>
                <a:lnTo>
                  <a:pt x="2018760" y="578317"/>
                </a:lnTo>
                <a:lnTo>
                  <a:pt x="1979662" y="595806"/>
                </a:lnTo>
                <a:lnTo>
                  <a:pt x="1937587" y="612478"/>
                </a:lnTo>
                <a:lnTo>
                  <a:pt x="1892665" y="628292"/>
                </a:lnTo>
                <a:lnTo>
                  <a:pt x="1845025" y="643204"/>
                </a:lnTo>
                <a:lnTo>
                  <a:pt x="1794799" y="657171"/>
                </a:lnTo>
                <a:lnTo>
                  <a:pt x="1742115" y="670149"/>
                </a:lnTo>
                <a:lnTo>
                  <a:pt x="1687103" y="682096"/>
                </a:lnTo>
                <a:lnTo>
                  <a:pt x="1629895" y="692969"/>
                </a:lnTo>
                <a:lnTo>
                  <a:pt x="1570618" y="702723"/>
                </a:lnTo>
                <a:lnTo>
                  <a:pt x="1509405" y="711317"/>
                </a:lnTo>
                <a:lnTo>
                  <a:pt x="1446383" y="718708"/>
                </a:lnTo>
                <a:lnTo>
                  <a:pt x="1381684" y="724851"/>
                </a:lnTo>
                <a:lnTo>
                  <a:pt x="1315437" y="729704"/>
                </a:lnTo>
                <a:lnTo>
                  <a:pt x="1247773" y="733224"/>
                </a:lnTo>
                <a:lnTo>
                  <a:pt x="1178820" y="735367"/>
                </a:lnTo>
                <a:lnTo>
                  <a:pt x="1108709" y="736091"/>
                </a:lnTo>
                <a:lnTo>
                  <a:pt x="1038599" y="735367"/>
                </a:lnTo>
                <a:lnTo>
                  <a:pt x="969646" y="733224"/>
                </a:lnTo>
                <a:lnTo>
                  <a:pt x="901982" y="729704"/>
                </a:lnTo>
                <a:lnTo>
                  <a:pt x="835735" y="724851"/>
                </a:lnTo>
                <a:lnTo>
                  <a:pt x="771036" y="718708"/>
                </a:lnTo>
                <a:lnTo>
                  <a:pt x="708014" y="711317"/>
                </a:lnTo>
                <a:lnTo>
                  <a:pt x="646801" y="702723"/>
                </a:lnTo>
                <a:lnTo>
                  <a:pt x="587524" y="692969"/>
                </a:lnTo>
                <a:lnTo>
                  <a:pt x="530316" y="682096"/>
                </a:lnTo>
                <a:lnTo>
                  <a:pt x="475304" y="670149"/>
                </a:lnTo>
                <a:lnTo>
                  <a:pt x="422620" y="657171"/>
                </a:lnTo>
                <a:lnTo>
                  <a:pt x="372394" y="643204"/>
                </a:lnTo>
                <a:lnTo>
                  <a:pt x="324754" y="628292"/>
                </a:lnTo>
                <a:lnTo>
                  <a:pt x="279832" y="612478"/>
                </a:lnTo>
                <a:lnTo>
                  <a:pt x="237757" y="595806"/>
                </a:lnTo>
                <a:lnTo>
                  <a:pt x="198659" y="578317"/>
                </a:lnTo>
                <a:lnTo>
                  <a:pt x="162668" y="560056"/>
                </a:lnTo>
                <a:lnTo>
                  <a:pt x="100526" y="521387"/>
                </a:lnTo>
                <a:lnTo>
                  <a:pt x="52371" y="480145"/>
                </a:lnTo>
                <a:lnTo>
                  <a:pt x="19243" y="436675"/>
                </a:lnTo>
                <a:lnTo>
                  <a:pt x="2181" y="391321"/>
                </a:lnTo>
                <a:lnTo>
                  <a:pt x="0" y="368045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74928"/>
            <a:ext cx="14020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-5" dirty="0">
                <a:solidFill>
                  <a:srgbClr val="666699"/>
                </a:solidFill>
                <a:latin typeface="隶书"/>
                <a:cs typeface="隶书"/>
              </a:rPr>
              <a:t>计数器</a:t>
            </a:r>
            <a:endParaRPr sz="3600">
              <a:latin typeface="隶书"/>
              <a:cs typeface="隶书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36184" y="6539775"/>
            <a:ext cx="35052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48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8044" y="1423542"/>
            <a:ext cx="8064500" cy="39579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数字系统中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使用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最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多的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序电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路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</a:pP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功能：</a:t>
            </a:r>
            <a:endParaRPr sz="2800">
              <a:latin typeface="华文楷体"/>
              <a:cs typeface="华文楷体"/>
            </a:endParaRPr>
          </a:p>
          <a:p>
            <a:pPr marL="12700" marR="3600450" indent="457200">
              <a:lnSpc>
                <a:spcPct val="167900"/>
              </a:lnSpc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计算输入脉</a:t>
            </a:r>
            <a:r>
              <a:rPr sz="2800" b="1" spc="-20" dirty="0">
                <a:solidFill>
                  <a:srgbClr val="7E4D00"/>
                </a:solidFill>
                <a:latin typeface="华文楷体"/>
                <a:cs typeface="华文楷体"/>
              </a:rPr>
              <a:t>冲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CP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个数。 </a:t>
            </a: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应用：</a:t>
            </a:r>
            <a:endParaRPr sz="2800">
              <a:latin typeface="华文楷体"/>
              <a:cs typeface="华文楷体"/>
            </a:endParaRPr>
          </a:p>
          <a:p>
            <a:pPr marL="12700" marR="5080" indent="457200">
              <a:lnSpc>
                <a:spcPct val="150000"/>
              </a:lnSpc>
              <a:spcBef>
                <a:spcPts val="605"/>
              </a:spcBef>
            </a:pPr>
            <a:r>
              <a:rPr sz="2800" b="1" spc="40" dirty="0">
                <a:solidFill>
                  <a:srgbClr val="7E4D00"/>
                </a:solidFill>
                <a:latin typeface="华文楷体"/>
                <a:cs typeface="华文楷体"/>
              </a:rPr>
              <a:t>计</a:t>
            </a:r>
            <a:r>
              <a:rPr sz="2800" b="1" spc="35" dirty="0">
                <a:solidFill>
                  <a:srgbClr val="7E4D00"/>
                </a:solidFill>
                <a:latin typeface="华文楷体"/>
                <a:cs typeface="华文楷体"/>
              </a:rPr>
              <a:t>数、分频、</a:t>
            </a:r>
            <a:r>
              <a:rPr sz="2800" b="1" spc="40" dirty="0">
                <a:solidFill>
                  <a:srgbClr val="7E4D00"/>
                </a:solidFill>
                <a:latin typeface="华文楷体"/>
                <a:cs typeface="华文楷体"/>
              </a:rPr>
              <a:t>定</a:t>
            </a:r>
            <a:r>
              <a:rPr sz="2800" b="1" spc="35" dirty="0">
                <a:solidFill>
                  <a:srgbClr val="7E4D00"/>
                </a:solidFill>
                <a:latin typeface="华文楷体"/>
                <a:cs typeface="华文楷体"/>
              </a:rPr>
              <a:t>时、产生脉冲序列及节拍脉</a:t>
            </a:r>
            <a:r>
              <a:rPr sz="2800" b="1" spc="55" dirty="0">
                <a:solidFill>
                  <a:srgbClr val="7E4D00"/>
                </a:solidFill>
                <a:latin typeface="华文楷体"/>
                <a:cs typeface="华文楷体"/>
              </a:rPr>
              <a:t>冲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， 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进行数字运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算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等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2314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solidFill>
                  <a:srgbClr val="FF0000"/>
                </a:solidFill>
                <a:latin typeface="华文楷体"/>
                <a:cs typeface="华文楷体"/>
              </a:rPr>
              <a:t>计数器</a:t>
            </a:r>
            <a:r>
              <a:rPr sz="3600" b="1" i="0" spc="-5" dirty="0">
                <a:solidFill>
                  <a:srgbClr val="FF0000"/>
                </a:solidFill>
                <a:latin typeface="华文楷体"/>
                <a:cs typeface="华文楷体"/>
              </a:rPr>
              <a:t>分类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7091" y="2555875"/>
            <a:ext cx="28746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5" dirty="0">
                <a:solidFill>
                  <a:srgbClr val="7E4D00"/>
                </a:solidFill>
                <a:latin typeface="华文楷体"/>
                <a:cs typeface="华文楷体"/>
              </a:rPr>
              <a:t>按计</a:t>
            </a:r>
            <a:r>
              <a:rPr sz="3200" b="1" dirty="0">
                <a:solidFill>
                  <a:srgbClr val="7E4D00"/>
                </a:solidFill>
                <a:latin typeface="华文楷体"/>
                <a:cs typeface="华文楷体"/>
              </a:rPr>
              <a:t>数增</a:t>
            </a:r>
            <a:r>
              <a:rPr sz="3200" b="1" spc="-15" dirty="0">
                <a:solidFill>
                  <a:srgbClr val="7E4D00"/>
                </a:solidFill>
                <a:latin typeface="华文楷体"/>
                <a:cs typeface="华文楷体"/>
              </a:rPr>
              <a:t>减</a:t>
            </a:r>
            <a:r>
              <a:rPr sz="3200" b="1" dirty="0">
                <a:solidFill>
                  <a:srgbClr val="7E4D00"/>
                </a:solidFill>
                <a:latin typeface="华文楷体"/>
                <a:cs typeface="华文楷体"/>
              </a:rPr>
              <a:t>分为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88814" y="1645157"/>
            <a:ext cx="431800" cy="2443480"/>
          </a:xfrm>
          <a:custGeom>
            <a:avLst/>
            <a:gdLst/>
            <a:ahLst/>
            <a:cxnLst/>
            <a:rect l="l" t="t" r="r" b="b"/>
            <a:pathLst>
              <a:path w="431800" h="2443479">
                <a:moveTo>
                  <a:pt x="431291" y="2442972"/>
                </a:moveTo>
                <a:lnTo>
                  <a:pt x="387823" y="2437664"/>
                </a:lnTo>
                <a:lnTo>
                  <a:pt x="347341" y="2422443"/>
                </a:lnTo>
                <a:lnTo>
                  <a:pt x="310709" y="2398361"/>
                </a:lnTo>
                <a:lnTo>
                  <a:pt x="278796" y="2366470"/>
                </a:lnTo>
                <a:lnTo>
                  <a:pt x="252467" y="2327822"/>
                </a:lnTo>
                <a:lnTo>
                  <a:pt x="232588" y="2283469"/>
                </a:lnTo>
                <a:lnTo>
                  <a:pt x="220026" y="2234465"/>
                </a:lnTo>
                <a:lnTo>
                  <a:pt x="215646" y="2181860"/>
                </a:lnTo>
                <a:lnTo>
                  <a:pt x="215646" y="1482597"/>
                </a:lnTo>
                <a:lnTo>
                  <a:pt x="211265" y="1429992"/>
                </a:lnTo>
                <a:lnTo>
                  <a:pt x="198703" y="1380988"/>
                </a:lnTo>
                <a:lnTo>
                  <a:pt x="178824" y="1336635"/>
                </a:lnTo>
                <a:lnTo>
                  <a:pt x="152495" y="1297987"/>
                </a:lnTo>
                <a:lnTo>
                  <a:pt x="120582" y="1266096"/>
                </a:lnTo>
                <a:lnTo>
                  <a:pt x="83950" y="1242014"/>
                </a:lnTo>
                <a:lnTo>
                  <a:pt x="43468" y="1226793"/>
                </a:lnTo>
                <a:lnTo>
                  <a:pt x="0" y="1221486"/>
                </a:lnTo>
                <a:lnTo>
                  <a:pt x="43468" y="1216178"/>
                </a:lnTo>
                <a:lnTo>
                  <a:pt x="83950" y="1200957"/>
                </a:lnTo>
                <a:lnTo>
                  <a:pt x="120582" y="1176875"/>
                </a:lnTo>
                <a:lnTo>
                  <a:pt x="152495" y="1144984"/>
                </a:lnTo>
                <a:lnTo>
                  <a:pt x="178824" y="1106336"/>
                </a:lnTo>
                <a:lnTo>
                  <a:pt x="198703" y="1061983"/>
                </a:lnTo>
                <a:lnTo>
                  <a:pt x="211265" y="1012979"/>
                </a:lnTo>
                <a:lnTo>
                  <a:pt x="215646" y="960374"/>
                </a:lnTo>
                <a:lnTo>
                  <a:pt x="215646" y="261112"/>
                </a:lnTo>
                <a:lnTo>
                  <a:pt x="220026" y="208506"/>
                </a:lnTo>
                <a:lnTo>
                  <a:pt x="232588" y="159502"/>
                </a:lnTo>
                <a:lnTo>
                  <a:pt x="252467" y="115149"/>
                </a:lnTo>
                <a:lnTo>
                  <a:pt x="278796" y="76501"/>
                </a:lnTo>
                <a:lnTo>
                  <a:pt x="310709" y="44610"/>
                </a:lnTo>
                <a:lnTo>
                  <a:pt x="347341" y="20528"/>
                </a:lnTo>
                <a:lnTo>
                  <a:pt x="387823" y="5307"/>
                </a:lnTo>
                <a:lnTo>
                  <a:pt x="431291" y="0"/>
                </a:lnTo>
              </a:path>
            </a:pathLst>
          </a:custGeom>
          <a:ln w="38099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00580" y="5064709"/>
            <a:ext cx="28759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7E4D00"/>
                </a:solidFill>
                <a:latin typeface="华文楷体"/>
                <a:cs typeface="华文楷体"/>
              </a:rPr>
              <a:t>按</a:t>
            </a:r>
            <a:r>
              <a:rPr sz="3200" b="1" spc="15" dirty="0">
                <a:solidFill>
                  <a:srgbClr val="7E4D00"/>
                </a:solidFill>
                <a:latin typeface="华文楷体"/>
                <a:cs typeface="华文楷体"/>
              </a:rPr>
              <a:t>动</a:t>
            </a:r>
            <a:r>
              <a:rPr sz="3200" b="1" dirty="0">
                <a:solidFill>
                  <a:srgbClr val="7E4D00"/>
                </a:solidFill>
                <a:latin typeface="华文楷体"/>
                <a:cs typeface="华文楷体"/>
              </a:rPr>
              <a:t>作特</a:t>
            </a:r>
            <a:r>
              <a:rPr sz="3200" b="1" spc="-20" dirty="0">
                <a:solidFill>
                  <a:srgbClr val="7E4D00"/>
                </a:solidFill>
                <a:latin typeface="华文楷体"/>
                <a:cs typeface="华文楷体"/>
              </a:rPr>
              <a:t>点</a:t>
            </a:r>
            <a:r>
              <a:rPr sz="3200" b="1" dirty="0">
                <a:solidFill>
                  <a:srgbClr val="7E4D00"/>
                </a:solidFill>
                <a:latin typeface="华文楷体"/>
                <a:cs typeface="华文楷体"/>
              </a:rPr>
              <a:t>分为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5080" algn="just">
              <a:lnSpc>
                <a:spcPct val="150000"/>
              </a:lnSpc>
              <a:spcBef>
                <a:spcPts val="100"/>
              </a:spcBef>
            </a:pPr>
            <a:r>
              <a:rPr spc="5" dirty="0"/>
              <a:t>加法</a:t>
            </a:r>
            <a:r>
              <a:rPr dirty="0"/>
              <a:t>计数器 </a:t>
            </a:r>
            <a:r>
              <a:rPr spc="5" dirty="0"/>
              <a:t>减法</a:t>
            </a:r>
            <a:r>
              <a:rPr dirty="0"/>
              <a:t>计数器 </a:t>
            </a:r>
            <a:r>
              <a:rPr spc="5" dirty="0"/>
              <a:t>可逆</a:t>
            </a:r>
            <a:r>
              <a:rPr dirty="0"/>
              <a:t>计数器 </a:t>
            </a:r>
            <a:r>
              <a:rPr spc="5" dirty="0"/>
              <a:t>其他</a:t>
            </a:r>
            <a:r>
              <a:rPr dirty="0"/>
              <a:t>计数器</a:t>
            </a:r>
          </a:p>
          <a:p>
            <a:pPr marL="12700" marR="41910">
              <a:lnSpc>
                <a:spcPct val="150000"/>
              </a:lnSpc>
              <a:spcBef>
                <a:spcPts val="2740"/>
              </a:spcBef>
            </a:pPr>
            <a:r>
              <a:rPr spc="5" dirty="0"/>
              <a:t>同步</a:t>
            </a:r>
            <a:r>
              <a:rPr dirty="0"/>
              <a:t>计数器 异</a:t>
            </a:r>
            <a:r>
              <a:rPr spc="15" dirty="0"/>
              <a:t>步</a:t>
            </a:r>
            <a:r>
              <a:rPr dirty="0"/>
              <a:t>计数器</a:t>
            </a:r>
          </a:p>
        </p:txBody>
      </p:sp>
      <p:sp>
        <p:nvSpPr>
          <p:cNvPr id="8" name="object 8"/>
          <p:cNvSpPr/>
          <p:nvPr/>
        </p:nvSpPr>
        <p:spPr>
          <a:xfrm>
            <a:off x="5033009" y="4943094"/>
            <a:ext cx="312420" cy="864235"/>
          </a:xfrm>
          <a:custGeom>
            <a:avLst/>
            <a:gdLst/>
            <a:ahLst/>
            <a:cxnLst/>
            <a:rect l="l" t="t" r="r" b="b"/>
            <a:pathLst>
              <a:path w="312420" h="864235">
                <a:moveTo>
                  <a:pt x="312419" y="864107"/>
                </a:moveTo>
                <a:lnTo>
                  <a:pt x="251632" y="857982"/>
                </a:lnTo>
                <a:lnTo>
                  <a:pt x="201977" y="841274"/>
                </a:lnTo>
                <a:lnTo>
                  <a:pt x="168491" y="816493"/>
                </a:lnTo>
                <a:lnTo>
                  <a:pt x="156210" y="786142"/>
                </a:lnTo>
                <a:lnTo>
                  <a:pt x="156210" y="510031"/>
                </a:lnTo>
                <a:lnTo>
                  <a:pt x="143928" y="479684"/>
                </a:lnTo>
                <a:lnTo>
                  <a:pt x="110442" y="454898"/>
                </a:lnTo>
                <a:lnTo>
                  <a:pt x="60787" y="438183"/>
                </a:lnTo>
                <a:lnTo>
                  <a:pt x="0" y="432053"/>
                </a:lnTo>
                <a:lnTo>
                  <a:pt x="60787" y="425924"/>
                </a:lnTo>
                <a:lnTo>
                  <a:pt x="110442" y="409209"/>
                </a:lnTo>
                <a:lnTo>
                  <a:pt x="143928" y="384423"/>
                </a:lnTo>
                <a:lnTo>
                  <a:pt x="156210" y="354075"/>
                </a:lnTo>
                <a:lnTo>
                  <a:pt x="156210" y="77977"/>
                </a:lnTo>
                <a:lnTo>
                  <a:pt x="168491" y="47630"/>
                </a:lnTo>
                <a:lnTo>
                  <a:pt x="201977" y="22844"/>
                </a:lnTo>
                <a:lnTo>
                  <a:pt x="251632" y="6129"/>
                </a:lnTo>
                <a:lnTo>
                  <a:pt x="312419" y="0"/>
                </a:lnTo>
              </a:path>
            </a:pathLst>
          </a:custGeom>
          <a:ln w="3810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36184" y="6539775"/>
            <a:ext cx="35052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49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23491" y="2666441"/>
            <a:ext cx="20643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5" dirty="0">
                <a:solidFill>
                  <a:srgbClr val="7E4D00"/>
                </a:solidFill>
                <a:latin typeface="华文楷体"/>
                <a:cs typeface="华文楷体"/>
              </a:rPr>
              <a:t>按进</a:t>
            </a:r>
            <a:r>
              <a:rPr sz="3200" b="1" dirty="0">
                <a:solidFill>
                  <a:srgbClr val="7E4D00"/>
                </a:solidFill>
                <a:latin typeface="华文楷体"/>
                <a:cs typeface="华文楷体"/>
              </a:rPr>
              <a:t>制分为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9820" y="1665579"/>
            <a:ext cx="3002280" cy="2220595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sz="3200" b="1" spc="5" dirty="0">
                <a:solidFill>
                  <a:srgbClr val="C00000"/>
                </a:solidFill>
                <a:latin typeface="华文楷体"/>
                <a:cs typeface="华文楷体"/>
              </a:rPr>
              <a:t>二进</a:t>
            </a:r>
            <a:r>
              <a:rPr sz="3200" b="1" dirty="0">
                <a:solidFill>
                  <a:srgbClr val="C00000"/>
                </a:solidFill>
                <a:latin typeface="华文楷体"/>
                <a:cs typeface="华文楷体"/>
              </a:rPr>
              <a:t>制计数器</a:t>
            </a:r>
            <a:endParaRPr sz="3200">
              <a:latin typeface="华文楷体"/>
              <a:cs typeface="华文楷体"/>
            </a:endParaRPr>
          </a:p>
          <a:p>
            <a:pPr marL="12700" marR="5080">
              <a:lnSpc>
                <a:spcPct val="150000"/>
              </a:lnSpc>
            </a:pPr>
            <a:r>
              <a:rPr sz="3200" b="1" spc="10" dirty="0">
                <a:solidFill>
                  <a:srgbClr val="C00000"/>
                </a:solidFill>
                <a:latin typeface="华文楷体"/>
                <a:cs typeface="华文楷体"/>
              </a:rPr>
              <a:t>二-</a:t>
            </a:r>
            <a:r>
              <a:rPr sz="3200" b="1" dirty="0">
                <a:solidFill>
                  <a:srgbClr val="C00000"/>
                </a:solidFill>
                <a:latin typeface="华文楷体"/>
                <a:cs typeface="华文楷体"/>
              </a:rPr>
              <a:t>十</a:t>
            </a:r>
            <a:r>
              <a:rPr sz="3200" b="1" spc="-15" dirty="0">
                <a:solidFill>
                  <a:srgbClr val="C00000"/>
                </a:solidFill>
                <a:latin typeface="华文楷体"/>
                <a:cs typeface="华文楷体"/>
              </a:rPr>
              <a:t>进</a:t>
            </a:r>
            <a:r>
              <a:rPr sz="3200" b="1" dirty="0">
                <a:solidFill>
                  <a:srgbClr val="C00000"/>
                </a:solidFill>
                <a:latin typeface="华文楷体"/>
                <a:cs typeface="华文楷体"/>
              </a:rPr>
              <a:t>制计</a:t>
            </a:r>
            <a:r>
              <a:rPr sz="3200" b="1" spc="-15" dirty="0">
                <a:solidFill>
                  <a:srgbClr val="C00000"/>
                </a:solidFill>
                <a:latin typeface="华文楷体"/>
                <a:cs typeface="华文楷体"/>
              </a:rPr>
              <a:t>数</a:t>
            </a:r>
            <a:r>
              <a:rPr sz="3200" b="1" dirty="0">
                <a:solidFill>
                  <a:srgbClr val="C00000"/>
                </a:solidFill>
                <a:latin typeface="华文楷体"/>
                <a:cs typeface="华文楷体"/>
              </a:rPr>
              <a:t>器 </a:t>
            </a:r>
            <a:r>
              <a:rPr sz="3200" b="1" spc="5" dirty="0">
                <a:solidFill>
                  <a:srgbClr val="C00000"/>
                </a:solidFill>
                <a:latin typeface="华文楷体"/>
                <a:cs typeface="华文楷体"/>
              </a:rPr>
              <a:t>任意</a:t>
            </a:r>
            <a:r>
              <a:rPr sz="3200" b="1" dirty="0">
                <a:solidFill>
                  <a:srgbClr val="C00000"/>
                </a:solidFill>
                <a:latin typeface="华文楷体"/>
                <a:cs typeface="华文楷体"/>
              </a:rPr>
              <a:t>计数器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95750" y="2190750"/>
            <a:ext cx="312420" cy="1510665"/>
          </a:xfrm>
          <a:custGeom>
            <a:avLst/>
            <a:gdLst/>
            <a:ahLst/>
            <a:cxnLst/>
            <a:rect l="l" t="t" r="r" b="b"/>
            <a:pathLst>
              <a:path w="312420" h="1510664">
                <a:moveTo>
                  <a:pt x="312420" y="1510283"/>
                </a:moveTo>
                <a:lnTo>
                  <a:pt x="263060" y="1503342"/>
                </a:lnTo>
                <a:lnTo>
                  <a:pt x="220181" y="1484014"/>
                </a:lnTo>
                <a:lnTo>
                  <a:pt x="186360" y="1454542"/>
                </a:lnTo>
                <a:lnTo>
                  <a:pt x="164177" y="1417169"/>
                </a:lnTo>
                <a:lnTo>
                  <a:pt x="156210" y="1374139"/>
                </a:lnTo>
                <a:lnTo>
                  <a:pt x="156210" y="891286"/>
                </a:lnTo>
                <a:lnTo>
                  <a:pt x="148242" y="848256"/>
                </a:lnTo>
                <a:lnTo>
                  <a:pt x="126059" y="810883"/>
                </a:lnTo>
                <a:lnTo>
                  <a:pt x="92238" y="781411"/>
                </a:lnTo>
                <a:lnTo>
                  <a:pt x="49359" y="762083"/>
                </a:lnTo>
                <a:lnTo>
                  <a:pt x="0" y="755141"/>
                </a:lnTo>
                <a:lnTo>
                  <a:pt x="49359" y="748200"/>
                </a:lnTo>
                <a:lnTo>
                  <a:pt x="92238" y="728872"/>
                </a:lnTo>
                <a:lnTo>
                  <a:pt x="126059" y="699400"/>
                </a:lnTo>
                <a:lnTo>
                  <a:pt x="148242" y="662027"/>
                </a:lnTo>
                <a:lnTo>
                  <a:pt x="156210" y="618998"/>
                </a:lnTo>
                <a:lnTo>
                  <a:pt x="156210" y="136144"/>
                </a:lnTo>
                <a:lnTo>
                  <a:pt x="164177" y="93114"/>
                </a:lnTo>
                <a:lnTo>
                  <a:pt x="186360" y="55741"/>
                </a:lnTo>
                <a:lnTo>
                  <a:pt x="220181" y="26269"/>
                </a:lnTo>
                <a:lnTo>
                  <a:pt x="263060" y="6941"/>
                </a:lnTo>
                <a:lnTo>
                  <a:pt x="312420" y="0"/>
                </a:lnTo>
              </a:path>
            </a:pathLst>
          </a:custGeom>
          <a:ln w="3810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36184" y="6539775"/>
            <a:ext cx="35052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50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2314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solidFill>
                  <a:srgbClr val="FF0000"/>
                </a:solidFill>
                <a:latin typeface="华文楷体"/>
                <a:cs typeface="华文楷体"/>
              </a:rPr>
              <a:t>同步计</a:t>
            </a:r>
            <a:r>
              <a:rPr sz="3600" b="1" i="0" spc="-5" dirty="0">
                <a:solidFill>
                  <a:srgbClr val="FF0000"/>
                </a:solidFill>
                <a:latin typeface="华文楷体"/>
                <a:cs typeface="华文楷体"/>
              </a:rPr>
              <a:t>数器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36184" y="6539775"/>
            <a:ext cx="35052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51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8044" y="1110004"/>
            <a:ext cx="6697345" cy="2960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101215">
              <a:lnSpc>
                <a:spcPct val="127800"/>
              </a:lnSpc>
              <a:spcBef>
                <a:spcPts val="95"/>
              </a:spcBef>
            </a:pPr>
            <a:r>
              <a:rPr sz="3600" b="1" dirty="0">
                <a:solidFill>
                  <a:srgbClr val="7E4D00"/>
                </a:solidFill>
                <a:latin typeface="华文楷体"/>
                <a:cs typeface="华文楷体"/>
              </a:rPr>
              <a:t>同步二</a:t>
            </a:r>
            <a:r>
              <a:rPr sz="3600" b="1" spc="-5" dirty="0">
                <a:solidFill>
                  <a:srgbClr val="7E4D00"/>
                </a:solidFill>
                <a:latin typeface="华文楷体"/>
                <a:cs typeface="华文楷体"/>
              </a:rPr>
              <a:t>进制加法计数器 </a:t>
            </a:r>
            <a:r>
              <a:rPr sz="3600" b="1" dirty="0">
                <a:solidFill>
                  <a:srgbClr val="C00000"/>
                </a:solidFill>
                <a:latin typeface="华文楷体"/>
                <a:cs typeface="华文楷体"/>
              </a:rPr>
              <a:t>特</a:t>
            </a:r>
            <a:r>
              <a:rPr sz="3600" b="1" spc="5" dirty="0">
                <a:solidFill>
                  <a:srgbClr val="C00000"/>
                </a:solidFill>
                <a:latin typeface="华文楷体"/>
                <a:cs typeface="华文楷体"/>
              </a:rPr>
              <a:t>点</a:t>
            </a:r>
            <a:r>
              <a:rPr sz="3600" b="1" spc="-5" dirty="0">
                <a:solidFill>
                  <a:srgbClr val="7E4D00"/>
                </a:solidFill>
                <a:latin typeface="华文楷体"/>
                <a:cs typeface="华文楷体"/>
              </a:rPr>
              <a:t>：</a:t>
            </a:r>
            <a:endParaRPr sz="360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  <a:spcBef>
                <a:spcPts val="2470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最低位每来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一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个CP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改变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一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次状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态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endParaRPr sz="280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  <a:spcBef>
                <a:spcPts val="2880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第i位在第0～(i－1)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全为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1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时，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改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变状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态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286243" y="982217"/>
            <a:ext cx="1953260" cy="0"/>
          </a:xfrm>
          <a:custGeom>
            <a:avLst/>
            <a:gdLst/>
            <a:ahLst/>
            <a:cxnLst/>
            <a:rect l="l" t="t" r="r" b="b"/>
            <a:pathLst>
              <a:path w="1953259">
                <a:moveTo>
                  <a:pt x="0" y="0"/>
                </a:moveTo>
                <a:lnTo>
                  <a:pt x="1953005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29784" y="982217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9966" y="982217"/>
            <a:ext cx="572770" cy="0"/>
          </a:xfrm>
          <a:custGeom>
            <a:avLst/>
            <a:gdLst/>
            <a:ahLst/>
            <a:cxnLst/>
            <a:rect l="l" t="t" r="r" b="b"/>
            <a:pathLst>
              <a:path w="572769">
                <a:moveTo>
                  <a:pt x="0" y="0"/>
                </a:moveTo>
                <a:lnTo>
                  <a:pt x="572262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62227" y="201168"/>
            <a:ext cx="4067810" cy="6200140"/>
          </a:xfrm>
          <a:custGeom>
            <a:avLst/>
            <a:gdLst/>
            <a:ahLst/>
            <a:cxnLst/>
            <a:rect l="l" t="t" r="r" b="b"/>
            <a:pathLst>
              <a:path w="4067810" h="6200140">
                <a:moveTo>
                  <a:pt x="0" y="6199632"/>
                </a:moveTo>
                <a:lnTo>
                  <a:pt x="4067555" y="6199632"/>
                </a:lnTo>
                <a:lnTo>
                  <a:pt x="4067555" y="0"/>
                </a:lnTo>
                <a:lnTo>
                  <a:pt x="0" y="0"/>
                </a:lnTo>
                <a:lnTo>
                  <a:pt x="0" y="61996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64934" y="530360"/>
            <a:ext cx="817244" cy="943610"/>
          </a:xfrm>
          <a:custGeom>
            <a:avLst/>
            <a:gdLst/>
            <a:ahLst/>
            <a:cxnLst/>
            <a:rect l="l" t="t" r="r" b="b"/>
            <a:pathLst>
              <a:path w="817245" h="943610">
                <a:moveTo>
                  <a:pt x="0" y="943245"/>
                </a:moveTo>
                <a:lnTo>
                  <a:pt x="816997" y="943245"/>
                </a:lnTo>
                <a:lnTo>
                  <a:pt x="816997" y="0"/>
                </a:lnTo>
                <a:lnTo>
                  <a:pt x="0" y="0"/>
                </a:lnTo>
                <a:lnTo>
                  <a:pt x="0" y="943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64934" y="530360"/>
            <a:ext cx="817244" cy="943610"/>
          </a:xfrm>
          <a:custGeom>
            <a:avLst/>
            <a:gdLst/>
            <a:ahLst/>
            <a:cxnLst/>
            <a:rect l="l" t="t" r="r" b="b"/>
            <a:pathLst>
              <a:path w="817245" h="943610">
                <a:moveTo>
                  <a:pt x="0" y="943245"/>
                </a:moveTo>
                <a:lnTo>
                  <a:pt x="816997" y="943245"/>
                </a:lnTo>
                <a:lnTo>
                  <a:pt x="816997" y="0"/>
                </a:lnTo>
                <a:lnTo>
                  <a:pt x="0" y="0"/>
                </a:lnTo>
                <a:lnTo>
                  <a:pt x="0" y="943245"/>
                </a:lnTo>
                <a:close/>
              </a:path>
            </a:pathLst>
          </a:custGeom>
          <a:ln w="301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64934" y="907653"/>
            <a:ext cx="102235" cy="189230"/>
          </a:xfrm>
          <a:custGeom>
            <a:avLst/>
            <a:gdLst/>
            <a:ahLst/>
            <a:cxnLst/>
            <a:rect l="l" t="t" r="r" b="b"/>
            <a:pathLst>
              <a:path w="102235" h="189230">
                <a:moveTo>
                  <a:pt x="0" y="0"/>
                </a:moveTo>
                <a:lnTo>
                  <a:pt x="102029" y="94369"/>
                </a:lnTo>
                <a:lnTo>
                  <a:pt x="0" y="188606"/>
                </a:lnTo>
              </a:path>
            </a:pathLst>
          </a:custGeom>
          <a:ln w="305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86676" y="554077"/>
            <a:ext cx="359410" cy="855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9695" marR="5080" indent="-59690">
              <a:lnSpc>
                <a:spcPct val="119600"/>
              </a:lnSpc>
              <a:spcBef>
                <a:spcPts val="95"/>
              </a:spcBef>
            </a:pPr>
            <a:r>
              <a:rPr sz="1450" b="1" spc="65" dirty="0">
                <a:latin typeface="Times New Roman"/>
                <a:cs typeface="Times New Roman"/>
              </a:rPr>
              <a:t>1J  </a:t>
            </a:r>
            <a:r>
              <a:rPr sz="1450" b="1" spc="95" dirty="0">
                <a:latin typeface="Times New Roman"/>
                <a:cs typeface="Times New Roman"/>
              </a:rPr>
              <a:t>C</a:t>
            </a:r>
            <a:r>
              <a:rPr sz="1450" b="1" spc="6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450" b="1" spc="85" dirty="0">
                <a:latin typeface="Times New Roman"/>
                <a:cs typeface="Times New Roman"/>
              </a:rPr>
              <a:t>1K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79313" y="1443606"/>
            <a:ext cx="38862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50" b="1" spc="65" dirty="0">
                <a:latin typeface="Times New Roman"/>
                <a:cs typeface="Times New Roman"/>
              </a:rPr>
              <a:t>FF</a:t>
            </a:r>
            <a:r>
              <a:rPr sz="1425" b="1" spc="97" baseline="-11695" dirty="0">
                <a:latin typeface="Times New Roman"/>
                <a:cs typeface="Times New Roman"/>
              </a:rPr>
              <a:t>0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081888" y="719046"/>
            <a:ext cx="602615" cy="0"/>
          </a:xfrm>
          <a:custGeom>
            <a:avLst/>
            <a:gdLst/>
            <a:ahLst/>
            <a:cxnLst/>
            <a:rect l="l" t="t" r="r" b="b"/>
            <a:pathLst>
              <a:path w="602614">
                <a:moveTo>
                  <a:pt x="0" y="0"/>
                </a:moveTo>
                <a:lnTo>
                  <a:pt x="602087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73253" y="1284999"/>
            <a:ext cx="113030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837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72089" y="1238280"/>
            <a:ext cx="101600" cy="93980"/>
          </a:xfrm>
          <a:custGeom>
            <a:avLst/>
            <a:gdLst/>
            <a:ahLst/>
            <a:cxnLst/>
            <a:rect l="l" t="t" r="r" b="b"/>
            <a:pathLst>
              <a:path w="101600" h="93980">
                <a:moveTo>
                  <a:pt x="101164" y="46719"/>
                </a:moveTo>
                <a:lnTo>
                  <a:pt x="97192" y="28525"/>
                </a:lnTo>
                <a:lnTo>
                  <a:pt x="86357" y="13676"/>
                </a:lnTo>
                <a:lnTo>
                  <a:pt x="70280" y="3668"/>
                </a:lnTo>
                <a:lnTo>
                  <a:pt x="50582" y="0"/>
                </a:lnTo>
                <a:lnTo>
                  <a:pt x="30945" y="3668"/>
                </a:lnTo>
                <a:lnTo>
                  <a:pt x="14861" y="13676"/>
                </a:lnTo>
                <a:lnTo>
                  <a:pt x="3992" y="28525"/>
                </a:lnTo>
                <a:lnTo>
                  <a:pt x="0" y="46719"/>
                </a:lnTo>
                <a:lnTo>
                  <a:pt x="3992" y="64856"/>
                </a:lnTo>
                <a:lnTo>
                  <a:pt x="14861" y="79711"/>
                </a:lnTo>
                <a:lnTo>
                  <a:pt x="30945" y="89750"/>
                </a:lnTo>
                <a:lnTo>
                  <a:pt x="50582" y="93438"/>
                </a:lnTo>
                <a:lnTo>
                  <a:pt x="70280" y="89750"/>
                </a:lnTo>
                <a:lnTo>
                  <a:pt x="86357" y="79711"/>
                </a:lnTo>
                <a:lnTo>
                  <a:pt x="97192" y="64856"/>
                </a:lnTo>
                <a:lnTo>
                  <a:pt x="101164" y="46719"/>
                </a:lnTo>
                <a:close/>
              </a:path>
            </a:pathLst>
          </a:custGeom>
          <a:ln w="29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41374" y="719046"/>
            <a:ext cx="623570" cy="0"/>
          </a:xfrm>
          <a:custGeom>
            <a:avLst/>
            <a:gdLst/>
            <a:ahLst/>
            <a:cxnLst/>
            <a:rect l="l" t="t" r="r" b="b"/>
            <a:pathLst>
              <a:path w="623570">
                <a:moveTo>
                  <a:pt x="623559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641374" y="1284999"/>
            <a:ext cx="623570" cy="0"/>
          </a:xfrm>
          <a:custGeom>
            <a:avLst/>
            <a:gdLst/>
            <a:ahLst/>
            <a:cxnLst/>
            <a:rect l="l" t="t" r="r" b="b"/>
            <a:pathLst>
              <a:path w="623570">
                <a:moveTo>
                  <a:pt x="623559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684209" y="557010"/>
            <a:ext cx="287655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50" b="1" i="1" spc="70" dirty="0">
                <a:latin typeface="Times New Roman"/>
                <a:cs typeface="Times New Roman"/>
              </a:rPr>
              <a:t>Q</a:t>
            </a:r>
            <a:r>
              <a:rPr sz="1425" b="1" spc="104" baseline="-11695" dirty="0">
                <a:latin typeface="Times New Roman"/>
                <a:cs typeface="Times New Roman"/>
              </a:rPr>
              <a:t>0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254126" y="6001186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0" y="0"/>
                </a:moveTo>
                <a:lnTo>
                  <a:pt x="408549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254126" y="6189832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0" y="0"/>
                </a:moveTo>
                <a:lnTo>
                  <a:pt x="408549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662675" y="6095502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408549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397226" y="5906856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5" h="377825">
                <a:moveTo>
                  <a:pt x="159240" y="0"/>
                </a:moveTo>
                <a:lnTo>
                  <a:pt x="0" y="0"/>
                </a:lnTo>
                <a:lnTo>
                  <a:pt x="29206" y="40496"/>
                </a:lnTo>
                <a:lnTo>
                  <a:pt x="51110" y="82062"/>
                </a:lnTo>
                <a:lnTo>
                  <a:pt x="65713" y="124393"/>
                </a:lnTo>
                <a:lnTo>
                  <a:pt x="73015" y="167181"/>
                </a:lnTo>
                <a:lnTo>
                  <a:pt x="73015" y="210123"/>
                </a:lnTo>
                <a:lnTo>
                  <a:pt x="65713" y="252911"/>
                </a:lnTo>
                <a:lnTo>
                  <a:pt x="51110" y="295241"/>
                </a:lnTo>
                <a:lnTo>
                  <a:pt x="29206" y="336806"/>
                </a:lnTo>
                <a:lnTo>
                  <a:pt x="0" y="377302"/>
                </a:lnTo>
                <a:lnTo>
                  <a:pt x="159240" y="377302"/>
                </a:lnTo>
                <a:lnTo>
                  <a:pt x="214685" y="367151"/>
                </a:lnTo>
                <a:lnTo>
                  <a:pt x="267418" y="353881"/>
                </a:lnTo>
                <a:lnTo>
                  <a:pt x="317087" y="337669"/>
                </a:lnTo>
                <a:lnTo>
                  <a:pt x="363341" y="318696"/>
                </a:lnTo>
                <a:lnTo>
                  <a:pt x="405827" y="297140"/>
                </a:lnTo>
                <a:lnTo>
                  <a:pt x="444192" y="273181"/>
                </a:lnTo>
                <a:lnTo>
                  <a:pt x="478084" y="246997"/>
                </a:lnTo>
                <a:lnTo>
                  <a:pt x="507151" y="218768"/>
                </a:lnTo>
                <a:lnTo>
                  <a:pt x="531041" y="188673"/>
                </a:lnTo>
                <a:lnTo>
                  <a:pt x="507479" y="158444"/>
                </a:lnTo>
                <a:lnTo>
                  <a:pt x="478632" y="130101"/>
                </a:lnTo>
                <a:lnTo>
                  <a:pt x="444864" y="103828"/>
                </a:lnTo>
                <a:lnTo>
                  <a:pt x="406538" y="79811"/>
                </a:lnTo>
                <a:lnTo>
                  <a:pt x="364017" y="58233"/>
                </a:lnTo>
                <a:lnTo>
                  <a:pt x="317664" y="39278"/>
                </a:lnTo>
                <a:lnTo>
                  <a:pt x="267841" y="23131"/>
                </a:lnTo>
                <a:lnTo>
                  <a:pt x="214912" y="9977"/>
                </a:lnTo>
                <a:lnTo>
                  <a:pt x="1592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97226" y="5906856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5" h="377825">
                <a:moveTo>
                  <a:pt x="531041" y="188673"/>
                </a:moveTo>
                <a:lnTo>
                  <a:pt x="507151" y="218768"/>
                </a:lnTo>
                <a:lnTo>
                  <a:pt x="478084" y="246997"/>
                </a:lnTo>
                <a:lnTo>
                  <a:pt x="444192" y="273181"/>
                </a:lnTo>
                <a:lnTo>
                  <a:pt x="405827" y="297140"/>
                </a:lnTo>
                <a:lnTo>
                  <a:pt x="363341" y="318696"/>
                </a:lnTo>
                <a:lnTo>
                  <a:pt x="317087" y="337669"/>
                </a:lnTo>
                <a:lnTo>
                  <a:pt x="267418" y="353881"/>
                </a:lnTo>
                <a:lnTo>
                  <a:pt x="214685" y="367151"/>
                </a:lnTo>
                <a:lnTo>
                  <a:pt x="159240" y="377302"/>
                </a:lnTo>
                <a:lnTo>
                  <a:pt x="0" y="377302"/>
                </a:lnTo>
                <a:lnTo>
                  <a:pt x="29206" y="336806"/>
                </a:lnTo>
                <a:lnTo>
                  <a:pt x="51110" y="295241"/>
                </a:lnTo>
                <a:lnTo>
                  <a:pt x="65713" y="252911"/>
                </a:lnTo>
                <a:lnTo>
                  <a:pt x="73015" y="210123"/>
                </a:lnTo>
                <a:lnTo>
                  <a:pt x="73015" y="167181"/>
                </a:lnTo>
                <a:lnTo>
                  <a:pt x="65713" y="124393"/>
                </a:lnTo>
                <a:lnTo>
                  <a:pt x="51110" y="82062"/>
                </a:lnTo>
                <a:lnTo>
                  <a:pt x="29206" y="40496"/>
                </a:lnTo>
                <a:lnTo>
                  <a:pt x="0" y="0"/>
                </a:lnTo>
                <a:lnTo>
                  <a:pt x="159240" y="0"/>
                </a:lnTo>
                <a:lnTo>
                  <a:pt x="214912" y="9977"/>
                </a:lnTo>
                <a:lnTo>
                  <a:pt x="267841" y="23131"/>
                </a:lnTo>
                <a:lnTo>
                  <a:pt x="317664" y="39278"/>
                </a:lnTo>
                <a:lnTo>
                  <a:pt x="364017" y="58233"/>
                </a:lnTo>
                <a:lnTo>
                  <a:pt x="406538" y="79811"/>
                </a:lnTo>
                <a:lnTo>
                  <a:pt x="444864" y="103828"/>
                </a:lnTo>
                <a:lnTo>
                  <a:pt x="478632" y="130101"/>
                </a:lnTo>
                <a:lnTo>
                  <a:pt x="507479" y="158444"/>
                </a:lnTo>
                <a:lnTo>
                  <a:pt x="531041" y="188673"/>
                </a:lnTo>
                <a:close/>
              </a:path>
            </a:pathLst>
          </a:custGeom>
          <a:ln w="295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254126" y="6284158"/>
            <a:ext cx="143510" cy="63500"/>
          </a:xfrm>
          <a:custGeom>
            <a:avLst/>
            <a:gdLst/>
            <a:ahLst/>
            <a:cxnLst/>
            <a:rect l="l" t="t" r="r" b="b"/>
            <a:pathLst>
              <a:path w="143510" h="63500">
                <a:moveTo>
                  <a:pt x="143100" y="0"/>
                </a:moveTo>
                <a:lnTo>
                  <a:pt x="143100" y="62883"/>
                </a:lnTo>
                <a:lnTo>
                  <a:pt x="0" y="62883"/>
                </a:lnTo>
              </a:path>
            </a:pathLst>
          </a:custGeom>
          <a:ln w="29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254126" y="5843978"/>
            <a:ext cx="143510" cy="63500"/>
          </a:xfrm>
          <a:custGeom>
            <a:avLst/>
            <a:gdLst/>
            <a:ahLst/>
            <a:cxnLst/>
            <a:rect l="l" t="t" r="r" b="b"/>
            <a:pathLst>
              <a:path w="143510" h="63500">
                <a:moveTo>
                  <a:pt x="143100" y="62877"/>
                </a:moveTo>
                <a:lnTo>
                  <a:pt x="143100" y="0"/>
                </a:lnTo>
                <a:lnTo>
                  <a:pt x="0" y="0"/>
                </a:lnTo>
              </a:path>
            </a:pathLst>
          </a:custGeom>
          <a:ln w="29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397226" y="5906856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5" h="377825">
                <a:moveTo>
                  <a:pt x="326695" y="0"/>
                </a:moveTo>
                <a:lnTo>
                  <a:pt x="0" y="0"/>
                </a:lnTo>
                <a:lnTo>
                  <a:pt x="0" y="377302"/>
                </a:lnTo>
                <a:lnTo>
                  <a:pt x="326695" y="377302"/>
                </a:lnTo>
                <a:lnTo>
                  <a:pt x="373543" y="372319"/>
                </a:lnTo>
                <a:lnTo>
                  <a:pt x="416552" y="358127"/>
                </a:lnTo>
                <a:lnTo>
                  <a:pt x="454495" y="335856"/>
                </a:lnTo>
                <a:lnTo>
                  <a:pt x="486142" y="306641"/>
                </a:lnTo>
                <a:lnTo>
                  <a:pt x="510268" y="271612"/>
                </a:lnTo>
                <a:lnTo>
                  <a:pt x="525643" y="231903"/>
                </a:lnTo>
                <a:lnTo>
                  <a:pt x="531041" y="188646"/>
                </a:lnTo>
                <a:lnTo>
                  <a:pt x="525643" y="145393"/>
                </a:lnTo>
                <a:lnTo>
                  <a:pt x="510268" y="105687"/>
                </a:lnTo>
                <a:lnTo>
                  <a:pt x="486142" y="70660"/>
                </a:lnTo>
                <a:lnTo>
                  <a:pt x="454495" y="41445"/>
                </a:lnTo>
                <a:lnTo>
                  <a:pt x="416552" y="19175"/>
                </a:lnTo>
                <a:lnTo>
                  <a:pt x="373543" y="4982"/>
                </a:lnTo>
                <a:lnTo>
                  <a:pt x="3266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397226" y="5906856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5" h="377825">
                <a:moveTo>
                  <a:pt x="326695" y="377302"/>
                </a:moveTo>
                <a:lnTo>
                  <a:pt x="0" y="377302"/>
                </a:lnTo>
                <a:lnTo>
                  <a:pt x="0" y="0"/>
                </a:lnTo>
                <a:lnTo>
                  <a:pt x="326695" y="0"/>
                </a:lnTo>
                <a:lnTo>
                  <a:pt x="373543" y="4982"/>
                </a:lnTo>
                <a:lnTo>
                  <a:pt x="416552" y="19175"/>
                </a:lnTo>
                <a:lnTo>
                  <a:pt x="454495" y="41445"/>
                </a:lnTo>
                <a:lnTo>
                  <a:pt x="486142" y="70660"/>
                </a:lnTo>
                <a:lnTo>
                  <a:pt x="510268" y="105687"/>
                </a:lnTo>
                <a:lnTo>
                  <a:pt x="525643" y="145393"/>
                </a:lnTo>
                <a:lnTo>
                  <a:pt x="531041" y="188646"/>
                </a:lnTo>
                <a:lnTo>
                  <a:pt x="525643" y="231903"/>
                </a:lnTo>
                <a:lnTo>
                  <a:pt x="510268" y="271612"/>
                </a:lnTo>
                <a:lnTo>
                  <a:pt x="486142" y="306641"/>
                </a:lnTo>
                <a:lnTo>
                  <a:pt x="454495" y="335856"/>
                </a:lnTo>
                <a:lnTo>
                  <a:pt x="416552" y="358127"/>
                </a:lnTo>
                <a:lnTo>
                  <a:pt x="373543" y="372319"/>
                </a:lnTo>
                <a:lnTo>
                  <a:pt x="326695" y="377302"/>
                </a:lnTo>
                <a:close/>
              </a:path>
            </a:pathLst>
          </a:custGeom>
          <a:ln w="295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947750" y="1011606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>
                <a:moveTo>
                  <a:pt x="205211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152962" y="964887"/>
            <a:ext cx="101600" cy="93980"/>
          </a:xfrm>
          <a:custGeom>
            <a:avLst/>
            <a:gdLst/>
            <a:ahLst/>
            <a:cxnLst/>
            <a:rect l="l" t="t" r="r" b="b"/>
            <a:pathLst>
              <a:path w="101600" h="93980">
                <a:moveTo>
                  <a:pt x="0" y="46719"/>
                </a:moveTo>
                <a:lnTo>
                  <a:pt x="3992" y="64856"/>
                </a:lnTo>
                <a:lnTo>
                  <a:pt x="14861" y="79711"/>
                </a:lnTo>
                <a:lnTo>
                  <a:pt x="30945" y="89750"/>
                </a:lnTo>
                <a:lnTo>
                  <a:pt x="50582" y="93438"/>
                </a:lnTo>
                <a:lnTo>
                  <a:pt x="70280" y="89750"/>
                </a:lnTo>
                <a:lnTo>
                  <a:pt x="86357" y="79711"/>
                </a:lnTo>
                <a:lnTo>
                  <a:pt x="97192" y="64856"/>
                </a:lnTo>
                <a:lnTo>
                  <a:pt x="101164" y="46719"/>
                </a:lnTo>
                <a:lnTo>
                  <a:pt x="97192" y="28525"/>
                </a:lnTo>
                <a:lnTo>
                  <a:pt x="86357" y="13676"/>
                </a:lnTo>
                <a:lnTo>
                  <a:pt x="70280" y="3668"/>
                </a:lnTo>
                <a:lnTo>
                  <a:pt x="50582" y="0"/>
                </a:lnTo>
                <a:lnTo>
                  <a:pt x="30945" y="3668"/>
                </a:lnTo>
                <a:lnTo>
                  <a:pt x="14861" y="13676"/>
                </a:lnTo>
                <a:lnTo>
                  <a:pt x="3992" y="28525"/>
                </a:lnTo>
                <a:lnTo>
                  <a:pt x="0" y="46719"/>
                </a:lnTo>
                <a:close/>
              </a:path>
            </a:pathLst>
          </a:custGeom>
          <a:ln w="29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274338" y="195902"/>
            <a:ext cx="28321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b="1" i="1" spc="85" dirty="0">
                <a:latin typeface="Times New Roman"/>
                <a:cs typeface="Times New Roman"/>
              </a:rPr>
              <a:t>CP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254126" y="1860322"/>
            <a:ext cx="817244" cy="943610"/>
          </a:xfrm>
          <a:custGeom>
            <a:avLst/>
            <a:gdLst/>
            <a:ahLst/>
            <a:cxnLst/>
            <a:rect l="l" t="t" r="r" b="b"/>
            <a:pathLst>
              <a:path w="817245" h="943610">
                <a:moveTo>
                  <a:pt x="0" y="943245"/>
                </a:moveTo>
                <a:lnTo>
                  <a:pt x="816997" y="943245"/>
                </a:lnTo>
                <a:lnTo>
                  <a:pt x="816997" y="0"/>
                </a:lnTo>
                <a:lnTo>
                  <a:pt x="0" y="0"/>
                </a:lnTo>
                <a:lnTo>
                  <a:pt x="0" y="943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254126" y="1860322"/>
            <a:ext cx="817244" cy="943610"/>
          </a:xfrm>
          <a:custGeom>
            <a:avLst/>
            <a:gdLst/>
            <a:ahLst/>
            <a:cxnLst/>
            <a:rect l="l" t="t" r="r" b="b"/>
            <a:pathLst>
              <a:path w="817245" h="943610">
                <a:moveTo>
                  <a:pt x="0" y="943245"/>
                </a:moveTo>
                <a:lnTo>
                  <a:pt x="816997" y="943245"/>
                </a:lnTo>
                <a:lnTo>
                  <a:pt x="816997" y="0"/>
                </a:lnTo>
                <a:lnTo>
                  <a:pt x="0" y="0"/>
                </a:lnTo>
                <a:lnTo>
                  <a:pt x="0" y="943245"/>
                </a:lnTo>
                <a:close/>
              </a:path>
            </a:pathLst>
          </a:custGeom>
          <a:ln w="301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254126" y="2237614"/>
            <a:ext cx="102235" cy="189230"/>
          </a:xfrm>
          <a:custGeom>
            <a:avLst/>
            <a:gdLst/>
            <a:ahLst/>
            <a:cxnLst/>
            <a:rect l="l" t="t" r="r" b="b"/>
            <a:pathLst>
              <a:path w="102235" h="189230">
                <a:moveTo>
                  <a:pt x="0" y="0"/>
                </a:moveTo>
                <a:lnTo>
                  <a:pt x="102173" y="94369"/>
                </a:lnTo>
                <a:lnTo>
                  <a:pt x="0" y="188606"/>
                </a:lnTo>
              </a:path>
            </a:pathLst>
          </a:custGeom>
          <a:ln w="305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276012" y="1884038"/>
            <a:ext cx="359410" cy="855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9695" marR="5080" indent="-59690">
              <a:lnSpc>
                <a:spcPct val="119600"/>
              </a:lnSpc>
              <a:spcBef>
                <a:spcPts val="95"/>
              </a:spcBef>
            </a:pPr>
            <a:r>
              <a:rPr sz="1450" b="1" spc="65" dirty="0">
                <a:latin typeface="Times New Roman"/>
                <a:cs typeface="Times New Roman"/>
              </a:rPr>
              <a:t>1J  </a:t>
            </a:r>
            <a:r>
              <a:rPr sz="1450" b="1" spc="95" dirty="0">
                <a:latin typeface="Times New Roman"/>
                <a:cs typeface="Times New Roman"/>
              </a:rPr>
              <a:t>C</a:t>
            </a:r>
            <a:r>
              <a:rPr sz="1450" b="1" spc="6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450" b="1" spc="85" dirty="0">
                <a:latin typeface="Times New Roman"/>
                <a:cs typeface="Times New Roman"/>
              </a:rPr>
              <a:t>1K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468505" y="2792469"/>
            <a:ext cx="38862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50" b="1" spc="70" dirty="0">
                <a:latin typeface="Times New Roman"/>
                <a:cs typeface="Times New Roman"/>
              </a:rPr>
              <a:t>FF</a:t>
            </a:r>
            <a:r>
              <a:rPr sz="1425" b="1" spc="104" baseline="-11695" dirty="0">
                <a:latin typeface="Times New Roman"/>
                <a:cs typeface="Times New Roman"/>
              </a:rPr>
              <a:t>1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071224" y="2049008"/>
            <a:ext cx="607695" cy="0"/>
          </a:xfrm>
          <a:custGeom>
            <a:avLst/>
            <a:gdLst/>
            <a:ahLst/>
            <a:cxnLst/>
            <a:rect l="l" t="t" r="r" b="b"/>
            <a:pathLst>
              <a:path w="607695">
                <a:moveTo>
                  <a:pt x="0" y="0"/>
                </a:moveTo>
                <a:lnTo>
                  <a:pt x="607563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162589" y="2614961"/>
            <a:ext cx="113030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837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061425" y="2568242"/>
            <a:ext cx="101600" cy="93980"/>
          </a:xfrm>
          <a:custGeom>
            <a:avLst/>
            <a:gdLst/>
            <a:ahLst/>
            <a:cxnLst/>
            <a:rect l="l" t="t" r="r" b="b"/>
            <a:pathLst>
              <a:path w="101600" h="93980">
                <a:moveTo>
                  <a:pt x="101164" y="46719"/>
                </a:moveTo>
                <a:lnTo>
                  <a:pt x="97192" y="28525"/>
                </a:lnTo>
                <a:lnTo>
                  <a:pt x="86357" y="13676"/>
                </a:lnTo>
                <a:lnTo>
                  <a:pt x="70280" y="3668"/>
                </a:lnTo>
                <a:lnTo>
                  <a:pt x="50582" y="0"/>
                </a:lnTo>
                <a:lnTo>
                  <a:pt x="30884" y="3668"/>
                </a:lnTo>
                <a:lnTo>
                  <a:pt x="14807" y="13676"/>
                </a:lnTo>
                <a:lnTo>
                  <a:pt x="3972" y="28525"/>
                </a:lnTo>
                <a:lnTo>
                  <a:pt x="0" y="46719"/>
                </a:lnTo>
                <a:lnTo>
                  <a:pt x="3972" y="64912"/>
                </a:lnTo>
                <a:lnTo>
                  <a:pt x="14807" y="79761"/>
                </a:lnTo>
                <a:lnTo>
                  <a:pt x="30884" y="89769"/>
                </a:lnTo>
                <a:lnTo>
                  <a:pt x="50582" y="93438"/>
                </a:lnTo>
                <a:lnTo>
                  <a:pt x="70280" y="89769"/>
                </a:lnTo>
                <a:lnTo>
                  <a:pt x="86357" y="79761"/>
                </a:lnTo>
                <a:lnTo>
                  <a:pt x="97192" y="64912"/>
                </a:lnTo>
                <a:lnTo>
                  <a:pt x="101164" y="46719"/>
                </a:lnTo>
                <a:close/>
              </a:path>
            </a:pathLst>
          </a:custGeom>
          <a:ln w="29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641374" y="2049008"/>
            <a:ext cx="612775" cy="0"/>
          </a:xfrm>
          <a:custGeom>
            <a:avLst/>
            <a:gdLst/>
            <a:ahLst/>
            <a:cxnLst/>
            <a:rect l="l" t="t" r="r" b="b"/>
            <a:pathLst>
              <a:path w="612775">
                <a:moveTo>
                  <a:pt x="612751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641374" y="2614961"/>
            <a:ext cx="612775" cy="0"/>
          </a:xfrm>
          <a:custGeom>
            <a:avLst/>
            <a:gdLst/>
            <a:ahLst/>
            <a:cxnLst/>
            <a:rect l="l" t="t" r="r" b="b"/>
            <a:pathLst>
              <a:path w="612775">
                <a:moveTo>
                  <a:pt x="612751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698801" y="1886972"/>
            <a:ext cx="17145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b="1" i="1" spc="95" dirty="0">
                <a:latin typeface="Times New Roman"/>
                <a:cs typeface="Times New Roman"/>
              </a:rPr>
              <a:t>Q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844495" y="1978826"/>
            <a:ext cx="9144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40" dirty="0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952938" y="2331984"/>
            <a:ext cx="189865" cy="0"/>
          </a:xfrm>
          <a:custGeom>
            <a:avLst/>
            <a:gdLst/>
            <a:ahLst/>
            <a:cxnLst/>
            <a:rect l="l" t="t" r="r" b="b"/>
            <a:pathLst>
              <a:path w="189864">
                <a:moveTo>
                  <a:pt x="189359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142297" y="2285265"/>
            <a:ext cx="101600" cy="93980"/>
          </a:xfrm>
          <a:custGeom>
            <a:avLst/>
            <a:gdLst/>
            <a:ahLst/>
            <a:cxnLst/>
            <a:rect l="l" t="t" r="r" b="b"/>
            <a:pathLst>
              <a:path w="101600" h="93980">
                <a:moveTo>
                  <a:pt x="0" y="46719"/>
                </a:moveTo>
                <a:lnTo>
                  <a:pt x="3972" y="64912"/>
                </a:lnTo>
                <a:lnTo>
                  <a:pt x="14807" y="79761"/>
                </a:lnTo>
                <a:lnTo>
                  <a:pt x="30884" y="89769"/>
                </a:lnTo>
                <a:lnTo>
                  <a:pt x="50582" y="93438"/>
                </a:lnTo>
                <a:lnTo>
                  <a:pt x="70280" y="89769"/>
                </a:lnTo>
                <a:lnTo>
                  <a:pt x="86357" y="79761"/>
                </a:lnTo>
                <a:lnTo>
                  <a:pt x="97192" y="64912"/>
                </a:lnTo>
                <a:lnTo>
                  <a:pt x="101164" y="46719"/>
                </a:lnTo>
                <a:lnTo>
                  <a:pt x="97192" y="28525"/>
                </a:lnTo>
                <a:lnTo>
                  <a:pt x="86357" y="13676"/>
                </a:lnTo>
                <a:lnTo>
                  <a:pt x="70280" y="3668"/>
                </a:lnTo>
                <a:lnTo>
                  <a:pt x="50582" y="0"/>
                </a:lnTo>
                <a:lnTo>
                  <a:pt x="30884" y="3668"/>
                </a:lnTo>
                <a:lnTo>
                  <a:pt x="14807" y="13676"/>
                </a:lnTo>
                <a:lnTo>
                  <a:pt x="3972" y="28525"/>
                </a:lnTo>
                <a:lnTo>
                  <a:pt x="0" y="46719"/>
                </a:lnTo>
                <a:close/>
              </a:path>
            </a:pathLst>
          </a:custGeom>
          <a:ln w="29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254126" y="3162066"/>
            <a:ext cx="817244" cy="943610"/>
          </a:xfrm>
          <a:custGeom>
            <a:avLst/>
            <a:gdLst/>
            <a:ahLst/>
            <a:cxnLst/>
            <a:rect l="l" t="t" r="r" b="b"/>
            <a:pathLst>
              <a:path w="817245" h="943610">
                <a:moveTo>
                  <a:pt x="0" y="943245"/>
                </a:moveTo>
                <a:lnTo>
                  <a:pt x="816997" y="943245"/>
                </a:lnTo>
                <a:lnTo>
                  <a:pt x="816997" y="0"/>
                </a:lnTo>
                <a:lnTo>
                  <a:pt x="0" y="0"/>
                </a:lnTo>
                <a:lnTo>
                  <a:pt x="0" y="943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254126" y="3162066"/>
            <a:ext cx="817244" cy="943610"/>
          </a:xfrm>
          <a:custGeom>
            <a:avLst/>
            <a:gdLst/>
            <a:ahLst/>
            <a:cxnLst/>
            <a:rect l="l" t="t" r="r" b="b"/>
            <a:pathLst>
              <a:path w="817245" h="943610">
                <a:moveTo>
                  <a:pt x="0" y="943245"/>
                </a:moveTo>
                <a:lnTo>
                  <a:pt x="816997" y="943245"/>
                </a:lnTo>
                <a:lnTo>
                  <a:pt x="816997" y="0"/>
                </a:lnTo>
                <a:lnTo>
                  <a:pt x="0" y="0"/>
                </a:lnTo>
                <a:lnTo>
                  <a:pt x="0" y="943245"/>
                </a:lnTo>
                <a:close/>
              </a:path>
            </a:pathLst>
          </a:custGeom>
          <a:ln w="301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254126" y="3539359"/>
            <a:ext cx="102235" cy="189230"/>
          </a:xfrm>
          <a:custGeom>
            <a:avLst/>
            <a:gdLst/>
            <a:ahLst/>
            <a:cxnLst/>
            <a:rect l="l" t="t" r="r" b="b"/>
            <a:pathLst>
              <a:path w="102235" h="189229">
                <a:moveTo>
                  <a:pt x="0" y="0"/>
                </a:moveTo>
                <a:lnTo>
                  <a:pt x="102173" y="94236"/>
                </a:lnTo>
                <a:lnTo>
                  <a:pt x="0" y="188606"/>
                </a:lnTo>
              </a:path>
            </a:pathLst>
          </a:custGeom>
          <a:ln w="305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3276012" y="3185915"/>
            <a:ext cx="359410" cy="855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9695" marR="5080" indent="-59690">
              <a:lnSpc>
                <a:spcPct val="119500"/>
              </a:lnSpc>
              <a:spcBef>
                <a:spcPts val="95"/>
              </a:spcBef>
            </a:pPr>
            <a:r>
              <a:rPr sz="1450" b="1" spc="65" dirty="0">
                <a:latin typeface="Times New Roman"/>
                <a:cs typeface="Times New Roman"/>
              </a:rPr>
              <a:t>1J  </a:t>
            </a:r>
            <a:r>
              <a:rPr sz="1450" b="1" spc="95" dirty="0">
                <a:latin typeface="Times New Roman"/>
                <a:cs typeface="Times New Roman"/>
              </a:rPr>
              <a:t>C</a:t>
            </a:r>
            <a:r>
              <a:rPr sz="1450" b="1" spc="6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450" b="1" spc="85" dirty="0">
                <a:latin typeface="Times New Roman"/>
                <a:cs typeface="Times New Roman"/>
              </a:rPr>
              <a:t>1K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468505" y="4075312"/>
            <a:ext cx="38862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50" b="1" spc="70" dirty="0">
                <a:latin typeface="Times New Roman"/>
                <a:cs typeface="Times New Roman"/>
              </a:rPr>
              <a:t>FF</a:t>
            </a:r>
            <a:r>
              <a:rPr sz="1425" b="1" spc="104" baseline="-11695" dirty="0">
                <a:latin typeface="Times New Roman"/>
                <a:cs typeface="Times New Roman"/>
              </a:rPr>
              <a:t>2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4071224" y="3350619"/>
            <a:ext cx="607695" cy="0"/>
          </a:xfrm>
          <a:custGeom>
            <a:avLst/>
            <a:gdLst/>
            <a:ahLst/>
            <a:cxnLst/>
            <a:rect l="l" t="t" r="r" b="b"/>
            <a:pathLst>
              <a:path w="607695">
                <a:moveTo>
                  <a:pt x="0" y="0"/>
                </a:moveTo>
                <a:lnTo>
                  <a:pt x="607563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162589" y="3916571"/>
            <a:ext cx="113030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837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061425" y="3869852"/>
            <a:ext cx="101600" cy="93980"/>
          </a:xfrm>
          <a:custGeom>
            <a:avLst/>
            <a:gdLst/>
            <a:ahLst/>
            <a:cxnLst/>
            <a:rect l="l" t="t" r="r" b="b"/>
            <a:pathLst>
              <a:path w="101600" h="93979">
                <a:moveTo>
                  <a:pt x="101164" y="46719"/>
                </a:moveTo>
                <a:lnTo>
                  <a:pt x="97192" y="28525"/>
                </a:lnTo>
                <a:lnTo>
                  <a:pt x="86357" y="13676"/>
                </a:lnTo>
                <a:lnTo>
                  <a:pt x="70280" y="3668"/>
                </a:lnTo>
                <a:lnTo>
                  <a:pt x="50582" y="0"/>
                </a:lnTo>
                <a:lnTo>
                  <a:pt x="30884" y="3668"/>
                </a:lnTo>
                <a:lnTo>
                  <a:pt x="14807" y="13676"/>
                </a:lnTo>
                <a:lnTo>
                  <a:pt x="3972" y="28525"/>
                </a:lnTo>
                <a:lnTo>
                  <a:pt x="0" y="46719"/>
                </a:lnTo>
                <a:lnTo>
                  <a:pt x="3972" y="64912"/>
                </a:lnTo>
                <a:lnTo>
                  <a:pt x="14807" y="79761"/>
                </a:lnTo>
                <a:lnTo>
                  <a:pt x="30884" y="89769"/>
                </a:lnTo>
                <a:lnTo>
                  <a:pt x="50582" y="93438"/>
                </a:lnTo>
                <a:lnTo>
                  <a:pt x="70280" y="89769"/>
                </a:lnTo>
                <a:lnTo>
                  <a:pt x="86357" y="79761"/>
                </a:lnTo>
                <a:lnTo>
                  <a:pt x="97192" y="64912"/>
                </a:lnTo>
                <a:lnTo>
                  <a:pt x="101164" y="46719"/>
                </a:lnTo>
                <a:close/>
              </a:path>
            </a:pathLst>
          </a:custGeom>
          <a:ln w="29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646562" y="3350619"/>
            <a:ext cx="607695" cy="0"/>
          </a:xfrm>
          <a:custGeom>
            <a:avLst/>
            <a:gdLst/>
            <a:ahLst/>
            <a:cxnLst/>
            <a:rect l="l" t="t" r="r" b="b"/>
            <a:pathLst>
              <a:path w="607695">
                <a:moveTo>
                  <a:pt x="607563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641374" y="3916571"/>
            <a:ext cx="612775" cy="0"/>
          </a:xfrm>
          <a:custGeom>
            <a:avLst/>
            <a:gdLst/>
            <a:ahLst/>
            <a:cxnLst/>
            <a:rect l="l" t="t" r="r" b="b"/>
            <a:pathLst>
              <a:path w="612775">
                <a:moveTo>
                  <a:pt x="612751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4698801" y="3188715"/>
            <a:ext cx="17145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b="1" i="1" spc="95" dirty="0">
                <a:latin typeface="Times New Roman"/>
                <a:cs typeface="Times New Roman"/>
              </a:rPr>
              <a:t>Q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844495" y="3280570"/>
            <a:ext cx="9144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40" dirty="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947750" y="3643179"/>
            <a:ext cx="194945" cy="0"/>
          </a:xfrm>
          <a:custGeom>
            <a:avLst/>
            <a:gdLst/>
            <a:ahLst/>
            <a:cxnLst/>
            <a:rect l="l" t="t" r="r" b="b"/>
            <a:pathLst>
              <a:path w="194944">
                <a:moveTo>
                  <a:pt x="194547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142297" y="3596459"/>
            <a:ext cx="101600" cy="93980"/>
          </a:xfrm>
          <a:custGeom>
            <a:avLst/>
            <a:gdLst/>
            <a:ahLst/>
            <a:cxnLst/>
            <a:rect l="l" t="t" r="r" b="b"/>
            <a:pathLst>
              <a:path w="101600" h="93979">
                <a:moveTo>
                  <a:pt x="0" y="46719"/>
                </a:moveTo>
                <a:lnTo>
                  <a:pt x="3972" y="64912"/>
                </a:lnTo>
                <a:lnTo>
                  <a:pt x="14807" y="79761"/>
                </a:lnTo>
                <a:lnTo>
                  <a:pt x="30884" y="89769"/>
                </a:lnTo>
                <a:lnTo>
                  <a:pt x="50582" y="93438"/>
                </a:lnTo>
                <a:lnTo>
                  <a:pt x="70280" y="89769"/>
                </a:lnTo>
                <a:lnTo>
                  <a:pt x="86357" y="79761"/>
                </a:lnTo>
                <a:lnTo>
                  <a:pt x="97192" y="64912"/>
                </a:lnTo>
                <a:lnTo>
                  <a:pt x="101164" y="46719"/>
                </a:lnTo>
                <a:lnTo>
                  <a:pt x="97192" y="28525"/>
                </a:lnTo>
                <a:lnTo>
                  <a:pt x="86357" y="13676"/>
                </a:lnTo>
                <a:lnTo>
                  <a:pt x="70280" y="3668"/>
                </a:lnTo>
                <a:lnTo>
                  <a:pt x="50582" y="0"/>
                </a:lnTo>
                <a:lnTo>
                  <a:pt x="30884" y="3668"/>
                </a:lnTo>
                <a:lnTo>
                  <a:pt x="14807" y="13676"/>
                </a:lnTo>
                <a:lnTo>
                  <a:pt x="3972" y="28525"/>
                </a:lnTo>
                <a:lnTo>
                  <a:pt x="0" y="46719"/>
                </a:lnTo>
                <a:close/>
              </a:path>
            </a:pathLst>
          </a:custGeom>
          <a:ln w="29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243462" y="4501425"/>
            <a:ext cx="817244" cy="943610"/>
          </a:xfrm>
          <a:custGeom>
            <a:avLst/>
            <a:gdLst/>
            <a:ahLst/>
            <a:cxnLst/>
            <a:rect l="l" t="t" r="r" b="b"/>
            <a:pathLst>
              <a:path w="817245" h="943610">
                <a:moveTo>
                  <a:pt x="0" y="943245"/>
                </a:moveTo>
                <a:lnTo>
                  <a:pt x="816997" y="943245"/>
                </a:lnTo>
                <a:lnTo>
                  <a:pt x="816997" y="0"/>
                </a:lnTo>
                <a:lnTo>
                  <a:pt x="0" y="0"/>
                </a:lnTo>
                <a:lnTo>
                  <a:pt x="0" y="943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243462" y="4501425"/>
            <a:ext cx="817244" cy="943610"/>
          </a:xfrm>
          <a:custGeom>
            <a:avLst/>
            <a:gdLst/>
            <a:ahLst/>
            <a:cxnLst/>
            <a:rect l="l" t="t" r="r" b="b"/>
            <a:pathLst>
              <a:path w="817245" h="943610">
                <a:moveTo>
                  <a:pt x="0" y="943245"/>
                </a:moveTo>
                <a:lnTo>
                  <a:pt x="816997" y="943245"/>
                </a:lnTo>
                <a:lnTo>
                  <a:pt x="816997" y="0"/>
                </a:lnTo>
                <a:lnTo>
                  <a:pt x="0" y="0"/>
                </a:lnTo>
                <a:lnTo>
                  <a:pt x="0" y="943245"/>
                </a:lnTo>
                <a:close/>
              </a:path>
            </a:pathLst>
          </a:custGeom>
          <a:ln w="301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243462" y="4878771"/>
            <a:ext cx="102235" cy="189230"/>
          </a:xfrm>
          <a:custGeom>
            <a:avLst/>
            <a:gdLst/>
            <a:ahLst/>
            <a:cxnLst/>
            <a:rect l="l" t="t" r="r" b="b"/>
            <a:pathLst>
              <a:path w="102235" h="189229">
                <a:moveTo>
                  <a:pt x="0" y="0"/>
                </a:moveTo>
                <a:lnTo>
                  <a:pt x="102173" y="94236"/>
                </a:lnTo>
                <a:lnTo>
                  <a:pt x="0" y="188606"/>
                </a:lnTo>
              </a:path>
            </a:pathLst>
          </a:custGeom>
          <a:ln w="305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3265204" y="4525327"/>
            <a:ext cx="359410" cy="855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9695" marR="5080" indent="-59690">
              <a:lnSpc>
                <a:spcPct val="119500"/>
              </a:lnSpc>
              <a:spcBef>
                <a:spcPts val="95"/>
              </a:spcBef>
            </a:pPr>
            <a:r>
              <a:rPr sz="1450" b="1" spc="65" dirty="0">
                <a:latin typeface="Times New Roman"/>
                <a:cs typeface="Times New Roman"/>
              </a:rPr>
              <a:t>1J  </a:t>
            </a:r>
            <a:r>
              <a:rPr sz="1450" b="1" spc="95" dirty="0">
                <a:latin typeface="Times New Roman"/>
                <a:cs typeface="Times New Roman"/>
              </a:rPr>
              <a:t>C</a:t>
            </a:r>
            <a:r>
              <a:rPr sz="1450" b="1" spc="6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450" b="1" spc="85" dirty="0">
                <a:latin typeface="Times New Roman"/>
                <a:cs typeface="Times New Roman"/>
              </a:rPr>
              <a:t>1K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457841" y="5433585"/>
            <a:ext cx="38862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50" b="1" spc="65" dirty="0">
                <a:latin typeface="Times New Roman"/>
                <a:cs typeface="Times New Roman"/>
              </a:rPr>
              <a:t>FF</a:t>
            </a:r>
            <a:r>
              <a:rPr sz="1425" b="1" spc="97" baseline="-11695" dirty="0">
                <a:latin typeface="Times New Roman"/>
                <a:cs typeface="Times New Roman"/>
              </a:rPr>
              <a:t>3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4060416" y="4690031"/>
            <a:ext cx="623570" cy="0"/>
          </a:xfrm>
          <a:custGeom>
            <a:avLst/>
            <a:gdLst/>
            <a:ahLst/>
            <a:cxnLst/>
            <a:rect l="l" t="t" r="r" b="b"/>
            <a:pathLst>
              <a:path w="623570">
                <a:moveTo>
                  <a:pt x="0" y="0"/>
                </a:moveTo>
                <a:lnTo>
                  <a:pt x="623559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151926" y="5256024"/>
            <a:ext cx="113030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837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050761" y="5209304"/>
            <a:ext cx="101600" cy="93980"/>
          </a:xfrm>
          <a:custGeom>
            <a:avLst/>
            <a:gdLst/>
            <a:ahLst/>
            <a:cxnLst/>
            <a:rect l="l" t="t" r="r" b="b"/>
            <a:pathLst>
              <a:path w="101600" h="93979">
                <a:moveTo>
                  <a:pt x="101164" y="46719"/>
                </a:moveTo>
                <a:lnTo>
                  <a:pt x="97192" y="28531"/>
                </a:lnTo>
                <a:lnTo>
                  <a:pt x="86357" y="13681"/>
                </a:lnTo>
                <a:lnTo>
                  <a:pt x="70280" y="3670"/>
                </a:lnTo>
                <a:lnTo>
                  <a:pt x="50582" y="0"/>
                </a:lnTo>
                <a:lnTo>
                  <a:pt x="30884" y="3670"/>
                </a:lnTo>
                <a:lnTo>
                  <a:pt x="14807" y="13681"/>
                </a:lnTo>
                <a:lnTo>
                  <a:pt x="3972" y="28531"/>
                </a:lnTo>
                <a:lnTo>
                  <a:pt x="0" y="46719"/>
                </a:lnTo>
                <a:lnTo>
                  <a:pt x="3972" y="64901"/>
                </a:lnTo>
                <a:lnTo>
                  <a:pt x="14807" y="79751"/>
                </a:lnTo>
                <a:lnTo>
                  <a:pt x="30884" y="89765"/>
                </a:lnTo>
                <a:lnTo>
                  <a:pt x="50582" y="93438"/>
                </a:lnTo>
                <a:lnTo>
                  <a:pt x="70280" y="89765"/>
                </a:lnTo>
                <a:lnTo>
                  <a:pt x="86357" y="79751"/>
                </a:lnTo>
                <a:lnTo>
                  <a:pt x="97192" y="64901"/>
                </a:lnTo>
                <a:lnTo>
                  <a:pt x="101164" y="46719"/>
                </a:lnTo>
                <a:close/>
              </a:path>
            </a:pathLst>
          </a:custGeom>
          <a:ln w="29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641374" y="4690031"/>
            <a:ext cx="602615" cy="0"/>
          </a:xfrm>
          <a:custGeom>
            <a:avLst/>
            <a:gdLst/>
            <a:ahLst/>
            <a:cxnLst/>
            <a:rect l="l" t="t" r="r" b="b"/>
            <a:pathLst>
              <a:path w="602614">
                <a:moveTo>
                  <a:pt x="602087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641374" y="5256024"/>
            <a:ext cx="602615" cy="0"/>
          </a:xfrm>
          <a:custGeom>
            <a:avLst/>
            <a:gdLst/>
            <a:ahLst/>
            <a:cxnLst/>
            <a:rect l="l" t="t" r="r" b="b"/>
            <a:pathLst>
              <a:path w="602614">
                <a:moveTo>
                  <a:pt x="602087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4662737" y="4528127"/>
            <a:ext cx="287655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50" b="1" i="1" spc="70" dirty="0">
                <a:latin typeface="Times New Roman"/>
                <a:cs typeface="Times New Roman"/>
              </a:rPr>
              <a:t>Q</a:t>
            </a:r>
            <a:r>
              <a:rPr sz="1425" b="1" spc="104" baseline="-11695" dirty="0">
                <a:latin typeface="Times New Roman"/>
                <a:cs typeface="Times New Roman"/>
              </a:rPr>
              <a:t>3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2947750" y="4973007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183883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131633" y="4926288"/>
            <a:ext cx="101600" cy="93980"/>
          </a:xfrm>
          <a:custGeom>
            <a:avLst/>
            <a:gdLst/>
            <a:ahLst/>
            <a:cxnLst/>
            <a:rect l="l" t="t" r="r" b="b"/>
            <a:pathLst>
              <a:path w="101600" h="93979">
                <a:moveTo>
                  <a:pt x="0" y="46719"/>
                </a:moveTo>
                <a:lnTo>
                  <a:pt x="3972" y="64912"/>
                </a:lnTo>
                <a:lnTo>
                  <a:pt x="14807" y="79761"/>
                </a:lnTo>
                <a:lnTo>
                  <a:pt x="30884" y="89769"/>
                </a:lnTo>
                <a:lnTo>
                  <a:pt x="50582" y="93438"/>
                </a:lnTo>
                <a:lnTo>
                  <a:pt x="70280" y="89769"/>
                </a:lnTo>
                <a:lnTo>
                  <a:pt x="86357" y="79761"/>
                </a:lnTo>
                <a:lnTo>
                  <a:pt x="97192" y="64912"/>
                </a:lnTo>
                <a:lnTo>
                  <a:pt x="101164" y="46719"/>
                </a:lnTo>
                <a:lnTo>
                  <a:pt x="97192" y="28525"/>
                </a:lnTo>
                <a:lnTo>
                  <a:pt x="86357" y="13676"/>
                </a:lnTo>
                <a:lnTo>
                  <a:pt x="70280" y="3668"/>
                </a:lnTo>
                <a:lnTo>
                  <a:pt x="50582" y="0"/>
                </a:lnTo>
                <a:lnTo>
                  <a:pt x="30884" y="3668"/>
                </a:lnTo>
                <a:lnTo>
                  <a:pt x="14807" y="13676"/>
                </a:lnTo>
                <a:lnTo>
                  <a:pt x="3972" y="28525"/>
                </a:lnTo>
                <a:lnTo>
                  <a:pt x="0" y="46719"/>
                </a:lnTo>
                <a:close/>
              </a:path>
            </a:pathLst>
          </a:custGeom>
          <a:ln w="29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641374" y="719046"/>
            <a:ext cx="0" cy="566420"/>
          </a:xfrm>
          <a:custGeom>
            <a:avLst/>
            <a:gdLst/>
            <a:ahLst/>
            <a:cxnLst/>
            <a:rect l="l" t="t" r="r" b="b"/>
            <a:pathLst>
              <a:path h="566419">
                <a:moveTo>
                  <a:pt x="0" y="0"/>
                </a:moveTo>
                <a:lnTo>
                  <a:pt x="0" y="565952"/>
                </a:lnTo>
              </a:path>
            </a:pathLst>
          </a:custGeom>
          <a:ln w="311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641374" y="2049008"/>
            <a:ext cx="0" cy="566420"/>
          </a:xfrm>
          <a:custGeom>
            <a:avLst/>
            <a:gdLst/>
            <a:ahLst/>
            <a:cxnLst/>
            <a:rect l="l" t="t" r="r" b="b"/>
            <a:pathLst>
              <a:path h="566419">
                <a:moveTo>
                  <a:pt x="0" y="0"/>
                </a:moveTo>
                <a:lnTo>
                  <a:pt x="0" y="565952"/>
                </a:lnTo>
              </a:path>
            </a:pathLst>
          </a:custGeom>
          <a:ln w="311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641374" y="3350619"/>
            <a:ext cx="0" cy="566420"/>
          </a:xfrm>
          <a:custGeom>
            <a:avLst/>
            <a:gdLst/>
            <a:ahLst/>
            <a:cxnLst/>
            <a:rect l="l" t="t" r="r" b="b"/>
            <a:pathLst>
              <a:path h="566420">
                <a:moveTo>
                  <a:pt x="0" y="0"/>
                </a:moveTo>
                <a:lnTo>
                  <a:pt x="0" y="565952"/>
                </a:lnTo>
              </a:path>
            </a:pathLst>
          </a:custGeom>
          <a:ln w="311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641374" y="4690031"/>
            <a:ext cx="0" cy="566420"/>
          </a:xfrm>
          <a:custGeom>
            <a:avLst/>
            <a:gdLst/>
            <a:ahLst/>
            <a:cxnLst/>
            <a:rect l="l" t="t" r="r" b="b"/>
            <a:pathLst>
              <a:path h="566420">
                <a:moveTo>
                  <a:pt x="0" y="0"/>
                </a:moveTo>
                <a:lnTo>
                  <a:pt x="0" y="565992"/>
                </a:lnTo>
              </a:path>
            </a:pathLst>
          </a:custGeom>
          <a:ln w="311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947750" y="354212"/>
            <a:ext cx="0" cy="4618990"/>
          </a:xfrm>
          <a:custGeom>
            <a:avLst/>
            <a:gdLst/>
            <a:ahLst/>
            <a:cxnLst/>
            <a:rect l="l" t="t" r="r" b="b"/>
            <a:pathLst>
              <a:path h="4618990">
                <a:moveTo>
                  <a:pt x="0" y="4618795"/>
                </a:moveTo>
                <a:lnTo>
                  <a:pt x="0" y="0"/>
                </a:lnTo>
              </a:path>
            </a:pathLst>
          </a:custGeom>
          <a:ln w="311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437186" y="1002023"/>
            <a:ext cx="204470" cy="0"/>
          </a:xfrm>
          <a:custGeom>
            <a:avLst/>
            <a:gdLst/>
            <a:ahLst/>
            <a:cxnLst/>
            <a:rect l="l" t="t" r="r" b="b"/>
            <a:pathLst>
              <a:path w="204469">
                <a:moveTo>
                  <a:pt x="204188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114673" y="2322534"/>
            <a:ext cx="1527175" cy="0"/>
          </a:xfrm>
          <a:custGeom>
            <a:avLst/>
            <a:gdLst/>
            <a:ahLst/>
            <a:cxnLst/>
            <a:rect l="l" t="t" r="r" b="b"/>
            <a:pathLst>
              <a:path w="1527175">
                <a:moveTo>
                  <a:pt x="1526701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432085" y="3643045"/>
            <a:ext cx="209550" cy="0"/>
          </a:xfrm>
          <a:custGeom>
            <a:avLst/>
            <a:gdLst/>
            <a:ahLst/>
            <a:cxnLst/>
            <a:rect l="l" t="t" r="r" b="b"/>
            <a:pathLst>
              <a:path w="209550">
                <a:moveTo>
                  <a:pt x="209289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442288" y="4963557"/>
            <a:ext cx="199390" cy="0"/>
          </a:xfrm>
          <a:custGeom>
            <a:avLst/>
            <a:gdLst/>
            <a:ahLst/>
            <a:cxnLst/>
            <a:rect l="l" t="t" r="r" b="b"/>
            <a:pathLst>
              <a:path w="199389">
                <a:moveTo>
                  <a:pt x="199086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1941453" y="858887"/>
            <a:ext cx="48133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50" b="1" i="1" spc="65" dirty="0">
                <a:latin typeface="Times New Roman"/>
                <a:cs typeface="Times New Roman"/>
              </a:rPr>
              <a:t>T</a:t>
            </a:r>
            <a:r>
              <a:rPr sz="1425" b="1" spc="97" baseline="-11695" dirty="0">
                <a:latin typeface="Times New Roman"/>
                <a:cs typeface="Times New Roman"/>
              </a:rPr>
              <a:t>0</a:t>
            </a:r>
            <a:r>
              <a:rPr sz="1450" b="1" spc="65" dirty="0">
                <a:latin typeface="Times New Roman"/>
                <a:cs typeface="Times New Roman"/>
              </a:rPr>
              <a:t>=1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253623" y="2000109"/>
            <a:ext cx="26543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50" b="1" i="1" spc="60" dirty="0">
                <a:latin typeface="Times New Roman"/>
                <a:cs typeface="Times New Roman"/>
              </a:rPr>
              <a:t>T</a:t>
            </a:r>
            <a:r>
              <a:rPr sz="1425" b="1" spc="89" baseline="-11695" dirty="0">
                <a:latin typeface="Times New Roman"/>
                <a:cs typeface="Times New Roman"/>
              </a:rPr>
              <a:t>1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253623" y="3320753"/>
            <a:ext cx="26543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50" b="1" i="1" spc="60" dirty="0">
                <a:latin typeface="Times New Roman"/>
                <a:cs typeface="Times New Roman"/>
              </a:rPr>
              <a:t>T</a:t>
            </a:r>
            <a:r>
              <a:rPr sz="1425" b="1" spc="89" baseline="-11695" dirty="0">
                <a:latin typeface="Times New Roman"/>
                <a:cs typeface="Times New Roman"/>
              </a:rPr>
              <a:t>2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253623" y="4641265"/>
            <a:ext cx="26543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50" b="1" i="1" spc="60" dirty="0">
                <a:latin typeface="Times New Roman"/>
                <a:cs typeface="Times New Roman"/>
              </a:rPr>
              <a:t>T</a:t>
            </a:r>
            <a:r>
              <a:rPr sz="1425" b="1" spc="89" baseline="-11695" dirty="0">
                <a:latin typeface="Times New Roman"/>
                <a:cs typeface="Times New Roman"/>
              </a:rPr>
              <a:t>3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1615087" y="3548676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0" y="0"/>
                </a:moveTo>
                <a:lnTo>
                  <a:pt x="408491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615087" y="3737415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0" y="0"/>
                </a:moveTo>
                <a:lnTo>
                  <a:pt x="408491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2023579" y="3643045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408505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758058" y="3454439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4" h="377825">
                <a:moveTo>
                  <a:pt x="159312" y="0"/>
                </a:moveTo>
                <a:lnTo>
                  <a:pt x="0" y="0"/>
                </a:lnTo>
                <a:lnTo>
                  <a:pt x="29227" y="40481"/>
                </a:lnTo>
                <a:lnTo>
                  <a:pt x="51148" y="82035"/>
                </a:lnTo>
                <a:lnTo>
                  <a:pt x="65761" y="124357"/>
                </a:lnTo>
                <a:lnTo>
                  <a:pt x="73068" y="167138"/>
                </a:lnTo>
                <a:lnTo>
                  <a:pt x="73068" y="210073"/>
                </a:lnTo>
                <a:lnTo>
                  <a:pt x="65761" y="252855"/>
                </a:lnTo>
                <a:lnTo>
                  <a:pt x="51148" y="295177"/>
                </a:lnTo>
                <a:lnTo>
                  <a:pt x="29227" y="336731"/>
                </a:lnTo>
                <a:lnTo>
                  <a:pt x="0" y="377212"/>
                </a:lnTo>
                <a:lnTo>
                  <a:pt x="159312" y="377212"/>
                </a:lnTo>
                <a:lnTo>
                  <a:pt x="214773" y="367072"/>
                </a:lnTo>
                <a:lnTo>
                  <a:pt x="267517" y="353809"/>
                </a:lnTo>
                <a:lnTo>
                  <a:pt x="317192" y="337602"/>
                </a:lnTo>
                <a:lnTo>
                  <a:pt x="363445" y="318631"/>
                </a:lnTo>
                <a:lnTo>
                  <a:pt x="405923" y="297076"/>
                </a:lnTo>
                <a:lnTo>
                  <a:pt x="444274" y="273116"/>
                </a:lnTo>
                <a:lnTo>
                  <a:pt x="478146" y="246932"/>
                </a:lnTo>
                <a:lnTo>
                  <a:pt x="507186" y="218702"/>
                </a:lnTo>
                <a:lnTo>
                  <a:pt x="531041" y="188606"/>
                </a:lnTo>
                <a:lnTo>
                  <a:pt x="507483" y="158383"/>
                </a:lnTo>
                <a:lnTo>
                  <a:pt x="478642" y="130043"/>
                </a:lnTo>
                <a:lnTo>
                  <a:pt x="444880" y="103770"/>
                </a:lnTo>
                <a:lnTo>
                  <a:pt x="406560" y="79752"/>
                </a:lnTo>
                <a:lnTo>
                  <a:pt x="364046" y="58175"/>
                </a:lnTo>
                <a:lnTo>
                  <a:pt x="317701" y="39225"/>
                </a:lnTo>
                <a:lnTo>
                  <a:pt x="267888" y="23089"/>
                </a:lnTo>
                <a:lnTo>
                  <a:pt x="214971" y="9951"/>
                </a:lnTo>
                <a:lnTo>
                  <a:pt x="1593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758058" y="3454439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4" h="377825">
                <a:moveTo>
                  <a:pt x="531041" y="188606"/>
                </a:moveTo>
                <a:lnTo>
                  <a:pt x="507186" y="218702"/>
                </a:lnTo>
                <a:lnTo>
                  <a:pt x="478146" y="246932"/>
                </a:lnTo>
                <a:lnTo>
                  <a:pt x="444274" y="273116"/>
                </a:lnTo>
                <a:lnTo>
                  <a:pt x="405923" y="297076"/>
                </a:lnTo>
                <a:lnTo>
                  <a:pt x="363445" y="318631"/>
                </a:lnTo>
                <a:lnTo>
                  <a:pt x="317192" y="337602"/>
                </a:lnTo>
                <a:lnTo>
                  <a:pt x="267517" y="353809"/>
                </a:lnTo>
                <a:lnTo>
                  <a:pt x="214773" y="367072"/>
                </a:lnTo>
                <a:lnTo>
                  <a:pt x="159312" y="377212"/>
                </a:lnTo>
                <a:lnTo>
                  <a:pt x="0" y="377212"/>
                </a:lnTo>
                <a:lnTo>
                  <a:pt x="29227" y="336731"/>
                </a:lnTo>
                <a:lnTo>
                  <a:pt x="51148" y="295177"/>
                </a:lnTo>
                <a:lnTo>
                  <a:pt x="65761" y="252855"/>
                </a:lnTo>
                <a:lnTo>
                  <a:pt x="73068" y="210073"/>
                </a:lnTo>
                <a:lnTo>
                  <a:pt x="73068" y="167138"/>
                </a:lnTo>
                <a:lnTo>
                  <a:pt x="65761" y="124357"/>
                </a:lnTo>
                <a:lnTo>
                  <a:pt x="51148" y="82035"/>
                </a:lnTo>
                <a:lnTo>
                  <a:pt x="29227" y="40481"/>
                </a:lnTo>
                <a:lnTo>
                  <a:pt x="0" y="0"/>
                </a:lnTo>
                <a:lnTo>
                  <a:pt x="159312" y="0"/>
                </a:lnTo>
                <a:lnTo>
                  <a:pt x="214971" y="9951"/>
                </a:lnTo>
                <a:lnTo>
                  <a:pt x="267888" y="23089"/>
                </a:lnTo>
                <a:lnTo>
                  <a:pt x="317701" y="39225"/>
                </a:lnTo>
                <a:lnTo>
                  <a:pt x="364046" y="58175"/>
                </a:lnTo>
                <a:lnTo>
                  <a:pt x="406560" y="79752"/>
                </a:lnTo>
                <a:lnTo>
                  <a:pt x="444880" y="103770"/>
                </a:lnTo>
                <a:lnTo>
                  <a:pt x="478642" y="130043"/>
                </a:lnTo>
                <a:lnTo>
                  <a:pt x="507483" y="158383"/>
                </a:lnTo>
                <a:lnTo>
                  <a:pt x="531041" y="188606"/>
                </a:lnTo>
                <a:close/>
              </a:path>
            </a:pathLst>
          </a:custGeom>
          <a:ln w="295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758058" y="3454439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4" h="377825">
                <a:moveTo>
                  <a:pt x="326796" y="0"/>
                </a:moveTo>
                <a:lnTo>
                  <a:pt x="0" y="0"/>
                </a:lnTo>
                <a:lnTo>
                  <a:pt x="0" y="377212"/>
                </a:lnTo>
                <a:lnTo>
                  <a:pt x="326796" y="377212"/>
                </a:lnTo>
                <a:lnTo>
                  <a:pt x="373629" y="372234"/>
                </a:lnTo>
                <a:lnTo>
                  <a:pt x="416621" y="358052"/>
                </a:lnTo>
                <a:lnTo>
                  <a:pt x="454544" y="335795"/>
                </a:lnTo>
                <a:lnTo>
                  <a:pt x="486173" y="306593"/>
                </a:lnTo>
                <a:lnTo>
                  <a:pt x="510283" y="271574"/>
                </a:lnTo>
                <a:lnTo>
                  <a:pt x="525647" y="231869"/>
                </a:lnTo>
                <a:lnTo>
                  <a:pt x="531041" y="188606"/>
                </a:lnTo>
                <a:lnTo>
                  <a:pt x="525647" y="145343"/>
                </a:lnTo>
                <a:lnTo>
                  <a:pt x="510283" y="105638"/>
                </a:lnTo>
                <a:lnTo>
                  <a:pt x="486173" y="70619"/>
                </a:lnTo>
                <a:lnTo>
                  <a:pt x="454544" y="41417"/>
                </a:lnTo>
                <a:lnTo>
                  <a:pt x="416621" y="19160"/>
                </a:lnTo>
                <a:lnTo>
                  <a:pt x="373629" y="4978"/>
                </a:lnTo>
                <a:lnTo>
                  <a:pt x="3267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758058" y="3454439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4" h="377825">
                <a:moveTo>
                  <a:pt x="326796" y="377212"/>
                </a:moveTo>
                <a:lnTo>
                  <a:pt x="0" y="377212"/>
                </a:lnTo>
                <a:lnTo>
                  <a:pt x="0" y="0"/>
                </a:lnTo>
                <a:lnTo>
                  <a:pt x="326796" y="0"/>
                </a:lnTo>
                <a:lnTo>
                  <a:pt x="373629" y="4978"/>
                </a:lnTo>
                <a:lnTo>
                  <a:pt x="416621" y="19160"/>
                </a:lnTo>
                <a:lnTo>
                  <a:pt x="454544" y="41417"/>
                </a:lnTo>
                <a:lnTo>
                  <a:pt x="486173" y="70619"/>
                </a:lnTo>
                <a:lnTo>
                  <a:pt x="510283" y="105638"/>
                </a:lnTo>
                <a:lnTo>
                  <a:pt x="525647" y="145343"/>
                </a:lnTo>
                <a:lnTo>
                  <a:pt x="531041" y="188606"/>
                </a:lnTo>
                <a:lnTo>
                  <a:pt x="525647" y="231869"/>
                </a:lnTo>
                <a:lnTo>
                  <a:pt x="510283" y="271574"/>
                </a:lnTo>
                <a:lnTo>
                  <a:pt x="486173" y="306593"/>
                </a:lnTo>
                <a:lnTo>
                  <a:pt x="454544" y="335795"/>
                </a:lnTo>
                <a:lnTo>
                  <a:pt x="416621" y="358052"/>
                </a:lnTo>
                <a:lnTo>
                  <a:pt x="373629" y="372234"/>
                </a:lnTo>
                <a:lnTo>
                  <a:pt x="326796" y="377212"/>
                </a:lnTo>
                <a:close/>
              </a:path>
            </a:pathLst>
          </a:custGeom>
          <a:ln w="295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625290" y="4869320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0" y="0"/>
                </a:moveTo>
                <a:lnTo>
                  <a:pt x="408505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625290" y="4963557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0" y="0"/>
                </a:moveTo>
                <a:lnTo>
                  <a:pt x="408505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625290" y="5057927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0" y="0"/>
                </a:moveTo>
                <a:lnTo>
                  <a:pt x="408505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033796" y="4963557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408491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768275" y="4774951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4" h="377825">
                <a:moveTo>
                  <a:pt x="159312" y="0"/>
                </a:moveTo>
                <a:lnTo>
                  <a:pt x="0" y="0"/>
                </a:lnTo>
                <a:lnTo>
                  <a:pt x="29227" y="40481"/>
                </a:lnTo>
                <a:lnTo>
                  <a:pt x="51148" y="82036"/>
                </a:lnTo>
                <a:lnTo>
                  <a:pt x="65761" y="124360"/>
                </a:lnTo>
                <a:lnTo>
                  <a:pt x="73068" y="167147"/>
                </a:lnTo>
                <a:lnTo>
                  <a:pt x="73068" y="210089"/>
                </a:lnTo>
                <a:lnTo>
                  <a:pt x="65761" y="252883"/>
                </a:lnTo>
                <a:lnTo>
                  <a:pt x="51148" y="295220"/>
                </a:lnTo>
                <a:lnTo>
                  <a:pt x="29227" y="336797"/>
                </a:lnTo>
                <a:lnTo>
                  <a:pt x="0" y="377306"/>
                </a:lnTo>
                <a:lnTo>
                  <a:pt x="159312" y="377306"/>
                </a:lnTo>
                <a:lnTo>
                  <a:pt x="214773" y="367156"/>
                </a:lnTo>
                <a:lnTo>
                  <a:pt x="267517" y="353891"/>
                </a:lnTo>
                <a:lnTo>
                  <a:pt x="317192" y="337688"/>
                </a:lnTo>
                <a:lnTo>
                  <a:pt x="363445" y="318725"/>
                </a:lnTo>
                <a:lnTo>
                  <a:pt x="405923" y="297179"/>
                </a:lnTo>
                <a:lnTo>
                  <a:pt x="444274" y="273230"/>
                </a:lnTo>
                <a:lnTo>
                  <a:pt x="478146" y="247055"/>
                </a:lnTo>
                <a:lnTo>
                  <a:pt x="507186" y="218832"/>
                </a:lnTo>
                <a:lnTo>
                  <a:pt x="531041" y="188739"/>
                </a:lnTo>
                <a:lnTo>
                  <a:pt x="507483" y="158481"/>
                </a:lnTo>
                <a:lnTo>
                  <a:pt x="478640" y="130121"/>
                </a:lnTo>
                <a:lnTo>
                  <a:pt x="444876" y="103839"/>
                </a:lnTo>
                <a:lnTo>
                  <a:pt x="406555" y="79819"/>
                </a:lnTo>
                <a:lnTo>
                  <a:pt x="364040" y="58242"/>
                </a:lnTo>
                <a:lnTo>
                  <a:pt x="317695" y="39289"/>
                </a:lnTo>
                <a:lnTo>
                  <a:pt x="267883" y="23144"/>
                </a:lnTo>
                <a:lnTo>
                  <a:pt x="214967" y="9986"/>
                </a:lnTo>
                <a:lnTo>
                  <a:pt x="1593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768275" y="4774951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4" h="377825">
                <a:moveTo>
                  <a:pt x="531041" y="188739"/>
                </a:moveTo>
                <a:lnTo>
                  <a:pt x="507186" y="218832"/>
                </a:lnTo>
                <a:lnTo>
                  <a:pt x="478146" y="247055"/>
                </a:lnTo>
                <a:lnTo>
                  <a:pt x="444274" y="273230"/>
                </a:lnTo>
                <a:lnTo>
                  <a:pt x="405923" y="297179"/>
                </a:lnTo>
                <a:lnTo>
                  <a:pt x="363445" y="318725"/>
                </a:lnTo>
                <a:lnTo>
                  <a:pt x="317192" y="337688"/>
                </a:lnTo>
                <a:lnTo>
                  <a:pt x="267517" y="353891"/>
                </a:lnTo>
                <a:lnTo>
                  <a:pt x="214773" y="367156"/>
                </a:lnTo>
                <a:lnTo>
                  <a:pt x="159312" y="377306"/>
                </a:lnTo>
                <a:lnTo>
                  <a:pt x="0" y="377306"/>
                </a:lnTo>
                <a:lnTo>
                  <a:pt x="29227" y="336797"/>
                </a:lnTo>
                <a:lnTo>
                  <a:pt x="51148" y="295220"/>
                </a:lnTo>
                <a:lnTo>
                  <a:pt x="65761" y="252883"/>
                </a:lnTo>
                <a:lnTo>
                  <a:pt x="73068" y="210089"/>
                </a:lnTo>
                <a:lnTo>
                  <a:pt x="73068" y="167147"/>
                </a:lnTo>
                <a:lnTo>
                  <a:pt x="65761" y="124360"/>
                </a:lnTo>
                <a:lnTo>
                  <a:pt x="51148" y="82036"/>
                </a:lnTo>
                <a:lnTo>
                  <a:pt x="29227" y="40481"/>
                </a:lnTo>
                <a:lnTo>
                  <a:pt x="0" y="0"/>
                </a:lnTo>
                <a:lnTo>
                  <a:pt x="159312" y="0"/>
                </a:lnTo>
                <a:lnTo>
                  <a:pt x="214967" y="9986"/>
                </a:lnTo>
                <a:lnTo>
                  <a:pt x="267883" y="23144"/>
                </a:lnTo>
                <a:lnTo>
                  <a:pt x="317695" y="39289"/>
                </a:lnTo>
                <a:lnTo>
                  <a:pt x="364040" y="58242"/>
                </a:lnTo>
                <a:lnTo>
                  <a:pt x="406555" y="79819"/>
                </a:lnTo>
                <a:lnTo>
                  <a:pt x="444876" y="103839"/>
                </a:lnTo>
                <a:lnTo>
                  <a:pt x="478640" y="130121"/>
                </a:lnTo>
                <a:lnTo>
                  <a:pt x="507483" y="158481"/>
                </a:lnTo>
                <a:lnTo>
                  <a:pt x="531041" y="188739"/>
                </a:lnTo>
                <a:close/>
              </a:path>
            </a:pathLst>
          </a:custGeom>
          <a:ln w="295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768275" y="4774951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4" h="377825">
                <a:moveTo>
                  <a:pt x="326796" y="0"/>
                </a:moveTo>
                <a:lnTo>
                  <a:pt x="0" y="0"/>
                </a:lnTo>
                <a:lnTo>
                  <a:pt x="0" y="377306"/>
                </a:lnTo>
                <a:lnTo>
                  <a:pt x="326796" y="377306"/>
                </a:lnTo>
                <a:lnTo>
                  <a:pt x="373629" y="372322"/>
                </a:lnTo>
                <a:lnTo>
                  <a:pt x="416621" y="358127"/>
                </a:lnTo>
                <a:lnTo>
                  <a:pt x="454544" y="335852"/>
                </a:lnTo>
                <a:lnTo>
                  <a:pt x="486173" y="306629"/>
                </a:lnTo>
                <a:lnTo>
                  <a:pt x="510283" y="271593"/>
                </a:lnTo>
                <a:lnTo>
                  <a:pt x="525647" y="231874"/>
                </a:lnTo>
                <a:lnTo>
                  <a:pt x="531041" y="188606"/>
                </a:lnTo>
                <a:lnTo>
                  <a:pt x="525647" y="145385"/>
                </a:lnTo>
                <a:lnTo>
                  <a:pt x="510280" y="105696"/>
                </a:lnTo>
                <a:lnTo>
                  <a:pt x="486168" y="70675"/>
                </a:lnTo>
                <a:lnTo>
                  <a:pt x="454538" y="41459"/>
                </a:lnTo>
                <a:lnTo>
                  <a:pt x="416614" y="19183"/>
                </a:lnTo>
                <a:lnTo>
                  <a:pt x="373625" y="4985"/>
                </a:lnTo>
                <a:lnTo>
                  <a:pt x="3267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768275" y="4774951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4" h="377825">
                <a:moveTo>
                  <a:pt x="326796" y="377306"/>
                </a:moveTo>
                <a:lnTo>
                  <a:pt x="0" y="377306"/>
                </a:lnTo>
                <a:lnTo>
                  <a:pt x="0" y="0"/>
                </a:lnTo>
                <a:lnTo>
                  <a:pt x="326796" y="0"/>
                </a:lnTo>
                <a:lnTo>
                  <a:pt x="373625" y="4985"/>
                </a:lnTo>
                <a:lnTo>
                  <a:pt x="416614" y="19183"/>
                </a:lnTo>
                <a:lnTo>
                  <a:pt x="454538" y="41459"/>
                </a:lnTo>
                <a:lnTo>
                  <a:pt x="486168" y="70675"/>
                </a:lnTo>
                <a:lnTo>
                  <a:pt x="510280" y="105696"/>
                </a:lnTo>
                <a:lnTo>
                  <a:pt x="525647" y="145385"/>
                </a:lnTo>
                <a:lnTo>
                  <a:pt x="531041" y="188606"/>
                </a:lnTo>
                <a:lnTo>
                  <a:pt x="525647" y="231874"/>
                </a:lnTo>
                <a:lnTo>
                  <a:pt x="510283" y="271593"/>
                </a:lnTo>
                <a:lnTo>
                  <a:pt x="486173" y="306629"/>
                </a:lnTo>
                <a:lnTo>
                  <a:pt x="454544" y="335852"/>
                </a:lnTo>
                <a:lnTo>
                  <a:pt x="416621" y="358127"/>
                </a:lnTo>
                <a:lnTo>
                  <a:pt x="373629" y="372322"/>
                </a:lnTo>
                <a:lnTo>
                  <a:pt x="326796" y="377306"/>
                </a:lnTo>
                <a:close/>
              </a:path>
            </a:pathLst>
          </a:custGeom>
          <a:ln w="295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479629" y="719046"/>
            <a:ext cx="0" cy="1037590"/>
          </a:xfrm>
          <a:custGeom>
            <a:avLst/>
            <a:gdLst/>
            <a:ahLst/>
            <a:cxnLst/>
            <a:rect l="l" t="t" r="r" b="b"/>
            <a:pathLst>
              <a:path h="1037589">
                <a:moveTo>
                  <a:pt x="0" y="0"/>
                </a:moveTo>
                <a:lnTo>
                  <a:pt x="0" y="1037535"/>
                </a:lnTo>
              </a:path>
            </a:pathLst>
          </a:custGeom>
          <a:ln w="311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109567" y="1756582"/>
            <a:ext cx="3370579" cy="0"/>
          </a:xfrm>
          <a:custGeom>
            <a:avLst/>
            <a:gdLst/>
            <a:ahLst/>
            <a:cxnLst/>
            <a:rect l="l" t="t" r="r" b="b"/>
            <a:pathLst>
              <a:path w="3370579">
                <a:moveTo>
                  <a:pt x="3370062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4479629" y="2049008"/>
            <a:ext cx="0" cy="1028700"/>
          </a:xfrm>
          <a:custGeom>
            <a:avLst/>
            <a:gdLst/>
            <a:ahLst/>
            <a:cxnLst/>
            <a:rect l="l" t="t" r="r" b="b"/>
            <a:pathLst>
              <a:path h="1028700">
                <a:moveTo>
                  <a:pt x="0" y="0"/>
                </a:moveTo>
                <a:lnTo>
                  <a:pt x="0" y="1028084"/>
                </a:lnTo>
              </a:path>
            </a:pathLst>
          </a:custGeom>
          <a:ln w="311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329132" y="3077093"/>
            <a:ext cx="3150870" cy="0"/>
          </a:xfrm>
          <a:custGeom>
            <a:avLst/>
            <a:gdLst/>
            <a:ahLst/>
            <a:cxnLst/>
            <a:rect l="l" t="t" r="r" b="b"/>
            <a:pathLst>
              <a:path w="3150870">
                <a:moveTo>
                  <a:pt x="3150497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4479629" y="3350619"/>
            <a:ext cx="0" cy="1047115"/>
          </a:xfrm>
          <a:custGeom>
            <a:avLst/>
            <a:gdLst/>
            <a:ahLst/>
            <a:cxnLst/>
            <a:rect l="l" t="t" r="r" b="b"/>
            <a:pathLst>
              <a:path h="1047114">
                <a:moveTo>
                  <a:pt x="0" y="0"/>
                </a:moveTo>
                <a:lnTo>
                  <a:pt x="0" y="1046985"/>
                </a:lnTo>
              </a:path>
            </a:pathLst>
          </a:custGeom>
          <a:ln w="311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518059" y="4397604"/>
            <a:ext cx="2961640" cy="0"/>
          </a:xfrm>
          <a:custGeom>
            <a:avLst/>
            <a:gdLst/>
            <a:ahLst/>
            <a:cxnLst/>
            <a:rect l="l" t="t" r="r" b="b"/>
            <a:pathLst>
              <a:path w="2961640">
                <a:moveTo>
                  <a:pt x="2961570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4479629" y="4690031"/>
            <a:ext cx="0" cy="1028700"/>
          </a:xfrm>
          <a:custGeom>
            <a:avLst/>
            <a:gdLst/>
            <a:ahLst/>
            <a:cxnLst/>
            <a:rect l="l" t="t" r="r" b="b"/>
            <a:pathLst>
              <a:path h="1028700">
                <a:moveTo>
                  <a:pt x="0" y="0"/>
                </a:moveTo>
                <a:lnTo>
                  <a:pt x="0" y="1028178"/>
                </a:lnTo>
              </a:path>
            </a:pathLst>
          </a:custGeom>
          <a:ln w="311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3049924" y="5718209"/>
            <a:ext cx="1430020" cy="0"/>
          </a:xfrm>
          <a:custGeom>
            <a:avLst/>
            <a:gdLst/>
            <a:ahLst/>
            <a:cxnLst/>
            <a:rect l="l" t="t" r="r" b="b"/>
            <a:pathLst>
              <a:path w="1430020">
                <a:moveTo>
                  <a:pt x="1429705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3049924" y="5843978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4202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3049924" y="5718209"/>
            <a:ext cx="0" cy="126364"/>
          </a:xfrm>
          <a:custGeom>
            <a:avLst/>
            <a:gdLst/>
            <a:ahLst/>
            <a:cxnLst/>
            <a:rect l="l" t="t" r="r" b="b"/>
            <a:pathLst>
              <a:path h="126364">
                <a:moveTo>
                  <a:pt x="0" y="125768"/>
                </a:moveTo>
                <a:lnTo>
                  <a:pt x="0" y="0"/>
                </a:lnTo>
              </a:path>
            </a:pathLst>
          </a:custGeom>
          <a:ln w="311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518059" y="4869320"/>
            <a:ext cx="107314" cy="0"/>
          </a:xfrm>
          <a:custGeom>
            <a:avLst/>
            <a:gdLst/>
            <a:ahLst/>
            <a:cxnLst/>
            <a:rect l="l" t="t" r="r" b="b"/>
            <a:pathLst>
              <a:path w="107315">
                <a:moveTo>
                  <a:pt x="107231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518059" y="4397604"/>
            <a:ext cx="0" cy="1604010"/>
          </a:xfrm>
          <a:custGeom>
            <a:avLst/>
            <a:gdLst/>
            <a:ahLst/>
            <a:cxnLst/>
            <a:rect l="l" t="t" r="r" b="b"/>
            <a:pathLst>
              <a:path h="1604010">
                <a:moveTo>
                  <a:pt x="0" y="1603580"/>
                </a:moveTo>
                <a:lnTo>
                  <a:pt x="0" y="0"/>
                </a:lnTo>
              </a:path>
            </a:pathLst>
          </a:custGeom>
          <a:ln w="311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1313813" y="4963557"/>
            <a:ext cx="311785" cy="0"/>
          </a:xfrm>
          <a:custGeom>
            <a:avLst/>
            <a:gdLst/>
            <a:ahLst/>
            <a:cxnLst/>
            <a:rect l="l" t="t" r="r" b="b"/>
            <a:pathLst>
              <a:path w="311784">
                <a:moveTo>
                  <a:pt x="311477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109567" y="5057927"/>
            <a:ext cx="516255" cy="0"/>
          </a:xfrm>
          <a:custGeom>
            <a:avLst/>
            <a:gdLst/>
            <a:ahLst/>
            <a:cxnLst/>
            <a:rect l="l" t="t" r="r" b="b"/>
            <a:pathLst>
              <a:path w="516255">
                <a:moveTo>
                  <a:pt x="515723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518059" y="6001186"/>
            <a:ext cx="1736089" cy="0"/>
          </a:xfrm>
          <a:custGeom>
            <a:avLst/>
            <a:gdLst/>
            <a:ahLst/>
            <a:cxnLst/>
            <a:rect l="l" t="t" r="r" b="b"/>
            <a:pathLst>
              <a:path w="1736089">
                <a:moveTo>
                  <a:pt x="1736067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313813" y="6189832"/>
            <a:ext cx="1940560" cy="0"/>
          </a:xfrm>
          <a:custGeom>
            <a:avLst/>
            <a:gdLst/>
            <a:ahLst/>
            <a:cxnLst/>
            <a:rect l="l" t="t" r="r" b="b"/>
            <a:pathLst>
              <a:path w="1940560">
                <a:moveTo>
                  <a:pt x="1940312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109567" y="6347041"/>
            <a:ext cx="2145030" cy="0"/>
          </a:xfrm>
          <a:custGeom>
            <a:avLst/>
            <a:gdLst/>
            <a:ahLst/>
            <a:cxnLst/>
            <a:rect l="l" t="t" r="r" b="b"/>
            <a:pathLst>
              <a:path w="2145029">
                <a:moveTo>
                  <a:pt x="2144558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109567" y="1756582"/>
            <a:ext cx="0" cy="4591050"/>
          </a:xfrm>
          <a:custGeom>
            <a:avLst/>
            <a:gdLst/>
            <a:ahLst/>
            <a:cxnLst/>
            <a:rect l="l" t="t" r="r" b="b"/>
            <a:pathLst>
              <a:path h="4591050">
                <a:moveTo>
                  <a:pt x="0" y="4590459"/>
                </a:moveTo>
                <a:lnTo>
                  <a:pt x="0" y="0"/>
                </a:lnTo>
              </a:path>
            </a:pathLst>
          </a:custGeom>
          <a:ln w="311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313813" y="3077093"/>
            <a:ext cx="0" cy="3112770"/>
          </a:xfrm>
          <a:custGeom>
            <a:avLst/>
            <a:gdLst/>
            <a:ahLst/>
            <a:cxnLst/>
            <a:rect l="l" t="t" r="r" b="b"/>
            <a:pathLst>
              <a:path h="3112770">
                <a:moveTo>
                  <a:pt x="0" y="3112738"/>
                </a:moveTo>
                <a:lnTo>
                  <a:pt x="0" y="0"/>
                </a:lnTo>
              </a:path>
            </a:pathLst>
          </a:custGeom>
          <a:ln w="311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1313813" y="3548676"/>
            <a:ext cx="301625" cy="0"/>
          </a:xfrm>
          <a:custGeom>
            <a:avLst/>
            <a:gdLst/>
            <a:ahLst/>
            <a:cxnLst/>
            <a:rect l="l" t="t" r="r" b="b"/>
            <a:pathLst>
              <a:path w="301625">
                <a:moveTo>
                  <a:pt x="301274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109567" y="3737415"/>
            <a:ext cx="506095" cy="0"/>
          </a:xfrm>
          <a:custGeom>
            <a:avLst/>
            <a:gdLst/>
            <a:ahLst/>
            <a:cxnLst/>
            <a:rect l="l" t="t" r="r" b="b"/>
            <a:pathLst>
              <a:path w="506094">
                <a:moveTo>
                  <a:pt x="505520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4071224" y="6095502"/>
            <a:ext cx="612775" cy="0"/>
          </a:xfrm>
          <a:custGeom>
            <a:avLst/>
            <a:gdLst/>
            <a:ahLst/>
            <a:cxnLst/>
            <a:rect l="l" t="t" r="r" b="b"/>
            <a:pathLst>
              <a:path w="612775">
                <a:moveTo>
                  <a:pt x="0" y="0"/>
                </a:moveTo>
                <a:lnTo>
                  <a:pt x="612751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 txBox="1"/>
          <p:nvPr/>
        </p:nvSpPr>
        <p:spPr>
          <a:xfrm>
            <a:off x="4735404" y="5952366"/>
            <a:ext cx="30607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b="1" i="1" spc="90" dirty="0">
                <a:latin typeface="Times New Roman"/>
                <a:cs typeface="Times New Roman"/>
              </a:rPr>
              <a:t>C</a:t>
            </a:r>
            <a:r>
              <a:rPr sz="1450" b="1" i="1" spc="95" dirty="0">
                <a:latin typeface="Times New Roman"/>
                <a:cs typeface="Times New Roman"/>
              </a:rPr>
              <a:t>O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1620189" y="341700"/>
            <a:ext cx="1327785" cy="0"/>
          </a:xfrm>
          <a:custGeom>
            <a:avLst/>
            <a:gdLst/>
            <a:ahLst/>
            <a:cxnLst/>
            <a:rect l="l" t="t" r="r" b="b"/>
            <a:pathLst>
              <a:path w="1327785">
                <a:moveTo>
                  <a:pt x="1327561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 txBox="1">
            <a:spLocks noGrp="1"/>
          </p:cNvSpPr>
          <p:nvPr>
            <p:ph type="title"/>
          </p:nvPr>
        </p:nvSpPr>
        <p:spPr>
          <a:xfrm>
            <a:off x="5405628" y="275843"/>
            <a:ext cx="1711960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460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14"/>
              </a:spcBef>
            </a:pPr>
            <a:r>
              <a:rPr i="0" dirty="0">
                <a:solidFill>
                  <a:srgbClr val="000000"/>
                </a:solidFill>
                <a:latin typeface="华文楷体"/>
                <a:cs typeface="华文楷体"/>
              </a:rPr>
              <a:t>1</a:t>
            </a:r>
            <a:r>
              <a:rPr i="0" spc="-45" dirty="0">
                <a:solidFill>
                  <a:srgbClr val="000000"/>
                </a:solidFill>
                <a:latin typeface="华文楷体"/>
                <a:cs typeface="华文楷体"/>
              </a:rPr>
              <a:t> </a:t>
            </a:r>
            <a:r>
              <a:rPr dirty="0">
                <a:solidFill>
                  <a:srgbClr val="000000"/>
                </a:solidFill>
              </a:rPr>
              <a:t>写方程</a:t>
            </a:r>
          </a:p>
        </p:txBody>
      </p:sp>
      <p:sp>
        <p:nvSpPr>
          <p:cNvPr id="138" name="object 138"/>
          <p:cNvSpPr txBox="1"/>
          <p:nvPr/>
        </p:nvSpPr>
        <p:spPr>
          <a:xfrm>
            <a:off x="5036184" y="6539775"/>
            <a:ext cx="35052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52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5539485" y="901445"/>
            <a:ext cx="165353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时钟方程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5112473" y="1461891"/>
            <a:ext cx="4667885" cy="1882139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0"/>
              </a:spcBef>
              <a:tabLst>
                <a:tab pos="755650" algn="l"/>
                <a:tab pos="2775585" algn="l"/>
                <a:tab pos="3792220" algn="l"/>
              </a:tabLst>
            </a:pPr>
            <a:r>
              <a:rPr sz="2950" i="1" spc="-20" dirty="0">
                <a:latin typeface="Times New Roman"/>
                <a:cs typeface="Times New Roman"/>
              </a:rPr>
              <a:t>CP</a:t>
            </a:r>
            <a:r>
              <a:rPr sz="2550" spc="-30" baseline="-24509" dirty="0">
                <a:latin typeface="Times New Roman"/>
                <a:cs typeface="Times New Roman"/>
              </a:rPr>
              <a:t>0	</a:t>
            </a:r>
            <a:r>
              <a:rPr sz="2950" spc="165" dirty="0">
                <a:latin typeface="Symbol"/>
                <a:cs typeface="Symbol"/>
              </a:rPr>
              <a:t></a:t>
            </a:r>
            <a:r>
              <a:rPr sz="2950" spc="165" dirty="0">
                <a:latin typeface="Times New Roman"/>
                <a:cs typeface="Times New Roman"/>
              </a:rPr>
              <a:t> </a:t>
            </a:r>
            <a:r>
              <a:rPr sz="2950" i="1" spc="-75" dirty="0">
                <a:latin typeface="Times New Roman"/>
                <a:cs typeface="Times New Roman"/>
              </a:rPr>
              <a:t>CP</a:t>
            </a:r>
            <a:r>
              <a:rPr sz="2550" spc="-112" baseline="-24509" dirty="0">
                <a:latin typeface="Times New Roman"/>
                <a:cs typeface="Times New Roman"/>
              </a:rPr>
              <a:t>1</a:t>
            </a:r>
            <a:r>
              <a:rPr sz="2550" spc="390" baseline="-24509" dirty="0">
                <a:latin typeface="Times New Roman"/>
                <a:cs typeface="Times New Roman"/>
              </a:rPr>
              <a:t> </a:t>
            </a:r>
            <a:r>
              <a:rPr sz="2950" spc="165" dirty="0">
                <a:latin typeface="Symbol"/>
                <a:cs typeface="Symbol"/>
              </a:rPr>
              <a:t></a:t>
            </a:r>
            <a:r>
              <a:rPr sz="2950" spc="-95" dirty="0">
                <a:latin typeface="Times New Roman"/>
                <a:cs typeface="Times New Roman"/>
              </a:rPr>
              <a:t> </a:t>
            </a:r>
            <a:r>
              <a:rPr sz="2950" i="1" spc="-5" dirty="0">
                <a:latin typeface="Times New Roman"/>
                <a:cs typeface="Times New Roman"/>
              </a:rPr>
              <a:t>CP</a:t>
            </a:r>
            <a:r>
              <a:rPr sz="2550" spc="-7" baseline="-24509" dirty="0">
                <a:latin typeface="Times New Roman"/>
                <a:cs typeface="Times New Roman"/>
              </a:rPr>
              <a:t>2	</a:t>
            </a:r>
            <a:r>
              <a:rPr sz="2950" spc="165" dirty="0">
                <a:latin typeface="Symbol"/>
                <a:cs typeface="Symbol"/>
              </a:rPr>
              <a:t></a:t>
            </a:r>
            <a:r>
              <a:rPr sz="2950" spc="-100" dirty="0">
                <a:latin typeface="Times New Roman"/>
                <a:cs typeface="Times New Roman"/>
              </a:rPr>
              <a:t> </a:t>
            </a:r>
            <a:r>
              <a:rPr sz="2950" i="1" spc="-20" dirty="0">
                <a:latin typeface="Times New Roman"/>
                <a:cs typeface="Times New Roman"/>
              </a:rPr>
              <a:t>CP</a:t>
            </a:r>
            <a:r>
              <a:rPr sz="2550" spc="-30" baseline="-24509" dirty="0">
                <a:latin typeface="Times New Roman"/>
                <a:cs typeface="Times New Roman"/>
              </a:rPr>
              <a:t>3	</a:t>
            </a:r>
            <a:r>
              <a:rPr sz="2950" spc="165" dirty="0">
                <a:latin typeface="Symbol"/>
                <a:cs typeface="Symbol"/>
              </a:rPr>
              <a:t></a:t>
            </a:r>
            <a:r>
              <a:rPr sz="2950" spc="-175" dirty="0">
                <a:latin typeface="Times New Roman"/>
                <a:cs typeface="Times New Roman"/>
              </a:rPr>
              <a:t> </a:t>
            </a:r>
            <a:r>
              <a:rPr sz="2950" i="1" spc="195" dirty="0">
                <a:latin typeface="Times New Roman"/>
                <a:cs typeface="Times New Roman"/>
              </a:rPr>
              <a:t>CP</a:t>
            </a:r>
            <a:endParaRPr sz="2950">
              <a:latin typeface="Times New Roman"/>
              <a:cs typeface="Times New Roman"/>
            </a:endParaRPr>
          </a:p>
          <a:p>
            <a:pPr marR="2152650" algn="ctr">
              <a:lnSpc>
                <a:spcPct val="100000"/>
              </a:lnSpc>
              <a:spcBef>
                <a:spcPts val="1019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驱动方程</a:t>
            </a:r>
            <a:endParaRPr sz="3200">
              <a:latin typeface="华文楷体"/>
              <a:cs typeface="华文楷体"/>
            </a:endParaRPr>
          </a:p>
          <a:p>
            <a:pPr marR="2177415" algn="ctr">
              <a:lnSpc>
                <a:spcPct val="100000"/>
              </a:lnSpc>
              <a:spcBef>
                <a:spcPts val="1725"/>
              </a:spcBef>
              <a:tabLst>
                <a:tab pos="457200" algn="l"/>
              </a:tabLst>
            </a:pPr>
            <a:r>
              <a:rPr sz="2950" i="1" spc="10" dirty="0">
                <a:latin typeface="Times New Roman"/>
                <a:cs typeface="Times New Roman"/>
              </a:rPr>
              <a:t>T</a:t>
            </a:r>
            <a:r>
              <a:rPr sz="2550" spc="15" baseline="-24509" dirty="0">
                <a:latin typeface="Times New Roman"/>
                <a:cs typeface="Times New Roman"/>
              </a:rPr>
              <a:t>0	</a:t>
            </a:r>
            <a:r>
              <a:rPr sz="2950" spc="145" dirty="0">
                <a:latin typeface="Symbol"/>
                <a:cs typeface="Symbol"/>
              </a:rPr>
              <a:t></a:t>
            </a:r>
            <a:r>
              <a:rPr sz="2950" spc="-335" dirty="0">
                <a:latin typeface="Times New Roman"/>
                <a:cs typeface="Times New Roman"/>
              </a:rPr>
              <a:t> </a:t>
            </a:r>
            <a:r>
              <a:rPr sz="2950" spc="130" dirty="0">
                <a:latin typeface="Times New Roman"/>
                <a:cs typeface="Times New Roman"/>
              </a:rPr>
              <a:t>1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5833680" y="3437630"/>
            <a:ext cx="1271905" cy="545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ts val="2780"/>
              </a:lnSpc>
              <a:spcBef>
                <a:spcPts val="125"/>
              </a:spcBef>
              <a:tabLst>
                <a:tab pos="469900" algn="l"/>
              </a:tabLst>
            </a:pPr>
            <a:r>
              <a:rPr sz="2950" i="1" spc="155" dirty="0">
                <a:latin typeface="Times New Roman"/>
                <a:cs typeface="Times New Roman"/>
              </a:rPr>
              <a:t>T	</a:t>
            </a:r>
            <a:r>
              <a:rPr sz="2950" spc="155" dirty="0">
                <a:latin typeface="Symbol"/>
                <a:cs typeface="Symbol"/>
              </a:rPr>
              <a:t></a:t>
            </a:r>
            <a:r>
              <a:rPr sz="2950" spc="-110" dirty="0">
                <a:latin typeface="Times New Roman"/>
                <a:cs typeface="Times New Roman"/>
              </a:rPr>
              <a:t> </a:t>
            </a:r>
            <a:r>
              <a:rPr sz="2950" spc="210" dirty="0">
                <a:latin typeface="Times New Roman"/>
                <a:cs typeface="Times New Roman"/>
              </a:rPr>
              <a:t>Q</a:t>
            </a:r>
            <a:r>
              <a:rPr sz="2550" i="1" spc="315" baseline="44117" dirty="0">
                <a:latin typeface="Times New Roman"/>
                <a:cs typeface="Times New Roman"/>
              </a:rPr>
              <a:t>n</a:t>
            </a:r>
            <a:endParaRPr sz="2550" baseline="44117">
              <a:latin typeface="Times New Roman"/>
              <a:cs typeface="Times New Roman"/>
            </a:endParaRPr>
          </a:p>
          <a:p>
            <a:pPr marL="231775">
              <a:lnSpc>
                <a:spcPts val="1280"/>
              </a:lnSpc>
              <a:tabLst>
                <a:tab pos="1098550" algn="l"/>
              </a:tabLst>
            </a:pPr>
            <a:r>
              <a:rPr sz="1700" spc="85" dirty="0">
                <a:latin typeface="Times New Roman"/>
                <a:cs typeface="Times New Roman"/>
              </a:rPr>
              <a:t>1	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6077877" y="4235319"/>
            <a:ext cx="14605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95" dirty="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5845976" y="3977204"/>
            <a:ext cx="1288415" cy="480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499745" algn="l"/>
              </a:tabLst>
            </a:pPr>
            <a:r>
              <a:rPr sz="2950" i="1" spc="175" dirty="0">
                <a:latin typeface="Times New Roman"/>
                <a:cs typeface="Times New Roman"/>
              </a:rPr>
              <a:t>T	</a:t>
            </a:r>
            <a:r>
              <a:rPr sz="2950" spc="175" dirty="0">
                <a:latin typeface="Symbol"/>
                <a:cs typeface="Symbol"/>
              </a:rPr>
              <a:t></a:t>
            </a:r>
            <a:r>
              <a:rPr sz="2950" spc="-120" dirty="0">
                <a:latin typeface="Times New Roman"/>
                <a:cs typeface="Times New Roman"/>
              </a:rPr>
              <a:t> </a:t>
            </a:r>
            <a:r>
              <a:rPr sz="2950" spc="215" dirty="0">
                <a:latin typeface="Times New Roman"/>
                <a:cs typeface="Times New Roman"/>
              </a:rPr>
              <a:t>Q</a:t>
            </a:r>
            <a:r>
              <a:rPr sz="2550" i="1" spc="322" baseline="44117" dirty="0">
                <a:latin typeface="Times New Roman"/>
                <a:cs typeface="Times New Roman"/>
              </a:rPr>
              <a:t>n</a:t>
            </a:r>
            <a:endParaRPr sz="2550" baseline="44117">
              <a:latin typeface="Times New Roman"/>
              <a:cs typeface="Times New Roman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7402946" y="4506403"/>
            <a:ext cx="14541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i="1" spc="90" dirty="0">
                <a:latin typeface="Times New Roman"/>
                <a:cs typeface="Times New Roman"/>
              </a:rPr>
              <a:t>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5845893" y="4516700"/>
            <a:ext cx="1276350" cy="480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486409" algn="l"/>
              </a:tabLst>
            </a:pPr>
            <a:r>
              <a:rPr sz="2950" i="1" spc="170" dirty="0">
                <a:latin typeface="Times New Roman"/>
                <a:cs typeface="Times New Roman"/>
              </a:rPr>
              <a:t>T	</a:t>
            </a:r>
            <a:r>
              <a:rPr sz="2950" spc="170" dirty="0">
                <a:latin typeface="Symbol"/>
                <a:cs typeface="Symbol"/>
              </a:rPr>
              <a:t></a:t>
            </a:r>
            <a:r>
              <a:rPr sz="2950" spc="-100" dirty="0">
                <a:latin typeface="Times New Roman"/>
                <a:cs typeface="Times New Roman"/>
              </a:rPr>
              <a:t> </a:t>
            </a:r>
            <a:r>
              <a:rPr sz="2950" spc="215" dirty="0">
                <a:latin typeface="Times New Roman"/>
                <a:cs typeface="Times New Roman"/>
              </a:rPr>
              <a:t>Q</a:t>
            </a:r>
            <a:r>
              <a:rPr sz="2550" i="1" spc="322" baseline="44117" dirty="0">
                <a:latin typeface="Times New Roman"/>
                <a:cs typeface="Times New Roman"/>
              </a:rPr>
              <a:t>n</a:t>
            </a:r>
            <a:endParaRPr sz="2550" baseline="44117">
              <a:latin typeface="Times New Roman"/>
              <a:cs typeface="Times New Roman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5539485" y="4774815"/>
            <a:ext cx="1653539" cy="781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43560">
              <a:lnSpc>
                <a:spcPct val="100000"/>
              </a:lnSpc>
              <a:spcBef>
                <a:spcPts val="125"/>
              </a:spcBef>
            </a:pPr>
            <a:r>
              <a:rPr sz="1700" spc="90" dirty="0"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输出方程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5846627" y="5596442"/>
            <a:ext cx="2877820" cy="545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ts val="2780"/>
              </a:lnSpc>
              <a:spcBef>
                <a:spcPts val="125"/>
              </a:spcBef>
            </a:pPr>
            <a:r>
              <a:rPr sz="2950" i="1" spc="220" dirty="0">
                <a:latin typeface="Times New Roman"/>
                <a:cs typeface="Times New Roman"/>
              </a:rPr>
              <a:t>CO </a:t>
            </a:r>
            <a:r>
              <a:rPr sz="2950" spc="175" dirty="0">
                <a:latin typeface="Symbol"/>
                <a:cs typeface="Symbol"/>
              </a:rPr>
              <a:t></a:t>
            </a:r>
            <a:r>
              <a:rPr sz="2950" spc="-305" dirty="0">
                <a:latin typeface="Times New Roman"/>
                <a:cs typeface="Times New Roman"/>
              </a:rPr>
              <a:t> </a:t>
            </a:r>
            <a:r>
              <a:rPr sz="2950" spc="260" dirty="0">
                <a:latin typeface="Times New Roman"/>
                <a:cs typeface="Times New Roman"/>
              </a:rPr>
              <a:t>Q</a:t>
            </a:r>
            <a:r>
              <a:rPr sz="2550" i="1" spc="390" baseline="44117" dirty="0">
                <a:latin typeface="Times New Roman"/>
                <a:cs typeface="Times New Roman"/>
              </a:rPr>
              <a:t>n</a:t>
            </a:r>
            <a:r>
              <a:rPr sz="2950" spc="260" dirty="0">
                <a:latin typeface="Times New Roman"/>
                <a:cs typeface="Times New Roman"/>
              </a:rPr>
              <a:t>Q</a:t>
            </a:r>
            <a:r>
              <a:rPr sz="2550" i="1" spc="390" baseline="44117" dirty="0">
                <a:latin typeface="Times New Roman"/>
                <a:cs typeface="Times New Roman"/>
              </a:rPr>
              <a:t>n</a:t>
            </a:r>
            <a:r>
              <a:rPr sz="2950" spc="260" dirty="0">
                <a:latin typeface="Times New Roman"/>
                <a:cs typeface="Times New Roman"/>
              </a:rPr>
              <a:t>Q</a:t>
            </a:r>
            <a:r>
              <a:rPr sz="2550" i="1" spc="390" baseline="44117" dirty="0">
                <a:latin typeface="Times New Roman"/>
                <a:cs typeface="Times New Roman"/>
              </a:rPr>
              <a:t>n</a:t>
            </a:r>
            <a:r>
              <a:rPr sz="2950" spc="260" dirty="0">
                <a:latin typeface="Times New Roman"/>
                <a:cs typeface="Times New Roman"/>
              </a:rPr>
              <a:t>Q</a:t>
            </a:r>
            <a:r>
              <a:rPr sz="2550" i="1" spc="390" baseline="44117" dirty="0">
                <a:latin typeface="Times New Roman"/>
                <a:cs typeface="Times New Roman"/>
              </a:rPr>
              <a:t>n</a:t>
            </a:r>
            <a:endParaRPr sz="2550" baseline="44117">
              <a:latin typeface="Times New Roman"/>
              <a:cs typeface="Times New Roman"/>
            </a:endParaRPr>
          </a:p>
          <a:p>
            <a:pPr marL="1348740">
              <a:lnSpc>
                <a:spcPts val="1280"/>
              </a:lnSpc>
              <a:tabLst>
                <a:tab pos="1805939" algn="l"/>
                <a:tab pos="2230120" algn="l"/>
                <a:tab pos="2702560" algn="l"/>
              </a:tabLst>
            </a:pPr>
            <a:r>
              <a:rPr sz="1700" spc="95" dirty="0">
                <a:latin typeface="Times New Roman"/>
                <a:cs typeface="Times New Roman"/>
              </a:rPr>
              <a:t>3	2	1	0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16679" y="982217"/>
            <a:ext cx="5322570" cy="0"/>
          </a:xfrm>
          <a:custGeom>
            <a:avLst/>
            <a:gdLst/>
            <a:ahLst/>
            <a:cxnLst/>
            <a:rect l="l" t="t" r="r" b="b"/>
            <a:pathLst>
              <a:path w="5322570">
                <a:moveTo>
                  <a:pt x="0" y="0"/>
                </a:moveTo>
                <a:lnTo>
                  <a:pt x="5322570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895350" cy="0"/>
          </a:xfrm>
          <a:custGeom>
            <a:avLst/>
            <a:gdLst/>
            <a:ahLst/>
            <a:cxnLst/>
            <a:rect l="l" t="t" r="r" b="b"/>
            <a:pathLst>
              <a:path w="895350">
                <a:moveTo>
                  <a:pt x="0" y="0"/>
                </a:moveTo>
                <a:lnTo>
                  <a:pt x="895350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85316" y="598931"/>
            <a:ext cx="2531745" cy="585470"/>
          </a:xfrm>
          <a:custGeom>
            <a:avLst/>
            <a:gdLst/>
            <a:ahLst/>
            <a:cxnLst/>
            <a:rect l="l" t="t" r="r" b="b"/>
            <a:pathLst>
              <a:path w="2531745" h="585469">
                <a:moveTo>
                  <a:pt x="0" y="585215"/>
                </a:moveTo>
                <a:lnTo>
                  <a:pt x="2531364" y="585215"/>
                </a:lnTo>
                <a:lnTo>
                  <a:pt x="2531364" y="0"/>
                </a:lnTo>
                <a:lnTo>
                  <a:pt x="0" y="0"/>
                </a:lnTo>
                <a:lnTo>
                  <a:pt x="0" y="585215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64055" y="600201"/>
            <a:ext cx="23526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华文楷体"/>
                <a:cs typeface="华文楷体"/>
              </a:rPr>
              <a:t>2</a:t>
            </a:r>
            <a:r>
              <a:rPr sz="3200" spc="-70" dirty="0">
                <a:latin typeface="华文楷体"/>
                <a:cs typeface="华文楷体"/>
              </a:rPr>
              <a:t> </a:t>
            </a:r>
            <a:r>
              <a:rPr sz="3200" i="1" dirty="0">
                <a:latin typeface="华文楷体"/>
                <a:cs typeface="华文楷体"/>
              </a:rPr>
              <a:t>求状态方程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40202" y="1495282"/>
            <a:ext cx="541020" cy="0"/>
          </a:xfrm>
          <a:custGeom>
            <a:avLst/>
            <a:gdLst/>
            <a:ahLst/>
            <a:cxnLst/>
            <a:rect l="l" t="t" r="r" b="b"/>
            <a:pathLst>
              <a:path w="541020">
                <a:moveTo>
                  <a:pt x="0" y="0"/>
                </a:moveTo>
                <a:lnTo>
                  <a:pt x="540582" y="0"/>
                </a:lnTo>
              </a:path>
            </a:pathLst>
          </a:custGeom>
          <a:ln w="2271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11405" y="1593660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5">
                <a:moveTo>
                  <a:pt x="0" y="0"/>
                </a:moveTo>
                <a:lnTo>
                  <a:pt x="247897" y="0"/>
                </a:lnTo>
              </a:path>
            </a:pathLst>
          </a:custGeom>
          <a:ln w="2271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863720" y="1495110"/>
            <a:ext cx="170180" cy="341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036184" y="6539775"/>
            <a:ext cx="35052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53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22316" y="1495109"/>
            <a:ext cx="1835150" cy="341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677670" algn="l"/>
              </a:tabLst>
            </a:pPr>
            <a:r>
              <a:rPr sz="2050" i="1" spc="24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050" spc="20" dirty="0">
                <a:solidFill>
                  <a:srgbClr val="FF0000"/>
                </a:solidFill>
                <a:latin typeface="Symbol"/>
                <a:cs typeface="Symbol"/>
              </a:rPr>
              <a:t></a:t>
            </a:r>
            <a:r>
              <a:rPr sz="2050" spc="11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0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5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9030" y="1507452"/>
            <a:ext cx="3324860" cy="5721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88694" algn="l"/>
                <a:tab pos="2343150" algn="l"/>
              </a:tabLst>
            </a:pPr>
            <a:r>
              <a:rPr sz="3550" i="1" spc="270" dirty="0">
                <a:solidFill>
                  <a:srgbClr val="FF0000"/>
                </a:solidFill>
                <a:latin typeface="Times New Roman"/>
                <a:cs typeface="Times New Roman"/>
              </a:rPr>
              <a:t>Q	</a:t>
            </a:r>
            <a:r>
              <a:rPr sz="3550" spc="204" dirty="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sz="3550" spc="-2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550" i="1" spc="455" dirty="0">
                <a:solidFill>
                  <a:srgbClr val="FF0000"/>
                </a:solidFill>
                <a:latin typeface="Times New Roman"/>
                <a:cs typeface="Times New Roman"/>
              </a:rPr>
              <a:t>TQ	</a:t>
            </a:r>
            <a:r>
              <a:rPr sz="3550" spc="204" dirty="0">
                <a:solidFill>
                  <a:srgbClr val="FF0000"/>
                </a:solidFill>
                <a:latin typeface="Symbol"/>
                <a:cs typeface="Symbol"/>
              </a:rPr>
              <a:t></a:t>
            </a:r>
            <a:r>
              <a:rPr sz="3550" spc="-5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550" i="1" spc="240" dirty="0">
                <a:solidFill>
                  <a:srgbClr val="FF0000"/>
                </a:solidFill>
                <a:latin typeface="Times New Roman"/>
                <a:cs typeface="Times New Roman"/>
              </a:rPr>
              <a:t>TQ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41167" y="1102515"/>
            <a:ext cx="14414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80" dirty="0"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02660" y="1731215"/>
            <a:ext cx="14414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80" dirty="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44630" y="833753"/>
            <a:ext cx="14414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i="1" spc="80" dirty="0">
                <a:latin typeface="Times New Roman"/>
                <a:cs typeface="Times New Roman"/>
              </a:rPr>
              <a:t>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62508" y="1463212"/>
            <a:ext cx="621665" cy="5568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25"/>
              </a:spcBef>
              <a:tabLst>
                <a:tab pos="490220" algn="l"/>
              </a:tabLst>
            </a:pPr>
            <a:r>
              <a:rPr sz="1700" i="1" spc="80" dirty="0">
                <a:latin typeface="Times New Roman"/>
                <a:cs typeface="Times New Roman"/>
              </a:rPr>
              <a:t>n	n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  <a:tabLst>
                <a:tab pos="485140" algn="l"/>
              </a:tabLst>
            </a:pPr>
            <a:r>
              <a:rPr sz="1700" spc="80" dirty="0">
                <a:latin typeface="Times New Roman"/>
                <a:cs typeface="Times New Roman"/>
              </a:rPr>
              <a:t>1	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73298" y="2092670"/>
            <a:ext cx="1046480" cy="5568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63550" algn="l"/>
                <a:tab pos="915035" algn="l"/>
              </a:tabLst>
            </a:pPr>
            <a:r>
              <a:rPr sz="1700" i="1" spc="80" dirty="0">
                <a:latin typeface="Times New Roman"/>
                <a:cs typeface="Times New Roman"/>
              </a:rPr>
              <a:t>n	n	n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  <a:tabLst>
                <a:tab pos="437515" algn="l"/>
                <a:tab pos="910590" algn="l"/>
              </a:tabLst>
            </a:pPr>
            <a:r>
              <a:rPr sz="1700" spc="80" dirty="0">
                <a:latin typeface="Times New Roman"/>
                <a:cs typeface="Times New Roman"/>
              </a:rPr>
              <a:t>2	1	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81405" y="213861"/>
            <a:ext cx="1208405" cy="4813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  <a:tabLst>
                <a:tab pos="686435" algn="l"/>
              </a:tabLst>
            </a:pPr>
            <a:r>
              <a:rPr sz="4425" spc="30" baseline="-4708" dirty="0">
                <a:latin typeface="Symbol"/>
                <a:cs typeface="Symbol"/>
              </a:rPr>
              <a:t></a:t>
            </a:r>
            <a:r>
              <a:rPr sz="2950" i="1" spc="20" dirty="0">
                <a:latin typeface="Times New Roman"/>
                <a:cs typeface="Times New Roman"/>
              </a:rPr>
              <a:t>T</a:t>
            </a:r>
            <a:r>
              <a:rPr sz="2550" spc="30" baseline="-26143" dirty="0">
                <a:latin typeface="Times New Roman"/>
                <a:cs typeface="Times New Roman"/>
              </a:rPr>
              <a:t>0	</a:t>
            </a:r>
            <a:r>
              <a:rPr sz="2950" spc="150" dirty="0">
                <a:latin typeface="Symbol"/>
                <a:cs typeface="Symbol"/>
              </a:rPr>
              <a:t></a:t>
            </a:r>
            <a:r>
              <a:rPr sz="2950" spc="-380" dirty="0">
                <a:latin typeface="Times New Roman"/>
                <a:cs typeface="Times New Roman"/>
              </a:rPr>
              <a:t> </a:t>
            </a:r>
            <a:r>
              <a:rPr sz="2950" spc="135" dirty="0">
                <a:latin typeface="Times New Roman"/>
                <a:cs typeface="Times New Roman"/>
              </a:rPr>
              <a:t>1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06805" y="607466"/>
            <a:ext cx="227965" cy="4813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950" spc="135" dirty="0">
                <a:latin typeface="Symbol"/>
                <a:cs typeface="Symbol"/>
              </a:rPr>
              <a:t>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96480" y="843351"/>
            <a:ext cx="1056640" cy="4813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430530" algn="l"/>
              </a:tabLst>
            </a:pPr>
            <a:r>
              <a:rPr sz="2950" i="1" spc="150" dirty="0">
                <a:latin typeface="Times New Roman"/>
                <a:cs typeface="Times New Roman"/>
              </a:rPr>
              <a:t>T	</a:t>
            </a:r>
            <a:r>
              <a:rPr sz="2950" spc="150" dirty="0">
                <a:latin typeface="Symbol"/>
                <a:cs typeface="Symbol"/>
              </a:rPr>
              <a:t></a:t>
            </a:r>
            <a:r>
              <a:rPr sz="2950" spc="-105" dirty="0">
                <a:latin typeface="Times New Roman"/>
                <a:cs typeface="Times New Roman"/>
              </a:rPr>
              <a:t> </a:t>
            </a:r>
            <a:r>
              <a:rPr sz="2950" spc="195" dirty="0">
                <a:latin typeface="Times New Roman"/>
                <a:cs typeface="Times New Roman"/>
              </a:rPr>
              <a:t>Q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06805" y="942107"/>
            <a:ext cx="514350" cy="4813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382905" algn="l"/>
              </a:tabLst>
            </a:pPr>
            <a:r>
              <a:rPr sz="2950" spc="135" dirty="0">
                <a:latin typeface="Symbol"/>
                <a:cs typeface="Symbol"/>
              </a:rPr>
              <a:t></a:t>
            </a:r>
            <a:r>
              <a:rPr sz="2950" spc="135" dirty="0">
                <a:latin typeface="Times New Roman"/>
                <a:cs typeface="Times New Roman"/>
              </a:rPr>
              <a:t>	</a:t>
            </a:r>
            <a:r>
              <a:rPr sz="1700" spc="80" dirty="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06805" y="1223155"/>
            <a:ext cx="227965" cy="4813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950" spc="135" dirty="0">
                <a:latin typeface="Symbol"/>
                <a:cs typeface="Symbol"/>
              </a:rPr>
              <a:t>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06805" y="1588430"/>
            <a:ext cx="215265" cy="4813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950" spc="30" dirty="0">
                <a:latin typeface="Symbol"/>
                <a:cs typeface="Symbol"/>
              </a:rPr>
              <a:t>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06805" y="1952917"/>
            <a:ext cx="215265" cy="4813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950" spc="30" dirty="0">
                <a:latin typeface="Symbol"/>
                <a:cs typeface="Symbol"/>
              </a:rPr>
              <a:t>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96480" y="1298903"/>
            <a:ext cx="1987550" cy="128460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  <a:tabLst>
                <a:tab pos="474980" algn="l"/>
                <a:tab pos="1242695" algn="l"/>
              </a:tabLst>
            </a:pPr>
            <a:r>
              <a:rPr sz="2950" i="1" spc="150" dirty="0">
                <a:latin typeface="Times New Roman"/>
                <a:cs typeface="Times New Roman"/>
              </a:rPr>
              <a:t>T	</a:t>
            </a:r>
            <a:r>
              <a:rPr sz="2950" spc="150" dirty="0">
                <a:latin typeface="Symbol"/>
                <a:cs typeface="Symbol"/>
              </a:rPr>
              <a:t></a:t>
            </a:r>
            <a:r>
              <a:rPr sz="2950" spc="-20" dirty="0">
                <a:latin typeface="Times New Roman"/>
                <a:cs typeface="Times New Roman"/>
              </a:rPr>
              <a:t> </a:t>
            </a:r>
            <a:r>
              <a:rPr sz="2950" spc="195" dirty="0">
                <a:latin typeface="Times New Roman"/>
                <a:cs typeface="Times New Roman"/>
              </a:rPr>
              <a:t>Q	Q</a:t>
            </a: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  <a:tabLst>
                <a:tab pos="460375" algn="l"/>
                <a:tab pos="1226820" algn="l"/>
                <a:tab pos="1678305" algn="l"/>
              </a:tabLst>
            </a:pPr>
            <a:r>
              <a:rPr sz="2950" i="1" spc="150" dirty="0">
                <a:latin typeface="Times New Roman"/>
                <a:cs typeface="Times New Roman"/>
              </a:rPr>
              <a:t>T	</a:t>
            </a:r>
            <a:r>
              <a:rPr sz="2950" spc="150" dirty="0">
                <a:latin typeface="Symbol"/>
                <a:cs typeface="Symbol"/>
              </a:rPr>
              <a:t></a:t>
            </a:r>
            <a:r>
              <a:rPr sz="2950" spc="-25" dirty="0">
                <a:latin typeface="Times New Roman"/>
                <a:cs typeface="Times New Roman"/>
              </a:rPr>
              <a:t> </a:t>
            </a:r>
            <a:r>
              <a:rPr sz="2950" spc="195" dirty="0">
                <a:latin typeface="Times New Roman"/>
                <a:cs typeface="Times New Roman"/>
              </a:rPr>
              <a:t>Q</a:t>
            </a:r>
            <a:r>
              <a:rPr sz="2950" dirty="0">
                <a:latin typeface="Times New Roman"/>
                <a:cs typeface="Times New Roman"/>
              </a:rPr>
              <a:t>	</a:t>
            </a:r>
            <a:r>
              <a:rPr sz="2950" spc="195" dirty="0">
                <a:latin typeface="Times New Roman"/>
                <a:cs typeface="Times New Roman"/>
              </a:rPr>
              <a:t>Q</a:t>
            </a:r>
            <a:r>
              <a:rPr sz="2950" dirty="0">
                <a:latin typeface="Times New Roman"/>
                <a:cs typeface="Times New Roman"/>
              </a:rPr>
              <a:t>	</a:t>
            </a:r>
            <a:r>
              <a:rPr sz="2950" spc="195" dirty="0">
                <a:latin typeface="Times New Roman"/>
                <a:cs typeface="Times New Roman"/>
              </a:rPr>
              <a:t>Q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06805" y="2203332"/>
            <a:ext cx="532765" cy="4813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400685" algn="l"/>
              </a:tabLst>
            </a:pPr>
            <a:r>
              <a:rPr sz="2950" spc="135" dirty="0">
                <a:latin typeface="Symbol"/>
                <a:cs typeface="Symbol"/>
              </a:rPr>
              <a:t></a:t>
            </a:r>
            <a:r>
              <a:rPr sz="2950" spc="135" dirty="0">
                <a:latin typeface="Times New Roman"/>
                <a:cs typeface="Times New Roman"/>
              </a:rPr>
              <a:t>	</a:t>
            </a:r>
            <a:r>
              <a:rPr sz="1700" spc="80" dirty="0"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32479" y="2966452"/>
            <a:ext cx="16954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105" dirty="0">
                <a:latin typeface="Times New Roman"/>
                <a:cs typeface="Times New Roman"/>
              </a:rPr>
              <a:t>0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70643" y="2657592"/>
            <a:ext cx="2302510" cy="570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1013460" algn="l"/>
                <a:tab pos="1880870" algn="l"/>
              </a:tabLst>
            </a:pPr>
            <a:r>
              <a:rPr sz="3550" i="1" spc="204" dirty="0">
                <a:latin typeface="Times New Roman"/>
                <a:cs typeface="Times New Roman"/>
              </a:rPr>
              <a:t>Q</a:t>
            </a:r>
            <a:r>
              <a:rPr sz="3075" i="1" spc="307" baseline="43360" dirty="0">
                <a:latin typeface="Times New Roman"/>
                <a:cs typeface="Times New Roman"/>
              </a:rPr>
              <a:t>n</a:t>
            </a:r>
            <a:r>
              <a:rPr sz="3075" spc="307" baseline="43360" dirty="0">
                <a:latin typeface="Symbol"/>
                <a:cs typeface="Symbol"/>
              </a:rPr>
              <a:t></a:t>
            </a:r>
            <a:r>
              <a:rPr sz="3075" spc="307" baseline="43360" dirty="0">
                <a:latin typeface="Times New Roman"/>
                <a:cs typeface="Times New Roman"/>
              </a:rPr>
              <a:t>1	</a:t>
            </a:r>
            <a:r>
              <a:rPr sz="3550" spc="200" dirty="0">
                <a:latin typeface="Symbol"/>
                <a:cs typeface="Symbol"/>
              </a:rPr>
              <a:t></a:t>
            </a:r>
            <a:r>
              <a:rPr sz="3550" spc="-240" dirty="0">
                <a:latin typeface="Times New Roman"/>
                <a:cs typeface="Times New Roman"/>
              </a:rPr>
              <a:t> </a:t>
            </a:r>
            <a:r>
              <a:rPr sz="3550" i="1" spc="204" dirty="0">
                <a:latin typeface="Times New Roman"/>
                <a:cs typeface="Times New Roman"/>
              </a:rPr>
              <a:t>T	</a:t>
            </a:r>
            <a:r>
              <a:rPr sz="3550" spc="285" dirty="0">
                <a:latin typeface="Symbol"/>
                <a:cs typeface="Symbol"/>
              </a:rPr>
              <a:t></a:t>
            </a:r>
            <a:endParaRPr sz="355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931766" y="3444909"/>
            <a:ext cx="6536690" cy="24472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6835">
              <a:lnSpc>
                <a:spcPts val="3340"/>
              </a:lnSpc>
              <a:spcBef>
                <a:spcPts val="110"/>
              </a:spcBef>
              <a:tabLst>
                <a:tab pos="1051560" algn="l"/>
                <a:tab pos="1869439" algn="l"/>
                <a:tab pos="3011170" algn="l"/>
                <a:tab pos="4038600" algn="l"/>
              </a:tabLst>
            </a:pPr>
            <a:r>
              <a:rPr sz="3550" i="1" spc="204" dirty="0">
                <a:latin typeface="Times New Roman"/>
                <a:cs typeface="Times New Roman"/>
              </a:rPr>
              <a:t>Q</a:t>
            </a:r>
            <a:r>
              <a:rPr sz="3075" i="1" spc="307" baseline="43360" dirty="0">
                <a:latin typeface="Times New Roman"/>
                <a:cs typeface="Times New Roman"/>
              </a:rPr>
              <a:t>n</a:t>
            </a:r>
            <a:r>
              <a:rPr sz="3075" spc="307" baseline="43360" dirty="0">
                <a:latin typeface="Symbol"/>
                <a:cs typeface="Symbol"/>
              </a:rPr>
              <a:t></a:t>
            </a:r>
            <a:r>
              <a:rPr sz="3075" spc="307" baseline="43360" dirty="0">
                <a:latin typeface="Times New Roman"/>
                <a:cs typeface="Times New Roman"/>
              </a:rPr>
              <a:t>1	</a:t>
            </a:r>
            <a:r>
              <a:rPr sz="3550" spc="200" dirty="0">
                <a:latin typeface="Symbol"/>
                <a:cs typeface="Symbol"/>
              </a:rPr>
              <a:t></a:t>
            </a:r>
            <a:r>
              <a:rPr sz="3550" spc="-240" dirty="0">
                <a:latin typeface="Times New Roman"/>
                <a:cs typeface="Times New Roman"/>
              </a:rPr>
              <a:t> </a:t>
            </a:r>
            <a:r>
              <a:rPr sz="3550" i="1" spc="200" dirty="0">
                <a:latin typeface="Times New Roman"/>
                <a:cs typeface="Times New Roman"/>
              </a:rPr>
              <a:t>T	</a:t>
            </a:r>
            <a:r>
              <a:rPr sz="3550" spc="280" dirty="0">
                <a:latin typeface="Symbol"/>
                <a:cs typeface="Symbol"/>
              </a:rPr>
              <a:t></a:t>
            </a:r>
            <a:r>
              <a:rPr sz="3550" spc="-370" dirty="0">
                <a:latin typeface="Times New Roman"/>
                <a:cs typeface="Times New Roman"/>
              </a:rPr>
              <a:t> </a:t>
            </a:r>
            <a:r>
              <a:rPr sz="3550" i="1" spc="275" dirty="0">
                <a:latin typeface="Times New Roman"/>
                <a:cs typeface="Times New Roman"/>
              </a:rPr>
              <a:t>Q</a:t>
            </a:r>
            <a:r>
              <a:rPr sz="3075" i="1" spc="412" baseline="43360" dirty="0">
                <a:latin typeface="Times New Roman"/>
                <a:cs typeface="Times New Roman"/>
              </a:rPr>
              <a:t>n	</a:t>
            </a:r>
            <a:r>
              <a:rPr sz="3550" spc="200" dirty="0">
                <a:latin typeface="Symbol"/>
                <a:cs typeface="Symbol"/>
              </a:rPr>
              <a:t></a:t>
            </a:r>
            <a:r>
              <a:rPr sz="3550" spc="-120" dirty="0">
                <a:latin typeface="Times New Roman"/>
                <a:cs typeface="Times New Roman"/>
              </a:rPr>
              <a:t> </a:t>
            </a:r>
            <a:r>
              <a:rPr sz="3550" i="1" spc="275" dirty="0">
                <a:latin typeface="Times New Roman"/>
                <a:cs typeface="Times New Roman"/>
              </a:rPr>
              <a:t>Q</a:t>
            </a:r>
            <a:r>
              <a:rPr sz="3075" i="1" spc="412" baseline="43360" dirty="0">
                <a:latin typeface="Times New Roman"/>
                <a:cs typeface="Times New Roman"/>
              </a:rPr>
              <a:t>n	</a:t>
            </a:r>
            <a:r>
              <a:rPr sz="3550" spc="280" dirty="0">
                <a:latin typeface="Symbol"/>
                <a:cs typeface="Symbol"/>
              </a:rPr>
              <a:t></a:t>
            </a:r>
            <a:r>
              <a:rPr sz="3550" spc="-470" dirty="0">
                <a:latin typeface="Times New Roman"/>
                <a:cs typeface="Times New Roman"/>
              </a:rPr>
              <a:t> </a:t>
            </a:r>
            <a:r>
              <a:rPr sz="3550" i="1" spc="275" dirty="0">
                <a:latin typeface="Times New Roman"/>
                <a:cs typeface="Times New Roman"/>
              </a:rPr>
              <a:t>Q</a:t>
            </a:r>
            <a:r>
              <a:rPr sz="3075" i="1" spc="412" baseline="43360" dirty="0">
                <a:latin typeface="Times New Roman"/>
                <a:cs typeface="Times New Roman"/>
              </a:rPr>
              <a:t>n</a:t>
            </a:r>
            <a:endParaRPr sz="3075" baseline="43360">
              <a:latin typeface="Times New Roman"/>
              <a:cs typeface="Times New Roman"/>
            </a:endParaRPr>
          </a:p>
          <a:p>
            <a:pPr marL="386080">
              <a:lnSpc>
                <a:spcPts val="1540"/>
              </a:lnSpc>
              <a:tabLst>
                <a:tab pos="1623695" algn="l"/>
                <a:tab pos="2626995" algn="l"/>
                <a:tab pos="3719829" algn="l"/>
                <a:tab pos="4796155" algn="l"/>
              </a:tabLst>
            </a:pPr>
            <a:r>
              <a:rPr sz="2050" spc="105" dirty="0">
                <a:latin typeface="Times New Roman"/>
                <a:cs typeface="Times New Roman"/>
              </a:rPr>
              <a:t>1	1	1	0	1</a:t>
            </a: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00">
              <a:latin typeface="Times New Roman"/>
              <a:cs typeface="Times New Roman"/>
            </a:endParaRPr>
          </a:p>
          <a:p>
            <a:pPr marL="76200">
              <a:lnSpc>
                <a:spcPts val="3340"/>
              </a:lnSpc>
              <a:tabLst>
                <a:tab pos="1050925" algn="l"/>
                <a:tab pos="1920875" algn="l"/>
                <a:tab pos="3063240" algn="l"/>
              </a:tabLst>
            </a:pPr>
            <a:r>
              <a:rPr sz="3550" i="1" spc="204" dirty="0">
                <a:latin typeface="Times New Roman"/>
                <a:cs typeface="Times New Roman"/>
              </a:rPr>
              <a:t>Q</a:t>
            </a:r>
            <a:r>
              <a:rPr sz="3075" i="1" spc="307" baseline="43360" dirty="0">
                <a:latin typeface="Times New Roman"/>
                <a:cs typeface="Times New Roman"/>
              </a:rPr>
              <a:t>n</a:t>
            </a:r>
            <a:r>
              <a:rPr sz="3075" spc="307" baseline="43360" dirty="0">
                <a:latin typeface="Symbol"/>
                <a:cs typeface="Symbol"/>
              </a:rPr>
              <a:t></a:t>
            </a:r>
            <a:r>
              <a:rPr sz="3075" spc="307" baseline="43360" dirty="0">
                <a:latin typeface="Times New Roman"/>
                <a:cs typeface="Times New Roman"/>
              </a:rPr>
              <a:t>1	</a:t>
            </a:r>
            <a:r>
              <a:rPr sz="3550" spc="200" dirty="0">
                <a:latin typeface="Symbol"/>
                <a:cs typeface="Symbol"/>
              </a:rPr>
              <a:t></a:t>
            </a:r>
            <a:r>
              <a:rPr sz="3550" spc="-254" dirty="0">
                <a:latin typeface="Times New Roman"/>
                <a:cs typeface="Times New Roman"/>
              </a:rPr>
              <a:t> </a:t>
            </a:r>
            <a:r>
              <a:rPr sz="3550" i="1" spc="204" dirty="0">
                <a:latin typeface="Times New Roman"/>
                <a:cs typeface="Times New Roman"/>
              </a:rPr>
              <a:t>T	</a:t>
            </a:r>
            <a:r>
              <a:rPr sz="3550" spc="285" dirty="0">
                <a:latin typeface="Symbol"/>
                <a:cs typeface="Symbol"/>
              </a:rPr>
              <a:t></a:t>
            </a:r>
            <a:r>
              <a:rPr sz="3550" spc="-385" dirty="0">
                <a:latin typeface="Times New Roman"/>
                <a:cs typeface="Times New Roman"/>
              </a:rPr>
              <a:t> </a:t>
            </a:r>
            <a:r>
              <a:rPr sz="3550" i="1" spc="280" dirty="0">
                <a:latin typeface="Times New Roman"/>
                <a:cs typeface="Times New Roman"/>
              </a:rPr>
              <a:t>Q</a:t>
            </a:r>
            <a:r>
              <a:rPr sz="3075" i="1" spc="419" baseline="43360" dirty="0">
                <a:latin typeface="Times New Roman"/>
                <a:cs typeface="Times New Roman"/>
              </a:rPr>
              <a:t>n	</a:t>
            </a:r>
            <a:r>
              <a:rPr sz="3550" spc="200" dirty="0">
                <a:latin typeface="Symbol"/>
                <a:cs typeface="Symbol"/>
              </a:rPr>
              <a:t></a:t>
            </a:r>
            <a:r>
              <a:rPr sz="3550" spc="-85" dirty="0">
                <a:latin typeface="Times New Roman"/>
                <a:cs typeface="Times New Roman"/>
              </a:rPr>
              <a:t> </a:t>
            </a:r>
            <a:r>
              <a:rPr sz="3550" spc="254" dirty="0">
                <a:latin typeface="Times New Roman"/>
                <a:cs typeface="Times New Roman"/>
              </a:rPr>
              <a:t>(</a:t>
            </a:r>
            <a:r>
              <a:rPr sz="3550" i="1" spc="254" dirty="0">
                <a:latin typeface="Times New Roman"/>
                <a:cs typeface="Times New Roman"/>
              </a:rPr>
              <a:t>Q</a:t>
            </a:r>
            <a:r>
              <a:rPr sz="3075" i="1" spc="382" baseline="43360" dirty="0">
                <a:latin typeface="Times New Roman"/>
                <a:cs typeface="Times New Roman"/>
              </a:rPr>
              <a:t>n</a:t>
            </a:r>
            <a:r>
              <a:rPr sz="3550" i="1" spc="254" dirty="0">
                <a:latin typeface="Times New Roman"/>
                <a:cs typeface="Times New Roman"/>
              </a:rPr>
              <a:t>Q</a:t>
            </a:r>
            <a:r>
              <a:rPr sz="3075" i="1" spc="382" baseline="43360" dirty="0">
                <a:latin typeface="Times New Roman"/>
                <a:cs typeface="Times New Roman"/>
              </a:rPr>
              <a:t>n</a:t>
            </a:r>
            <a:r>
              <a:rPr sz="3075" i="1" spc="-75" baseline="43360" dirty="0">
                <a:latin typeface="Times New Roman"/>
                <a:cs typeface="Times New Roman"/>
              </a:rPr>
              <a:t> </a:t>
            </a:r>
            <a:r>
              <a:rPr sz="3550" spc="120" dirty="0">
                <a:latin typeface="Times New Roman"/>
                <a:cs typeface="Times New Roman"/>
              </a:rPr>
              <a:t>)</a:t>
            </a:r>
            <a:r>
              <a:rPr sz="3550" spc="-330" dirty="0">
                <a:latin typeface="Times New Roman"/>
                <a:cs typeface="Times New Roman"/>
              </a:rPr>
              <a:t> </a:t>
            </a:r>
            <a:r>
              <a:rPr sz="3550" spc="285" dirty="0">
                <a:latin typeface="Symbol"/>
                <a:cs typeface="Symbol"/>
              </a:rPr>
              <a:t></a:t>
            </a:r>
            <a:r>
              <a:rPr sz="3550" spc="-405" dirty="0">
                <a:latin typeface="Times New Roman"/>
                <a:cs typeface="Times New Roman"/>
              </a:rPr>
              <a:t> </a:t>
            </a:r>
            <a:r>
              <a:rPr sz="3550" i="1" spc="280" dirty="0">
                <a:latin typeface="Times New Roman"/>
                <a:cs typeface="Times New Roman"/>
              </a:rPr>
              <a:t>Q</a:t>
            </a:r>
            <a:r>
              <a:rPr sz="3075" i="1" spc="419" baseline="43360" dirty="0">
                <a:latin typeface="Times New Roman"/>
                <a:cs typeface="Times New Roman"/>
              </a:rPr>
              <a:t>n</a:t>
            </a:r>
            <a:endParaRPr sz="3075" baseline="43360">
              <a:latin typeface="Times New Roman"/>
              <a:cs typeface="Times New Roman"/>
            </a:endParaRPr>
          </a:p>
          <a:p>
            <a:pPr marL="416559">
              <a:lnSpc>
                <a:spcPts val="1540"/>
              </a:lnSpc>
              <a:tabLst>
                <a:tab pos="1653539" algn="l"/>
                <a:tab pos="2708910" algn="l"/>
                <a:tab pos="3940175" algn="l"/>
                <a:tab pos="4451985" algn="l"/>
                <a:tab pos="5755640" algn="l"/>
              </a:tabLst>
            </a:pPr>
            <a:r>
              <a:rPr sz="2050" spc="105" dirty="0">
                <a:latin typeface="Times New Roman"/>
                <a:cs typeface="Times New Roman"/>
              </a:rPr>
              <a:t>2	2	2	0	1	2</a:t>
            </a: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00">
              <a:latin typeface="Times New Roman"/>
              <a:cs typeface="Times New Roman"/>
            </a:endParaRPr>
          </a:p>
          <a:p>
            <a:pPr marL="76835">
              <a:lnSpc>
                <a:spcPts val="3340"/>
              </a:lnSpc>
              <a:tabLst>
                <a:tab pos="1052830" algn="l"/>
                <a:tab pos="1906270" algn="l"/>
                <a:tab pos="3048635" algn="l"/>
              </a:tabLst>
            </a:pPr>
            <a:r>
              <a:rPr sz="3550" i="1" spc="204" dirty="0">
                <a:latin typeface="Times New Roman"/>
                <a:cs typeface="Times New Roman"/>
              </a:rPr>
              <a:t>Q</a:t>
            </a:r>
            <a:r>
              <a:rPr sz="3075" i="1" spc="307" baseline="43360" dirty="0">
                <a:latin typeface="Times New Roman"/>
                <a:cs typeface="Times New Roman"/>
              </a:rPr>
              <a:t>n</a:t>
            </a:r>
            <a:r>
              <a:rPr sz="3075" spc="307" baseline="43360" dirty="0">
                <a:latin typeface="Symbol"/>
                <a:cs typeface="Symbol"/>
              </a:rPr>
              <a:t></a:t>
            </a:r>
            <a:r>
              <a:rPr sz="3075" spc="307" baseline="43360" dirty="0">
                <a:latin typeface="Times New Roman"/>
                <a:cs typeface="Times New Roman"/>
              </a:rPr>
              <a:t>1	</a:t>
            </a:r>
            <a:r>
              <a:rPr sz="3550" spc="200" dirty="0">
                <a:latin typeface="Symbol"/>
                <a:cs typeface="Symbol"/>
              </a:rPr>
              <a:t></a:t>
            </a:r>
            <a:r>
              <a:rPr sz="3550" spc="-240" dirty="0">
                <a:latin typeface="Times New Roman"/>
                <a:cs typeface="Times New Roman"/>
              </a:rPr>
              <a:t> </a:t>
            </a:r>
            <a:r>
              <a:rPr sz="3550" i="1" spc="200" dirty="0">
                <a:latin typeface="Times New Roman"/>
                <a:cs typeface="Times New Roman"/>
              </a:rPr>
              <a:t>T	</a:t>
            </a:r>
            <a:r>
              <a:rPr sz="3550" spc="280" dirty="0">
                <a:latin typeface="Symbol"/>
                <a:cs typeface="Symbol"/>
              </a:rPr>
              <a:t></a:t>
            </a:r>
            <a:r>
              <a:rPr sz="3550" spc="-370" dirty="0">
                <a:latin typeface="Times New Roman"/>
                <a:cs typeface="Times New Roman"/>
              </a:rPr>
              <a:t> </a:t>
            </a:r>
            <a:r>
              <a:rPr sz="3550" i="1" spc="275" dirty="0">
                <a:latin typeface="Times New Roman"/>
                <a:cs typeface="Times New Roman"/>
              </a:rPr>
              <a:t>Q</a:t>
            </a:r>
            <a:r>
              <a:rPr sz="3075" i="1" spc="412" baseline="43360" dirty="0">
                <a:latin typeface="Times New Roman"/>
                <a:cs typeface="Times New Roman"/>
              </a:rPr>
              <a:t>n	</a:t>
            </a:r>
            <a:r>
              <a:rPr sz="3550" spc="200" dirty="0">
                <a:latin typeface="Symbol"/>
                <a:cs typeface="Symbol"/>
              </a:rPr>
              <a:t></a:t>
            </a:r>
            <a:r>
              <a:rPr sz="3550" spc="-75" dirty="0">
                <a:latin typeface="Times New Roman"/>
                <a:cs typeface="Times New Roman"/>
              </a:rPr>
              <a:t> </a:t>
            </a:r>
            <a:r>
              <a:rPr sz="3550" spc="280" dirty="0">
                <a:latin typeface="Times New Roman"/>
                <a:cs typeface="Times New Roman"/>
              </a:rPr>
              <a:t>(</a:t>
            </a:r>
            <a:r>
              <a:rPr sz="3550" i="1" spc="280" dirty="0">
                <a:latin typeface="Times New Roman"/>
                <a:cs typeface="Times New Roman"/>
              </a:rPr>
              <a:t>Q</a:t>
            </a:r>
            <a:r>
              <a:rPr sz="3075" i="1" spc="419" baseline="43360" dirty="0">
                <a:latin typeface="Times New Roman"/>
                <a:cs typeface="Times New Roman"/>
              </a:rPr>
              <a:t>n</a:t>
            </a:r>
            <a:r>
              <a:rPr sz="3550" i="1" spc="280" dirty="0">
                <a:latin typeface="Times New Roman"/>
                <a:cs typeface="Times New Roman"/>
              </a:rPr>
              <a:t>Q</a:t>
            </a:r>
            <a:r>
              <a:rPr sz="3075" i="1" spc="419" baseline="43360" dirty="0">
                <a:latin typeface="Times New Roman"/>
                <a:cs typeface="Times New Roman"/>
              </a:rPr>
              <a:t>n</a:t>
            </a:r>
            <a:r>
              <a:rPr sz="3550" i="1" spc="280" dirty="0">
                <a:latin typeface="Times New Roman"/>
                <a:cs typeface="Times New Roman"/>
              </a:rPr>
              <a:t>Q</a:t>
            </a:r>
            <a:r>
              <a:rPr sz="3075" i="1" spc="419" baseline="43360" dirty="0">
                <a:latin typeface="Times New Roman"/>
                <a:cs typeface="Times New Roman"/>
              </a:rPr>
              <a:t>n</a:t>
            </a:r>
            <a:r>
              <a:rPr sz="3075" i="1" spc="-75" baseline="43360" dirty="0">
                <a:latin typeface="Times New Roman"/>
                <a:cs typeface="Times New Roman"/>
              </a:rPr>
              <a:t> </a:t>
            </a:r>
            <a:r>
              <a:rPr sz="3550" spc="120" dirty="0">
                <a:latin typeface="Times New Roman"/>
                <a:cs typeface="Times New Roman"/>
              </a:rPr>
              <a:t>)</a:t>
            </a:r>
            <a:r>
              <a:rPr sz="3550" spc="-340" dirty="0">
                <a:latin typeface="Times New Roman"/>
                <a:cs typeface="Times New Roman"/>
              </a:rPr>
              <a:t> </a:t>
            </a:r>
            <a:r>
              <a:rPr sz="3550" spc="280" dirty="0">
                <a:latin typeface="Symbol"/>
                <a:cs typeface="Symbol"/>
              </a:rPr>
              <a:t></a:t>
            </a:r>
            <a:r>
              <a:rPr sz="3550" spc="-390" dirty="0">
                <a:latin typeface="Times New Roman"/>
                <a:cs typeface="Times New Roman"/>
              </a:rPr>
              <a:t> </a:t>
            </a:r>
            <a:r>
              <a:rPr sz="3550" i="1" spc="280" dirty="0">
                <a:latin typeface="Times New Roman"/>
                <a:cs typeface="Times New Roman"/>
              </a:rPr>
              <a:t>Q</a:t>
            </a:r>
            <a:r>
              <a:rPr sz="3075" i="1" spc="419" baseline="43360" dirty="0">
                <a:latin typeface="Times New Roman"/>
                <a:cs typeface="Times New Roman"/>
              </a:rPr>
              <a:t>n</a:t>
            </a:r>
            <a:endParaRPr sz="3075" baseline="43360">
              <a:latin typeface="Times New Roman"/>
              <a:cs typeface="Times New Roman"/>
            </a:endParaRPr>
          </a:p>
          <a:p>
            <a:pPr marL="408305">
              <a:lnSpc>
                <a:spcPts val="1540"/>
              </a:lnSpc>
              <a:tabLst>
                <a:tab pos="1646555" algn="l"/>
                <a:tab pos="2684780" algn="l"/>
                <a:tab pos="3930015" algn="l"/>
                <a:tab pos="4439285" algn="l"/>
                <a:tab pos="5006340" algn="l"/>
                <a:tab pos="6275705" algn="l"/>
              </a:tabLst>
            </a:pPr>
            <a:r>
              <a:rPr sz="2050" spc="105" dirty="0">
                <a:latin typeface="Times New Roman"/>
                <a:cs typeface="Times New Roman"/>
              </a:rPr>
              <a:t>3	3	3	2	1	0	3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326635" y="982217"/>
            <a:ext cx="4912995" cy="0"/>
          </a:xfrm>
          <a:custGeom>
            <a:avLst/>
            <a:gdLst/>
            <a:ahLst/>
            <a:cxnLst/>
            <a:rect l="l" t="t" r="r" b="b"/>
            <a:pathLst>
              <a:path w="4912995">
                <a:moveTo>
                  <a:pt x="0" y="0"/>
                </a:moveTo>
                <a:lnTo>
                  <a:pt x="4912614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895350" cy="0"/>
          </a:xfrm>
          <a:custGeom>
            <a:avLst/>
            <a:gdLst/>
            <a:ahLst/>
            <a:cxnLst/>
            <a:rect l="l" t="t" r="r" b="b"/>
            <a:pathLst>
              <a:path w="895350">
                <a:moveTo>
                  <a:pt x="0" y="0"/>
                </a:moveTo>
                <a:lnTo>
                  <a:pt x="895350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85316" y="598931"/>
            <a:ext cx="2941320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39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latin typeface="华文楷体"/>
                <a:cs typeface="华文楷体"/>
              </a:rPr>
              <a:t>3</a:t>
            </a:r>
            <a:r>
              <a:rPr sz="3200" spc="-35" dirty="0">
                <a:latin typeface="华文楷体"/>
                <a:cs typeface="华文楷体"/>
              </a:rPr>
              <a:t> </a:t>
            </a:r>
            <a:r>
              <a:rPr sz="3200" i="1" dirty="0">
                <a:latin typeface="华文楷体"/>
                <a:cs typeface="华文楷体"/>
              </a:rPr>
              <a:t>画状态转换图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28971" y="124971"/>
            <a:ext cx="270510" cy="0"/>
          </a:xfrm>
          <a:custGeom>
            <a:avLst/>
            <a:gdLst/>
            <a:ahLst/>
            <a:cxnLst/>
            <a:rect l="l" t="t" r="r" b="b"/>
            <a:pathLst>
              <a:path w="270509">
                <a:moveTo>
                  <a:pt x="0" y="0"/>
                </a:moveTo>
                <a:lnTo>
                  <a:pt x="270386" y="0"/>
                </a:lnTo>
              </a:path>
            </a:pathLst>
          </a:custGeom>
          <a:ln w="190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955315" y="346961"/>
            <a:ext cx="130238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169670" algn="l"/>
              </a:tabLst>
            </a:pPr>
            <a:r>
              <a:rPr sz="1700" spc="90" dirty="0">
                <a:latin typeface="Times New Roman"/>
                <a:cs typeface="Times New Roman"/>
              </a:rPr>
              <a:t>0	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32920" y="977394"/>
            <a:ext cx="218694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156970" algn="l"/>
                <a:tab pos="2054225" algn="l"/>
              </a:tabLst>
            </a:pPr>
            <a:r>
              <a:rPr sz="1700" spc="90" dirty="0">
                <a:latin typeface="Times New Roman"/>
                <a:cs typeface="Times New Roman"/>
              </a:rPr>
              <a:t>1	0	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18214" y="1607037"/>
            <a:ext cx="57213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39420" algn="l"/>
              </a:tabLst>
            </a:pPr>
            <a:r>
              <a:rPr sz="1700" spc="90" dirty="0">
                <a:latin typeface="Times New Roman"/>
                <a:cs typeface="Times New Roman"/>
              </a:rPr>
              <a:t>0	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32186" y="1607038"/>
            <a:ext cx="14541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90" dirty="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21487" y="2237455"/>
            <a:ext cx="104013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35609" algn="l"/>
                <a:tab pos="907415" algn="l"/>
              </a:tabLst>
            </a:pPr>
            <a:r>
              <a:rPr sz="1700" spc="90" dirty="0">
                <a:latin typeface="Times New Roman"/>
                <a:cs typeface="Times New Roman"/>
              </a:rPr>
              <a:t>2	1	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74028" y="2237455"/>
            <a:ext cx="14541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90" dirty="0"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57226" y="1338488"/>
            <a:ext cx="59436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61645" algn="l"/>
              </a:tabLst>
            </a:pPr>
            <a:r>
              <a:rPr sz="1700" i="1" spc="90" dirty="0">
                <a:latin typeface="Times New Roman"/>
                <a:cs typeface="Times New Roman"/>
              </a:rPr>
              <a:t>n	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67853" y="1338488"/>
            <a:ext cx="14541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i="1" spc="90" dirty="0">
                <a:latin typeface="Times New Roman"/>
                <a:cs typeface="Times New Roman"/>
              </a:rPr>
              <a:t>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57226" y="1968921"/>
            <a:ext cx="104394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61645" algn="l"/>
                <a:tab pos="911225" algn="l"/>
              </a:tabLst>
            </a:pPr>
            <a:r>
              <a:rPr sz="1700" i="1" spc="90" dirty="0">
                <a:latin typeface="Times New Roman"/>
                <a:cs typeface="Times New Roman"/>
              </a:rPr>
              <a:t>n	n	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17172" y="1968921"/>
            <a:ext cx="14541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i="1" spc="90" dirty="0">
                <a:latin typeface="Times New Roman"/>
                <a:cs typeface="Times New Roman"/>
              </a:rPr>
              <a:t>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94309" y="1338488"/>
            <a:ext cx="40132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i="1" spc="204" dirty="0">
                <a:latin typeface="Times New Roman"/>
                <a:cs typeface="Times New Roman"/>
              </a:rPr>
              <a:t>n</a:t>
            </a:r>
            <a:r>
              <a:rPr sz="1700" spc="20" dirty="0">
                <a:latin typeface="Symbol"/>
                <a:cs typeface="Symbol"/>
              </a:rPr>
              <a:t></a:t>
            </a:r>
            <a:r>
              <a:rPr sz="1700" spc="90" dirty="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58641" y="1508879"/>
            <a:ext cx="436880" cy="74930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700" spc="90" dirty="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  <a:p>
            <a:pPr marL="48260">
              <a:lnSpc>
                <a:spcPct val="100000"/>
              </a:lnSpc>
              <a:spcBef>
                <a:spcPts val="810"/>
              </a:spcBef>
            </a:pPr>
            <a:r>
              <a:rPr sz="1700" i="1" spc="204" dirty="0">
                <a:latin typeface="Times New Roman"/>
                <a:cs typeface="Times New Roman"/>
              </a:rPr>
              <a:t>n</a:t>
            </a:r>
            <a:r>
              <a:rPr sz="1700" spc="20" dirty="0">
                <a:latin typeface="Symbol"/>
                <a:cs typeface="Symbol"/>
              </a:rPr>
              <a:t></a:t>
            </a:r>
            <a:r>
              <a:rPr sz="1700" spc="90" dirty="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48020" y="0"/>
            <a:ext cx="1838325" cy="481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4500" spc="225" baseline="-7407" dirty="0">
                <a:latin typeface="Symbol"/>
                <a:cs typeface="Symbol"/>
              </a:rPr>
              <a:t></a:t>
            </a:r>
            <a:r>
              <a:rPr sz="4500" i="1" spc="225" baseline="-25000" dirty="0">
                <a:latin typeface="Times New Roman"/>
                <a:cs typeface="Times New Roman"/>
              </a:rPr>
              <a:t>Q</a:t>
            </a:r>
            <a:r>
              <a:rPr sz="1700" i="1" spc="150" dirty="0">
                <a:latin typeface="Times New Roman"/>
                <a:cs typeface="Times New Roman"/>
              </a:rPr>
              <a:t>n</a:t>
            </a:r>
            <a:r>
              <a:rPr sz="1700" spc="150" dirty="0">
                <a:latin typeface="Symbol"/>
                <a:cs typeface="Symbol"/>
              </a:rPr>
              <a:t></a:t>
            </a:r>
            <a:r>
              <a:rPr sz="1700" spc="150" dirty="0">
                <a:latin typeface="Times New Roman"/>
                <a:cs typeface="Times New Roman"/>
              </a:rPr>
              <a:t>1 </a:t>
            </a:r>
            <a:r>
              <a:rPr sz="4500" spc="202" baseline="-25000" dirty="0">
                <a:latin typeface="Symbol"/>
                <a:cs typeface="Symbol"/>
              </a:rPr>
              <a:t></a:t>
            </a:r>
            <a:r>
              <a:rPr sz="4500" spc="-600" baseline="-25000" dirty="0">
                <a:latin typeface="Times New Roman"/>
                <a:cs typeface="Times New Roman"/>
              </a:rPr>
              <a:t> </a:t>
            </a:r>
            <a:r>
              <a:rPr sz="4500" i="1" spc="322" baseline="-25000" dirty="0">
                <a:latin typeface="Times New Roman"/>
                <a:cs typeface="Times New Roman"/>
              </a:rPr>
              <a:t>Q</a:t>
            </a:r>
            <a:r>
              <a:rPr sz="2550" i="1" spc="322" baseline="26143" dirty="0">
                <a:latin typeface="Times New Roman"/>
                <a:cs typeface="Times New Roman"/>
              </a:rPr>
              <a:t>n</a:t>
            </a:r>
            <a:endParaRPr sz="2550" baseline="26143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73420" y="333617"/>
            <a:ext cx="229870" cy="481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spc="120" dirty="0">
                <a:latin typeface="Symbol"/>
                <a:cs typeface="Symbol"/>
              </a:rPr>
              <a:t>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48020" y="547831"/>
            <a:ext cx="2757805" cy="481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4500" spc="225" baseline="-22222" dirty="0">
                <a:latin typeface="Symbol"/>
                <a:cs typeface="Symbol"/>
              </a:rPr>
              <a:t></a:t>
            </a:r>
            <a:r>
              <a:rPr sz="4500" i="1" spc="225" baseline="-25000" dirty="0">
                <a:latin typeface="Times New Roman"/>
                <a:cs typeface="Times New Roman"/>
              </a:rPr>
              <a:t>Q</a:t>
            </a:r>
            <a:r>
              <a:rPr sz="1700" i="1" spc="150" dirty="0">
                <a:latin typeface="Times New Roman"/>
                <a:cs typeface="Times New Roman"/>
              </a:rPr>
              <a:t>n</a:t>
            </a:r>
            <a:r>
              <a:rPr sz="1700" spc="150" dirty="0">
                <a:latin typeface="Symbol"/>
                <a:cs typeface="Symbol"/>
              </a:rPr>
              <a:t></a:t>
            </a:r>
            <a:r>
              <a:rPr sz="1700" spc="150" dirty="0">
                <a:latin typeface="Times New Roman"/>
                <a:cs typeface="Times New Roman"/>
              </a:rPr>
              <a:t>1 </a:t>
            </a:r>
            <a:r>
              <a:rPr sz="4500" spc="202" baseline="-25000" dirty="0">
                <a:latin typeface="Symbol"/>
                <a:cs typeface="Symbol"/>
              </a:rPr>
              <a:t></a:t>
            </a:r>
            <a:r>
              <a:rPr sz="4500" spc="202" baseline="-25000" dirty="0">
                <a:latin typeface="Times New Roman"/>
                <a:cs typeface="Times New Roman"/>
              </a:rPr>
              <a:t> </a:t>
            </a:r>
            <a:r>
              <a:rPr sz="4500" i="1" spc="322" baseline="-25000" dirty="0">
                <a:latin typeface="Times New Roman"/>
                <a:cs typeface="Times New Roman"/>
              </a:rPr>
              <a:t>Q</a:t>
            </a:r>
            <a:r>
              <a:rPr sz="1700" i="1" spc="215" dirty="0">
                <a:latin typeface="Times New Roman"/>
                <a:cs typeface="Times New Roman"/>
              </a:rPr>
              <a:t>n </a:t>
            </a:r>
            <a:r>
              <a:rPr sz="4500" spc="284" baseline="-25000" dirty="0">
                <a:latin typeface="Symbol"/>
                <a:cs typeface="Symbol"/>
              </a:rPr>
              <a:t></a:t>
            </a:r>
            <a:r>
              <a:rPr sz="4500" spc="-89" baseline="-25000" dirty="0">
                <a:latin typeface="Times New Roman"/>
                <a:cs typeface="Times New Roman"/>
              </a:rPr>
              <a:t> </a:t>
            </a:r>
            <a:r>
              <a:rPr sz="4500" i="1" spc="322" baseline="-25000" dirty="0">
                <a:latin typeface="Times New Roman"/>
                <a:cs typeface="Times New Roman"/>
              </a:rPr>
              <a:t>Q</a:t>
            </a:r>
            <a:r>
              <a:rPr sz="1700" i="1" spc="215" dirty="0">
                <a:latin typeface="Times New Roman"/>
                <a:cs typeface="Times New Roman"/>
              </a:rPr>
              <a:t>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73420" y="1024474"/>
            <a:ext cx="229870" cy="481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spc="120" dirty="0">
                <a:latin typeface="Symbol"/>
                <a:cs typeface="Symbol"/>
              </a:rPr>
              <a:t>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73421" y="1389387"/>
            <a:ext cx="229870" cy="481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spc="120" dirty="0">
                <a:latin typeface="Symbol"/>
                <a:cs typeface="Symbol"/>
              </a:rPr>
              <a:t>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73421" y="1754331"/>
            <a:ext cx="229870" cy="481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spc="120" dirty="0">
                <a:latin typeface="Symbol"/>
                <a:cs typeface="Symbol"/>
              </a:rPr>
              <a:t>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74972" y="1174444"/>
            <a:ext cx="3096895" cy="1286510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  <a:tabLst>
                <a:tab pos="824865" algn="l"/>
                <a:tab pos="1724025" algn="l"/>
                <a:tab pos="2214245" algn="l"/>
              </a:tabLst>
            </a:pPr>
            <a:r>
              <a:rPr sz="3000" i="1" spc="180" dirty="0">
                <a:latin typeface="Times New Roman"/>
                <a:cs typeface="Times New Roman"/>
              </a:rPr>
              <a:t>Q	</a:t>
            </a:r>
            <a:r>
              <a:rPr sz="3000" spc="135" dirty="0">
                <a:latin typeface="Symbol"/>
                <a:cs typeface="Symbol"/>
              </a:rPr>
              <a:t>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114" dirty="0">
                <a:latin typeface="Times New Roman"/>
                <a:cs typeface="Times New Roman"/>
              </a:rPr>
              <a:t>(</a:t>
            </a:r>
            <a:r>
              <a:rPr sz="3000" i="1" spc="114" dirty="0">
                <a:latin typeface="Times New Roman"/>
                <a:cs typeface="Times New Roman"/>
              </a:rPr>
              <a:t>Q	</a:t>
            </a:r>
            <a:r>
              <a:rPr sz="3000" i="1" spc="180" dirty="0">
                <a:latin typeface="Times New Roman"/>
                <a:cs typeface="Times New Roman"/>
              </a:rPr>
              <a:t>Q	</a:t>
            </a:r>
            <a:r>
              <a:rPr sz="3000" spc="80" dirty="0">
                <a:latin typeface="Times New Roman"/>
                <a:cs typeface="Times New Roman"/>
              </a:rPr>
              <a:t>)</a:t>
            </a:r>
            <a:r>
              <a:rPr sz="3000" spc="-305" dirty="0">
                <a:latin typeface="Times New Roman"/>
                <a:cs typeface="Times New Roman"/>
              </a:rPr>
              <a:t> </a:t>
            </a:r>
            <a:r>
              <a:rPr sz="3000" spc="190" dirty="0">
                <a:latin typeface="Symbol"/>
                <a:cs typeface="Symbol"/>
              </a:rPr>
              <a:t></a:t>
            </a:r>
            <a:r>
              <a:rPr sz="3000" spc="-365" dirty="0">
                <a:latin typeface="Times New Roman"/>
                <a:cs typeface="Times New Roman"/>
              </a:rPr>
              <a:t> </a:t>
            </a:r>
            <a:r>
              <a:rPr sz="3000" i="1" spc="180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  <a:tabLst>
                <a:tab pos="824865" algn="l"/>
              </a:tabLst>
            </a:pPr>
            <a:r>
              <a:rPr sz="3000" i="1" spc="180" dirty="0">
                <a:latin typeface="Times New Roman"/>
                <a:cs typeface="Times New Roman"/>
              </a:rPr>
              <a:t>Q	</a:t>
            </a:r>
            <a:r>
              <a:rPr sz="3000" spc="135" dirty="0">
                <a:latin typeface="Symbol"/>
                <a:cs typeface="Symbol"/>
              </a:rPr>
              <a:t>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03821" y="1979271"/>
            <a:ext cx="2404110" cy="481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4995" algn="l"/>
                <a:tab pos="1043940" algn="l"/>
                <a:tab pos="1534795" algn="l"/>
              </a:tabLst>
            </a:pPr>
            <a:r>
              <a:rPr sz="3000" spc="114" dirty="0">
                <a:latin typeface="Times New Roman"/>
                <a:cs typeface="Times New Roman"/>
              </a:rPr>
              <a:t>(</a:t>
            </a:r>
            <a:r>
              <a:rPr sz="3000" i="1" spc="114" dirty="0">
                <a:latin typeface="Times New Roman"/>
                <a:cs typeface="Times New Roman"/>
              </a:rPr>
              <a:t>Q	</a:t>
            </a:r>
            <a:r>
              <a:rPr sz="3000" i="1" spc="180" dirty="0">
                <a:latin typeface="Times New Roman"/>
                <a:cs typeface="Times New Roman"/>
              </a:rPr>
              <a:t>Q	Q	</a:t>
            </a:r>
            <a:r>
              <a:rPr sz="3000" spc="80" dirty="0">
                <a:latin typeface="Times New Roman"/>
                <a:cs typeface="Times New Roman"/>
              </a:rPr>
              <a:t>)</a:t>
            </a:r>
            <a:r>
              <a:rPr sz="3000" spc="-305" dirty="0">
                <a:latin typeface="Times New Roman"/>
                <a:cs typeface="Times New Roman"/>
              </a:rPr>
              <a:t> </a:t>
            </a:r>
            <a:r>
              <a:rPr sz="3000" spc="190" dirty="0">
                <a:latin typeface="Symbol"/>
                <a:cs typeface="Symbol"/>
              </a:rPr>
              <a:t></a:t>
            </a:r>
            <a:r>
              <a:rPr sz="3000" spc="-370" dirty="0">
                <a:latin typeface="Times New Roman"/>
                <a:cs typeface="Times New Roman"/>
              </a:rPr>
              <a:t> </a:t>
            </a:r>
            <a:r>
              <a:rPr sz="3000" i="1" spc="10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73421" y="2080260"/>
            <a:ext cx="622935" cy="481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90220" algn="l"/>
              </a:tabLst>
            </a:pPr>
            <a:r>
              <a:rPr sz="3000" spc="120" dirty="0">
                <a:latin typeface="Symbol"/>
                <a:cs typeface="Symbol"/>
              </a:rPr>
              <a:t></a:t>
            </a:r>
            <a:r>
              <a:rPr sz="3000" spc="120" dirty="0">
                <a:latin typeface="Times New Roman"/>
                <a:cs typeface="Times New Roman"/>
              </a:rPr>
              <a:t>	</a:t>
            </a:r>
            <a:r>
              <a:rPr sz="1700" spc="90" dirty="0"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137406" y="2333997"/>
            <a:ext cx="545465" cy="503555"/>
          </a:xfrm>
          <a:custGeom>
            <a:avLst/>
            <a:gdLst/>
            <a:ahLst/>
            <a:cxnLst/>
            <a:rect l="l" t="t" r="r" b="b"/>
            <a:pathLst>
              <a:path w="545464" h="503555">
                <a:moveTo>
                  <a:pt x="545144" y="251486"/>
                </a:moveTo>
                <a:lnTo>
                  <a:pt x="540752" y="206286"/>
                </a:lnTo>
                <a:lnTo>
                  <a:pt x="528090" y="163742"/>
                </a:lnTo>
                <a:lnTo>
                  <a:pt x="507928" y="124564"/>
                </a:lnTo>
                <a:lnTo>
                  <a:pt x="481036" y="89464"/>
                </a:lnTo>
                <a:lnTo>
                  <a:pt x="448184" y="59152"/>
                </a:lnTo>
                <a:lnTo>
                  <a:pt x="410141" y="34339"/>
                </a:lnTo>
                <a:lnTo>
                  <a:pt x="367678" y="15735"/>
                </a:lnTo>
                <a:lnTo>
                  <a:pt x="321565" y="4052"/>
                </a:lnTo>
                <a:lnTo>
                  <a:pt x="272572" y="0"/>
                </a:lnTo>
                <a:lnTo>
                  <a:pt x="223575" y="4052"/>
                </a:lnTo>
                <a:lnTo>
                  <a:pt x="177460" y="15735"/>
                </a:lnTo>
                <a:lnTo>
                  <a:pt x="134997" y="34339"/>
                </a:lnTo>
                <a:lnTo>
                  <a:pt x="96955" y="59152"/>
                </a:lnTo>
                <a:lnTo>
                  <a:pt x="64103" y="89464"/>
                </a:lnTo>
                <a:lnTo>
                  <a:pt x="37212" y="124564"/>
                </a:lnTo>
                <a:lnTo>
                  <a:pt x="17052" y="163742"/>
                </a:lnTo>
                <a:lnTo>
                  <a:pt x="4391" y="206286"/>
                </a:lnTo>
                <a:lnTo>
                  <a:pt x="0" y="251486"/>
                </a:lnTo>
                <a:lnTo>
                  <a:pt x="4391" y="296687"/>
                </a:lnTo>
                <a:lnTo>
                  <a:pt x="17052" y="339231"/>
                </a:lnTo>
                <a:lnTo>
                  <a:pt x="37212" y="378408"/>
                </a:lnTo>
                <a:lnTo>
                  <a:pt x="64103" y="413509"/>
                </a:lnTo>
                <a:lnTo>
                  <a:pt x="96955" y="443821"/>
                </a:lnTo>
                <a:lnTo>
                  <a:pt x="134997" y="468634"/>
                </a:lnTo>
                <a:lnTo>
                  <a:pt x="177460" y="487238"/>
                </a:lnTo>
                <a:lnTo>
                  <a:pt x="223575" y="498921"/>
                </a:lnTo>
                <a:lnTo>
                  <a:pt x="272572" y="502973"/>
                </a:lnTo>
                <a:lnTo>
                  <a:pt x="321565" y="498921"/>
                </a:lnTo>
                <a:lnTo>
                  <a:pt x="367678" y="487238"/>
                </a:lnTo>
                <a:lnTo>
                  <a:pt x="410141" y="468634"/>
                </a:lnTo>
                <a:lnTo>
                  <a:pt x="448184" y="443821"/>
                </a:lnTo>
                <a:lnTo>
                  <a:pt x="481036" y="413509"/>
                </a:lnTo>
                <a:lnTo>
                  <a:pt x="507928" y="378408"/>
                </a:lnTo>
                <a:lnTo>
                  <a:pt x="528090" y="339231"/>
                </a:lnTo>
                <a:lnTo>
                  <a:pt x="540752" y="296687"/>
                </a:lnTo>
                <a:lnTo>
                  <a:pt x="545144" y="251486"/>
                </a:lnTo>
                <a:close/>
              </a:path>
            </a:pathLst>
          </a:custGeom>
          <a:ln w="2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192144" y="2440300"/>
            <a:ext cx="436245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0000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045972" y="2333997"/>
            <a:ext cx="545465" cy="503555"/>
          </a:xfrm>
          <a:custGeom>
            <a:avLst/>
            <a:gdLst/>
            <a:ahLst/>
            <a:cxnLst/>
            <a:rect l="l" t="t" r="r" b="b"/>
            <a:pathLst>
              <a:path w="545464" h="503555">
                <a:moveTo>
                  <a:pt x="545106" y="251486"/>
                </a:moveTo>
                <a:lnTo>
                  <a:pt x="540714" y="206286"/>
                </a:lnTo>
                <a:lnTo>
                  <a:pt x="528051" y="163742"/>
                </a:lnTo>
                <a:lnTo>
                  <a:pt x="507888" y="124564"/>
                </a:lnTo>
                <a:lnTo>
                  <a:pt x="480997" y="89464"/>
                </a:lnTo>
                <a:lnTo>
                  <a:pt x="448146" y="59152"/>
                </a:lnTo>
                <a:lnTo>
                  <a:pt x="410108" y="34339"/>
                </a:lnTo>
                <a:lnTo>
                  <a:pt x="367653" y="15735"/>
                </a:lnTo>
                <a:lnTo>
                  <a:pt x="321550" y="4052"/>
                </a:lnTo>
                <a:lnTo>
                  <a:pt x="272572" y="0"/>
                </a:lnTo>
                <a:lnTo>
                  <a:pt x="223575" y="4052"/>
                </a:lnTo>
                <a:lnTo>
                  <a:pt x="177460" y="15735"/>
                </a:lnTo>
                <a:lnTo>
                  <a:pt x="134997" y="34339"/>
                </a:lnTo>
                <a:lnTo>
                  <a:pt x="96955" y="59152"/>
                </a:lnTo>
                <a:lnTo>
                  <a:pt x="64103" y="89464"/>
                </a:lnTo>
                <a:lnTo>
                  <a:pt x="37212" y="124564"/>
                </a:lnTo>
                <a:lnTo>
                  <a:pt x="17052" y="163742"/>
                </a:lnTo>
                <a:lnTo>
                  <a:pt x="4391" y="206286"/>
                </a:lnTo>
                <a:lnTo>
                  <a:pt x="0" y="251486"/>
                </a:lnTo>
                <a:lnTo>
                  <a:pt x="4391" y="296687"/>
                </a:lnTo>
                <a:lnTo>
                  <a:pt x="17052" y="339231"/>
                </a:lnTo>
                <a:lnTo>
                  <a:pt x="37212" y="378408"/>
                </a:lnTo>
                <a:lnTo>
                  <a:pt x="64103" y="413509"/>
                </a:lnTo>
                <a:lnTo>
                  <a:pt x="96955" y="443821"/>
                </a:lnTo>
                <a:lnTo>
                  <a:pt x="134997" y="468634"/>
                </a:lnTo>
                <a:lnTo>
                  <a:pt x="177460" y="487238"/>
                </a:lnTo>
                <a:lnTo>
                  <a:pt x="223575" y="498921"/>
                </a:lnTo>
                <a:lnTo>
                  <a:pt x="272572" y="502973"/>
                </a:lnTo>
                <a:lnTo>
                  <a:pt x="321550" y="498921"/>
                </a:lnTo>
                <a:lnTo>
                  <a:pt x="367653" y="487238"/>
                </a:lnTo>
                <a:lnTo>
                  <a:pt x="410108" y="468634"/>
                </a:lnTo>
                <a:lnTo>
                  <a:pt x="448147" y="443821"/>
                </a:lnTo>
                <a:lnTo>
                  <a:pt x="480997" y="413509"/>
                </a:lnTo>
                <a:lnTo>
                  <a:pt x="507888" y="378408"/>
                </a:lnTo>
                <a:lnTo>
                  <a:pt x="528051" y="339231"/>
                </a:lnTo>
                <a:lnTo>
                  <a:pt x="540714" y="296687"/>
                </a:lnTo>
                <a:lnTo>
                  <a:pt x="545106" y="251486"/>
                </a:lnTo>
                <a:close/>
              </a:path>
            </a:pathLst>
          </a:custGeom>
          <a:ln w="265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100710" y="2440300"/>
            <a:ext cx="436245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0001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954551" y="2333997"/>
            <a:ext cx="545465" cy="503555"/>
          </a:xfrm>
          <a:custGeom>
            <a:avLst/>
            <a:gdLst/>
            <a:ahLst/>
            <a:cxnLst/>
            <a:rect l="l" t="t" r="r" b="b"/>
            <a:pathLst>
              <a:path w="545464" h="503555">
                <a:moveTo>
                  <a:pt x="545144" y="251486"/>
                </a:moveTo>
                <a:lnTo>
                  <a:pt x="540752" y="206286"/>
                </a:lnTo>
                <a:lnTo>
                  <a:pt x="528089" y="163742"/>
                </a:lnTo>
                <a:lnTo>
                  <a:pt x="507926" y="124564"/>
                </a:lnTo>
                <a:lnTo>
                  <a:pt x="481032" y="89464"/>
                </a:lnTo>
                <a:lnTo>
                  <a:pt x="448178" y="59152"/>
                </a:lnTo>
                <a:lnTo>
                  <a:pt x="410135" y="34339"/>
                </a:lnTo>
                <a:lnTo>
                  <a:pt x="367673" y="15735"/>
                </a:lnTo>
                <a:lnTo>
                  <a:pt x="321562" y="4052"/>
                </a:lnTo>
                <a:lnTo>
                  <a:pt x="272572" y="0"/>
                </a:lnTo>
                <a:lnTo>
                  <a:pt x="223582" y="4052"/>
                </a:lnTo>
                <a:lnTo>
                  <a:pt x="177471" y="15735"/>
                </a:lnTo>
                <a:lnTo>
                  <a:pt x="135008" y="34339"/>
                </a:lnTo>
                <a:lnTo>
                  <a:pt x="96965" y="59152"/>
                </a:lnTo>
                <a:lnTo>
                  <a:pt x="64112" y="89464"/>
                </a:lnTo>
                <a:lnTo>
                  <a:pt x="37218" y="124564"/>
                </a:lnTo>
                <a:lnTo>
                  <a:pt x="17055" y="163742"/>
                </a:lnTo>
                <a:lnTo>
                  <a:pt x="4392" y="206286"/>
                </a:lnTo>
                <a:lnTo>
                  <a:pt x="0" y="251486"/>
                </a:lnTo>
                <a:lnTo>
                  <a:pt x="4392" y="296687"/>
                </a:lnTo>
                <a:lnTo>
                  <a:pt x="17055" y="339231"/>
                </a:lnTo>
                <a:lnTo>
                  <a:pt x="37218" y="378408"/>
                </a:lnTo>
                <a:lnTo>
                  <a:pt x="64112" y="413509"/>
                </a:lnTo>
                <a:lnTo>
                  <a:pt x="96965" y="443821"/>
                </a:lnTo>
                <a:lnTo>
                  <a:pt x="135008" y="468634"/>
                </a:lnTo>
                <a:lnTo>
                  <a:pt x="177471" y="487238"/>
                </a:lnTo>
                <a:lnTo>
                  <a:pt x="223582" y="498921"/>
                </a:lnTo>
                <a:lnTo>
                  <a:pt x="272572" y="502973"/>
                </a:lnTo>
                <a:lnTo>
                  <a:pt x="321562" y="498921"/>
                </a:lnTo>
                <a:lnTo>
                  <a:pt x="367673" y="487238"/>
                </a:lnTo>
                <a:lnTo>
                  <a:pt x="410135" y="468634"/>
                </a:lnTo>
                <a:lnTo>
                  <a:pt x="448178" y="443821"/>
                </a:lnTo>
                <a:lnTo>
                  <a:pt x="481032" y="413509"/>
                </a:lnTo>
                <a:lnTo>
                  <a:pt x="507926" y="378408"/>
                </a:lnTo>
                <a:lnTo>
                  <a:pt x="528089" y="339231"/>
                </a:lnTo>
                <a:lnTo>
                  <a:pt x="540752" y="296687"/>
                </a:lnTo>
                <a:lnTo>
                  <a:pt x="545144" y="251486"/>
                </a:lnTo>
                <a:close/>
              </a:path>
            </a:pathLst>
          </a:custGeom>
          <a:ln w="2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009289" y="2440300"/>
            <a:ext cx="436245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0010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863168" y="2333997"/>
            <a:ext cx="545465" cy="503555"/>
          </a:xfrm>
          <a:custGeom>
            <a:avLst/>
            <a:gdLst/>
            <a:ahLst/>
            <a:cxnLst/>
            <a:rect l="l" t="t" r="r" b="b"/>
            <a:pathLst>
              <a:path w="545464" h="503555">
                <a:moveTo>
                  <a:pt x="545144" y="251486"/>
                </a:moveTo>
                <a:lnTo>
                  <a:pt x="540752" y="206286"/>
                </a:lnTo>
                <a:lnTo>
                  <a:pt x="528089" y="163742"/>
                </a:lnTo>
                <a:lnTo>
                  <a:pt x="507926" y="124564"/>
                </a:lnTo>
                <a:lnTo>
                  <a:pt x="481032" y="89464"/>
                </a:lnTo>
                <a:lnTo>
                  <a:pt x="448178" y="59152"/>
                </a:lnTo>
                <a:lnTo>
                  <a:pt x="410135" y="34339"/>
                </a:lnTo>
                <a:lnTo>
                  <a:pt x="367673" y="15735"/>
                </a:lnTo>
                <a:lnTo>
                  <a:pt x="321562" y="4052"/>
                </a:lnTo>
                <a:lnTo>
                  <a:pt x="272572" y="0"/>
                </a:lnTo>
                <a:lnTo>
                  <a:pt x="223548" y="4052"/>
                </a:lnTo>
                <a:lnTo>
                  <a:pt x="177419" y="15735"/>
                </a:lnTo>
                <a:lnTo>
                  <a:pt x="134951" y="34339"/>
                </a:lnTo>
                <a:lnTo>
                  <a:pt x="96912" y="59152"/>
                </a:lnTo>
                <a:lnTo>
                  <a:pt x="64070" y="89464"/>
                </a:lnTo>
                <a:lnTo>
                  <a:pt x="37190" y="124564"/>
                </a:lnTo>
                <a:lnTo>
                  <a:pt x="17040" y="163742"/>
                </a:lnTo>
                <a:lnTo>
                  <a:pt x="4387" y="206286"/>
                </a:lnTo>
                <a:lnTo>
                  <a:pt x="0" y="251486"/>
                </a:lnTo>
                <a:lnTo>
                  <a:pt x="4387" y="296687"/>
                </a:lnTo>
                <a:lnTo>
                  <a:pt x="17040" y="339231"/>
                </a:lnTo>
                <a:lnTo>
                  <a:pt x="37190" y="378408"/>
                </a:lnTo>
                <a:lnTo>
                  <a:pt x="64070" y="413509"/>
                </a:lnTo>
                <a:lnTo>
                  <a:pt x="96912" y="443821"/>
                </a:lnTo>
                <a:lnTo>
                  <a:pt x="134951" y="468634"/>
                </a:lnTo>
                <a:lnTo>
                  <a:pt x="177419" y="487238"/>
                </a:lnTo>
                <a:lnTo>
                  <a:pt x="223548" y="498921"/>
                </a:lnTo>
                <a:lnTo>
                  <a:pt x="272572" y="502973"/>
                </a:lnTo>
                <a:lnTo>
                  <a:pt x="321562" y="498921"/>
                </a:lnTo>
                <a:lnTo>
                  <a:pt x="367673" y="487238"/>
                </a:lnTo>
                <a:lnTo>
                  <a:pt x="410135" y="468634"/>
                </a:lnTo>
                <a:lnTo>
                  <a:pt x="448178" y="443821"/>
                </a:lnTo>
                <a:lnTo>
                  <a:pt x="481032" y="413509"/>
                </a:lnTo>
                <a:lnTo>
                  <a:pt x="507926" y="378408"/>
                </a:lnTo>
                <a:lnTo>
                  <a:pt x="528089" y="339231"/>
                </a:lnTo>
                <a:lnTo>
                  <a:pt x="540752" y="296687"/>
                </a:lnTo>
                <a:lnTo>
                  <a:pt x="545144" y="251486"/>
                </a:lnTo>
                <a:close/>
              </a:path>
            </a:pathLst>
          </a:custGeom>
          <a:ln w="2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917906" y="2440300"/>
            <a:ext cx="436245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0011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771657" y="2333997"/>
            <a:ext cx="545465" cy="503555"/>
          </a:xfrm>
          <a:custGeom>
            <a:avLst/>
            <a:gdLst/>
            <a:ahLst/>
            <a:cxnLst/>
            <a:rect l="l" t="t" r="r" b="b"/>
            <a:pathLst>
              <a:path w="545464" h="503555">
                <a:moveTo>
                  <a:pt x="545144" y="251486"/>
                </a:moveTo>
                <a:lnTo>
                  <a:pt x="540752" y="206286"/>
                </a:lnTo>
                <a:lnTo>
                  <a:pt x="528089" y="163742"/>
                </a:lnTo>
                <a:lnTo>
                  <a:pt x="507926" y="124564"/>
                </a:lnTo>
                <a:lnTo>
                  <a:pt x="481032" y="89464"/>
                </a:lnTo>
                <a:lnTo>
                  <a:pt x="448178" y="59152"/>
                </a:lnTo>
                <a:lnTo>
                  <a:pt x="410135" y="34339"/>
                </a:lnTo>
                <a:lnTo>
                  <a:pt x="367673" y="15735"/>
                </a:lnTo>
                <a:lnTo>
                  <a:pt x="321562" y="4052"/>
                </a:lnTo>
                <a:lnTo>
                  <a:pt x="272572" y="0"/>
                </a:lnTo>
                <a:lnTo>
                  <a:pt x="223582" y="4052"/>
                </a:lnTo>
                <a:lnTo>
                  <a:pt x="177471" y="15735"/>
                </a:lnTo>
                <a:lnTo>
                  <a:pt x="135008" y="34339"/>
                </a:lnTo>
                <a:lnTo>
                  <a:pt x="96965" y="59152"/>
                </a:lnTo>
                <a:lnTo>
                  <a:pt x="64112" y="89464"/>
                </a:lnTo>
                <a:lnTo>
                  <a:pt x="37218" y="124564"/>
                </a:lnTo>
                <a:lnTo>
                  <a:pt x="17055" y="163742"/>
                </a:lnTo>
                <a:lnTo>
                  <a:pt x="4392" y="206286"/>
                </a:lnTo>
                <a:lnTo>
                  <a:pt x="0" y="251486"/>
                </a:lnTo>
                <a:lnTo>
                  <a:pt x="4392" y="296687"/>
                </a:lnTo>
                <a:lnTo>
                  <a:pt x="17055" y="339231"/>
                </a:lnTo>
                <a:lnTo>
                  <a:pt x="37218" y="378408"/>
                </a:lnTo>
                <a:lnTo>
                  <a:pt x="64112" y="413509"/>
                </a:lnTo>
                <a:lnTo>
                  <a:pt x="96965" y="443821"/>
                </a:lnTo>
                <a:lnTo>
                  <a:pt x="135008" y="468634"/>
                </a:lnTo>
                <a:lnTo>
                  <a:pt x="177471" y="487238"/>
                </a:lnTo>
                <a:lnTo>
                  <a:pt x="223582" y="498921"/>
                </a:lnTo>
                <a:lnTo>
                  <a:pt x="272572" y="502973"/>
                </a:lnTo>
                <a:lnTo>
                  <a:pt x="321562" y="498921"/>
                </a:lnTo>
                <a:lnTo>
                  <a:pt x="367673" y="487238"/>
                </a:lnTo>
                <a:lnTo>
                  <a:pt x="410135" y="468634"/>
                </a:lnTo>
                <a:lnTo>
                  <a:pt x="448178" y="443821"/>
                </a:lnTo>
                <a:lnTo>
                  <a:pt x="481032" y="413509"/>
                </a:lnTo>
                <a:lnTo>
                  <a:pt x="507926" y="378408"/>
                </a:lnTo>
                <a:lnTo>
                  <a:pt x="528089" y="339231"/>
                </a:lnTo>
                <a:lnTo>
                  <a:pt x="540752" y="296687"/>
                </a:lnTo>
                <a:lnTo>
                  <a:pt x="545144" y="251486"/>
                </a:lnTo>
                <a:close/>
              </a:path>
            </a:pathLst>
          </a:custGeom>
          <a:ln w="2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826395" y="2440300"/>
            <a:ext cx="436245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0100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137407" y="5687113"/>
            <a:ext cx="545465" cy="503555"/>
          </a:xfrm>
          <a:custGeom>
            <a:avLst/>
            <a:gdLst/>
            <a:ahLst/>
            <a:cxnLst/>
            <a:rect l="l" t="t" r="r" b="b"/>
            <a:pathLst>
              <a:path w="545464" h="503554">
                <a:moveTo>
                  <a:pt x="545144" y="251486"/>
                </a:moveTo>
                <a:lnTo>
                  <a:pt x="540752" y="206283"/>
                </a:lnTo>
                <a:lnTo>
                  <a:pt x="528090" y="163737"/>
                </a:lnTo>
                <a:lnTo>
                  <a:pt x="507928" y="124559"/>
                </a:lnTo>
                <a:lnTo>
                  <a:pt x="481036" y="89459"/>
                </a:lnTo>
                <a:lnTo>
                  <a:pt x="448184" y="59148"/>
                </a:lnTo>
                <a:lnTo>
                  <a:pt x="410141" y="34336"/>
                </a:lnTo>
                <a:lnTo>
                  <a:pt x="367678" y="15734"/>
                </a:lnTo>
                <a:lnTo>
                  <a:pt x="321565" y="4052"/>
                </a:lnTo>
                <a:lnTo>
                  <a:pt x="272572" y="0"/>
                </a:lnTo>
                <a:lnTo>
                  <a:pt x="223575" y="4052"/>
                </a:lnTo>
                <a:lnTo>
                  <a:pt x="177460" y="15734"/>
                </a:lnTo>
                <a:lnTo>
                  <a:pt x="134997" y="34336"/>
                </a:lnTo>
                <a:lnTo>
                  <a:pt x="96955" y="59148"/>
                </a:lnTo>
                <a:lnTo>
                  <a:pt x="64103" y="89459"/>
                </a:lnTo>
                <a:lnTo>
                  <a:pt x="37212" y="124559"/>
                </a:lnTo>
                <a:lnTo>
                  <a:pt x="17052" y="163737"/>
                </a:lnTo>
                <a:lnTo>
                  <a:pt x="4391" y="206283"/>
                </a:lnTo>
                <a:lnTo>
                  <a:pt x="0" y="251486"/>
                </a:lnTo>
                <a:lnTo>
                  <a:pt x="4391" y="296693"/>
                </a:lnTo>
                <a:lnTo>
                  <a:pt x="17052" y="339240"/>
                </a:lnTo>
                <a:lnTo>
                  <a:pt x="37212" y="378419"/>
                </a:lnTo>
                <a:lnTo>
                  <a:pt x="64103" y="413518"/>
                </a:lnTo>
                <a:lnTo>
                  <a:pt x="96955" y="443829"/>
                </a:lnTo>
                <a:lnTo>
                  <a:pt x="134997" y="468639"/>
                </a:lnTo>
                <a:lnTo>
                  <a:pt x="177460" y="487240"/>
                </a:lnTo>
                <a:lnTo>
                  <a:pt x="223575" y="498922"/>
                </a:lnTo>
                <a:lnTo>
                  <a:pt x="272572" y="502973"/>
                </a:lnTo>
                <a:lnTo>
                  <a:pt x="321565" y="498922"/>
                </a:lnTo>
                <a:lnTo>
                  <a:pt x="367678" y="487240"/>
                </a:lnTo>
                <a:lnTo>
                  <a:pt x="410141" y="468639"/>
                </a:lnTo>
                <a:lnTo>
                  <a:pt x="448184" y="443829"/>
                </a:lnTo>
                <a:lnTo>
                  <a:pt x="481036" y="413518"/>
                </a:lnTo>
                <a:lnTo>
                  <a:pt x="507928" y="378419"/>
                </a:lnTo>
                <a:lnTo>
                  <a:pt x="528090" y="339240"/>
                </a:lnTo>
                <a:lnTo>
                  <a:pt x="540752" y="296693"/>
                </a:lnTo>
                <a:lnTo>
                  <a:pt x="545144" y="251486"/>
                </a:lnTo>
                <a:close/>
              </a:path>
            </a:pathLst>
          </a:custGeom>
          <a:ln w="2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045972" y="5687113"/>
            <a:ext cx="545465" cy="503555"/>
          </a:xfrm>
          <a:custGeom>
            <a:avLst/>
            <a:gdLst/>
            <a:ahLst/>
            <a:cxnLst/>
            <a:rect l="l" t="t" r="r" b="b"/>
            <a:pathLst>
              <a:path w="545464" h="503554">
                <a:moveTo>
                  <a:pt x="545106" y="251486"/>
                </a:moveTo>
                <a:lnTo>
                  <a:pt x="540714" y="206283"/>
                </a:lnTo>
                <a:lnTo>
                  <a:pt x="528051" y="163737"/>
                </a:lnTo>
                <a:lnTo>
                  <a:pt x="507888" y="124559"/>
                </a:lnTo>
                <a:lnTo>
                  <a:pt x="480997" y="89459"/>
                </a:lnTo>
                <a:lnTo>
                  <a:pt x="448146" y="59148"/>
                </a:lnTo>
                <a:lnTo>
                  <a:pt x="410108" y="34336"/>
                </a:lnTo>
                <a:lnTo>
                  <a:pt x="367653" y="15734"/>
                </a:lnTo>
                <a:lnTo>
                  <a:pt x="321550" y="4052"/>
                </a:lnTo>
                <a:lnTo>
                  <a:pt x="272572" y="0"/>
                </a:lnTo>
                <a:lnTo>
                  <a:pt x="223575" y="4052"/>
                </a:lnTo>
                <a:lnTo>
                  <a:pt x="177460" y="15734"/>
                </a:lnTo>
                <a:lnTo>
                  <a:pt x="134997" y="34336"/>
                </a:lnTo>
                <a:lnTo>
                  <a:pt x="96955" y="59148"/>
                </a:lnTo>
                <a:lnTo>
                  <a:pt x="64103" y="89459"/>
                </a:lnTo>
                <a:lnTo>
                  <a:pt x="37212" y="124559"/>
                </a:lnTo>
                <a:lnTo>
                  <a:pt x="17052" y="163737"/>
                </a:lnTo>
                <a:lnTo>
                  <a:pt x="4391" y="206283"/>
                </a:lnTo>
                <a:lnTo>
                  <a:pt x="0" y="251486"/>
                </a:lnTo>
                <a:lnTo>
                  <a:pt x="4391" y="296693"/>
                </a:lnTo>
                <a:lnTo>
                  <a:pt x="17052" y="339240"/>
                </a:lnTo>
                <a:lnTo>
                  <a:pt x="37212" y="378419"/>
                </a:lnTo>
                <a:lnTo>
                  <a:pt x="64103" y="413518"/>
                </a:lnTo>
                <a:lnTo>
                  <a:pt x="96955" y="443829"/>
                </a:lnTo>
                <a:lnTo>
                  <a:pt x="134997" y="468639"/>
                </a:lnTo>
                <a:lnTo>
                  <a:pt x="177460" y="487240"/>
                </a:lnTo>
                <a:lnTo>
                  <a:pt x="223575" y="498922"/>
                </a:lnTo>
                <a:lnTo>
                  <a:pt x="272572" y="502973"/>
                </a:lnTo>
                <a:lnTo>
                  <a:pt x="321550" y="498922"/>
                </a:lnTo>
                <a:lnTo>
                  <a:pt x="367653" y="487240"/>
                </a:lnTo>
                <a:lnTo>
                  <a:pt x="410108" y="468639"/>
                </a:lnTo>
                <a:lnTo>
                  <a:pt x="448147" y="443829"/>
                </a:lnTo>
                <a:lnTo>
                  <a:pt x="480997" y="413518"/>
                </a:lnTo>
                <a:lnTo>
                  <a:pt x="507888" y="378419"/>
                </a:lnTo>
                <a:lnTo>
                  <a:pt x="528051" y="339240"/>
                </a:lnTo>
                <a:lnTo>
                  <a:pt x="540714" y="296693"/>
                </a:lnTo>
                <a:lnTo>
                  <a:pt x="545106" y="251486"/>
                </a:lnTo>
                <a:close/>
              </a:path>
            </a:pathLst>
          </a:custGeom>
          <a:ln w="265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2100710" y="5793416"/>
            <a:ext cx="436245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1011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954551" y="5687113"/>
            <a:ext cx="545465" cy="503555"/>
          </a:xfrm>
          <a:custGeom>
            <a:avLst/>
            <a:gdLst/>
            <a:ahLst/>
            <a:cxnLst/>
            <a:rect l="l" t="t" r="r" b="b"/>
            <a:pathLst>
              <a:path w="545464" h="503554">
                <a:moveTo>
                  <a:pt x="545144" y="251486"/>
                </a:moveTo>
                <a:lnTo>
                  <a:pt x="540752" y="206283"/>
                </a:lnTo>
                <a:lnTo>
                  <a:pt x="528089" y="163737"/>
                </a:lnTo>
                <a:lnTo>
                  <a:pt x="507926" y="124559"/>
                </a:lnTo>
                <a:lnTo>
                  <a:pt x="481032" y="89459"/>
                </a:lnTo>
                <a:lnTo>
                  <a:pt x="448178" y="59148"/>
                </a:lnTo>
                <a:lnTo>
                  <a:pt x="410135" y="34336"/>
                </a:lnTo>
                <a:lnTo>
                  <a:pt x="367673" y="15734"/>
                </a:lnTo>
                <a:lnTo>
                  <a:pt x="321562" y="4052"/>
                </a:lnTo>
                <a:lnTo>
                  <a:pt x="272572" y="0"/>
                </a:lnTo>
                <a:lnTo>
                  <a:pt x="223582" y="4052"/>
                </a:lnTo>
                <a:lnTo>
                  <a:pt x="177471" y="15734"/>
                </a:lnTo>
                <a:lnTo>
                  <a:pt x="135008" y="34336"/>
                </a:lnTo>
                <a:lnTo>
                  <a:pt x="96965" y="59148"/>
                </a:lnTo>
                <a:lnTo>
                  <a:pt x="64112" y="89459"/>
                </a:lnTo>
                <a:lnTo>
                  <a:pt x="37218" y="124559"/>
                </a:lnTo>
                <a:lnTo>
                  <a:pt x="17055" y="163737"/>
                </a:lnTo>
                <a:lnTo>
                  <a:pt x="4392" y="206283"/>
                </a:lnTo>
                <a:lnTo>
                  <a:pt x="0" y="251486"/>
                </a:lnTo>
                <a:lnTo>
                  <a:pt x="4392" y="296693"/>
                </a:lnTo>
                <a:lnTo>
                  <a:pt x="17055" y="339240"/>
                </a:lnTo>
                <a:lnTo>
                  <a:pt x="37218" y="378419"/>
                </a:lnTo>
                <a:lnTo>
                  <a:pt x="64112" y="413518"/>
                </a:lnTo>
                <a:lnTo>
                  <a:pt x="96965" y="443829"/>
                </a:lnTo>
                <a:lnTo>
                  <a:pt x="135008" y="468639"/>
                </a:lnTo>
                <a:lnTo>
                  <a:pt x="177471" y="487240"/>
                </a:lnTo>
                <a:lnTo>
                  <a:pt x="223582" y="498922"/>
                </a:lnTo>
                <a:lnTo>
                  <a:pt x="272572" y="502973"/>
                </a:lnTo>
                <a:lnTo>
                  <a:pt x="321562" y="498922"/>
                </a:lnTo>
                <a:lnTo>
                  <a:pt x="367673" y="487240"/>
                </a:lnTo>
                <a:lnTo>
                  <a:pt x="410135" y="468639"/>
                </a:lnTo>
                <a:lnTo>
                  <a:pt x="448178" y="443829"/>
                </a:lnTo>
                <a:lnTo>
                  <a:pt x="481032" y="413518"/>
                </a:lnTo>
                <a:lnTo>
                  <a:pt x="507926" y="378419"/>
                </a:lnTo>
                <a:lnTo>
                  <a:pt x="528089" y="339240"/>
                </a:lnTo>
                <a:lnTo>
                  <a:pt x="540752" y="296693"/>
                </a:lnTo>
                <a:lnTo>
                  <a:pt x="545144" y="251486"/>
                </a:lnTo>
                <a:close/>
              </a:path>
            </a:pathLst>
          </a:custGeom>
          <a:ln w="2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009289" y="5793416"/>
            <a:ext cx="436245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1010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863168" y="5687113"/>
            <a:ext cx="545465" cy="503555"/>
          </a:xfrm>
          <a:custGeom>
            <a:avLst/>
            <a:gdLst/>
            <a:ahLst/>
            <a:cxnLst/>
            <a:rect l="l" t="t" r="r" b="b"/>
            <a:pathLst>
              <a:path w="545464" h="503554">
                <a:moveTo>
                  <a:pt x="545144" y="251486"/>
                </a:moveTo>
                <a:lnTo>
                  <a:pt x="540752" y="206283"/>
                </a:lnTo>
                <a:lnTo>
                  <a:pt x="528089" y="163737"/>
                </a:lnTo>
                <a:lnTo>
                  <a:pt x="507926" y="124559"/>
                </a:lnTo>
                <a:lnTo>
                  <a:pt x="481032" y="89459"/>
                </a:lnTo>
                <a:lnTo>
                  <a:pt x="448178" y="59148"/>
                </a:lnTo>
                <a:lnTo>
                  <a:pt x="410135" y="34336"/>
                </a:lnTo>
                <a:lnTo>
                  <a:pt x="367673" y="15734"/>
                </a:lnTo>
                <a:lnTo>
                  <a:pt x="321562" y="4052"/>
                </a:lnTo>
                <a:lnTo>
                  <a:pt x="272572" y="0"/>
                </a:lnTo>
                <a:lnTo>
                  <a:pt x="223548" y="4052"/>
                </a:lnTo>
                <a:lnTo>
                  <a:pt x="177419" y="15734"/>
                </a:lnTo>
                <a:lnTo>
                  <a:pt x="134951" y="34336"/>
                </a:lnTo>
                <a:lnTo>
                  <a:pt x="96912" y="59148"/>
                </a:lnTo>
                <a:lnTo>
                  <a:pt x="64070" y="89459"/>
                </a:lnTo>
                <a:lnTo>
                  <a:pt x="37190" y="124559"/>
                </a:lnTo>
                <a:lnTo>
                  <a:pt x="17040" y="163737"/>
                </a:lnTo>
                <a:lnTo>
                  <a:pt x="4387" y="206283"/>
                </a:lnTo>
                <a:lnTo>
                  <a:pt x="0" y="251486"/>
                </a:lnTo>
                <a:lnTo>
                  <a:pt x="4387" y="296693"/>
                </a:lnTo>
                <a:lnTo>
                  <a:pt x="17040" y="339240"/>
                </a:lnTo>
                <a:lnTo>
                  <a:pt x="37190" y="378419"/>
                </a:lnTo>
                <a:lnTo>
                  <a:pt x="64070" y="413518"/>
                </a:lnTo>
                <a:lnTo>
                  <a:pt x="96912" y="443829"/>
                </a:lnTo>
                <a:lnTo>
                  <a:pt x="134951" y="468639"/>
                </a:lnTo>
                <a:lnTo>
                  <a:pt x="177419" y="487240"/>
                </a:lnTo>
                <a:lnTo>
                  <a:pt x="223548" y="498922"/>
                </a:lnTo>
                <a:lnTo>
                  <a:pt x="272572" y="502973"/>
                </a:lnTo>
                <a:lnTo>
                  <a:pt x="321562" y="498922"/>
                </a:lnTo>
                <a:lnTo>
                  <a:pt x="367673" y="487240"/>
                </a:lnTo>
                <a:lnTo>
                  <a:pt x="410135" y="468639"/>
                </a:lnTo>
                <a:lnTo>
                  <a:pt x="448178" y="443829"/>
                </a:lnTo>
                <a:lnTo>
                  <a:pt x="481032" y="413518"/>
                </a:lnTo>
                <a:lnTo>
                  <a:pt x="507926" y="378419"/>
                </a:lnTo>
                <a:lnTo>
                  <a:pt x="528089" y="339240"/>
                </a:lnTo>
                <a:lnTo>
                  <a:pt x="540752" y="296693"/>
                </a:lnTo>
                <a:lnTo>
                  <a:pt x="545144" y="251486"/>
                </a:lnTo>
                <a:close/>
              </a:path>
            </a:pathLst>
          </a:custGeom>
          <a:ln w="2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3917906" y="5793416"/>
            <a:ext cx="436245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1001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771657" y="5687113"/>
            <a:ext cx="545465" cy="503555"/>
          </a:xfrm>
          <a:custGeom>
            <a:avLst/>
            <a:gdLst/>
            <a:ahLst/>
            <a:cxnLst/>
            <a:rect l="l" t="t" r="r" b="b"/>
            <a:pathLst>
              <a:path w="545464" h="503554">
                <a:moveTo>
                  <a:pt x="545144" y="251486"/>
                </a:moveTo>
                <a:lnTo>
                  <a:pt x="540752" y="206283"/>
                </a:lnTo>
                <a:lnTo>
                  <a:pt x="528089" y="163737"/>
                </a:lnTo>
                <a:lnTo>
                  <a:pt x="507926" y="124559"/>
                </a:lnTo>
                <a:lnTo>
                  <a:pt x="481032" y="89459"/>
                </a:lnTo>
                <a:lnTo>
                  <a:pt x="448178" y="59148"/>
                </a:lnTo>
                <a:lnTo>
                  <a:pt x="410135" y="34336"/>
                </a:lnTo>
                <a:lnTo>
                  <a:pt x="367673" y="15734"/>
                </a:lnTo>
                <a:lnTo>
                  <a:pt x="321562" y="4052"/>
                </a:lnTo>
                <a:lnTo>
                  <a:pt x="272572" y="0"/>
                </a:lnTo>
                <a:lnTo>
                  <a:pt x="223582" y="4052"/>
                </a:lnTo>
                <a:lnTo>
                  <a:pt x="177471" y="15734"/>
                </a:lnTo>
                <a:lnTo>
                  <a:pt x="135008" y="34336"/>
                </a:lnTo>
                <a:lnTo>
                  <a:pt x="96965" y="59148"/>
                </a:lnTo>
                <a:lnTo>
                  <a:pt x="64112" y="89459"/>
                </a:lnTo>
                <a:lnTo>
                  <a:pt x="37218" y="124559"/>
                </a:lnTo>
                <a:lnTo>
                  <a:pt x="17055" y="163737"/>
                </a:lnTo>
                <a:lnTo>
                  <a:pt x="4392" y="206283"/>
                </a:lnTo>
                <a:lnTo>
                  <a:pt x="0" y="251486"/>
                </a:lnTo>
                <a:lnTo>
                  <a:pt x="4392" y="296693"/>
                </a:lnTo>
                <a:lnTo>
                  <a:pt x="17055" y="339240"/>
                </a:lnTo>
                <a:lnTo>
                  <a:pt x="37218" y="378419"/>
                </a:lnTo>
                <a:lnTo>
                  <a:pt x="64112" y="413518"/>
                </a:lnTo>
                <a:lnTo>
                  <a:pt x="96965" y="443829"/>
                </a:lnTo>
                <a:lnTo>
                  <a:pt x="135008" y="468639"/>
                </a:lnTo>
                <a:lnTo>
                  <a:pt x="177471" y="487240"/>
                </a:lnTo>
                <a:lnTo>
                  <a:pt x="223582" y="498922"/>
                </a:lnTo>
                <a:lnTo>
                  <a:pt x="272572" y="502973"/>
                </a:lnTo>
                <a:lnTo>
                  <a:pt x="321562" y="498922"/>
                </a:lnTo>
                <a:lnTo>
                  <a:pt x="367673" y="487240"/>
                </a:lnTo>
                <a:lnTo>
                  <a:pt x="410135" y="468639"/>
                </a:lnTo>
                <a:lnTo>
                  <a:pt x="448178" y="443829"/>
                </a:lnTo>
                <a:lnTo>
                  <a:pt x="481032" y="413518"/>
                </a:lnTo>
                <a:lnTo>
                  <a:pt x="507926" y="378419"/>
                </a:lnTo>
                <a:lnTo>
                  <a:pt x="528089" y="339240"/>
                </a:lnTo>
                <a:lnTo>
                  <a:pt x="540752" y="296693"/>
                </a:lnTo>
                <a:lnTo>
                  <a:pt x="545144" y="251486"/>
                </a:lnTo>
                <a:close/>
              </a:path>
            </a:pathLst>
          </a:custGeom>
          <a:ln w="2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826395" y="5793416"/>
            <a:ext cx="436245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1000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37407" y="3172208"/>
            <a:ext cx="545465" cy="503555"/>
          </a:xfrm>
          <a:custGeom>
            <a:avLst/>
            <a:gdLst/>
            <a:ahLst/>
            <a:cxnLst/>
            <a:rect l="l" t="t" r="r" b="b"/>
            <a:pathLst>
              <a:path w="545464" h="503554">
                <a:moveTo>
                  <a:pt x="545144" y="251486"/>
                </a:moveTo>
                <a:lnTo>
                  <a:pt x="540752" y="206286"/>
                </a:lnTo>
                <a:lnTo>
                  <a:pt x="528090" y="163742"/>
                </a:lnTo>
                <a:lnTo>
                  <a:pt x="507928" y="124564"/>
                </a:lnTo>
                <a:lnTo>
                  <a:pt x="481036" y="89464"/>
                </a:lnTo>
                <a:lnTo>
                  <a:pt x="448184" y="59152"/>
                </a:lnTo>
                <a:lnTo>
                  <a:pt x="410141" y="34339"/>
                </a:lnTo>
                <a:lnTo>
                  <a:pt x="367678" y="15735"/>
                </a:lnTo>
                <a:lnTo>
                  <a:pt x="321565" y="4052"/>
                </a:lnTo>
                <a:lnTo>
                  <a:pt x="272572" y="0"/>
                </a:lnTo>
                <a:lnTo>
                  <a:pt x="223575" y="4052"/>
                </a:lnTo>
                <a:lnTo>
                  <a:pt x="177460" y="15735"/>
                </a:lnTo>
                <a:lnTo>
                  <a:pt x="134997" y="34339"/>
                </a:lnTo>
                <a:lnTo>
                  <a:pt x="96955" y="59152"/>
                </a:lnTo>
                <a:lnTo>
                  <a:pt x="64103" y="89464"/>
                </a:lnTo>
                <a:lnTo>
                  <a:pt x="37212" y="124564"/>
                </a:lnTo>
                <a:lnTo>
                  <a:pt x="17052" y="163742"/>
                </a:lnTo>
                <a:lnTo>
                  <a:pt x="4391" y="206286"/>
                </a:lnTo>
                <a:lnTo>
                  <a:pt x="0" y="251486"/>
                </a:lnTo>
                <a:lnTo>
                  <a:pt x="4391" y="296718"/>
                </a:lnTo>
                <a:lnTo>
                  <a:pt x="17052" y="339279"/>
                </a:lnTo>
                <a:lnTo>
                  <a:pt x="37212" y="378461"/>
                </a:lnTo>
                <a:lnTo>
                  <a:pt x="64103" y="413557"/>
                </a:lnTo>
                <a:lnTo>
                  <a:pt x="96955" y="443860"/>
                </a:lnTo>
                <a:lnTo>
                  <a:pt x="134997" y="468660"/>
                </a:lnTo>
                <a:lnTo>
                  <a:pt x="177460" y="487251"/>
                </a:lnTo>
                <a:lnTo>
                  <a:pt x="223575" y="498925"/>
                </a:lnTo>
                <a:lnTo>
                  <a:pt x="272572" y="502973"/>
                </a:lnTo>
                <a:lnTo>
                  <a:pt x="321565" y="498925"/>
                </a:lnTo>
                <a:lnTo>
                  <a:pt x="367678" y="487251"/>
                </a:lnTo>
                <a:lnTo>
                  <a:pt x="410141" y="468660"/>
                </a:lnTo>
                <a:lnTo>
                  <a:pt x="448184" y="443860"/>
                </a:lnTo>
                <a:lnTo>
                  <a:pt x="481036" y="413557"/>
                </a:lnTo>
                <a:lnTo>
                  <a:pt x="507928" y="378461"/>
                </a:lnTo>
                <a:lnTo>
                  <a:pt x="528090" y="339279"/>
                </a:lnTo>
                <a:lnTo>
                  <a:pt x="540752" y="296718"/>
                </a:lnTo>
                <a:lnTo>
                  <a:pt x="545144" y="251486"/>
                </a:lnTo>
                <a:close/>
              </a:path>
            </a:pathLst>
          </a:custGeom>
          <a:ln w="2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771657" y="3172208"/>
            <a:ext cx="545465" cy="503555"/>
          </a:xfrm>
          <a:custGeom>
            <a:avLst/>
            <a:gdLst/>
            <a:ahLst/>
            <a:cxnLst/>
            <a:rect l="l" t="t" r="r" b="b"/>
            <a:pathLst>
              <a:path w="545464" h="503554">
                <a:moveTo>
                  <a:pt x="545144" y="251486"/>
                </a:moveTo>
                <a:lnTo>
                  <a:pt x="540752" y="206286"/>
                </a:lnTo>
                <a:lnTo>
                  <a:pt x="528089" y="163742"/>
                </a:lnTo>
                <a:lnTo>
                  <a:pt x="507926" y="124564"/>
                </a:lnTo>
                <a:lnTo>
                  <a:pt x="481032" y="89464"/>
                </a:lnTo>
                <a:lnTo>
                  <a:pt x="448178" y="59152"/>
                </a:lnTo>
                <a:lnTo>
                  <a:pt x="410135" y="34339"/>
                </a:lnTo>
                <a:lnTo>
                  <a:pt x="367673" y="15735"/>
                </a:lnTo>
                <a:lnTo>
                  <a:pt x="321562" y="4052"/>
                </a:lnTo>
                <a:lnTo>
                  <a:pt x="272572" y="0"/>
                </a:lnTo>
                <a:lnTo>
                  <a:pt x="223582" y="4052"/>
                </a:lnTo>
                <a:lnTo>
                  <a:pt x="177471" y="15735"/>
                </a:lnTo>
                <a:lnTo>
                  <a:pt x="135008" y="34339"/>
                </a:lnTo>
                <a:lnTo>
                  <a:pt x="96965" y="59152"/>
                </a:lnTo>
                <a:lnTo>
                  <a:pt x="64112" y="89464"/>
                </a:lnTo>
                <a:lnTo>
                  <a:pt x="37218" y="124564"/>
                </a:lnTo>
                <a:lnTo>
                  <a:pt x="17055" y="163742"/>
                </a:lnTo>
                <a:lnTo>
                  <a:pt x="4392" y="206286"/>
                </a:lnTo>
                <a:lnTo>
                  <a:pt x="0" y="251486"/>
                </a:lnTo>
                <a:lnTo>
                  <a:pt x="4392" y="296718"/>
                </a:lnTo>
                <a:lnTo>
                  <a:pt x="17055" y="339279"/>
                </a:lnTo>
                <a:lnTo>
                  <a:pt x="37218" y="378461"/>
                </a:lnTo>
                <a:lnTo>
                  <a:pt x="64112" y="413557"/>
                </a:lnTo>
                <a:lnTo>
                  <a:pt x="96965" y="443860"/>
                </a:lnTo>
                <a:lnTo>
                  <a:pt x="135008" y="468660"/>
                </a:lnTo>
                <a:lnTo>
                  <a:pt x="177471" y="487251"/>
                </a:lnTo>
                <a:lnTo>
                  <a:pt x="223582" y="498925"/>
                </a:lnTo>
                <a:lnTo>
                  <a:pt x="272572" y="502973"/>
                </a:lnTo>
                <a:lnTo>
                  <a:pt x="321562" y="498925"/>
                </a:lnTo>
                <a:lnTo>
                  <a:pt x="367673" y="487251"/>
                </a:lnTo>
                <a:lnTo>
                  <a:pt x="410135" y="468660"/>
                </a:lnTo>
                <a:lnTo>
                  <a:pt x="448178" y="443860"/>
                </a:lnTo>
                <a:lnTo>
                  <a:pt x="481032" y="413557"/>
                </a:lnTo>
                <a:lnTo>
                  <a:pt x="507926" y="378461"/>
                </a:lnTo>
                <a:lnTo>
                  <a:pt x="528089" y="339279"/>
                </a:lnTo>
                <a:lnTo>
                  <a:pt x="540752" y="296718"/>
                </a:lnTo>
                <a:lnTo>
                  <a:pt x="545144" y="251486"/>
                </a:lnTo>
                <a:close/>
              </a:path>
            </a:pathLst>
          </a:custGeom>
          <a:ln w="2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4826395" y="3278511"/>
            <a:ext cx="436245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0101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137407" y="4027335"/>
            <a:ext cx="545465" cy="503555"/>
          </a:xfrm>
          <a:custGeom>
            <a:avLst/>
            <a:gdLst/>
            <a:ahLst/>
            <a:cxnLst/>
            <a:rect l="l" t="t" r="r" b="b"/>
            <a:pathLst>
              <a:path w="545464" h="503554">
                <a:moveTo>
                  <a:pt x="545144" y="251486"/>
                </a:moveTo>
                <a:lnTo>
                  <a:pt x="540752" y="206286"/>
                </a:lnTo>
                <a:lnTo>
                  <a:pt x="528090" y="163742"/>
                </a:lnTo>
                <a:lnTo>
                  <a:pt x="507928" y="124564"/>
                </a:lnTo>
                <a:lnTo>
                  <a:pt x="481036" y="89464"/>
                </a:lnTo>
                <a:lnTo>
                  <a:pt x="448184" y="59152"/>
                </a:lnTo>
                <a:lnTo>
                  <a:pt x="410141" y="34339"/>
                </a:lnTo>
                <a:lnTo>
                  <a:pt x="367678" y="15735"/>
                </a:lnTo>
                <a:lnTo>
                  <a:pt x="321565" y="4052"/>
                </a:lnTo>
                <a:lnTo>
                  <a:pt x="272572" y="0"/>
                </a:lnTo>
                <a:lnTo>
                  <a:pt x="223575" y="4052"/>
                </a:lnTo>
                <a:lnTo>
                  <a:pt x="177460" y="15735"/>
                </a:lnTo>
                <a:lnTo>
                  <a:pt x="134997" y="34339"/>
                </a:lnTo>
                <a:lnTo>
                  <a:pt x="96955" y="59152"/>
                </a:lnTo>
                <a:lnTo>
                  <a:pt x="64103" y="89464"/>
                </a:lnTo>
                <a:lnTo>
                  <a:pt x="37212" y="124564"/>
                </a:lnTo>
                <a:lnTo>
                  <a:pt x="17052" y="163742"/>
                </a:lnTo>
                <a:lnTo>
                  <a:pt x="4391" y="206286"/>
                </a:lnTo>
                <a:lnTo>
                  <a:pt x="0" y="251486"/>
                </a:lnTo>
                <a:lnTo>
                  <a:pt x="4391" y="296687"/>
                </a:lnTo>
                <a:lnTo>
                  <a:pt x="17052" y="339231"/>
                </a:lnTo>
                <a:lnTo>
                  <a:pt x="37212" y="378408"/>
                </a:lnTo>
                <a:lnTo>
                  <a:pt x="64103" y="413509"/>
                </a:lnTo>
                <a:lnTo>
                  <a:pt x="96955" y="443821"/>
                </a:lnTo>
                <a:lnTo>
                  <a:pt x="134997" y="468634"/>
                </a:lnTo>
                <a:lnTo>
                  <a:pt x="177460" y="487238"/>
                </a:lnTo>
                <a:lnTo>
                  <a:pt x="223575" y="498921"/>
                </a:lnTo>
                <a:lnTo>
                  <a:pt x="272572" y="502973"/>
                </a:lnTo>
                <a:lnTo>
                  <a:pt x="321565" y="498921"/>
                </a:lnTo>
                <a:lnTo>
                  <a:pt x="367678" y="487238"/>
                </a:lnTo>
                <a:lnTo>
                  <a:pt x="410141" y="468634"/>
                </a:lnTo>
                <a:lnTo>
                  <a:pt x="448184" y="443821"/>
                </a:lnTo>
                <a:lnTo>
                  <a:pt x="481036" y="413509"/>
                </a:lnTo>
                <a:lnTo>
                  <a:pt x="507928" y="378408"/>
                </a:lnTo>
                <a:lnTo>
                  <a:pt x="528090" y="339231"/>
                </a:lnTo>
                <a:lnTo>
                  <a:pt x="540752" y="296687"/>
                </a:lnTo>
                <a:lnTo>
                  <a:pt x="545144" y="251486"/>
                </a:lnTo>
                <a:close/>
              </a:path>
            </a:pathLst>
          </a:custGeom>
          <a:ln w="2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771657" y="4027335"/>
            <a:ext cx="545465" cy="503555"/>
          </a:xfrm>
          <a:custGeom>
            <a:avLst/>
            <a:gdLst/>
            <a:ahLst/>
            <a:cxnLst/>
            <a:rect l="l" t="t" r="r" b="b"/>
            <a:pathLst>
              <a:path w="545464" h="503554">
                <a:moveTo>
                  <a:pt x="545144" y="251486"/>
                </a:moveTo>
                <a:lnTo>
                  <a:pt x="540752" y="206286"/>
                </a:lnTo>
                <a:lnTo>
                  <a:pt x="528089" y="163742"/>
                </a:lnTo>
                <a:lnTo>
                  <a:pt x="507926" y="124564"/>
                </a:lnTo>
                <a:lnTo>
                  <a:pt x="481032" y="89464"/>
                </a:lnTo>
                <a:lnTo>
                  <a:pt x="448178" y="59152"/>
                </a:lnTo>
                <a:lnTo>
                  <a:pt x="410135" y="34339"/>
                </a:lnTo>
                <a:lnTo>
                  <a:pt x="367673" y="15735"/>
                </a:lnTo>
                <a:lnTo>
                  <a:pt x="321562" y="4052"/>
                </a:lnTo>
                <a:lnTo>
                  <a:pt x="272572" y="0"/>
                </a:lnTo>
                <a:lnTo>
                  <a:pt x="223582" y="4052"/>
                </a:lnTo>
                <a:lnTo>
                  <a:pt x="177471" y="15735"/>
                </a:lnTo>
                <a:lnTo>
                  <a:pt x="135008" y="34339"/>
                </a:lnTo>
                <a:lnTo>
                  <a:pt x="96965" y="59152"/>
                </a:lnTo>
                <a:lnTo>
                  <a:pt x="64112" y="89464"/>
                </a:lnTo>
                <a:lnTo>
                  <a:pt x="37218" y="124564"/>
                </a:lnTo>
                <a:lnTo>
                  <a:pt x="17055" y="163742"/>
                </a:lnTo>
                <a:lnTo>
                  <a:pt x="4392" y="206286"/>
                </a:lnTo>
                <a:lnTo>
                  <a:pt x="0" y="251486"/>
                </a:lnTo>
                <a:lnTo>
                  <a:pt x="4392" y="296687"/>
                </a:lnTo>
                <a:lnTo>
                  <a:pt x="17055" y="339231"/>
                </a:lnTo>
                <a:lnTo>
                  <a:pt x="37218" y="378408"/>
                </a:lnTo>
                <a:lnTo>
                  <a:pt x="64112" y="413509"/>
                </a:lnTo>
                <a:lnTo>
                  <a:pt x="96965" y="443821"/>
                </a:lnTo>
                <a:lnTo>
                  <a:pt x="135008" y="468634"/>
                </a:lnTo>
                <a:lnTo>
                  <a:pt x="177471" y="487238"/>
                </a:lnTo>
                <a:lnTo>
                  <a:pt x="223582" y="498921"/>
                </a:lnTo>
                <a:lnTo>
                  <a:pt x="272572" y="502973"/>
                </a:lnTo>
                <a:lnTo>
                  <a:pt x="321562" y="498921"/>
                </a:lnTo>
                <a:lnTo>
                  <a:pt x="367673" y="487238"/>
                </a:lnTo>
                <a:lnTo>
                  <a:pt x="410135" y="468634"/>
                </a:lnTo>
                <a:lnTo>
                  <a:pt x="448178" y="443821"/>
                </a:lnTo>
                <a:lnTo>
                  <a:pt x="481032" y="413509"/>
                </a:lnTo>
                <a:lnTo>
                  <a:pt x="507926" y="378408"/>
                </a:lnTo>
                <a:lnTo>
                  <a:pt x="528089" y="339231"/>
                </a:lnTo>
                <a:lnTo>
                  <a:pt x="540752" y="296687"/>
                </a:lnTo>
                <a:lnTo>
                  <a:pt x="545144" y="251486"/>
                </a:lnTo>
                <a:close/>
              </a:path>
            </a:pathLst>
          </a:custGeom>
          <a:ln w="2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4826395" y="4133637"/>
            <a:ext cx="436245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0110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137407" y="4848867"/>
            <a:ext cx="545465" cy="503555"/>
          </a:xfrm>
          <a:custGeom>
            <a:avLst/>
            <a:gdLst/>
            <a:ahLst/>
            <a:cxnLst/>
            <a:rect l="l" t="t" r="r" b="b"/>
            <a:pathLst>
              <a:path w="545464" h="503554">
                <a:moveTo>
                  <a:pt x="545144" y="251486"/>
                </a:moveTo>
                <a:lnTo>
                  <a:pt x="540752" y="206286"/>
                </a:lnTo>
                <a:lnTo>
                  <a:pt x="528090" y="163742"/>
                </a:lnTo>
                <a:lnTo>
                  <a:pt x="507928" y="124564"/>
                </a:lnTo>
                <a:lnTo>
                  <a:pt x="481036" y="89464"/>
                </a:lnTo>
                <a:lnTo>
                  <a:pt x="448184" y="59152"/>
                </a:lnTo>
                <a:lnTo>
                  <a:pt x="410141" y="34339"/>
                </a:lnTo>
                <a:lnTo>
                  <a:pt x="367678" y="15735"/>
                </a:lnTo>
                <a:lnTo>
                  <a:pt x="321565" y="4052"/>
                </a:lnTo>
                <a:lnTo>
                  <a:pt x="272572" y="0"/>
                </a:lnTo>
                <a:lnTo>
                  <a:pt x="223575" y="4052"/>
                </a:lnTo>
                <a:lnTo>
                  <a:pt x="177460" y="15735"/>
                </a:lnTo>
                <a:lnTo>
                  <a:pt x="134997" y="34339"/>
                </a:lnTo>
                <a:lnTo>
                  <a:pt x="96955" y="59152"/>
                </a:lnTo>
                <a:lnTo>
                  <a:pt x="64103" y="89464"/>
                </a:lnTo>
                <a:lnTo>
                  <a:pt x="37212" y="124564"/>
                </a:lnTo>
                <a:lnTo>
                  <a:pt x="17052" y="163742"/>
                </a:lnTo>
                <a:lnTo>
                  <a:pt x="4391" y="206286"/>
                </a:lnTo>
                <a:lnTo>
                  <a:pt x="0" y="251486"/>
                </a:lnTo>
                <a:lnTo>
                  <a:pt x="4391" y="296679"/>
                </a:lnTo>
                <a:lnTo>
                  <a:pt x="17052" y="339217"/>
                </a:lnTo>
                <a:lnTo>
                  <a:pt x="37212" y="378389"/>
                </a:lnTo>
                <a:lnTo>
                  <a:pt x="64103" y="413484"/>
                </a:lnTo>
                <a:lnTo>
                  <a:pt x="96955" y="443792"/>
                </a:lnTo>
                <a:lnTo>
                  <a:pt x="134997" y="468602"/>
                </a:lnTo>
                <a:lnTo>
                  <a:pt x="177460" y="487204"/>
                </a:lnTo>
                <a:lnTo>
                  <a:pt x="223575" y="498886"/>
                </a:lnTo>
                <a:lnTo>
                  <a:pt x="272572" y="502938"/>
                </a:lnTo>
                <a:lnTo>
                  <a:pt x="321565" y="498886"/>
                </a:lnTo>
                <a:lnTo>
                  <a:pt x="367678" y="487204"/>
                </a:lnTo>
                <a:lnTo>
                  <a:pt x="410141" y="468602"/>
                </a:lnTo>
                <a:lnTo>
                  <a:pt x="448184" y="443792"/>
                </a:lnTo>
                <a:lnTo>
                  <a:pt x="481036" y="413484"/>
                </a:lnTo>
                <a:lnTo>
                  <a:pt x="507928" y="378389"/>
                </a:lnTo>
                <a:lnTo>
                  <a:pt x="528090" y="339217"/>
                </a:lnTo>
                <a:lnTo>
                  <a:pt x="540752" y="296679"/>
                </a:lnTo>
                <a:lnTo>
                  <a:pt x="545144" y="251486"/>
                </a:lnTo>
                <a:close/>
              </a:path>
            </a:pathLst>
          </a:custGeom>
          <a:ln w="2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771657" y="4848867"/>
            <a:ext cx="545465" cy="503555"/>
          </a:xfrm>
          <a:custGeom>
            <a:avLst/>
            <a:gdLst/>
            <a:ahLst/>
            <a:cxnLst/>
            <a:rect l="l" t="t" r="r" b="b"/>
            <a:pathLst>
              <a:path w="545464" h="503554">
                <a:moveTo>
                  <a:pt x="545144" y="251486"/>
                </a:moveTo>
                <a:lnTo>
                  <a:pt x="540752" y="206286"/>
                </a:lnTo>
                <a:lnTo>
                  <a:pt x="528089" y="163742"/>
                </a:lnTo>
                <a:lnTo>
                  <a:pt x="507926" y="124564"/>
                </a:lnTo>
                <a:lnTo>
                  <a:pt x="481032" y="89464"/>
                </a:lnTo>
                <a:lnTo>
                  <a:pt x="448178" y="59152"/>
                </a:lnTo>
                <a:lnTo>
                  <a:pt x="410135" y="34339"/>
                </a:lnTo>
                <a:lnTo>
                  <a:pt x="367673" y="15735"/>
                </a:lnTo>
                <a:lnTo>
                  <a:pt x="321562" y="4052"/>
                </a:lnTo>
                <a:lnTo>
                  <a:pt x="272572" y="0"/>
                </a:lnTo>
                <a:lnTo>
                  <a:pt x="223582" y="4052"/>
                </a:lnTo>
                <a:lnTo>
                  <a:pt x="177471" y="15735"/>
                </a:lnTo>
                <a:lnTo>
                  <a:pt x="135008" y="34339"/>
                </a:lnTo>
                <a:lnTo>
                  <a:pt x="96965" y="59152"/>
                </a:lnTo>
                <a:lnTo>
                  <a:pt x="64112" y="89464"/>
                </a:lnTo>
                <a:lnTo>
                  <a:pt x="37218" y="124564"/>
                </a:lnTo>
                <a:lnTo>
                  <a:pt x="17055" y="163742"/>
                </a:lnTo>
                <a:lnTo>
                  <a:pt x="4392" y="206286"/>
                </a:lnTo>
                <a:lnTo>
                  <a:pt x="0" y="251486"/>
                </a:lnTo>
                <a:lnTo>
                  <a:pt x="4392" y="296679"/>
                </a:lnTo>
                <a:lnTo>
                  <a:pt x="17055" y="339217"/>
                </a:lnTo>
                <a:lnTo>
                  <a:pt x="37218" y="378389"/>
                </a:lnTo>
                <a:lnTo>
                  <a:pt x="64112" y="413484"/>
                </a:lnTo>
                <a:lnTo>
                  <a:pt x="96965" y="443792"/>
                </a:lnTo>
                <a:lnTo>
                  <a:pt x="135008" y="468602"/>
                </a:lnTo>
                <a:lnTo>
                  <a:pt x="177471" y="487204"/>
                </a:lnTo>
                <a:lnTo>
                  <a:pt x="223582" y="498886"/>
                </a:lnTo>
                <a:lnTo>
                  <a:pt x="272572" y="502938"/>
                </a:lnTo>
                <a:lnTo>
                  <a:pt x="321562" y="498886"/>
                </a:lnTo>
                <a:lnTo>
                  <a:pt x="367673" y="487204"/>
                </a:lnTo>
                <a:lnTo>
                  <a:pt x="410135" y="468602"/>
                </a:lnTo>
                <a:lnTo>
                  <a:pt x="448178" y="443792"/>
                </a:lnTo>
                <a:lnTo>
                  <a:pt x="481032" y="413484"/>
                </a:lnTo>
                <a:lnTo>
                  <a:pt x="507926" y="378389"/>
                </a:lnTo>
                <a:lnTo>
                  <a:pt x="528089" y="339217"/>
                </a:lnTo>
                <a:lnTo>
                  <a:pt x="540752" y="296679"/>
                </a:lnTo>
                <a:lnTo>
                  <a:pt x="545144" y="251486"/>
                </a:lnTo>
                <a:close/>
              </a:path>
            </a:pathLst>
          </a:custGeom>
          <a:ln w="2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4826395" y="4955170"/>
            <a:ext cx="436245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0111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682551" y="2585484"/>
            <a:ext cx="198755" cy="0"/>
          </a:xfrm>
          <a:custGeom>
            <a:avLst/>
            <a:gdLst/>
            <a:ahLst/>
            <a:cxnLst/>
            <a:rect l="l" t="t" r="r" b="b"/>
            <a:pathLst>
              <a:path w="198755">
                <a:moveTo>
                  <a:pt x="0" y="0"/>
                </a:moveTo>
                <a:lnTo>
                  <a:pt x="198416" y="0"/>
                </a:lnTo>
              </a:path>
            </a:pathLst>
          </a:custGeom>
          <a:ln w="255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865967" y="2530124"/>
            <a:ext cx="180340" cy="111125"/>
          </a:xfrm>
          <a:custGeom>
            <a:avLst/>
            <a:gdLst/>
            <a:ahLst/>
            <a:cxnLst/>
            <a:rect l="l" t="t" r="r" b="b"/>
            <a:pathLst>
              <a:path w="180339" h="111125">
                <a:moveTo>
                  <a:pt x="0" y="0"/>
                </a:moveTo>
                <a:lnTo>
                  <a:pt x="0" y="110720"/>
                </a:lnTo>
                <a:lnTo>
                  <a:pt x="180005" y="553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591078" y="2585484"/>
            <a:ext cx="198755" cy="0"/>
          </a:xfrm>
          <a:custGeom>
            <a:avLst/>
            <a:gdLst/>
            <a:ahLst/>
            <a:cxnLst/>
            <a:rect l="l" t="t" r="r" b="b"/>
            <a:pathLst>
              <a:path w="198755">
                <a:moveTo>
                  <a:pt x="0" y="0"/>
                </a:moveTo>
                <a:lnTo>
                  <a:pt x="198467" y="0"/>
                </a:lnTo>
              </a:path>
            </a:pathLst>
          </a:custGeom>
          <a:ln w="255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774545" y="2530124"/>
            <a:ext cx="180340" cy="111125"/>
          </a:xfrm>
          <a:custGeom>
            <a:avLst/>
            <a:gdLst/>
            <a:ahLst/>
            <a:cxnLst/>
            <a:rect l="l" t="t" r="r" b="b"/>
            <a:pathLst>
              <a:path w="180339" h="111125">
                <a:moveTo>
                  <a:pt x="0" y="0"/>
                </a:moveTo>
                <a:lnTo>
                  <a:pt x="0" y="110720"/>
                </a:lnTo>
                <a:lnTo>
                  <a:pt x="180005" y="553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499696" y="2585484"/>
            <a:ext cx="198755" cy="0"/>
          </a:xfrm>
          <a:custGeom>
            <a:avLst/>
            <a:gdLst/>
            <a:ahLst/>
            <a:cxnLst/>
            <a:rect l="l" t="t" r="r" b="b"/>
            <a:pathLst>
              <a:path w="198754">
                <a:moveTo>
                  <a:pt x="0" y="0"/>
                </a:moveTo>
                <a:lnTo>
                  <a:pt x="198467" y="0"/>
                </a:lnTo>
              </a:path>
            </a:pathLst>
          </a:custGeom>
          <a:ln w="255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683163" y="2530124"/>
            <a:ext cx="180340" cy="111125"/>
          </a:xfrm>
          <a:custGeom>
            <a:avLst/>
            <a:gdLst/>
            <a:ahLst/>
            <a:cxnLst/>
            <a:rect l="l" t="t" r="r" b="b"/>
            <a:pathLst>
              <a:path w="180339" h="111125">
                <a:moveTo>
                  <a:pt x="0" y="0"/>
                </a:moveTo>
                <a:lnTo>
                  <a:pt x="0" y="110720"/>
                </a:lnTo>
                <a:lnTo>
                  <a:pt x="180005" y="553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408056" y="2581462"/>
            <a:ext cx="198755" cy="0"/>
          </a:xfrm>
          <a:custGeom>
            <a:avLst/>
            <a:gdLst/>
            <a:ahLst/>
            <a:cxnLst/>
            <a:rect l="l" t="t" r="r" b="b"/>
            <a:pathLst>
              <a:path w="198754">
                <a:moveTo>
                  <a:pt x="0" y="0"/>
                </a:moveTo>
                <a:lnTo>
                  <a:pt x="198595" y="0"/>
                </a:lnTo>
              </a:path>
            </a:pathLst>
          </a:custGeom>
          <a:ln w="255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591651" y="2526102"/>
            <a:ext cx="180340" cy="111125"/>
          </a:xfrm>
          <a:custGeom>
            <a:avLst/>
            <a:gdLst/>
            <a:ahLst/>
            <a:cxnLst/>
            <a:rect l="l" t="t" r="r" b="b"/>
            <a:pathLst>
              <a:path w="180339" h="111125">
                <a:moveTo>
                  <a:pt x="0" y="0"/>
                </a:moveTo>
                <a:lnTo>
                  <a:pt x="0" y="110720"/>
                </a:lnTo>
                <a:lnTo>
                  <a:pt x="180005" y="553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044229" y="2836853"/>
            <a:ext cx="0" cy="184150"/>
          </a:xfrm>
          <a:custGeom>
            <a:avLst/>
            <a:gdLst/>
            <a:ahLst/>
            <a:cxnLst/>
            <a:rect l="l" t="t" r="r" b="b"/>
            <a:pathLst>
              <a:path h="184150">
                <a:moveTo>
                  <a:pt x="0" y="0"/>
                </a:moveTo>
                <a:lnTo>
                  <a:pt x="0" y="183942"/>
                </a:lnTo>
              </a:path>
            </a:pathLst>
          </a:custGeom>
          <a:ln w="276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984227" y="3006955"/>
            <a:ext cx="120014" cy="166370"/>
          </a:xfrm>
          <a:custGeom>
            <a:avLst/>
            <a:gdLst/>
            <a:ahLst/>
            <a:cxnLst/>
            <a:rect l="l" t="t" r="r" b="b"/>
            <a:pathLst>
              <a:path w="120014" h="166369">
                <a:moveTo>
                  <a:pt x="120003" y="0"/>
                </a:moveTo>
                <a:lnTo>
                  <a:pt x="0" y="0"/>
                </a:lnTo>
                <a:lnTo>
                  <a:pt x="60001" y="166080"/>
                </a:lnTo>
                <a:lnTo>
                  <a:pt x="1200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048460" y="3675182"/>
            <a:ext cx="0" cy="200660"/>
          </a:xfrm>
          <a:custGeom>
            <a:avLst/>
            <a:gdLst/>
            <a:ahLst/>
            <a:cxnLst/>
            <a:rect l="l" t="t" r="r" b="b"/>
            <a:pathLst>
              <a:path h="200660">
                <a:moveTo>
                  <a:pt x="0" y="0"/>
                </a:moveTo>
                <a:lnTo>
                  <a:pt x="0" y="200621"/>
                </a:lnTo>
              </a:path>
            </a:pathLst>
          </a:custGeom>
          <a:ln w="276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988458" y="3861964"/>
            <a:ext cx="120014" cy="166370"/>
          </a:xfrm>
          <a:custGeom>
            <a:avLst/>
            <a:gdLst/>
            <a:ahLst/>
            <a:cxnLst/>
            <a:rect l="l" t="t" r="r" b="b"/>
            <a:pathLst>
              <a:path w="120014" h="166370">
                <a:moveTo>
                  <a:pt x="120003" y="0"/>
                </a:moveTo>
                <a:lnTo>
                  <a:pt x="0" y="0"/>
                </a:lnTo>
                <a:lnTo>
                  <a:pt x="60001" y="166080"/>
                </a:lnTo>
                <a:lnTo>
                  <a:pt x="1200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048973" y="4529954"/>
            <a:ext cx="0" cy="167640"/>
          </a:xfrm>
          <a:custGeom>
            <a:avLst/>
            <a:gdLst/>
            <a:ahLst/>
            <a:cxnLst/>
            <a:rect l="l" t="t" r="r" b="b"/>
            <a:pathLst>
              <a:path h="167639">
                <a:moveTo>
                  <a:pt x="0" y="0"/>
                </a:moveTo>
                <a:lnTo>
                  <a:pt x="0" y="167381"/>
                </a:lnTo>
              </a:path>
            </a:pathLst>
          </a:custGeom>
          <a:ln w="276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988971" y="4683496"/>
            <a:ext cx="120014" cy="166370"/>
          </a:xfrm>
          <a:custGeom>
            <a:avLst/>
            <a:gdLst/>
            <a:ahLst/>
            <a:cxnLst/>
            <a:rect l="l" t="t" r="r" b="b"/>
            <a:pathLst>
              <a:path w="120014" h="166370">
                <a:moveTo>
                  <a:pt x="120003" y="0"/>
                </a:moveTo>
                <a:lnTo>
                  <a:pt x="0" y="0"/>
                </a:lnTo>
                <a:lnTo>
                  <a:pt x="60001" y="166080"/>
                </a:lnTo>
                <a:lnTo>
                  <a:pt x="1200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044229" y="5351805"/>
            <a:ext cx="0" cy="187325"/>
          </a:xfrm>
          <a:custGeom>
            <a:avLst/>
            <a:gdLst/>
            <a:ahLst/>
            <a:cxnLst/>
            <a:rect l="l" t="t" r="r" b="b"/>
            <a:pathLst>
              <a:path h="187325">
                <a:moveTo>
                  <a:pt x="0" y="0"/>
                </a:moveTo>
                <a:lnTo>
                  <a:pt x="0" y="187254"/>
                </a:lnTo>
              </a:path>
            </a:pathLst>
          </a:custGeom>
          <a:ln w="276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984227" y="5525220"/>
            <a:ext cx="120014" cy="166370"/>
          </a:xfrm>
          <a:custGeom>
            <a:avLst/>
            <a:gdLst/>
            <a:ahLst/>
            <a:cxnLst/>
            <a:rect l="l" t="t" r="r" b="b"/>
            <a:pathLst>
              <a:path w="120014" h="166370">
                <a:moveTo>
                  <a:pt x="120003" y="0"/>
                </a:moveTo>
                <a:lnTo>
                  <a:pt x="0" y="0"/>
                </a:lnTo>
                <a:lnTo>
                  <a:pt x="60001" y="166080"/>
                </a:lnTo>
                <a:lnTo>
                  <a:pt x="1200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409979" y="5500521"/>
            <a:ext cx="0" cy="186690"/>
          </a:xfrm>
          <a:custGeom>
            <a:avLst/>
            <a:gdLst/>
            <a:ahLst/>
            <a:cxnLst/>
            <a:rect l="l" t="t" r="r" b="b"/>
            <a:pathLst>
              <a:path h="186689">
                <a:moveTo>
                  <a:pt x="0" y="186592"/>
                </a:moveTo>
                <a:lnTo>
                  <a:pt x="0" y="0"/>
                </a:lnTo>
              </a:path>
            </a:pathLst>
          </a:custGeom>
          <a:ln w="276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349977" y="5348280"/>
            <a:ext cx="120014" cy="166370"/>
          </a:xfrm>
          <a:custGeom>
            <a:avLst/>
            <a:gdLst/>
            <a:ahLst/>
            <a:cxnLst/>
            <a:rect l="l" t="t" r="r" b="b"/>
            <a:pathLst>
              <a:path w="120015" h="166370">
                <a:moveTo>
                  <a:pt x="60001" y="0"/>
                </a:moveTo>
                <a:lnTo>
                  <a:pt x="0" y="166080"/>
                </a:lnTo>
                <a:lnTo>
                  <a:pt x="120003" y="166080"/>
                </a:lnTo>
                <a:lnTo>
                  <a:pt x="600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409979" y="4682076"/>
            <a:ext cx="0" cy="167005"/>
          </a:xfrm>
          <a:custGeom>
            <a:avLst/>
            <a:gdLst/>
            <a:ahLst/>
            <a:cxnLst/>
            <a:rect l="l" t="t" r="r" b="b"/>
            <a:pathLst>
              <a:path h="167004">
                <a:moveTo>
                  <a:pt x="0" y="166790"/>
                </a:moveTo>
                <a:lnTo>
                  <a:pt x="0" y="0"/>
                </a:lnTo>
              </a:path>
            </a:pathLst>
          </a:custGeom>
          <a:ln w="276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349977" y="4529835"/>
            <a:ext cx="120014" cy="166370"/>
          </a:xfrm>
          <a:custGeom>
            <a:avLst/>
            <a:gdLst/>
            <a:ahLst/>
            <a:cxnLst/>
            <a:rect l="l" t="t" r="r" b="b"/>
            <a:pathLst>
              <a:path w="120015" h="166370">
                <a:moveTo>
                  <a:pt x="60001" y="0"/>
                </a:moveTo>
                <a:lnTo>
                  <a:pt x="0" y="166080"/>
                </a:lnTo>
                <a:lnTo>
                  <a:pt x="120003" y="166080"/>
                </a:lnTo>
                <a:lnTo>
                  <a:pt x="600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413299" y="3819971"/>
            <a:ext cx="0" cy="208279"/>
          </a:xfrm>
          <a:custGeom>
            <a:avLst/>
            <a:gdLst/>
            <a:ahLst/>
            <a:cxnLst/>
            <a:rect l="l" t="t" r="r" b="b"/>
            <a:pathLst>
              <a:path h="208279">
                <a:moveTo>
                  <a:pt x="0" y="207719"/>
                </a:moveTo>
                <a:lnTo>
                  <a:pt x="0" y="0"/>
                </a:lnTo>
              </a:path>
            </a:pathLst>
          </a:custGeom>
          <a:ln w="276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353298" y="3667730"/>
            <a:ext cx="120014" cy="166370"/>
          </a:xfrm>
          <a:custGeom>
            <a:avLst/>
            <a:gdLst/>
            <a:ahLst/>
            <a:cxnLst/>
            <a:rect l="l" t="t" r="r" b="b"/>
            <a:pathLst>
              <a:path w="120015" h="166370">
                <a:moveTo>
                  <a:pt x="60001" y="0"/>
                </a:moveTo>
                <a:lnTo>
                  <a:pt x="0" y="166080"/>
                </a:lnTo>
                <a:lnTo>
                  <a:pt x="120003" y="166080"/>
                </a:lnTo>
                <a:lnTo>
                  <a:pt x="600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409979" y="2987437"/>
            <a:ext cx="0" cy="184785"/>
          </a:xfrm>
          <a:custGeom>
            <a:avLst/>
            <a:gdLst/>
            <a:ahLst/>
            <a:cxnLst/>
            <a:rect l="l" t="t" r="r" b="b"/>
            <a:pathLst>
              <a:path h="184785">
                <a:moveTo>
                  <a:pt x="0" y="184770"/>
                </a:moveTo>
                <a:lnTo>
                  <a:pt x="0" y="0"/>
                </a:lnTo>
              </a:path>
            </a:pathLst>
          </a:custGeom>
          <a:ln w="276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349977" y="2835197"/>
            <a:ext cx="120014" cy="166370"/>
          </a:xfrm>
          <a:custGeom>
            <a:avLst/>
            <a:gdLst/>
            <a:ahLst/>
            <a:cxnLst/>
            <a:rect l="l" t="t" r="r" b="b"/>
            <a:pathLst>
              <a:path w="120015" h="166369">
                <a:moveTo>
                  <a:pt x="60001" y="0"/>
                </a:moveTo>
                <a:lnTo>
                  <a:pt x="0" y="166080"/>
                </a:lnTo>
                <a:lnTo>
                  <a:pt x="120003" y="166080"/>
                </a:lnTo>
                <a:lnTo>
                  <a:pt x="600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571523" y="5938600"/>
            <a:ext cx="200660" cy="0"/>
          </a:xfrm>
          <a:custGeom>
            <a:avLst/>
            <a:gdLst/>
            <a:ahLst/>
            <a:cxnLst/>
            <a:rect l="l" t="t" r="r" b="b"/>
            <a:pathLst>
              <a:path w="200660">
                <a:moveTo>
                  <a:pt x="200134" y="0"/>
                </a:moveTo>
                <a:lnTo>
                  <a:pt x="0" y="0"/>
                </a:lnTo>
              </a:path>
            </a:pathLst>
          </a:custGeom>
          <a:ln w="255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406518" y="5883240"/>
            <a:ext cx="180340" cy="111125"/>
          </a:xfrm>
          <a:custGeom>
            <a:avLst/>
            <a:gdLst/>
            <a:ahLst/>
            <a:cxnLst/>
            <a:rect l="l" t="t" r="r" b="b"/>
            <a:pathLst>
              <a:path w="180339" h="111125">
                <a:moveTo>
                  <a:pt x="180005" y="0"/>
                </a:moveTo>
                <a:lnTo>
                  <a:pt x="0" y="55360"/>
                </a:lnTo>
                <a:lnTo>
                  <a:pt x="180005" y="110720"/>
                </a:lnTo>
                <a:lnTo>
                  <a:pt x="1800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3664060" y="5938600"/>
            <a:ext cx="199390" cy="0"/>
          </a:xfrm>
          <a:custGeom>
            <a:avLst/>
            <a:gdLst/>
            <a:ahLst/>
            <a:cxnLst/>
            <a:rect l="l" t="t" r="r" b="b"/>
            <a:pathLst>
              <a:path w="199389">
                <a:moveTo>
                  <a:pt x="199108" y="0"/>
                </a:moveTo>
                <a:lnTo>
                  <a:pt x="0" y="0"/>
                </a:lnTo>
              </a:path>
            </a:pathLst>
          </a:custGeom>
          <a:ln w="255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499055" y="5883240"/>
            <a:ext cx="180340" cy="111125"/>
          </a:xfrm>
          <a:custGeom>
            <a:avLst/>
            <a:gdLst/>
            <a:ahLst/>
            <a:cxnLst/>
            <a:rect l="l" t="t" r="r" b="b"/>
            <a:pathLst>
              <a:path w="180339" h="111125">
                <a:moveTo>
                  <a:pt x="180005" y="0"/>
                </a:moveTo>
                <a:lnTo>
                  <a:pt x="0" y="55360"/>
                </a:lnTo>
                <a:lnTo>
                  <a:pt x="180005" y="110720"/>
                </a:lnTo>
                <a:lnTo>
                  <a:pt x="1800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755314" y="5938600"/>
            <a:ext cx="199390" cy="0"/>
          </a:xfrm>
          <a:custGeom>
            <a:avLst/>
            <a:gdLst/>
            <a:ahLst/>
            <a:cxnLst/>
            <a:rect l="l" t="t" r="r" b="b"/>
            <a:pathLst>
              <a:path w="199389">
                <a:moveTo>
                  <a:pt x="199236" y="0"/>
                </a:moveTo>
                <a:lnTo>
                  <a:pt x="0" y="0"/>
                </a:lnTo>
              </a:path>
            </a:pathLst>
          </a:custGeom>
          <a:ln w="255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2590309" y="5883240"/>
            <a:ext cx="180340" cy="111125"/>
          </a:xfrm>
          <a:custGeom>
            <a:avLst/>
            <a:gdLst/>
            <a:ahLst/>
            <a:cxnLst/>
            <a:rect l="l" t="t" r="r" b="b"/>
            <a:pathLst>
              <a:path w="180339" h="111125">
                <a:moveTo>
                  <a:pt x="180005" y="0"/>
                </a:moveTo>
                <a:lnTo>
                  <a:pt x="0" y="55360"/>
                </a:lnTo>
                <a:lnTo>
                  <a:pt x="180005" y="110720"/>
                </a:lnTo>
                <a:lnTo>
                  <a:pt x="1800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847261" y="5938600"/>
            <a:ext cx="198755" cy="0"/>
          </a:xfrm>
          <a:custGeom>
            <a:avLst/>
            <a:gdLst/>
            <a:ahLst/>
            <a:cxnLst/>
            <a:rect l="l" t="t" r="r" b="b"/>
            <a:pathLst>
              <a:path w="198755">
                <a:moveTo>
                  <a:pt x="198711" y="0"/>
                </a:moveTo>
                <a:lnTo>
                  <a:pt x="0" y="0"/>
                </a:lnTo>
              </a:path>
            </a:pathLst>
          </a:custGeom>
          <a:ln w="255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682256" y="5883240"/>
            <a:ext cx="180340" cy="111125"/>
          </a:xfrm>
          <a:custGeom>
            <a:avLst/>
            <a:gdLst/>
            <a:ahLst/>
            <a:cxnLst/>
            <a:rect l="l" t="t" r="r" b="b"/>
            <a:pathLst>
              <a:path w="180339" h="111125">
                <a:moveTo>
                  <a:pt x="180005" y="0"/>
                </a:moveTo>
                <a:lnTo>
                  <a:pt x="0" y="55360"/>
                </a:lnTo>
                <a:lnTo>
                  <a:pt x="180005" y="110720"/>
                </a:lnTo>
                <a:lnTo>
                  <a:pt x="1800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082892" y="2887245"/>
            <a:ext cx="182245" cy="252095"/>
          </a:xfrm>
          <a:custGeom>
            <a:avLst/>
            <a:gdLst/>
            <a:ahLst/>
            <a:cxnLst/>
            <a:rect l="l" t="t" r="r" b="b"/>
            <a:pathLst>
              <a:path w="182244" h="252094">
                <a:moveTo>
                  <a:pt x="181710" y="0"/>
                </a:moveTo>
                <a:lnTo>
                  <a:pt x="0" y="251486"/>
                </a:lnTo>
              </a:path>
            </a:pathLst>
          </a:custGeom>
          <a:ln w="14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408313" y="6022433"/>
            <a:ext cx="182245" cy="252095"/>
          </a:xfrm>
          <a:custGeom>
            <a:avLst/>
            <a:gdLst/>
            <a:ahLst/>
            <a:cxnLst/>
            <a:rect l="l" t="t" r="r" b="b"/>
            <a:pathLst>
              <a:path w="182245" h="252095">
                <a:moveTo>
                  <a:pt x="181672" y="0"/>
                </a:moveTo>
                <a:lnTo>
                  <a:pt x="0" y="251481"/>
                </a:lnTo>
              </a:path>
            </a:pathLst>
          </a:custGeom>
          <a:ln w="14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3499696" y="6022433"/>
            <a:ext cx="182245" cy="252095"/>
          </a:xfrm>
          <a:custGeom>
            <a:avLst/>
            <a:gdLst/>
            <a:ahLst/>
            <a:cxnLst/>
            <a:rect l="l" t="t" r="r" b="b"/>
            <a:pathLst>
              <a:path w="182245" h="252095">
                <a:moveTo>
                  <a:pt x="181672" y="0"/>
                </a:moveTo>
                <a:lnTo>
                  <a:pt x="0" y="251481"/>
                </a:lnTo>
              </a:path>
            </a:pathLst>
          </a:custGeom>
          <a:ln w="14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2591079" y="6022433"/>
            <a:ext cx="182245" cy="252095"/>
          </a:xfrm>
          <a:custGeom>
            <a:avLst/>
            <a:gdLst/>
            <a:ahLst/>
            <a:cxnLst/>
            <a:rect l="l" t="t" r="r" b="b"/>
            <a:pathLst>
              <a:path w="182244" h="252095">
                <a:moveTo>
                  <a:pt x="181800" y="0"/>
                </a:moveTo>
                <a:lnTo>
                  <a:pt x="0" y="251481"/>
                </a:lnTo>
              </a:path>
            </a:pathLst>
          </a:custGeom>
          <a:ln w="14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682551" y="6022433"/>
            <a:ext cx="182245" cy="252095"/>
          </a:xfrm>
          <a:custGeom>
            <a:avLst/>
            <a:gdLst/>
            <a:ahLst/>
            <a:cxnLst/>
            <a:rect l="l" t="t" r="r" b="b"/>
            <a:pathLst>
              <a:path w="182244" h="252095">
                <a:moveTo>
                  <a:pt x="181710" y="0"/>
                </a:moveTo>
                <a:lnTo>
                  <a:pt x="0" y="251481"/>
                </a:lnTo>
              </a:path>
            </a:pathLst>
          </a:custGeom>
          <a:ln w="14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082892" y="5385329"/>
            <a:ext cx="182245" cy="252095"/>
          </a:xfrm>
          <a:custGeom>
            <a:avLst/>
            <a:gdLst/>
            <a:ahLst/>
            <a:cxnLst/>
            <a:rect l="l" t="t" r="r" b="b"/>
            <a:pathLst>
              <a:path w="182244" h="252095">
                <a:moveTo>
                  <a:pt x="181710" y="0"/>
                </a:moveTo>
                <a:lnTo>
                  <a:pt x="0" y="251486"/>
                </a:lnTo>
              </a:path>
            </a:pathLst>
          </a:custGeom>
          <a:ln w="14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082892" y="4547106"/>
            <a:ext cx="182245" cy="252095"/>
          </a:xfrm>
          <a:custGeom>
            <a:avLst/>
            <a:gdLst/>
            <a:ahLst/>
            <a:cxnLst/>
            <a:rect l="l" t="t" r="r" b="b"/>
            <a:pathLst>
              <a:path w="182244" h="252095">
                <a:moveTo>
                  <a:pt x="181710" y="0"/>
                </a:moveTo>
                <a:lnTo>
                  <a:pt x="0" y="251486"/>
                </a:lnTo>
              </a:path>
            </a:pathLst>
          </a:custGeom>
          <a:ln w="14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082892" y="3725574"/>
            <a:ext cx="182245" cy="252095"/>
          </a:xfrm>
          <a:custGeom>
            <a:avLst/>
            <a:gdLst/>
            <a:ahLst/>
            <a:cxnLst/>
            <a:rect l="l" t="t" r="r" b="b"/>
            <a:pathLst>
              <a:path w="182244" h="252095">
                <a:moveTo>
                  <a:pt x="181710" y="0"/>
                </a:moveTo>
                <a:lnTo>
                  <a:pt x="0" y="251486"/>
                </a:lnTo>
              </a:path>
            </a:pathLst>
          </a:custGeom>
          <a:ln w="14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135129" y="5351805"/>
            <a:ext cx="182245" cy="252095"/>
          </a:xfrm>
          <a:custGeom>
            <a:avLst/>
            <a:gdLst/>
            <a:ahLst/>
            <a:cxnLst/>
            <a:rect l="l" t="t" r="r" b="b"/>
            <a:pathLst>
              <a:path w="182245" h="252095">
                <a:moveTo>
                  <a:pt x="181672" y="0"/>
                </a:moveTo>
                <a:lnTo>
                  <a:pt x="0" y="251486"/>
                </a:lnTo>
              </a:path>
            </a:pathLst>
          </a:custGeom>
          <a:ln w="14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135129" y="4513511"/>
            <a:ext cx="182245" cy="252095"/>
          </a:xfrm>
          <a:custGeom>
            <a:avLst/>
            <a:gdLst/>
            <a:ahLst/>
            <a:cxnLst/>
            <a:rect l="l" t="t" r="r" b="b"/>
            <a:pathLst>
              <a:path w="182245" h="252095">
                <a:moveTo>
                  <a:pt x="181672" y="0"/>
                </a:moveTo>
                <a:lnTo>
                  <a:pt x="0" y="251486"/>
                </a:lnTo>
              </a:path>
            </a:pathLst>
          </a:custGeom>
          <a:ln w="14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135129" y="3675182"/>
            <a:ext cx="182245" cy="252095"/>
          </a:xfrm>
          <a:custGeom>
            <a:avLst/>
            <a:gdLst/>
            <a:ahLst/>
            <a:cxnLst/>
            <a:rect l="l" t="t" r="r" b="b"/>
            <a:pathLst>
              <a:path w="182245" h="252095">
                <a:moveTo>
                  <a:pt x="181672" y="0"/>
                </a:moveTo>
                <a:lnTo>
                  <a:pt x="0" y="251486"/>
                </a:lnTo>
              </a:path>
            </a:pathLst>
          </a:custGeom>
          <a:ln w="14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135129" y="2836971"/>
            <a:ext cx="182245" cy="252095"/>
          </a:xfrm>
          <a:custGeom>
            <a:avLst/>
            <a:gdLst/>
            <a:ahLst/>
            <a:cxnLst/>
            <a:rect l="l" t="t" r="r" b="b"/>
            <a:pathLst>
              <a:path w="182245" h="252094">
                <a:moveTo>
                  <a:pt x="181672" y="0"/>
                </a:moveTo>
                <a:lnTo>
                  <a:pt x="0" y="251486"/>
                </a:lnTo>
              </a:path>
            </a:pathLst>
          </a:custGeom>
          <a:ln w="14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462802" y="2216652"/>
            <a:ext cx="182245" cy="252095"/>
          </a:xfrm>
          <a:custGeom>
            <a:avLst/>
            <a:gdLst/>
            <a:ahLst/>
            <a:cxnLst/>
            <a:rect l="l" t="t" r="r" b="b"/>
            <a:pathLst>
              <a:path w="182245" h="252094">
                <a:moveTo>
                  <a:pt x="181672" y="0"/>
                </a:moveTo>
                <a:lnTo>
                  <a:pt x="0" y="251486"/>
                </a:lnTo>
              </a:path>
            </a:pathLst>
          </a:custGeom>
          <a:ln w="14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3554184" y="2216652"/>
            <a:ext cx="182245" cy="252095"/>
          </a:xfrm>
          <a:custGeom>
            <a:avLst/>
            <a:gdLst/>
            <a:ahLst/>
            <a:cxnLst/>
            <a:rect l="l" t="t" r="r" b="b"/>
            <a:pathLst>
              <a:path w="182245" h="252094">
                <a:moveTo>
                  <a:pt x="181672" y="0"/>
                </a:moveTo>
                <a:lnTo>
                  <a:pt x="0" y="251486"/>
                </a:lnTo>
              </a:path>
            </a:pathLst>
          </a:custGeom>
          <a:ln w="14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2627490" y="2216652"/>
            <a:ext cx="182245" cy="252095"/>
          </a:xfrm>
          <a:custGeom>
            <a:avLst/>
            <a:gdLst/>
            <a:ahLst/>
            <a:cxnLst/>
            <a:rect l="l" t="t" r="r" b="b"/>
            <a:pathLst>
              <a:path w="182244" h="252094">
                <a:moveTo>
                  <a:pt x="181672" y="0"/>
                </a:moveTo>
                <a:lnTo>
                  <a:pt x="0" y="251486"/>
                </a:lnTo>
              </a:path>
            </a:pathLst>
          </a:custGeom>
          <a:ln w="14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737066" y="2216652"/>
            <a:ext cx="182245" cy="252095"/>
          </a:xfrm>
          <a:custGeom>
            <a:avLst/>
            <a:gdLst/>
            <a:ahLst/>
            <a:cxnLst/>
            <a:rect l="l" t="t" r="r" b="b"/>
            <a:pathLst>
              <a:path w="182244" h="252094">
                <a:moveTo>
                  <a:pt x="181710" y="0"/>
                </a:moveTo>
                <a:lnTo>
                  <a:pt x="0" y="251486"/>
                </a:lnTo>
              </a:path>
            </a:pathLst>
          </a:custGeom>
          <a:ln w="14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973744" y="3759050"/>
            <a:ext cx="908685" cy="838835"/>
          </a:xfrm>
          <a:custGeom>
            <a:avLst/>
            <a:gdLst/>
            <a:ahLst/>
            <a:cxnLst/>
            <a:rect l="l" t="t" r="r" b="b"/>
            <a:pathLst>
              <a:path w="908684" h="838835">
                <a:moveTo>
                  <a:pt x="908617" y="419105"/>
                </a:moveTo>
                <a:lnTo>
                  <a:pt x="905950" y="373454"/>
                </a:lnTo>
                <a:lnTo>
                  <a:pt x="898135" y="329224"/>
                </a:lnTo>
                <a:lnTo>
                  <a:pt x="885450" y="286669"/>
                </a:lnTo>
                <a:lnTo>
                  <a:pt x="868171" y="246047"/>
                </a:lnTo>
                <a:lnTo>
                  <a:pt x="846578" y="207614"/>
                </a:lnTo>
                <a:lnTo>
                  <a:pt x="820946" y="171625"/>
                </a:lnTo>
                <a:lnTo>
                  <a:pt x="791555" y="138337"/>
                </a:lnTo>
                <a:lnTo>
                  <a:pt x="758681" y="108006"/>
                </a:lnTo>
                <a:lnTo>
                  <a:pt x="722602" y="80888"/>
                </a:lnTo>
                <a:lnTo>
                  <a:pt x="683596" y="57239"/>
                </a:lnTo>
                <a:lnTo>
                  <a:pt x="641940" y="37316"/>
                </a:lnTo>
                <a:lnTo>
                  <a:pt x="597912" y="21374"/>
                </a:lnTo>
                <a:lnTo>
                  <a:pt x="551790" y="9670"/>
                </a:lnTo>
                <a:lnTo>
                  <a:pt x="503850" y="2460"/>
                </a:lnTo>
                <a:lnTo>
                  <a:pt x="454372" y="0"/>
                </a:lnTo>
                <a:lnTo>
                  <a:pt x="404870" y="2460"/>
                </a:lnTo>
                <a:lnTo>
                  <a:pt x="356910" y="9670"/>
                </a:lnTo>
                <a:lnTo>
                  <a:pt x="310770" y="21374"/>
                </a:lnTo>
                <a:lnTo>
                  <a:pt x="266727" y="37316"/>
                </a:lnTo>
                <a:lnTo>
                  <a:pt x="225058" y="57239"/>
                </a:lnTo>
                <a:lnTo>
                  <a:pt x="186042" y="80888"/>
                </a:lnTo>
                <a:lnTo>
                  <a:pt x="149955" y="108006"/>
                </a:lnTo>
                <a:lnTo>
                  <a:pt x="117074" y="138337"/>
                </a:lnTo>
                <a:lnTo>
                  <a:pt x="87678" y="171625"/>
                </a:lnTo>
                <a:lnTo>
                  <a:pt x="62043" y="207614"/>
                </a:lnTo>
                <a:lnTo>
                  <a:pt x="40447" y="246047"/>
                </a:lnTo>
                <a:lnTo>
                  <a:pt x="23167" y="286669"/>
                </a:lnTo>
                <a:lnTo>
                  <a:pt x="10481" y="329224"/>
                </a:lnTo>
                <a:lnTo>
                  <a:pt x="2666" y="373454"/>
                </a:lnTo>
                <a:lnTo>
                  <a:pt x="0" y="419105"/>
                </a:lnTo>
                <a:lnTo>
                  <a:pt x="2666" y="464778"/>
                </a:lnTo>
                <a:lnTo>
                  <a:pt x="10481" y="509028"/>
                </a:lnTo>
                <a:lnTo>
                  <a:pt x="23167" y="551599"/>
                </a:lnTo>
                <a:lnTo>
                  <a:pt x="40447" y="592235"/>
                </a:lnTo>
                <a:lnTo>
                  <a:pt x="62043" y="630680"/>
                </a:lnTo>
                <a:lnTo>
                  <a:pt x="87678" y="666678"/>
                </a:lnTo>
                <a:lnTo>
                  <a:pt x="117074" y="699974"/>
                </a:lnTo>
                <a:lnTo>
                  <a:pt x="149955" y="730310"/>
                </a:lnTo>
                <a:lnTo>
                  <a:pt x="186042" y="757433"/>
                </a:lnTo>
                <a:lnTo>
                  <a:pt x="225059" y="781085"/>
                </a:lnTo>
                <a:lnTo>
                  <a:pt x="266727" y="801010"/>
                </a:lnTo>
                <a:lnTo>
                  <a:pt x="310770" y="816953"/>
                </a:lnTo>
                <a:lnTo>
                  <a:pt x="356910" y="828658"/>
                </a:lnTo>
                <a:lnTo>
                  <a:pt x="404870" y="835868"/>
                </a:lnTo>
                <a:lnTo>
                  <a:pt x="454372" y="838329"/>
                </a:lnTo>
                <a:lnTo>
                  <a:pt x="503850" y="835868"/>
                </a:lnTo>
                <a:lnTo>
                  <a:pt x="551790" y="828658"/>
                </a:lnTo>
                <a:lnTo>
                  <a:pt x="597912" y="816953"/>
                </a:lnTo>
                <a:lnTo>
                  <a:pt x="641940" y="801010"/>
                </a:lnTo>
                <a:lnTo>
                  <a:pt x="683596" y="781085"/>
                </a:lnTo>
                <a:lnTo>
                  <a:pt x="722602" y="757433"/>
                </a:lnTo>
                <a:lnTo>
                  <a:pt x="758681" y="730310"/>
                </a:lnTo>
                <a:lnTo>
                  <a:pt x="791555" y="699974"/>
                </a:lnTo>
                <a:lnTo>
                  <a:pt x="820946" y="666678"/>
                </a:lnTo>
                <a:lnTo>
                  <a:pt x="846578" y="630680"/>
                </a:lnTo>
                <a:lnTo>
                  <a:pt x="868171" y="592235"/>
                </a:lnTo>
                <a:lnTo>
                  <a:pt x="885450" y="551599"/>
                </a:lnTo>
                <a:lnTo>
                  <a:pt x="898135" y="509028"/>
                </a:lnTo>
                <a:lnTo>
                  <a:pt x="905950" y="464778"/>
                </a:lnTo>
                <a:lnTo>
                  <a:pt x="908617" y="419105"/>
                </a:lnTo>
                <a:close/>
              </a:path>
            </a:pathLst>
          </a:custGeom>
          <a:ln w="2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5987184" y="4041253"/>
            <a:ext cx="8820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spc="60" dirty="0">
                <a:latin typeface="Times New Roman"/>
                <a:cs typeface="Times New Roman"/>
              </a:rPr>
              <a:t>Q</a:t>
            </a:r>
            <a:r>
              <a:rPr sz="1350" spc="89" baseline="-12345" dirty="0">
                <a:latin typeface="Times New Roman"/>
                <a:cs typeface="Times New Roman"/>
              </a:rPr>
              <a:t>3</a:t>
            </a:r>
            <a:r>
              <a:rPr sz="1400" spc="60" dirty="0">
                <a:latin typeface="Times New Roman"/>
                <a:cs typeface="Times New Roman"/>
              </a:rPr>
              <a:t>Q</a:t>
            </a:r>
            <a:r>
              <a:rPr sz="1350" spc="89" baseline="-12345" dirty="0">
                <a:latin typeface="Times New Roman"/>
                <a:cs typeface="Times New Roman"/>
              </a:rPr>
              <a:t>2</a:t>
            </a:r>
            <a:r>
              <a:rPr sz="1400" spc="60" dirty="0">
                <a:latin typeface="Times New Roman"/>
                <a:cs typeface="Times New Roman"/>
              </a:rPr>
              <a:t>Q</a:t>
            </a:r>
            <a:r>
              <a:rPr sz="1350" spc="89" baseline="-12345" dirty="0">
                <a:latin typeface="Times New Roman"/>
                <a:cs typeface="Times New Roman"/>
              </a:rPr>
              <a:t>1</a:t>
            </a:r>
            <a:r>
              <a:rPr sz="1400" spc="60" dirty="0">
                <a:latin typeface="Times New Roman"/>
                <a:cs typeface="Times New Roman"/>
              </a:rPr>
              <a:t>Q</a:t>
            </a:r>
            <a:r>
              <a:rPr sz="1350" spc="89" baseline="-12345" dirty="0">
                <a:latin typeface="Times New Roman"/>
                <a:cs typeface="Times New Roman"/>
              </a:rPr>
              <a:t>0</a:t>
            </a:r>
            <a:endParaRPr sz="1350" baseline="-12345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6155545" y="4647653"/>
            <a:ext cx="182245" cy="252095"/>
          </a:xfrm>
          <a:custGeom>
            <a:avLst/>
            <a:gdLst/>
            <a:ahLst/>
            <a:cxnLst/>
            <a:rect l="l" t="t" r="r" b="b"/>
            <a:pathLst>
              <a:path w="182245" h="252095">
                <a:moveTo>
                  <a:pt x="181672" y="0"/>
                </a:moveTo>
                <a:lnTo>
                  <a:pt x="0" y="251486"/>
                </a:lnTo>
              </a:path>
            </a:pathLst>
          </a:custGeom>
          <a:ln w="14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 txBox="1"/>
          <p:nvPr/>
        </p:nvSpPr>
        <p:spPr>
          <a:xfrm>
            <a:off x="1883665" y="2156047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5036184" y="6539775"/>
            <a:ext cx="35052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54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2792231" y="2156047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737131" y="2156047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4645748" y="2156047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5263588" y="2809961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5263588" y="3648290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5263588" y="4486501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5263588" y="5324807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4536643" y="5978662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3628154" y="5978662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2719537" y="5978662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1810984" y="5978662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1192144" y="5216714"/>
            <a:ext cx="436245" cy="82931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250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500" spc="55" dirty="0">
                <a:latin typeface="Times New Roman"/>
                <a:cs typeface="Times New Roman"/>
              </a:rPr>
              <a:t>1100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192144" y="4420195"/>
            <a:ext cx="436245" cy="788035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0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500" spc="55" dirty="0">
                <a:latin typeface="Times New Roman"/>
                <a:cs typeface="Times New Roman"/>
              </a:rPr>
              <a:t>1101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1192144" y="3598663"/>
            <a:ext cx="436245" cy="788035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0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500" spc="55" dirty="0">
                <a:latin typeface="Times New Roman"/>
                <a:cs typeface="Times New Roman"/>
              </a:rPr>
              <a:t>1110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1192144" y="2660141"/>
            <a:ext cx="436245" cy="871219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445"/>
              </a:spcBef>
            </a:pPr>
            <a:r>
              <a:rPr sz="2200" b="1" spc="110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500" spc="55" dirty="0">
                <a:latin typeface="Times New Roman"/>
                <a:cs typeface="Times New Roman"/>
              </a:rPr>
              <a:t>1111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6296824" y="4653525"/>
            <a:ext cx="372110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b="1" spc="120" dirty="0">
                <a:latin typeface="Times New Roman"/>
                <a:cs typeface="Times New Roman"/>
              </a:rPr>
              <a:t>C</a:t>
            </a:r>
            <a:r>
              <a:rPr sz="1650" b="1" spc="130" dirty="0">
                <a:latin typeface="Times New Roman"/>
                <a:cs typeface="Times New Roman"/>
              </a:rPr>
              <a:t>O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6868159" y="3760723"/>
            <a:ext cx="2670175" cy="2465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 algn="just">
              <a:lnSpc>
                <a:spcPct val="100000"/>
              </a:lnSpc>
              <a:spcBef>
                <a:spcPts val="100"/>
              </a:spcBef>
            </a:pPr>
            <a:r>
              <a:rPr sz="3200" i="1" spc="240" dirty="0">
                <a:latin typeface="华文楷体"/>
                <a:cs typeface="华文楷体"/>
              </a:rPr>
              <a:t>带进位输出 </a:t>
            </a:r>
            <a:r>
              <a:rPr sz="3200" i="1" spc="275" dirty="0">
                <a:latin typeface="华文楷体"/>
                <a:cs typeface="华文楷体"/>
              </a:rPr>
              <a:t>的同</a:t>
            </a:r>
            <a:r>
              <a:rPr sz="3200" i="1" spc="260" dirty="0">
                <a:latin typeface="华文楷体"/>
                <a:cs typeface="华文楷体"/>
              </a:rPr>
              <a:t>步</a:t>
            </a:r>
            <a:r>
              <a:rPr sz="3200" i="1" spc="275" dirty="0">
                <a:latin typeface="华文楷体"/>
                <a:cs typeface="华文楷体"/>
              </a:rPr>
              <a:t>十六</a:t>
            </a:r>
            <a:r>
              <a:rPr sz="3200" i="1" spc="5" dirty="0">
                <a:latin typeface="华文楷体"/>
                <a:cs typeface="华文楷体"/>
              </a:rPr>
              <a:t>进 </a:t>
            </a:r>
            <a:r>
              <a:rPr sz="3200" i="1" spc="275" dirty="0">
                <a:latin typeface="华文楷体"/>
                <a:cs typeface="华文楷体"/>
              </a:rPr>
              <a:t>制</a:t>
            </a:r>
            <a:r>
              <a:rPr sz="3200" i="1" dirty="0">
                <a:latin typeface="华文楷体"/>
                <a:cs typeface="华文楷体"/>
              </a:rPr>
              <a:t>（</a:t>
            </a:r>
            <a:r>
              <a:rPr sz="3200" i="1" spc="-565" dirty="0">
                <a:latin typeface="华文楷体"/>
                <a:cs typeface="华文楷体"/>
              </a:rPr>
              <a:t> </a:t>
            </a:r>
            <a:r>
              <a:rPr sz="3200" i="1" spc="254" dirty="0">
                <a:latin typeface="华文楷体"/>
                <a:cs typeface="华文楷体"/>
              </a:rPr>
              <a:t>四</a:t>
            </a:r>
            <a:r>
              <a:rPr sz="3200" i="1" spc="270" dirty="0">
                <a:latin typeface="华文楷体"/>
                <a:cs typeface="华文楷体"/>
              </a:rPr>
              <a:t>位二</a:t>
            </a:r>
            <a:r>
              <a:rPr sz="3200" i="1" dirty="0">
                <a:latin typeface="华文楷体"/>
                <a:cs typeface="华文楷体"/>
              </a:rPr>
              <a:t>进 </a:t>
            </a:r>
            <a:r>
              <a:rPr sz="3200" i="1" spc="275" dirty="0">
                <a:latin typeface="华文楷体"/>
                <a:cs typeface="华文楷体"/>
              </a:rPr>
              <a:t>制</a:t>
            </a:r>
            <a:r>
              <a:rPr sz="3200" i="1" dirty="0">
                <a:latin typeface="华文楷体"/>
                <a:cs typeface="华文楷体"/>
              </a:rPr>
              <a:t>）</a:t>
            </a:r>
            <a:r>
              <a:rPr sz="3200" i="1" spc="-565" dirty="0">
                <a:latin typeface="华文楷体"/>
                <a:cs typeface="华文楷体"/>
              </a:rPr>
              <a:t> </a:t>
            </a:r>
            <a:r>
              <a:rPr sz="3200" i="1" spc="254" dirty="0">
                <a:latin typeface="华文楷体"/>
                <a:cs typeface="华文楷体"/>
              </a:rPr>
              <a:t>加</a:t>
            </a:r>
            <a:r>
              <a:rPr sz="3200" i="1" spc="270" dirty="0">
                <a:latin typeface="华文楷体"/>
                <a:cs typeface="华文楷体"/>
              </a:rPr>
              <a:t>法计</a:t>
            </a:r>
            <a:r>
              <a:rPr sz="3200" i="1" dirty="0">
                <a:latin typeface="华文楷体"/>
                <a:cs typeface="华文楷体"/>
              </a:rPr>
              <a:t>数 器</a:t>
            </a:r>
            <a:r>
              <a:rPr sz="3200" i="1" spc="5" dirty="0">
                <a:latin typeface="华文楷体"/>
                <a:cs typeface="华文楷体"/>
              </a:rPr>
              <a:t>。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7217664" y="2956560"/>
            <a:ext cx="2120265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460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14"/>
              </a:spcBef>
            </a:pPr>
            <a:r>
              <a:rPr sz="3200" dirty="0">
                <a:latin typeface="华文楷体"/>
                <a:cs typeface="华文楷体"/>
              </a:rPr>
              <a:t>4</a:t>
            </a:r>
            <a:r>
              <a:rPr sz="3200" spc="-40" dirty="0">
                <a:latin typeface="华文楷体"/>
                <a:cs typeface="华文楷体"/>
              </a:rPr>
              <a:t> </a:t>
            </a:r>
            <a:r>
              <a:rPr sz="3200" i="1" dirty="0">
                <a:latin typeface="华文楷体"/>
                <a:cs typeface="华文楷体"/>
              </a:rPr>
              <a:t>逻辑功能</a:t>
            </a:r>
            <a:endParaRPr sz="32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34639" y="982217"/>
            <a:ext cx="2265045" cy="0"/>
          </a:xfrm>
          <a:custGeom>
            <a:avLst/>
            <a:gdLst/>
            <a:ahLst/>
            <a:cxnLst/>
            <a:rect l="l" t="t" r="r" b="b"/>
            <a:pathLst>
              <a:path w="2265045">
                <a:moveTo>
                  <a:pt x="0" y="0"/>
                </a:moveTo>
                <a:lnTo>
                  <a:pt x="2264664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929005" cy="0"/>
          </a:xfrm>
          <a:custGeom>
            <a:avLst/>
            <a:gdLst/>
            <a:ahLst/>
            <a:cxnLst/>
            <a:rect l="l" t="t" r="r" b="b"/>
            <a:pathLst>
              <a:path w="929005">
                <a:moveTo>
                  <a:pt x="0" y="0"/>
                </a:moveTo>
                <a:lnTo>
                  <a:pt x="928878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42644" y="1239232"/>
            <a:ext cx="3394710" cy="319722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" marR="30480" indent="457200" algn="just">
              <a:lnSpc>
                <a:spcPts val="5040"/>
              </a:lnSpc>
              <a:spcBef>
                <a:spcPts val="315"/>
              </a:spcBef>
            </a:pPr>
            <a:r>
              <a:rPr sz="2800" b="1" spc="409" dirty="0">
                <a:solidFill>
                  <a:srgbClr val="7E4D00"/>
                </a:solidFill>
                <a:latin typeface="华文楷体"/>
                <a:cs typeface="华文楷体"/>
              </a:rPr>
              <a:t>由时序图可以看 </a:t>
            </a: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出</a:t>
            </a:r>
            <a:r>
              <a:rPr sz="2800" b="1" spc="75" dirty="0">
                <a:solidFill>
                  <a:srgbClr val="7E4D00"/>
                </a:solidFill>
                <a:latin typeface="华文楷体"/>
                <a:cs typeface="华文楷体"/>
              </a:rPr>
              <a:t>，CP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的频</a:t>
            </a:r>
            <a:r>
              <a:rPr sz="2800" b="1" spc="120" dirty="0">
                <a:solidFill>
                  <a:srgbClr val="7E4D00"/>
                </a:solidFill>
                <a:latin typeface="华文楷体"/>
                <a:cs typeface="华文楷体"/>
              </a:rPr>
              <a:t>率</a:t>
            </a:r>
            <a:r>
              <a:rPr sz="2800" b="1" spc="130" dirty="0">
                <a:solidFill>
                  <a:srgbClr val="7E4D00"/>
                </a:solidFill>
                <a:latin typeface="华文楷体"/>
                <a:cs typeface="华文楷体"/>
              </a:rPr>
              <a:t>为</a:t>
            </a:r>
            <a:r>
              <a:rPr sz="2950" b="1" i="1" spc="15" dirty="0">
                <a:solidFill>
                  <a:srgbClr val="7E4D00"/>
                </a:solidFill>
                <a:latin typeface="华文楷体"/>
                <a:cs typeface="华文楷体"/>
              </a:rPr>
              <a:t>f</a:t>
            </a:r>
            <a:r>
              <a:rPr sz="2775" b="1" spc="22" baseline="-21021" dirty="0">
                <a:solidFill>
                  <a:srgbClr val="7E4D00"/>
                </a:solidFill>
                <a:latin typeface="华文楷体"/>
                <a:cs typeface="华文楷体"/>
              </a:rPr>
              <a:t>0</a:t>
            </a:r>
            <a:r>
              <a:rPr sz="2800" b="1" spc="15" dirty="0">
                <a:solidFill>
                  <a:srgbClr val="7E4D00"/>
                </a:solidFill>
                <a:latin typeface="华文楷体"/>
                <a:cs typeface="华文楷体"/>
              </a:rPr>
              <a:t>，  </a:t>
            </a:r>
            <a:r>
              <a:rPr sz="2800" b="1" spc="325" dirty="0">
                <a:solidFill>
                  <a:srgbClr val="7E4D00"/>
                </a:solidFill>
                <a:latin typeface="华文楷体"/>
                <a:cs typeface="华文楷体"/>
              </a:rPr>
              <a:t>则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Q</a:t>
            </a:r>
            <a:r>
              <a:rPr sz="2775" b="1" baseline="-21021" dirty="0">
                <a:solidFill>
                  <a:srgbClr val="7E4D00"/>
                </a:solidFill>
                <a:latin typeface="华文楷体"/>
                <a:cs typeface="华文楷体"/>
              </a:rPr>
              <a:t>0</a:t>
            </a:r>
            <a:r>
              <a:rPr sz="2775" b="1" spc="-225" baseline="-21021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2800" b="1" spc="325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Q</a:t>
            </a:r>
            <a:r>
              <a:rPr sz="2775" b="1" baseline="-21021" dirty="0">
                <a:solidFill>
                  <a:srgbClr val="7E4D00"/>
                </a:solidFill>
                <a:latin typeface="华文楷体"/>
                <a:cs typeface="华文楷体"/>
              </a:rPr>
              <a:t>1</a:t>
            </a:r>
            <a:r>
              <a:rPr sz="2775" b="1" spc="-225" baseline="-21021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2800" b="1" spc="325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Q</a:t>
            </a:r>
            <a:r>
              <a:rPr sz="2775" b="1" baseline="-21021" dirty="0">
                <a:solidFill>
                  <a:srgbClr val="7E4D00"/>
                </a:solidFill>
                <a:latin typeface="华文楷体"/>
                <a:cs typeface="华文楷体"/>
              </a:rPr>
              <a:t>2</a:t>
            </a:r>
            <a:r>
              <a:rPr sz="2775" b="1" spc="-232" baseline="-21021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2800" b="1" spc="325" dirty="0">
                <a:solidFill>
                  <a:srgbClr val="7E4D00"/>
                </a:solidFill>
                <a:latin typeface="华文楷体"/>
                <a:cs typeface="华文楷体"/>
              </a:rPr>
              <a:t>和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Q</a:t>
            </a:r>
            <a:r>
              <a:rPr sz="2775" b="1" baseline="-21021" dirty="0">
                <a:solidFill>
                  <a:srgbClr val="7E4D00"/>
                </a:solidFill>
                <a:latin typeface="华文楷体"/>
                <a:cs typeface="华文楷体"/>
              </a:rPr>
              <a:t>3</a:t>
            </a:r>
            <a:endParaRPr sz="2775" baseline="-21021">
              <a:latin typeface="华文楷体"/>
              <a:cs typeface="华文楷体"/>
            </a:endParaRPr>
          </a:p>
          <a:p>
            <a:pPr marL="38100" marR="86995">
              <a:lnSpc>
                <a:spcPts val="5040"/>
              </a:lnSpc>
            </a:pPr>
            <a:r>
              <a:rPr sz="2800" b="1" spc="60" dirty="0">
                <a:solidFill>
                  <a:srgbClr val="7E4D00"/>
                </a:solidFill>
                <a:latin typeface="华文楷体"/>
                <a:cs typeface="华文楷体"/>
              </a:rPr>
              <a:t>输</a:t>
            </a:r>
            <a:r>
              <a:rPr sz="2800" b="1" spc="50" dirty="0">
                <a:solidFill>
                  <a:srgbClr val="7E4D00"/>
                </a:solidFill>
                <a:latin typeface="华文楷体"/>
                <a:cs typeface="华文楷体"/>
              </a:rPr>
              <a:t>出</a:t>
            </a:r>
            <a:r>
              <a:rPr sz="2800" b="1" spc="60" dirty="0">
                <a:solidFill>
                  <a:srgbClr val="7E4D00"/>
                </a:solidFill>
                <a:latin typeface="华文楷体"/>
                <a:cs typeface="华文楷体"/>
              </a:rPr>
              <a:t>脉</a:t>
            </a:r>
            <a:r>
              <a:rPr sz="2800" b="1" spc="50" dirty="0">
                <a:solidFill>
                  <a:srgbClr val="7E4D00"/>
                </a:solidFill>
                <a:latin typeface="华文楷体"/>
                <a:cs typeface="华文楷体"/>
              </a:rPr>
              <a:t>冲</a:t>
            </a:r>
            <a:r>
              <a:rPr sz="2800" b="1" spc="60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b="1" spc="50" dirty="0">
                <a:solidFill>
                  <a:srgbClr val="7E4D00"/>
                </a:solidFill>
                <a:latin typeface="华文楷体"/>
                <a:cs typeface="华文楷体"/>
              </a:rPr>
              <a:t>频</a:t>
            </a:r>
            <a:r>
              <a:rPr sz="2800" b="1" spc="60" dirty="0">
                <a:solidFill>
                  <a:srgbClr val="7E4D00"/>
                </a:solidFill>
                <a:latin typeface="华文楷体"/>
                <a:cs typeface="华文楷体"/>
              </a:rPr>
              <a:t>率</a:t>
            </a:r>
            <a:r>
              <a:rPr sz="2800" b="1" spc="50" dirty="0">
                <a:solidFill>
                  <a:srgbClr val="7E4D00"/>
                </a:solidFill>
                <a:latin typeface="华文楷体"/>
                <a:cs typeface="华文楷体"/>
              </a:rPr>
              <a:t>依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次 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为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18844" y="603504"/>
            <a:ext cx="1416050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46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15"/>
              </a:spcBef>
            </a:pPr>
            <a:r>
              <a:rPr sz="3200" i="1" dirty="0">
                <a:latin typeface="华文楷体"/>
                <a:cs typeface="华文楷体"/>
              </a:rPr>
              <a:t>时序图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099303" y="420623"/>
            <a:ext cx="4234180" cy="507189"/>
          </a:xfrm>
          <a:prstGeom prst="rect">
            <a:avLst/>
          </a:prstGeom>
          <a:solidFill>
            <a:srgbClr val="C4F4DF"/>
          </a:solidFill>
          <a:ln w="12192">
            <a:solidFill>
              <a:srgbClr val="FF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14"/>
              </a:spcBef>
            </a:pPr>
            <a:r>
              <a:rPr b="1" i="0" spc="5" dirty="0">
                <a:solidFill>
                  <a:srgbClr val="0000FF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计数</a:t>
            </a:r>
            <a:r>
              <a:rPr b="1" i="0" dirty="0">
                <a:solidFill>
                  <a:srgbClr val="0000FF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器又</a:t>
            </a:r>
            <a:r>
              <a:rPr b="1" i="0" spc="-15" dirty="0">
                <a:solidFill>
                  <a:srgbClr val="0000FF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称</a:t>
            </a:r>
            <a:r>
              <a:rPr b="1" i="0" dirty="0">
                <a:solidFill>
                  <a:srgbClr val="0000FF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为分</a:t>
            </a:r>
            <a:r>
              <a:rPr b="1" i="0" spc="-15" dirty="0">
                <a:solidFill>
                  <a:srgbClr val="0000FF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频</a:t>
            </a:r>
            <a:r>
              <a:rPr b="1" i="0" dirty="0">
                <a:solidFill>
                  <a:srgbClr val="0000FF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器</a:t>
            </a:r>
          </a:p>
        </p:txBody>
      </p:sp>
      <p:sp>
        <p:nvSpPr>
          <p:cNvPr id="13" name="object 13"/>
          <p:cNvSpPr/>
          <p:nvPr/>
        </p:nvSpPr>
        <p:spPr>
          <a:xfrm>
            <a:off x="1260549" y="5410105"/>
            <a:ext cx="246379" cy="0"/>
          </a:xfrm>
          <a:custGeom>
            <a:avLst/>
            <a:gdLst/>
            <a:ahLst/>
            <a:cxnLst/>
            <a:rect l="l" t="t" r="r" b="b"/>
            <a:pathLst>
              <a:path w="246380">
                <a:moveTo>
                  <a:pt x="0" y="0"/>
                </a:moveTo>
                <a:lnTo>
                  <a:pt x="246125" y="0"/>
                </a:lnTo>
              </a:path>
            </a:pathLst>
          </a:custGeom>
          <a:ln w="18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101699" y="5410105"/>
            <a:ext cx="245745" cy="0"/>
          </a:xfrm>
          <a:custGeom>
            <a:avLst/>
            <a:gdLst/>
            <a:ahLst/>
            <a:cxnLst/>
            <a:rect l="l" t="t" r="r" b="b"/>
            <a:pathLst>
              <a:path w="245744">
                <a:moveTo>
                  <a:pt x="0" y="0"/>
                </a:moveTo>
                <a:lnTo>
                  <a:pt x="245275" y="0"/>
                </a:lnTo>
              </a:path>
            </a:pathLst>
          </a:custGeom>
          <a:ln w="18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774061" y="5370707"/>
            <a:ext cx="14668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100" dirty="0"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73539" y="5410510"/>
            <a:ext cx="23495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45" dirty="0"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42337" y="5111375"/>
            <a:ext cx="195389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12115" algn="l"/>
                <a:tab pos="1252855" algn="l"/>
              </a:tabLst>
            </a:pPr>
            <a:r>
              <a:rPr sz="4500" spc="217" baseline="35185" dirty="0">
                <a:latin typeface="Times New Roman"/>
                <a:cs typeface="Times New Roman"/>
              </a:rPr>
              <a:t>1	</a:t>
            </a:r>
            <a:r>
              <a:rPr sz="3000" i="1" spc="80" dirty="0">
                <a:latin typeface="Times New Roman"/>
                <a:cs typeface="Times New Roman"/>
              </a:rPr>
              <a:t>f</a:t>
            </a:r>
            <a:r>
              <a:rPr sz="3000" i="1" spc="165" dirty="0">
                <a:latin typeface="Times New Roman"/>
                <a:cs typeface="Times New Roman"/>
              </a:rPr>
              <a:t> </a:t>
            </a:r>
            <a:r>
              <a:rPr sz="3000" i="1" spc="-1165" dirty="0">
                <a:latin typeface="华文楷体"/>
                <a:cs typeface="华文楷体"/>
              </a:rPr>
              <a:t>、</a:t>
            </a:r>
            <a:r>
              <a:rPr sz="4500" spc="217" baseline="35185" dirty="0">
                <a:latin typeface="Times New Roman"/>
                <a:cs typeface="Times New Roman"/>
              </a:rPr>
              <a:t>1	</a:t>
            </a:r>
            <a:r>
              <a:rPr sz="3000" i="1" spc="80" dirty="0">
                <a:latin typeface="Times New Roman"/>
                <a:cs typeface="Times New Roman"/>
              </a:rPr>
              <a:t>f</a:t>
            </a:r>
            <a:r>
              <a:rPr sz="3000" i="1" spc="100" dirty="0">
                <a:latin typeface="Times New Roman"/>
                <a:cs typeface="Times New Roman"/>
              </a:rPr>
              <a:t> </a:t>
            </a:r>
            <a:r>
              <a:rPr sz="3000" i="1" spc="-1275" dirty="0">
                <a:latin typeface="华文楷体"/>
                <a:cs typeface="华文楷体"/>
              </a:rPr>
              <a:t>、</a:t>
            </a:r>
            <a:r>
              <a:rPr sz="4500" spc="217" baseline="35185" dirty="0">
                <a:latin typeface="Times New Roman"/>
                <a:cs typeface="Times New Roman"/>
              </a:rPr>
              <a:t>1</a:t>
            </a:r>
            <a:endParaRPr sz="4500" baseline="3518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347869" y="1707516"/>
            <a:ext cx="0" cy="441959"/>
          </a:xfrm>
          <a:custGeom>
            <a:avLst/>
            <a:gdLst/>
            <a:ahLst/>
            <a:cxnLst/>
            <a:rect l="l" t="t" r="r" b="b"/>
            <a:pathLst>
              <a:path h="441960">
                <a:moveTo>
                  <a:pt x="0" y="0"/>
                </a:moveTo>
                <a:lnTo>
                  <a:pt x="0" y="441824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72337" y="1515736"/>
            <a:ext cx="151130" cy="209550"/>
          </a:xfrm>
          <a:custGeom>
            <a:avLst/>
            <a:gdLst/>
            <a:ahLst/>
            <a:cxnLst/>
            <a:rect l="l" t="t" r="r" b="b"/>
            <a:pathLst>
              <a:path w="151129" h="209550">
                <a:moveTo>
                  <a:pt x="75531" y="0"/>
                </a:moveTo>
                <a:lnTo>
                  <a:pt x="0" y="209214"/>
                </a:lnTo>
                <a:lnTo>
                  <a:pt x="151063" y="209214"/>
                </a:lnTo>
                <a:lnTo>
                  <a:pt x="755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47869" y="2149341"/>
            <a:ext cx="4024629" cy="0"/>
          </a:xfrm>
          <a:custGeom>
            <a:avLst/>
            <a:gdLst/>
            <a:ahLst/>
            <a:cxnLst/>
            <a:rect l="l" t="t" r="r" b="b"/>
            <a:pathLst>
              <a:path w="4024629">
                <a:moveTo>
                  <a:pt x="0" y="0"/>
                </a:moveTo>
                <a:lnTo>
                  <a:pt x="4024160" y="0"/>
                </a:lnTo>
              </a:path>
            </a:pathLst>
          </a:custGeom>
          <a:ln w="321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353146" y="2079603"/>
            <a:ext cx="226695" cy="139700"/>
          </a:xfrm>
          <a:custGeom>
            <a:avLst/>
            <a:gdLst/>
            <a:ahLst/>
            <a:cxnLst/>
            <a:rect l="l" t="t" r="r" b="b"/>
            <a:pathLst>
              <a:path w="226695" h="139700">
                <a:moveTo>
                  <a:pt x="0" y="0"/>
                </a:moveTo>
                <a:lnTo>
                  <a:pt x="0" y="139476"/>
                </a:lnTo>
                <a:lnTo>
                  <a:pt x="226595" y="697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47869" y="1790219"/>
            <a:ext cx="229235" cy="316865"/>
          </a:xfrm>
          <a:custGeom>
            <a:avLst/>
            <a:gdLst/>
            <a:ahLst/>
            <a:cxnLst/>
            <a:rect l="l" t="t" r="r" b="b"/>
            <a:pathLst>
              <a:path w="229235" h="316864">
                <a:moveTo>
                  <a:pt x="0" y="0"/>
                </a:moveTo>
                <a:lnTo>
                  <a:pt x="114379" y="0"/>
                </a:lnTo>
                <a:lnTo>
                  <a:pt x="114379" y="316802"/>
                </a:lnTo>
                <a:lnTo>
                  <a:pt x="228758" y="316802"/>
                </a:lnTo>
              </a:path>
            </a:pathLst>
          </a:custGeom>
          <a:ln w="339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576627" y="1790219"/>
            <a:ext cx="0" cy="316865"/>
          </a:xfrm>
          <a:custGeom>
            <a:avLst/>
            <a:gdLst/>
            <a:ahLst/>
            <a:cxnLst/>
            <a:rect l="l" t="t" r="r" b="b"/>
            <a:pathLst>
              <a:path h="316864">
                <a:moveTo>
                  <a:pt x="0" y="0"/>
                </a:moveTo>
                <a:lnTo>
                  <a:pt x="0" y="316802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76627" y="1790219"/>
            <a:ext cx="229235" cy="316865"/>
          </a:xfrm>
          <a:custGeom>
            <a:avLst/>
            <a:gdLst/>
            <a:ahLst/>
            <a:cxnLst/>
            <a:rect l="l" t="t" r="r" b="b"/>
            <a:pathLst>
              <a:path w="229235" h="316864">
                <a:moveTo>
                  <a:pt x="0" y="0"/>
                </a:moveTo>
                <a:lnTo>
                  <a:pt x="114363" y="0"/>
                </a:lnTo>
                <a:lnTo>
                  <a:pt x="114363" y="316802"/>
                </a:lnTo>
                <a:lnTo>
                  <a:pt x="228742" y="316802"/>
                </a:lnTo>
              </a:path>
            </a:pathLst>
          </a:custGeom>
          <a:ln w="339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805370" y="1790219"/>
            <a:ext cx="0" cy="316865"/>
          </a:xfrm>
          <a:custGeom>
            <a:avLst/>
            <a:gdLst/>
            <a:ahLst/>
            <a:cxnLst/>
            <a:rect l="l" t="t" r="r" b="b"/>
            <a:pathLst>
              <a:path h="316864">
                <a:moveTo>
                  <a:pt x="0" y="0"/>
                </a:moveTo>
                <a:lnTo>
                  <a:pt x="0" y="316802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805370" y="1790219"/>
            <a:ext cx="229235" cy="316865"/>
          </a:xfrm>
          <a:custGeom>
            <a:avLst/>
            <a:gdLst/>
            <a:ahLst/>
            <a:cxnLst/>
            <a:rect l="l" t="t" r="r" b="b"/>
            <a:pathLst>
              <a:path w="229235" h="316864">
                <a:moveTo>
                  <a:pt x="0" y="0"/>
                </a:moveTo>
                <a:lnTo>
                  <a:pt x="114379" y="0"/>
                </a:lnTo>
                <a:lnTo>
                  <a:pt x="114379" y="316802"/>
                </a:lnTo>
                <a:lnTo>
                  <a:pt x="228742" y="316802"/>
                </a:lnTo>
              </a:path>
            </a:pathLst>
          </a:custGeom>
          <a:ln w="339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034113" y="1790219"/>
            <a:ext cx="0" cy="316865"/>
          </a:xfrm>
          <a:custGeom>
            <a:avLst/>
            <a:gdLst/>
            <a:ahLst/>
            <a:cxnLst/>
            <a:rect l="l" t="t" r="r" b="b"/>
            <a:pathLst>
              <a:path h="316864">
                <a:moveTo>
                  <a:pt x="0" y="0"/>
                </a:moveTo>
                <a:lnTo>
                  <a:pt x="0" y="316802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034113" y="1790219"/>
            <a:ext cx="229235" cy="316865"/>
          </a:xfrm>
          <a:custGeom>
            <a:avLst/>
            <a:gdLst/>
            <a:ahLst/>
            <a:cxnLst/>
            <a:rect l="l" t="t" r="r" b="b"/>
            <a:pathLst>
              <a:path w="229235" h="316864">
                <a:moveTo>
                  <a:pt x="0" y="0"/>
                </a:moveTo>
                <a:lnTo>
                  <a:pt x="114379" y="0"/>
                </a:lnTo>
                <a:lnTo>
                  <a:pt x="114379" y="316802"/>
                </a:lnTo>
                <a:lnTo>
                  <a:pt x="228742" y="316802"/>
                </a:lnTo>
              </a:path>
            </a:pathLst>
          </a:custGeom>
          <a:ln w="339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262855" y="1790219"/>
            <a:ext cx="0" cy="316865"/>
          </a:xfrm>
          <a:custGeom>
            <a:avLst/>
            <a:gdLst/>
            <a:ahLst/>
            <a:cxnLst/>
            <a:rect l="l" t="t" r="r" b="b"/>
            <a:pathLst>
              <a:path h="316864">
                <a:moveTo>
                  <a:pt x="0" y="0"/>
                </a:moveTo>
                <a:lnTo>
                  <a:pt x="0" y="316802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262855" y="1790219"/>
            <a:ext cx="229235" cy="316865"/>
          </a:xfrm>
          <a:custGeom>
            <a:avLst/>
            <a:gdLst/>
            <a:ahLst/>
            <a:cxnLst/>
            <a:rect l="l" t="t" r="r" b="b"/>
            <a:pathLst>
              <a:path w="229235" h="316864">
                <a:moveTo>
                  <a:pt x="0" y="0"/>
                </a:moveTo>
                <a:lnTo>
                  <a:pt x="114379" y="0"/>
                </a:lnTo>
                <a:lnTo>
                  <a:pt x="114379" y="316802"/>
                </a:lnTo>
                <a:lnTo>
                  <a:pt x="228790" y="316802"/>
                </a:lnTo>
              </a:path>
            </a:pathLst>
          </a:custGeom>
          <a:ln w="339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491646" y="1790219"/>
            <a:ext cx="0" cy="316865"/>
          </a:xfrm>
          <a:custGeom>
            <a:avLst/>
            <a:gdLst/>
            <a:ahLst/>
            <a:cxnLst/>
            <a:rect l="l" t="t" r="r" b="b"/>
            <a:pathLst>
              <a:path h="316864">
                <a:moveTo>
                  <a:pt x="0" y="0"/>
                </a:moveTo>
                <a:lnTo>
                  <a:pt x="0" y="316802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491646" y="1790219"/>
            <a:ext cx="229235" cy="316865"/>
          </a:xfrm>
          <a:custGeom>
            <a:avLst/>
            <a:gdLst/>
            <a:ahLst/>
            <a:cxnLst/>
            <a:rect l="l" t="t" r="r" b="b"/>
            <a:pathLst>
              <a:path w="229234" h="316864">
                <a:moveTo>
                  <a:pt x="0" y="0"/>
                </a:moveTo>
                <a:lnTo>
                  <a:pt x="114266" y="0"/>
                </a:lnTo>
                <a:lnTo>
                  <a:pt x="114266" y="316802"/>
                </a:lnTo>
                <a:lnTo>
                  <a:pt x="228694" y="316802"/>
                </a:lnTo>
              </a:path>
            </a:pathLst>
          </a:custGeom>
          <a:ln w="339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720340" y="1790219"/>
            <a:ext cx="0" cy="316865"/>
          </a:xfrm>
          <a:custGeom>
            <a:avLst/>
            <a:gdLst/>
            <a:ahLst/>
            <a:cxnLst/>
            <a:rect l="l" t="t" r="r" b="b"/>
            <a:pathLst>
              <a:path h="316864">
                <a:moveTo>
                  <a:pt x="0" y="0"/>
                </a:moveTo>
                <a:lnTo>
                  <a:pt x="0" y="316802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720340" y="1790219"/>
            <a:ext cx="229235" cy="316865"/>
          </a:xfrm>
          <a:custGeom>
            <a:avLst/>
            <a:gdLst/>
            <a:ahLst/>
            <a:cxnLst/>
            <a:rect l="l" t="t" r="r" b="b"/>
            <a:pathLst>
              <a:path w="229234" h="316864">
                <a:moveTo>
                  <a:pt x="0" y="0"/>
                </a:moveTo>
                <a:lnTo>
                  <a:pt x="114427" y="0"/>
                </a:lnTo>
                <a:lnTo>
                  <a:pt x="114427" y="316802"/>
                </a:lnTo>
                <a:lnTo>
                  <a:pt x="228694" y="316802"/>
                </a:lnTo>
              </a:path>
            </a:pathLst>
          </a:custGeom>
          <a:ln w="339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949034" y="1790219"/>
            <a:ext cx="0" cy="316865"/>
          </a:xfrm>
          <a:custGeom>
            <a:avLst/>
            <a:gdLst/>
            <a:ahLst/>
            <a:cxnLst/>
            <a:rect l="l" t="t" r="r" b="b"/>
            <a:pathLst>
              <a:path h="316864">
                <a:moveTo>
                  <a:pt x="0" y="0"/>
                </a:moveTo>
                <a:lnTo>
                  <a:pt x="0" y="316802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949034" y="1790219"/>
            <a:ext cx="229235" cy="316865"/>
          </a:xfrm>
          <a:custGeom>
            <a:avLst/>
            <a:gdLst/>
            <a:ahLst/>
            <a:cxnLst/>
            <a:rect l="l" t="t" r="r" b="b"/>
            <a:pathLst>
              <a:path w="229234" h="316864">
                <a:moveTo>
                  <a:pt x="0" y="0"/>
                </a:moveTo>
                <a:lnTo>
                  <a:pt x="114427" y="0"/>
                </a:lnTo>
                <a:lnTo>
                  <a:pt x="114427" y="316802"/>
                </a:lnTo>
                <a:lnTo>
                  <a:pt x="228855" y="316802"/>
                </a:lnTo>
              </a:path>
            </a:pathLst>
          </a:custGeom>
          <a:ln w="33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177889" y="1790219"/>
            <a:ext cx="0" cy="316865"/>
          </a:xfrm>
          <a:custGeom>
            <a:avLst/>
            <a:gdLst/>
            <a:ahLst/>
            <a:cxnLst/>
            <a:rect l="l" t="t" r="r" b="b"/>
            <a:pathLst>
              <a:path h="316864">
                <a:moveTo>
                  <a:pt x="0" y="0"/>
                </a:moveTo>
                <a:lnTo>
                  <a:pt x="0" y="316802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177889" y="1790219"/>
            <a:ext cx="229235" cy="316865"/>
          </a:xfrm>
          <a:custGeom>
            <a:avLst/>
            <a:gdLst/>
            <a:ahLst/>
            <a:cxnLst/>
            <a:rect l="l" t="t" r="r" b="b"/>
            <a:pathLst>
              <a:path w="229234" h="316864">
                <a:moveTo>
                  <a:pt x="0" y="0"/>
                </a:moveTo>
                <a:lnTo>
                  <a:pt x="114266" y="0"/>
                </a:lnTo>
                <a:lnTo>
                  <a:pt x="114266" y="316802"/>
                </a:lnTo>
                <a:lnTo>
                  <a:pt x="228694" y="316802"/>
                </a:lnTo>
              </a:path>
            </a:pathLst>
          </a:custGeom>
          <a:ln w="339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406584" y="1790219"/>
            <a:ext cx="0" cy="316865"/>
          </a:xfrm>
          <a:custGeom>
            <a:avLst/>
            <a:gdLst/>
            <a:ahLst/>
            <a:cxnLst/>
            <a:rect l="l" t="t" r="r" b="b"/>
            <a:pathLst>
              <a:path h="316864">
                <a:moveTo>
                  <a:pt x="0" y="0"/>
                </a:moveTo>
                <a:lnTo>
                  <a:pt x="0" y="316802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406584" y="1790219"/>
            <a:ext cx="229235" cy="316865"/>
          </a:xfrm>
          <a:custGeom>
            <a:avLst/>
            <a:gdLst/>
            <a:ahLst/>
            <a:cxnLst/>
            <a:rect l="l" t="t" r="r" b="b"/>
            <a:pathLst>
              <a:path w="229234" h="316864">
                <a:moveTo>
                  <a:pt x="0" y="0"/>
                </a:moveTo>
                <a:lnTo>
                  <a:pt x="114427" y="0"/>
                </a:lnTo>
                <a:lnTo>
                  <a:pt x="114427" y="316802"/>
                </a:lnTo>
                <a:lnTo>
                  <a:pt x="228694" y="316802"/>
                </a:lnTo>
              </a:path>
            </a:pathLst>
          </a:custGeom>
          <a:ln w="339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635278" y="1790219"/>
            <a:ext cx="0" cy="316865"/>
          </a:xfrm>
          <a:custGeom>
            <a:avLst/>
            <a:gdLst/>
            <a:ahLst/>
            <a:cxnLst/>
            <a:rect l="l" t="t" r="r" b="b"/>
            <a:pathLst>
              <a:path h="316864">
                <a:moveTo>
                  <a:pt x="0" y="0"/>
                </a:moveTo>
                <a:lnTo>
                  <a:pt x="0" y="316802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635278" y="1790219"/>
            <a:ext cx="229235" cy="316865"/>
          </a:xfrm>
          <a:custGeom>
            <a:avLst/>
            <a:gdLst/>
            <a:ahLst/>
            <a:cxnLst/>
            <a:rect l="l" t="t" r="r" b="b"/>
            <a:pathLst>
              <a:path w="229234" h="316864">
                <a:moveTo>
                  <a:pt x="0" y="0"/>
                </a:moveTo>
                <a:lnTo>
                  <a:pt x="114427" y="0"/>
                </a:lnTo>
                <a:lnTo>
                  <a:pt x="114427" y="316802"/>
                </a:lnTo>
                <a:lnTo>
                  <a:pt x="228855" y="316802"/>
                </a:lnTo>
              </a:path>
            </a:pathLst>
          </a:custGeom>
          <a:ln w="33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864133" y="1790219"/>
            <a:ext cx="0" cy="316865"/>
          </a:xfrm>
          <a:custGeom>
            <a:avLst/>
            <a:gdLst/>
            <a:ahLst/>
            <a:cxnLst/>
            <a:rect l="l" t="t" r="r" b="b"/>
            <a:pathLst>
              <a:path h="316864">
                <a:moveTo>
                  <a:pt x="0" y="0"/>
                </a:moveTo>
                <a:lnTo>
                  <a:pt x="0" y="316802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864133" y="1790219"/>
            <a:ext cx="229235" cy="316865"/>
          </a:xfrm>
          <a:custGeom>
            <a:avLst/>
            <a:gdLst/>
            <a:ahLst/>
            <a:cxnLst/>
            <a:rect l="l" t="t" r="r" b="b"/>
            <a:pathLst>
              <a:path w="229234" h="316864">
                <a:moveTo>
                  <a:pt x="0" y="0"/>
                </a:moveTo>
                <a:lnTo>
                  <a:pt x="114266" y="0"/>
                </a:lnTo>
                <a:lnTo>
                  <a:pt x="114266" y="316802"/>
                </a:lnTo>
                <a:lnTo>
                  <a:pt x="228694" y="316802"/>
                </a:lnTo>
              </a:path>
            </a:pathLst>
          </a:custGeom>
          <a:ln w="339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092827" y="1790219"/>
            <a:ext cx="0" cy="316865"/>
          </a:xfrm>
          <a:custGeom>
            <a:avLst/>
            <a:gdLst/>
            <a:ahLst/>
            <a:cxnLst/>
            <a:rect l="l" t="t" r="r" b="b"/>
            <a:pathLst>
              <a:path h="316864">
                <a:moveTo>
                  <a:pt x="0" y="0"/>
                </a:moveTo>
                <a:lnTo>
                  <a:pt x="0" y="316802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092827" y="1790219"/>
            <a:ext cx="229235" cy="316865"/>
          </a:xfrm>
          <a:custGeom>
            <a:avLst/>
            <a:gdLst/>
            <a:ahLst/>
            <a:cxnLst/>
            <a:rect l="l" t="t" r="r" b="b"/>
            <a:pathLst>
              <a:path w="229234" h="316864">
                <a:moveTo>
                  <a:pt x="0" y="0"/>
                </a:moveTo>
                <a:lnTo>
                  <a:pt x="114427" y="0"/>
                </a:lnTo>
                <a:lnTo>
                  <a:pt x="114427" y="316802"/>
                </a:lnTo>
                <a:lnTo>
                  <a:pt x="228694" y="316802"/>
                </a:lnTo>
              </a:path>
            </a:pathLst>
          </a:custGeom>
          <a:ln w="339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321521" y="1790219"/>
            <a:ext cx="0" cy="316865"/>
          </a:xfrm>
          <a:custGeom>
            <a:avLst/>
            <a:gdLst/>
            <a:ahLst/>
            <a:cxnLst/>
            <a:rect l="l" t="t" r="r" b="b"/>
            <a:pathLst>
              <a:path h="316864">
                <a:moveTo>
                  <a:pt x="0" y="0"/>
                </a:moveTo>
                <a:lnTo>
                  <a:pt x="0" y="316802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321521" y="1790219"/>
            <a:ext cx="229235" cy="316865"/>
          </a:xfrm>
          <a:custGeom>
            <a:avLst/>
            <a:gdLst/>
            <a:ahLst/>
            <a:cxnLst/>
            <a:rect l="l" t="t" r="r" b="b"/>
            <a:pathLst>
              <a:path w="229234" h="316864">
                <a:moveTo>
                  <a:pt x="0" y="0"/>
                </a:moveTo>
                <a:lnTo>
                  <a:pt x="114427" y="0"/>
                </a:lnTo>
                <a:lnTo>
                  <a:pt x="114427" y="316802"/>
                </a:lnTo>
                <a:lnTo>
                  <a:pt x="228855" y="316802"/>
                </a:lnTo>
              </a:path>
            </a:pathLst>
          </a:custGeom>
          <a:ln w="33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550377" y="1790219"/>
            <a:ext cx="0" cy="316865"/>
          </a:xfrm>
          <a:custGeom>
            <a:avLst/>
            <a:gdLst/>
            <a:ahLst/>
            <a:cxnLst/>
            <a:rect l="l" t="t" r="r" b="b"/>
            <a:pathLst>
              <a:path h="316864">
                <a:moveTo>
                  <a:pt x="0" y="0"/>
                </a:moveTo>
                <a:lnTo>
                  <a:pt x="0" y="316802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550377" y="1790219"/>
            <a:ext cx="229235" cy="316865"/>
          </a:xfrm>
          <a:custGeom>
            <a:avLst/>
            <a:gdLst/>
            <a:ahLst/>
            <a:cxnLst/>
            <a:rect l="l" t="t" r="r" b="b"/>
            <a:pathLst>
              <a:path w="229234" h="316864">
                <a:moveTo>
                  <a:pt x="0" y="0"/>
                </a:moveTo>
                <a:lnTo>
                  <a:pt x="114266" y="0"/>
                </a:lnTo>
                <a:lnTo>
                  <a:pt x="114266" y="316802"/>
                </a:lnTo>
                <a:lnTo>
                  <a:pt x="228694" y="316802"/>
                </a:lnTo>
              </a:path>
            </a:pathLst>
          </a:custGeom>
          <a:ln w="339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779071" y="1790219"/>
            <a:ext cx="0" cy="316865"/>
          </a:xfrm>
          <a:custGeom>
            <a:avLst/>
            <a:gdLst/>
            <a:ahLst/>
            <a:cxnLst/>
            <a:rect l="l" t="t" r="r" b="b"/>
            <a:pathLst>
              <a:path h="316864">
                <a:moveTo>
                  <a:pt x="0" y="0"/>
                </a:moveTo>
                <a:lnTo>
                  <a:pt x="0" y="316802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779071" y="1790219"/>
            <a:ext cx="229235" cy="316865"/>
          </a:xfrm>
          <a:custGeom>
            <a:avLst/>
            <a:gdLst/>
            <a:ahLst/>
            <a:cxnLst/>
            <a:rect l="l" t="t" r="r" b="b"/>
            <a:pathLst>
              <a:path w="229234" h="316864">
                <a:moveTo>
                  <a:pt x="0" y="0"/>
                </a:moveTo>
                <a:lnTo>
                  <a:pt x="114427" y="0"/>
                </a:lnTo>
                <a:lnTo>
                  <a:pt x="114427" y="316802"/>
                </a:lnTo>
                <a:lnTo>
                  <a:pt x="228694" y="316802"/>
                </a:lnTo>
              </a:path>
            </a:pathLst>
          </a:custGeom>
          <a:ln w="339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007764" y="1790219"/>
            <a:ext cx="0" cy="316865"/>
          </a:xfrm>
          <a:custGeom>
            <a:avLst/>
            <a:gdLst/>
            <a:ahLst/>
            <a:cxnLst/>
            <a:rect l="l" t="t" r="r" b="b"/>
            <a:pathLst>
              <a:path h="316864">
                <a:moveTo>
                  <a:pt x="0" y="0"/>
                </a:moveTo>
                <a:lnTo>
                  <a:pt x="0" y="316802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007764" y="1790219"/>
            <a:ext cx="114935" cy="0"/>
          </a:xfrm>
          <a:custGeom>
            <a:avLst/>
            <a:gdLst/>
            <a:ahLst/>
            <a:cxnLst/>
            <a:rect l="l" t="t" r="r" b="b"/>
            <a:pathLst>
              <a:path w="114934">
                <a:moveTo>
                  <a:pt x="0" y="0"/>
                </a:moveTo>
                <a:lnTo>
                  <a:pt x="114427" y="0"/>
                </a:lnTo>
              </a:path>
            </a:pathLst>
          </a:custGeom>
          <a:ln w="321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4950630" y="1462509"/>
            <a:ext cx="31432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b="1" i="1" spc="80" dirty="0">
                <a:latin typeface="Times New Roman"/>
                <a:cs typeface="Times New Roman"/>
              </a:rPr>
              <a:t>CP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364009" y="2159594"/>
            <a:ext cx="8826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b="1" i="1" spc="35" dirty="0">
                <a:latin typeface="Times New Roman"/>
                <a:cs typeface="Times New Roman"/>
              </a:rPr>
              <a:t>t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347869" y="2446622"/>
            <a:ext cx="0" cy="441959"/>
          </a:xfrm>
          <a:custGeom>
            <a:avLst/>
            <a:gdLst/>
            <a:ahLst/>
            <a:cxnLst/>
            <a:rect l="l" t="t" r="r" b="b"/>
            <a:pathLst>
              <a:path h="441960">
                <a:moveTo>
                  <a:pt x="0" y="0"/>
                </a:moveTo>
                <a:lnTo>
                  <a:pt x="0" y="441824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272337" y="2254842"/>
            <a:ext cx="151130" cy="209550"/>
          </a:xfrm>
          <a:custGeom>
            <a:avLst/>
            <a:gdLst/>
            <a:ahLst/>
            <a:cxnLst/>
            <a:rect l="l" t="t" r="r" b="b"/>
            <a:pathLst>
              <a:path w="151129" h="209550">
                <a:moveTo>
                  <a:pt x="75531" y="0"/>
                </a:moveTo>
                <a:lnTo>
                  <a:pt x="0" y="209214"/>
                </a:lnTo>
                <a:lnTo>
                  <a:pt x="151063" y="209214"/>
                </a:lnTo>
                <a:lnTo>
                  <a:pt x="755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347869" y="2888447"/>
            <a:ext cx="4024629" cy="0"/>
          </a:xfrm>
          <a:custGeom>
            <a:avLst/>
            <a:gdLst/>
            <a:ahLst/>
            <a:cxnLst/>
            <a:rect l="l" t="t" r="r" b="b"/>
            <a:pathLst>
              <a:path w="4024629">
                <a:moveTo>
                  <a:pt x="0" y="0"/>
                </a:moveTo>
                <a:lnTo>
                  <a:pt x="4024160" y="0"/>
                </a:lnTo>
              </a:path>
            </a:pathLst>
          </a:custGeom>
          <a:ln w="321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9353146" y="2818709"/>
            <a:ext cx="226695" cy="139700"/>
          </a:xfrm>
          <a:custGeom>
            <a:avLst/>
            <a:gdLst/>
            <a:ahLst/>
            <a:cxnLst/>
            <a:rect l="l" t="t" r="r" b="b"/>
            <a:pathLst>
              <a:path w="226695" h="139700">
                <a:moveTo>
                  <a:pt x="0" y="0"/>
                </a:moveTo>
                <a:lnTo>
                  <a:pt x="0" y="139476"/>
                </a:lnTo>
                <a:lnTo>
                  <a:pt x="226595" y="697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4951299" y="2201765"/>
            <a:ext cx="31305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="1" i="1" spc="70" dirty="0">
                <a:latin typeface="Times New Roman"/>
                <a:cs typeface="Times New Roman"/>
              </a:rPr>
              <a:t>Q</a:t>
            </a:r>
            <a:r>
              <a:rPr sz="1575" b="1" spc="104" baseline="-13227" dirty="0">
                <a:latin typeface="Times New Roman"/>
                <a:cs typeface="Times New Roman"/>
              </a:rPr>
              <a:t>0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364009" y="2898700"/>
            <a:ext cx="8826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b="1" i="1" spc="35" dirty="0">
                <a:latin typeface="Times New Roman"/>
                <a:cs typeface="Times New Roman"/>
              </a:rPr>
              <a:t>t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5347869" y="3185878"/>
            <a:ext cx="0" cy="441959"/>
          </a:xfrm>
          <a:custGeom>
            <a:avLst/>
            <a:gdLst/>
            <a:ahLst/>
            <a:cxnLst/>
            <a:rect l="l" t="t" r="r" b="b"/>
            <a:pathLst>
              <a:path h="441960">
                <a:moveTo>
                  <a:pt x="0" y="0"/>
                </a:moveTo>
                <a:lnTo>
                  <a:pt x="0" y="441824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272337" y="2994098"/>
            <a:ext cx="151130" cy="209550"/>
          </a:xfrm>
          <a:custGeom>
            <a:avLst/>
            <a:gdLst/>
            <a:ahLst/>
            <a:cxnLst/>
            <a:rect l="l" t="t" r="r" b="b"/>
            <a:pathLst>
              <a:path w="151129" h="209550">
                <a:moveTo>
                  <a:pt x="75531" y="0"/>
                </a:moveTo>
                <a:lnTo>
                  <a:pt x="0" y="209214"/>
                </a:lnTo>
                <a:lnTo>
                  <a:pt x="151063" y="209214"/>
                </a:lnTo>
                <a:lnTo>
                  <a:pt x="755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47869" y="3627702"/>
            <a:ext cx="4024629" cy="0"/>
          </a:xfrm>
          <a:custGeom>
            <a:avLst/>
            <a:gdLst/>
            <a:ahLst/>
            <a:cxnLst/>
            <a:rect l="l" t="t" r="r" b="b"/>
            <a:pathLst>
              <a:path w="4024629">
                <a:moveTo>
                  <a:pt x="0" y="0"/>
                </a:moveTo>
                <a:lnTo>
                  <a:pt x="4024160" y="0"/>
                </a:lnTo>
              </a:path>
            </a:pathLst>
          </a:custGeom>
          <a:ln w="321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9353146" y="3557964"/>
            <a:ext cx="226695" cy="139700"/>
          </a:xfrm>
          <a:custGeom>
            <a:avLst/>
            <a:gdLst/>
            <a:ahLst/>
            <a:cxnLst/>
            <a:rect l="l" t="t" r="r" b="b"/>
            <a:pathLst>
              <a:path w="226695" h="139700">
                <a:moveTo>
                  <a:pt x="0" y="0"/>
                </a:moveTo>
                <a:lnTo>
                  <a:pt x="0" y="139476"/>
                </a:lnTo>
                <a:lnTo>
                  <a:pt x="226595" y="697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4951299" y="2941020"/>
            <a:ext cx="31305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="1" i="1" spc="70" dirty="0">
                <a:latin typeface="Times New Roman"/>
                <a:cs typeface="Times New Roman"/>
              </a:rPr>
              <a:t>Q</a:t>
            </a:r>
            <a:r>
              <a:rPr sz="1575" b="1" spc="104" baseline="-13227" dirty="0">
                <a:latin typeface="Times New Roman"/>
                <a:cs typeface="Times New Roman"/>
              </a:rPr>
              <a:t>1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364009" y="3637955"/>
            <a:ext cx="8826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b="1" i="1" spc="35" dirty="0">
                <a:latin typeface="Times New Roman"/>
                <a:cs typeface="Times New Roman"/>
              </a:rPr>
              <a:t>t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5347869" y="3925133"/>
            <a:ext cx="0" cy="441959"/>
          </a:xfrm>
          <a:custGeom>
            <a:avLst/>
            <a:gdLst/>
            <a:ahLst/>
            <a:cxnLst/>
            <a:rect l="l" t="t" r="r" b="b"/>
            <a:pathLst>
              <a:path h="441960">
                <a:moveTo>
                  <a:pt x="0" y="0"/>
                </a:moveTo>
                <a:lnTo>
                  <a:pt x="0" y="441824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272337" y="3733353"/>
            <a:ext cx="151130" cy="209550"/>
          </a:xfrm>
          <a:custGeom>
            <a:avLst/>
            <a:gdLst/>
            <a:ahLst/>
            <a:cxnLst/>
            <a:rect l="l" t="t" r="r" b="b"/>
            <a:pathLst>
              <a:path w="151129" h="209550">
                <a:moveTo>
                  <a:pt x="75531" y="0"/>
                </a:moveTo>
                <a:lnTo>
                  <a:pt x="0" y="209214"/>
                </a:lnTo>
                <a:lnTo>
                  <a:pt x="151063" y="209214"/>
                </a:lnTo>
                <a:lnTo>
                  <a:pt x="755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347869" y="4366957"/>
            <a:ext cx="4024629" cy="0"/>
          </a:xfrm>
          <a:custGeom>
            <a:avLst/>
            <a:gdLst/>
            <a:ahLst/>
            <a:cxnLst/>
            <a:rect l="l" t="t" r="r" b="b"/>
            <a:pathLst>
              <a:path w="4024629">
                <a:moveTo>
                  <a:pt x="0" y="0"/>
                </a:moveTo>
                <a:lnTo>
                  <a:pt x="4024160" y="0"/>
                </a:lnTo>
              </a:path>
            </a:pathLst>
          </a:custGeom>
          <a:ln w="321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9353146" y="4297219"/>
            <a:ext cx="226695" cy="139700"/>
          </a:xfrm>
          <a:custGeom>
            <a:avLst/>
            <a:gdLst/>
            <a:ahLst/>
            <a:cxnLst/>
            <a:rect l="l" t="t" r="r" b="b"/>
            <a:pathLst>
              <a:path w="226695" h="139700">
                <a:moveTo>
                  <a:pt x="0" y="0"/>
                </a:moveTo>
                <a:lnTo>
                  <a:pt x="0" y="139476"/>
                </a:lnTo>
                <a:lnTo>
                  <a:pt x="226595" y="697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4951299" y="3680126"/>
            <a:ext cx="31305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="1" i="1" spc="70" dirty="0">
                <a:latin typeface="Times New Roman"/>
                <a:cs typeface="Times New Roman"/>
              </a:rPr>
              <a:t>Q</a:t>
            </a:r>
            <a:r>
              <a:rPr sz="1575" b="1" spc="104" baseline="-13227" dirty="0">
                <a:latin typeface="Times New Roman"/>
                <a:cs typeface="Times New Roman"/>
              </a:rPr>
              <a:t>2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364009" y="4377210"/>
            <a:ext cx="8826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b="1" i="1" spc="35" dirty="0">
                <a:latin typeface="Times New Roman"/>
                <a:cs typeface="Times New Roman"/>
              </a:rPr>
              <a:t>t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5347869" y="4664283"/>
            <a:ext cx="0" cy="441959"/>
          </a:xfrm>
          <a:custGeom>
            <a:avLst/>
            <a:gdLst/>
            <a:ahLst/>
            <a:cxnLst/>
            <a:rect l="l" t="t" r="r" b="b"/>
            <a:pathLst>
              <a:path h="441960">
                <a:moveTo>
                  <a:pt x="0" y="0"/>
                </a:moveTo>
                <a:lnTo>
                  <a:pt x="0" y="441824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272337" y="4472459"/>
            <a:ext cx="151130" cy="209550"/>
          </a:xfrm>
          <a:custGeom>
            <a:avLst/>
            <a:gdLst/>
            <a:ahLst/>
            <a:cxnLst/>
            <a:rect l="l" t="t" r="r" b="b"/>
            <a:pathLst>
              <a:path w="151129" h="209550">
                <a:moveTo>
                  <a:pt x="75531" y="0"/>
                </a:moveTo>
                <a:lnTo>
                  <a:pt x="0" y="209259"/>
                </a:lnTo>
                <a:lnTo>
                  <a:pt x="151063" y="209259"/>
                </a:lnTo>
                <a:lnTo>
                  <a:pt x="755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347869" y="5106108"/>
            <a:ext cx="4024629" cy="0"/>
          </a:xfrm>
          <a:custGeom>
            <a:avLst/>
            <a:gdLst/>
            <a:ahLst/>
            <a:cxnLst/>
            <a:rect l="l" t="t" r="r" b="b"/>
            <a:pathLst>
              <a:path w="4024629">
                <a:moveTo>
                  <a:pt x="0" y="0"/>
                </a:moveTo>
                <a:lnTo>
                  <a:pt x="4024160" y="0"/>
                </a:lnTo>
              </a:path>
            </a:pathLst>
          </a:custGeom>
          <a:ln w="321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9353146" y="5036370"/>
            <a:ext cx="226695" cy="139700"/>
          </a:xfrm>
          <a:custGeom>
            <a:avLst/>
            <a:gdLst/>
            <a:ahLst/>
            <a:cxnLst/>
            <a:rect l="l" t="t" r="r" b="b"/>
            <a:pathLst>
              <a:path w="226695" h="139700">
                <a:moveTo>
                  <a:pt x="0" y="0"/>
                </a:moveTo>
                <a:lnTo>
                  <a:pt x="0" y="139476"/>
                </a:lnTo>
                <a:lnTo>
                  <a:pt x="226595" y="697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4951299" y="4419381"/>
            <a:ext cx="31305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="1" i="1" spc="70" dirty="0">
                <a:latin typeface="Times New Roman"/>
                <a:cs typeface="Times New Roman"/>
              </a:rPr>
              <a:t>Q</a:t>
            </a:r>
            <a:r>
              <a:rPr sz="1575" b="1" spc="104" baseline="-13227" dirty="0">
                <a:latin typeface="Times New Roman"/>
                <a:cs typeface="Times New Roman"/>
              </a:rPr>
              <a:t>3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9364009" y="5116331"/>
            <a:ext cx="8826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b="1" i="1" spc="35" dirty="0">
                <a:latin typeface="Times New Roman"/>
                <a:cs typeface="Times New Roman"/>
              </a:rPr>
              <a:t>t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347869" y="5403479"/>
            <a:ext cx="0" cy="441959"/>
          </a:xfrm>
          <a:custGeom>
            <a:avLst/>
            <a:gdLst/>
            <a:ahLst/>
            <a:cxnLst/>
            <a:rect l="l" t="t" r="r" b="b"/>
            <a:pathLst>
              <a:path h="441960">
                <a:moveTo>
                  <a:pt x="0" y="0"/>
                </a:moveTo>
                <a:lnTo>
                  <a:pt x="0" y="441824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272337" y="5211699"/>
            <a:ext cx="151130" cy="209550"/>
          </a:xfrm>
          <a:custGeom>
            <a:avLst/>
            <a:gdLst/>
            <a:ahLst/>
            <a:cxnLst/>
            <a:rect l="l" t="t" r="r" b="b"/>
            <a:pathLst>
              <a:path w="151129" h="209550">
                <a:moveTo>
                  <a:pt x="75531" y="0"/>
                </a:moveTo>
                <a:lnTo>
                  <a:pt x="0" y="209214"/>
                </a:lnTo>
                <a:lnTo>
                  <a:pt x="151063" y="209214"/>
                </a:lnTo>
                <a:lnTo>
                  <a:pt x="755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347869" y="5845304"/>
            <a:ext cx="4024629" cy="0"/>
          </a:xfrm>
          <a:custGeom>
            <a:avLst/>
            <a:gdLst/>
            <a:ahLst/>
            <a:cxnLst/>
            <a:rect l="l" t="t" r="r" b="b"/>
            <a:pathLst>
              <a:path w="4024629">
                <a:moveTo>
                  <a:pt x="0" y="0"/>
                </a:moveTo>
                <a:lnTo>
                  <a:pt x="4024160" y="0"/>
                </a:lnTo>
              </a:path>
            </a:pathLst>
          </a:custGeom>
          <a:ln w="321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9353146" y="5775565"/>
            <a:ext cx="226695" cy="139700"/>
          </a:xfrm>
          <a:custGeom>
            <a:avLst/>
            <a:gdLst/>
            <a:ahLst/>
            <a:cxnLst/>
            <a:rect l="l" t="t" r="r" b="b"/>
            <a:pathLst>
              <a:path w="226695" h="139700">
                <a:moveTo>
                  <a:pt x="0" y="0"/>
                </a:moveTo>
                <a:lnTo>
                  <a:pt x="0" y="139476"/>
                </a:lnTo>
                <a:lnTo>
                  <a:pt x="226595" y="697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4926617" y="5158576"/>
            <a:ext cx="33972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b="1" i="1" spc="85" dirty="0">
                <a:latin typeface="Times New Roman"/>
                <a:cs typeface="Times New Roman"/>
              </a:rPr>
              <a:t>C</a:t>
            </a:r>
            <a:r>
              <a:rPr sz="1650" b="1" i="1" spc="90" dirty="0">
                <a:latin typeface="Times New Roman"/>
                <a:cs typeface="Times New Roman"/>
              </a:rPr>
              <a:t>O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9364009" y="5855537"/>
            <a:ext cx="8826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b="1" i="1" spc="35" dirty="0">
                <a:latin typeface="Times New Roman"/>
                <a:cs typeface="Times New Roman"/>
              </a:rPr>
              <a:t>t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5347869" y="2529474"/>
            <a:ext cx="3317240" cy="316865"/>
          </a:xfrm>
          <a:custGeom>
            <a:avLst/>
            <a:gdLst/>
            <a:ahLst/>
            <a:cxnLst/>
            <a:rect l="l" t="t" r="r" b="b"/>
            <a:pathLst>
              <a:path w="3317240" h="316864">
                <a:moveTo>
                  <a:pt x="0" y="316802"/>
                </a:moveTo>
                <a:lnTo>
                  <a:pt x="114379" y="316802"/>
                </a:lnTo>
                <a:lnTo>
                  <a:pt x="114379" y="0"/>
                </a:lnTo>
                <a:lnTo>
                  <a:pt x="343121" y="0"/>
                </a:lnTo>
                <a:lnTo>
                  <a:pt x="343121" y="316802"/>
                </a:lnTo>
                <a:lnTo>
                  <a:pt x="571880" y="316802"/>
                </a:lnTo>
                <a:lnTo>
                  <a:pt x="571880" y="0"/>
                </a:lnTo>
                <a:lnTo>
                  <a:pt x="800622" y="0"/>
                </a:lnTo>
                <a:lnTo>
                  <a:pt x="800622" y="316802"/>
                </a:lnTo>
                <a:lnTo>
                  <a:pt x="1029365" y="316802"/>
                </a:lnTo>
                <a:lnTo>
                  <a:pt x="1029365" y="0"/>
                </a:lnTo>
                <a:lnTo>
                  <a:pt x="1258043" y="0"/>
                </a:lnTo>
                <a:lnTo>
                  <a:pt x="1258043" y="316802"/>
                </a:lnTo>
                <a:lnTo>
                  <a:pt x="1486898" y="316802"/>
                </a:lnTo>
                <a:lnTo>
                  <a:pt x="1486898" y="0"/>
                </a:lnTo>
                <a:lnTo>
                  <a:pt x="1715592" y="0"/>
                </a:lnTo>
                <a:lnTo>
                  <a:pt x="1715592" y="316802"/>
                </a:lnTo>
                <a:lnTo>
                  <a:pt x="1944286" y="316802"/>
                </a:lnTo>
                <a:lnTo>
                  <a:pt x="1944286" y="0"/>
                </a:lnTo>
                <a:lnTo>
                  <a:pt x="2173142" y="0"/>
                </a:lnTo>
                <a:lnTo>
                  <a:pt x="2173142" y="316802"/>
                </a:lnTo>
                <a:lnTo>
                  <a:pt x="2401836" y="316802"/>
                </a:lnTo>
                <a:lnTo>
                  <a:pt x="2401836" y="0"/>
                </a:lnTo>
                <a:lnTo>
                  <a:pt x="2630530" y="0"/>
                </a:lnTo>
                <a:lnTo>
                  <a:pt x="2630530" y="316802"/>
                </a:lnTo>
                <a:lnTo>
                  <a:pt x="2859385" y="316802"/>
                </a:lnTo>
                <a:lnTo>
                  <a:pt x="2859385" y="0"/>
                </a:lnTo>
                <a:lnTo>
                  <a:pt x="3088079" y="0"/>
                </a:lnTo>
                <a:lnTo>
                  <a:pt x="3088079" y="316802"/>
                </a:lnTo>
                <a:lnTo>
                  <a:pt x="3316774" y="316802"/>
                </a:lnTo>
              </a:path>
            </a:pathLst>
          </a:custGeom>
          <a:ln w="322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8664643" y="2526792"/>
            <a:ext cx="457834" cy="316865"/>
          </a:xfrm>
          <a:custGeom>
            <a:avLst/>
            <a:gdLst/>
            <a:ahLst/>
            <a:cxnLst/>
            <a:rect l="l" t="t" r="r" b="b"/>
            <a:pathLst>
              <a:path w="457834" h="316864">
                <a:moveTo>
                  <a:pt x="0" y="316802"/>
                </a:moveTo>
                <a:lnTo>
                  <a:pt x="0" y="0"/>
                </a:lnTo>
                <a:lnTo>
                  <a:pt x="228855" y="0"/>
                </a:lnTo>
                <a:lnTo>
                  <a:pt x="228855" y="316802"/>
                </a:lnTo>
                <a:lnTo>
                  <a:pt x="457549" y="316802"/>
                </a:lnTo>
              </a:path>
            </a:pathLst>
          </a:custGeom>
          <a:ln w="330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347869" y="3268729"/>
            <a:ext cx="3768725" cy="316865"/>
          </a:xfrm>
          <a:custGeom>
            <a:avLst/>
            <a:gdLst/>
            <a:ahLst/>
            <a:cxnLst/>
            <a:rect l="l" t="t" r="r" b="b"/>
            <a:pathLst>
              <a:path w="3768725" h="316864">
                <a:moveTo>
                  <a:pt x="0" y="316802"/>
                </a:moveTo>
                <a:lnTo>
                  <a:pt x="343121" y="316802"/>
                </a:lnTo>
                <a:lnTo>
                  <a:pt x="343121" y="0"/>
                </a:lnTo>
                <a:lnTo>
                  <a:pt x="800622" y="0"/>
                </a:lnTo>
                <a:lnTo>
                  <a:pt x="800622" y="316802"/>
                </a:lnTo>
                <a:lnTo>
                  <a:pt x="1258043" y="316802"/>
                </a:lnTo>
                <a:lnTo>
                  <a:pt x="1258043" y="0"/>
                </a:lnTo>
                <a:lnTo>
                  <a:pt x="1715592" y="0"/>
                </a:lnTo>
                <a:lnTo>
                  <a:pt x="1715592" y="316802"/>
                </a:lnTo>
                <a:lnTo>
                  <a:pt x="2173142" y="316802"/>
                </a:lnTo>
                <a:lnTo>
                  <a:pt x="2173142" y="0"/>
                </a:lnTo>
                <a:lnTo>
                  <a:pt x="2630530" y="0"/>
                </a:lnTo>
                <a:lnTo>
                  <a:pt x="2630530" y="316802"/>
                </a:lnTo>
                <a:lnTo>
                  <a:pt x="3088079" y="316802"/>
                </a:lnTo>
                <a:lnTo>
                  <a:pt x="3088079" y="0"/>
                </a:lnTo>
                <a:lnTo>
                  <a:pt x="3545629" y="0"/>
                </a:lnTo>
                <a:lnTo>
                  <a:pt x="3545629" y="316802"/>
                </a:lnTo>
                <a:lnTo>
                  <a:pt x="3768674" y="316802"/>
                </a:lnTo>
              </a:path>
            </a:pathLst>
          </a:custGeom>
          <a:ln w="32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347869" y="4324637"/>
            <a:ext cx="783590" cy="0"/>
          </a:xfrm>
          <a:custGeom>
            <a:avLst/>
            <a:gdLst/>
            <a:ahLst/>
            <a:cxnLst/>
            <a:rect l="l" t="t" r="r" b="b"/>
            <a:pathLst>
              <a:path w="783589">
                <a:moveTo>
                  <a:pt x="0" y="0"/>
                </a:moveTo>
                <a:lnTo>
                  <a:pt x="783466" y="0"/>
                </a:lnTo>
              </a:path>
            </a:pathLst>
          </a:custGeom>
          <a:ln w="321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137049" y="4007835"/>
            <a:ext cx="0" cy="316865"/>
          </a:xfrm>
          <a:custGeom>
            <a:avLst/>
            <a:gdLst/>
            <a:ahLst/>
            <a:cxnLst/>
            <a:rect l="l" t="t" r="r" b="b"/>
            <a:pathLst>
              <a:path h="316864">
                <a:moveTo>
                  <a:pt x="0" y="316802"/>
                </a:moveTo>
                <a:lnTo>
                  <a:pt x="0" y="0"/>
                </a:lnTo>
              </a:path>
            </a:pathLst>
          </a:custGeom>
          <a:ln w="34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137049" y="4007835"/>
            <a:ext cx="2985770" cy="316865"/>
          </a:xfrm>
          <a:custGeom>
            <a:avLst/>
            <a:gdLst/>
            <a:ahLst/>
            <a:cxnLst/>
            <a:rect l="l" t="t" r="r" b="b"/>
            <a:pathLst>
              <a:path w="2985770" h="316864">
                <a:moveTo>
                  <a:pt x="0" y="5364"/>
                </a:moveTo>
                <a:lnTo>
                  <a:pt x="926412" y="5364"/>
                </a:lnTo>
                <a:lnTo>
                  <a:pt x="926412" y="316802"/>
                </a:lnTo>
                <a:lnTo>
                  <a:pt x="1841350" y="316802"/>
                </a:lnTo>
                <a:lnTo>
                  <a:pt x="1841350" y="0"/>
                </a:lnTo>
                <a:lnTo>
                  <a:pt x="2756449" y="0"/>
                </a:lnTo>
                <a:lnTo>
                  <a:pt x="2756449" y="316802"/>
                </a:lnTo>
                <a:lnTo>
                  <a:pt x="2985143" y="316802"/>
                </a:lnTo>
              </a:path>
            </a:pathLst>
          </a:custGeom>
          <a:ln w="322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347869" y="4747061"/>
            <a:ext cx="3774440" cy="316865"/>
          </a:xfrm>
          <a:custGeom>
            <a:avLst/>
            <a:gdLst/>
            <a:ahLst/>
            <a:cxnLst/>
            <a:rect l="l" t="t" r="r" b="b"/>
            <a:pathLst>
              <a:path w="3774440" h="316864">
                <a:moveTo>
                  <a:pt x="0" y="316802"/>
                </a:moveTo>
                <a:lnTo>
                  <a:pt x="1715592" y="316802"/>
                </a:lnTo>
                <a:lnTo>
                  <a:pt x="1715592" y="0"/>
                </a:lnTo>
                <a:lnTo>
                  <a:pt x="3545629" y="0"/>
                </a:lnTo>
                <a:lnTo>
                  <a:pt x="3545629" y="316802"/>
                </a:lnTo>
                <a:lnTo>
                  <a:pt x="3774323" y="316802"/>
                </a:lnTo>
              </a:path>
            </a:pathLst>
          </a:custGeom>
          <a:ln w="32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347869" y="5486256"/>
            <a:ext cx="3774440" cy="316865"/>
          </a:xfrm>
          <a:custGeom>
            <a:avLst/>
            <a:gdLst/>
            <a:ahLst/>
            <a:cxnLst/>
            <a:rect l="l" t="t" r="r" b="b"/>
            <a:pathLst>
              <a:path w="3774440" h="316864">
                <a:moveTo>
                  <a:pt x="0" y="316802"/>
                </a:moveTo>
                <a:lnTo>
                  <a:pt x="3316774" y="316802"/>
                </a:lnTo>
                <a:lnTo>
                  <a:pt x="3316774" y="0"/>
                </a:lnTo>
                <a:lnTo>
                  <a:pt x="3545629" y="0"/>
                </a:lnTo>
                <a:lnTo>
                  <a:pt x="3545629" y="316802"/>
                </a:lnTo>
                <a:lnTo>
                  <a:pt x="3774323" y="316802"/>
                </a:lnTo>
              </a:path>
            </a:pathLst>
          </a:custGeom>
          <a:ln w="32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8871966" y="1981961"/>
            <a:ext cx="14604" cy="3600450"/>
          </a:xfrm>
          <a:custGeom>
            <a:avLst/>
            <a:gdLst/>
            <a:ahLst/>
            <a:cxnLst/>
            <a:rect l="l" t="t" r="r" b="b"/>
            <a:pathLst>
              <a:path w="14604" h="3600450">
                <a:moveTo>
                  <a:pt x="14604" y="3599941"/>
                </a:moveTo>
                <a:lnTo>
                  <a:pt x="0" y="0"/>
                </a:lnTo>
              </a:path>
            </a:pathLst>
          </a:custGeom>
          <a:ln w="25908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449061" y="1898142"/>
            <a:ext cx="14604" cy="900430"/>
          </a:xfrm>
          <a:custGeom>
            <a:avLst/>
            <a:gdLst/>
            <a:ahLst/>
            <a:cxnLst/>
            <a:rect l="l" t="t" r="r" b="b"/>
            <a:pathLst>
              <a:path w="14604" h="900430">
                <a:moveTo>
                  <a:pt x="0" y="0"/>
                </a:moveTo>
                <a:lnTo>
                  <a:pt x="14604" y="900049"/>
                </a:lnTo>
              </a:path>
            </a:pathLst>
          </a:custGeom>
          <a:ln w="25908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680709" y="1978914"/>
            <a:ext cx="1905" cy="1440180"/>
          </a:xfrm>
          <a:custGeom>
            <a:avLst/>
            <a:gdLst/>
            <a:ahLst/>
            <a:cxnLst/>
            <a:rect l="l" t="t" r="r" b="b"/>
            <a:pathLst>
              <a:path w="1904" h="1440179">
                <a:moveTo>
                  <a:pt x="1777" y="0"/>
                </a:moveTo>
                <a:lnTo>
                  <a:pt x="0" y="1440052"/>
                </a:lnTo>
              </a:path>
            </a:pathLst>
          </a:custGeom>
          <a:ln w="25908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119621" y="2058161"/>
            <a:ext cx="14604" cy="2160270"/>
          </a:xfrm>
          <a:custGeom>
            <a:avLst/>
            <a:gdLst/>
            <a:ahLst/>
            <a:cxnLst/>
            <a:rect l="l" t="t" r="r" b="b"/>
            <a:pathLst>
              <a:path w="14604" h="2160270">
                <a:moveTo>
                  <a:pt x="14604" y="0"/>
                </a:moveTo>
                <a:lnTo>
                  <a:pt x="0" y="2160016"/>
                </a:lnTo>
              </a:path>
            </a:pathLst>
          </a:custGeom>
          <a:ln w="25908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7064502" y="2045970"/>
            <a:ext cx="1905" cy="2880360"/>
          </a:xfrm>
          <a:custGeom>
            <a:avLst/>
            <a:gdLst/>
            <a:ahLst/>
            <a:cxnLst/>
            <a:rect l="l" t="t" r="r" b="b"/>
            <a:pathLst>
              <a:path w="1904" h="2880360">
                <a:moveTo>
                  <a:pt x="1777" y="0"/>
                </a:moveTo>
                <a:lnTo>
                  <a:pt x="0" y="2879979"/>
                </a:lnTo>
              </a:path>
            </a:pathLst>
          </a:custGeom>
          <a:ln w="25908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644890" y="2021585"/>
            <a:ext cx="46990" cy="3600450"/>
          </a:xfrm>
          <a:custGeom>
            <a:avLst/>
            <a:gdLst/>
            <a:ahLst/>
            <a:cxnLst/>
            <a:rect l="l" t="t" r="r" b="b"/>
            <a:pathLst>
              <a:path w="46990" h="3600450">
                <a:moveTo>
                  <a:pt x="0" y="0"/>
                </a:moveTo>
                <a:lnTo>
                  <a:pt x="46481" y="3600005"/>
                </a:lnTo>
              </a:path>
            </a:pathLst>
          </a:custGeom>
          <a:ln w="25908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5036184" y="6539775"/>
            <a:ext cx="35052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55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26641" y="524636"/>
            <a:ext cx="8141970" cy="199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3600" b="1" spc="5" dirty="0">
                <a:solidFill>
                  <a:srgbClr val="666699"/>
                </a:solidFill>
                <a:latin typeface="华文楷体"/>
                <a:cs typeface="华文楷体"/>
              </a:rPr>
              <a:t>小结</a:t>
            </a:r>
            <a:endParaRPr sz="3600" dirty="0">
              <a:latin typeface="华文楷体"/>
              <a:cs typeface="华文楷体"/>
            </a:endParaRPr>
          </a:p>
          <a:p>
            <a:pPr marL="53975" marR="43180" indent="457200">
              <a:lnSpc>
                <a:spcPct val="150000"/>
              </a:lnSpc>
              <a:spcBef>
                <a:spcPts val="1070"/>
              </a:spcBef>
            </a:pPr>
            <a:r>
              <a:rPr sz="2800" b="1" spc="60" dirty="0">
                <a:solidFill>
                  <a:srgbClr val="7E4D00"/>
                </a:solidFill>
                <a:latin typeface="华文楷体"/>
                <a:cs typeface="华文楷体"/>
              </a:rPr>
              <a:t>若用</a:t>
            </a:r>
            <a:r>
              <a:rPr sz="2800" b="1" spc="55" dirty="0">
                <a:solidFill>
                  <a:srgbClr val="7E4D00"/>
                </a:solidFill>
                <a:latin typeface="华文楷体"/>
                <a:cs typeface="华文楷体"/>
              </a:rPr>
              <a:t>T</a:t>
            </a:r>
            <a:r>
              <a:rPr sz="2800" b="1" spc="45" dirty="0">
                <a:solidFill>
                  <a:srgbClr val="7E4D00"/>
                </a:solidFill>
                <a:latin typeface="华文楷体"/>
                <a:cs typeface="华文楷体"/>
              </a:rPr>
              <a:t>触</a:t>
            </a:r>
            <a:r>
              <a:rPr sz="2800" b="1" spc="55" dirty="0">
                <a:solidFill>
                  <a:srgbClr val="7E4D00"/>
                </a:solidFill>
                <a:latin typeface="华文楷体"/>
                <a:cs typeface="华文楷体"/>
              </a:rPr>
              <a:t>发器</a:t>
            </a:r>
            <a:r>
              <a:rPr sz="2800" b="1" spc="45" dirty="0">
                <a:solidFill>
                  <a:srgbClr val="7E4D00"/>
                </a:solidFill>
                <a:latin typeface="华文楷体"/>
                <a:cs typeface="华文楷体"/>
              </a:rPr>
              <a:t>构成</a:t>
            </a:r>
            <a:r>
              <a:rPr sz="2800" b="1" spc="55" dirty="0">
                <a:solidFill>
                  <a:srgbClr val="7E4D00"/>
                </a:solidFill>
                <a:latin typeface="华文楷体"/>
                <a:cs typeface="华文楷体"/>
              </a:rPr>
              <a:t>加法</a:t>
            </a:r>
            <a:r>
              <a:rPr sz="2800" b="1" spc="45" dirty="0">
                <a:solidFill>
                  <a:srgbClr val="7E4D00"/>
                </a:solidFill>
                <a:latin typeface="华文楷体"/>
                <a:cs typeface="华文楷体"/>
              </a:rPr>
              <a:t>计数</a:t>
            </a:r>
            <a:r>
              <a:rPr sz="2800" b="1" spc="95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60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spc="50" dirty="0">
                <a:solidFill>
                  <a:srgbClr val="7E4D00"/>
                </a:solidFill>
                <a:latin typeface="华文楷体"/>
                <a:cs typeface="华文楷体"/>
              </a:rPr>
              <a:t>则</a:t>
            </a:r>
            <a:r>
              <a:rPr sz="2800" b="1" spc="60" dirty="0">
                <a:solidFill>
                  <a:srgbClr val="7E4D00"/>
                </a:solidFill>
                <a:latin typeface="华文楷体"/>
                <a:cs typeface="华文楷体"/>
              </a:rPr>
              <a:t>第i</a:t>
            </a:r>
            <a:r>
              <a:rPr sz="2800" b="1" spc="55" dirty="0">
                <a:solidFill>
                  <a:srgbClr val="7E4D00"/>
                </a:solidFill>
                <a:latin typeface="华文楷体"/>
                <a:cs typeface="华文楷体"/>
              </a:rPr>
              <a:t>位触</a:t>
            </a:r>
            <a:r>
              <a:rPr sz="2800" b="1" spc="45" dirty="0">
                <a:solidFill>
                  <a:srgbClr val="7E4D00"/>
                </a:solidFill>
                <a:latin typeface="华文楷体"/>
                <a:cs typeface="华文楷体"/>
              </a:rPr>
              <a:t>发器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输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入端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T</a:t>
            </a:r>
            <a:r>
              <a:rPr sz="2775" b="1" spc="7" baseline="-21021" dirty="0">
                <a:solidFill>
                  <a:srgbClr val="7E4D00"/>
                </a:solidFill>
                <a:latin typeface="华文楷体"/>
                <a:cs typeface="华文楷体"/>
              </a:rPr>
              <a:t>i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的逻辑式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应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为：</a:t>
            </a:r>
            <a:endParaRPr sz="2800" dirty="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6275" y="3146095"/>
            <a:ext cx="41465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i="1" spc="22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050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050" spc="105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89984" y="4055067"/>
            <a:ext cx="44704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i="1" spc="60" dirty="0">
                <a:solidFill>
                  <a:srgbClr val="FF0000"/>
                </a:solidFill>
                <a:latin typeface="Times New Roman"/>
                <a:cs typeface="Times New Roman"/>
              </a:rPr>
              <a:t>j</a:t>
            </a:r>
            <a:r>
              <a:rPr sz="2050" i="1" spc="-3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spc="155" dirty="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sz="2050" spc="155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8754" y="3424206"/>
            <a:ext cx="1987550" cy="572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01345" algn="l"/>
                <a:tab pos="1617345" algn="l"/>
              </a:tabLst>
            </a:pPr>
            <a:r>
              <a:rPr sz="3600" i="1" spc="1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075" spc="15" baseline="-24390" dirty="0">
                <a:solidFill>
                  <a:srgbClr val="FF0000"/>
                </a:solidFill>
                <a:latin typeface="Times New Roman"/>
                <a:cs typeface="Times New Roman"/>
              </a:rPr>
              <a:t>0	</a:t>
            </a:r>
            <a:r>
              <a:rPr sz="3600" spc="170" dirty="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sz="3600" spc="-4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spc="155" dirty="0">
                <a:solidFill>
                  <a:srgbClr val="FF0000"/>
                </a:solidFill>
                <a:latin typeface="Times New Roman"/>
                <a:cs typeface="Times New Roman"/>
              </a:rPr>
              <a:t>1	</a:t>
            </a:r>
            <a:r>
              <a:rPr sz="3600" i="1" spc="-3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075" i="1" spc="-52" baseline="-2439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3075" baseline="-2439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69543" y="3541507"/>
            <a:ext cx="1906270" cy="572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5400" spc="254" baseline="13888" dirty="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sz="5400" spc="-262" baseline="1388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5400" i="1" spc="150" baseline="13888" dirty="0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sz="20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050" spc="100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050" spc="10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5400" i="1" spc="150" baseline="13888" dirty="0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sz="20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050" spc="100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050" spc="10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46466" y="4499048"/>
            <a:ext cx="1534160" cy="572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600" spc="8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3600" i="1" spc="8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3600" i="1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spc="170" dirty="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sz="3600" spc="-4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spc="-70" dirty="0">
                <a:solidFill>
                  <a:srgbClr val="FF0000"/>
                </a:solidFill>
                <a:latin typeface="Times New Roman"/>
                <a:cs typeface="Times New Roman"/>
              </a:rPr>
              <a:t>1,</a:t>
            </a:r>
            <a:r>
              <a:rPr sz="3600" spc="-4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spc="80" dirty="0">
                <a:solidFill>
                  <a:srgbClr val="FF0000"/>
                </a:solidFill>
                <a:latin typeface="Times New Roman"/>
                <a:cs typeface="Times New Roman"/>
              </a:rPr>
              <a:t>2,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96929" y="4499048"/>
            <a:ext cx="1034415" cy="572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600" i="1" spc="15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3600" i="1" spc="-3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spc="110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3600" spc="110" dirty="0">
                <a:solidFill>
                  <a:srgbClr val="FF0000"/>
                </a:solidFill>
                <a:latin typeface="Times New Roman"/>
                <a:cs typeface="Times New Roman"/>
              </a:rPr>
              <a:t>1)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77959" y="3195725"/>
            <a:ext cx="2667635" cy="8470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123315" algn="l"/>
              </a:tabLst>
            </a:pPr>
            <a:r>
              <a:rPr sz="3600" i="1" spc="-150" dirty="0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sz="3075" spc="-44" baseline="-2439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3600" i="1" spc="70" dirty="0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sz="3075" spc="157" baseline="-24390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sz="3075" baseline="-2439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600" spc="170" dirty="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sz="3600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8100" spc="1087" baseline="-8744" dirty="0">
                <a:solidFill>
                  <a:srgbClr val="FF0000"/>
                </a:solidFill>
                <a:latin typeface="Symbol"/>
                <a:cs typeface="Symbol"/>
              </a:rPr>
              <a:t></a:t>
            </a:r>
            <a:r>
              <a:rPr sz="3600" i="1" spc="509" dirty="0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sz="3075" i="1" spc="89" baseline="-24390" dirty="0">
                <a:solidFill>
                  <a:srgbClr val="FF0000"/>
                </a:solidFill>
                <a:latin typeface="Times New Roman"/>
                <a:cs typeface="Times New Roman"/>
              </a:rPr>
              <a:t>j</a:t>
            </a:r>
            <a:endParaRPr sz="3075" baseline="-2439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00427" y="3365180"/>
            <a:ext cx="1980918" cy="7860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75705" y="4439999"/>
            <a:ext cx="1980918" cy="7385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036184" y="6539775"/>
            <a:ext cx="35052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56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4600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latin typeface="华文楷体"/>
                <a:cs typeface="华文楷体"/>
              </a:rPr>
              <a:t>同步十</a:t>
            </a:r>
            <a:r>
              <a:rPr sz="3600" b="1" i="0" spc="-5" dirty="0">
                <a:latin typeface="华文楷体"/>
                <a:cs typeface="华文楷体"/>
              </a:rPr>
              <a:t>进制加法计数器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93096" y="1355625"/>
            <a:ext cx="727075" cy="838835"/>
          </a:xfrm>
          <a:custGeom>
            <a:avLst/>
            <a:gdLst/>
            <a:ahLst/>
            <a:cxnLst/>
            <a:rect l="l" t="t" r="r" b="b"/>
            <a:pathLst>
              <a:path w="727075" h="838835">
                <a:moveTo>
                  <a:pt x="0" y="838402"/>
                </a:moveTo>
                <a:lnTo>
                  <a:pt x="726502" y="838402"/>
                </a:lnTo>
                <a:lnTo>
                  <a:pt x="726502" y="0"/>
                </a:lnTo>
                <a:lnTo>
                  <a:pt x="0" y="0"/>
                </a:lnTo>
                <a:lnTo>
                  <a:pt x="0" y="838402"/>
                </a:lnTo>
                <a:close/>
              </a:path>
            </a:pathLst>
          </a:custGeom>
          <a:ln w="267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93096" y="1690981"/>
            <a:ext cx="90805" cy="168275"/>
          </a:xfrm>
          <a:custGeom>
            <a:avLst/>
            <a:gdLst/>
            <a:ahLst/>
            <a:cxnLst/>
            <a:rect l="l" t="t" r="r" b="b"/>
            <a:pathLst>
              <a:path w="90804" h="168275">
                <a:moveTo>
                  <a:pt x="0" y="0"/>
                </a:moveTo>
                <a:lnTo>
                  <a:pt x="90727" y="83880"/>
                </a:lnTo>
                <a:lnTo>
                  <a:pt x="0" y="167760"/>
                </a:lnTo>
              </a:path>
            </a:pathLst>
          </a:custGeom>
          <a:ln w="27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11023" y="1375529"/>
            <a:ext cx="322580" cy="763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170" marR="5080" indent="-52705">
              <a:lnSpc>
                <a:spcPct val="118500"/>
              </a:lnSpc>
              <a:spcBef>
                <a:spcPts val="95"/>
              </a:spcBef>
            </a:pPr>
            <a:r>
              <a:rPr sz="1300" b="1" spc="55" dirty="0">
                <a:latin typeface="Times New Roman"/>
                <a:cs typeface="Times New Roman"/>
              </a:rPr>
              <a:t>1J  </a:t>
            </a:r>
            <a:r>
              <a:rPr sz="1300" b="1" spc="80" dirty="0">
                <a:latin typeface="Times New Roman"/>
                <a:cs typeface="Times New Roman"/>
              </a:rPr>
              <a:t>C</a:t>
            </a:r>
            <a:r>
              <a:rPr sz="1300" b="1" spc="55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b="1" spc="70" dirty="0">
                <a:latin typeface="Times New Roman"/>
                <a:cs typeface="Times New Roman"/>
              </a:rPr>
              <a:t>1K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79509" y="2166069"/>
            <a:ext cx="35369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300" b="1" spc="55" dirty="0">
                <a:latin typeface="Times New Roman"/>
                <a:cs typeface="Times New Roman"/>
              </a:rPr>
              <a:t>FF</a:t>
            </a:r>
            <a:r>
              <a:rPr sz="1275" b="1" spc="82" baseline="-13071" dirty="0">
                <a:latin typeface="Times New Roman"/>
                <a:cs typeface="Times New Roman"/>
              </a:rPr>
              <a:t>0</a:t>
            </a:r>
            <a:endParaRPr sz="1275" baseline="-1307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19560" y="1523338"/>
            <a:ext cx="535940" cy="0"/>
          </a:xfrm>
          <a:custGeom>
            <a:avLst/>
            <a:gdLst/>
            <a:ahLst/>
            <a:cxnLst/>
            <a:rect l="l" t="t" r="r" b="b"/>
            <a:pathLst>
              <a:path w="535940">
                <a:moveTo>
                  <a:pt x="0" y="0"/>
                </a:moveTo>
                <a:lnTo>
                  <a:pt x="535397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800933" y="2026384"/>
            <a:ext cx="100330" cy="0"/>
          </a:xfrm>
          <a:custGeom>
            <a:avLst/>
            <a:gdLst/>
            <a:ahLst/>
            <a:cxnLst/>
            <a:rect l="l" t="t" r="r" b="b"/>
            <a:pathLst>
              <a:path w="100329">
                <a:moveTo>
                  <a:pt x="0" y="0"/>
                </a:moveTo>
                <a:lnTo>
                  <a:pt x="10021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10974" y="1984858"/>
            <a:ext cx="90170" cy="83185"/>
          </a:xfrm>
          <a:custGeom>
            <a:avLst/>
            <a:gdLst/>
            <a:ahLst/>
            <a:cxnLst/>
            <a:rect l="l" t="t" r="r" b="b"/>
            <a:pathLst>
              <a:path w="90170" h="83185">
                <a:moveTo>
                  <a:pt x="89959" y="41526"/>
                </a:moveTo>
                <a:lnTo>
                  <a:pt x="86408" y="25354"/>
                </a:lnTo>
                <a:lnTo>
                  <a:pt x="76743" y="12156"/>
                </a:lnTo>
                <a:lnTo>
                  <a:pt x="62441" y="3260"/>
                </a:lnTo>
                <a:lnTo>
                  <a:pt x="44979" y="0"/>
                </a:lnTo>
                <a:lnTo>
                  <a:pt x="27463" y="3260"/>
                </a:lnTo>
                <a:lnTo>
                  <a:pt x="13167" y="12156"/>
                </a:lnTo>
                <a:lnTo>
                  <a:pt x="3532" y="25354"/>
                </a:lnTo>
                <a:lnTo>
                  <a:pt x="0" y="41526"/>
                </a:lnTo>
                <a:lnTo>
                  <a:pt x="3532" y="57697"/>
                </a:lnTo>
                <a:lnTo>
                  <a:pt x="13167" y="70896"/>
                </a:lnTo>
                <a:lnTo>
                  <a:pt x="27463" y="79791"/>
                </a:lnTo>
                <a:lnTo>
                  <a:pt x="44979" y="83052"/>
                </a:lnTo>
                <a:lnTo>
                  <a:pt x="62441" y="79791"/>
                </a:lnTo>
                <a:lnTo>
                  <a:pt x="76743" y="70896"/>
                </a:lnTo>
                <a:lnTo>
                  <a:pt x="86408" y="57697"/>
                </a:lnTo>
                <a:lnTo>
                  <a:pt x="89959" y="41526"/>
                </a:lnTo>
                <a:close/>
              </a:path>
            </a:pathLst>
          </a:custGeom>
          <a:ln w="26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38175" y="1520972"/>
            <a:ext cx="455295" cy="2540"/>
          </a:xfrm>
          <a:custGeom>
            <a:avLst/>
            <a:gdLst/>
            <a:ahLst/>
            <a:cxnLst/>
            <a:rect l="l" t="t" r="r" b="b"/>
            <a:pathLst>
              <a:path w="455295" h="2540">
                <a:moveTo>
                  <a:pt x="454920" y="2366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538175" y="2026384"/>
            <a:ext cx="455295" cy="0"/>
          </a:xfrm>
          <a:custGeom>
            <a:avLst/>
            <a:gdLst/>
            <a:ahLst/>
            <a:cxnLst/>
            <a:rect l="l" t="t" r="r" b="b"/>
            <a:pathLst>
              <a:path w="455295">
                <a:moveTo>
                  <a:pt x="454920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250944" y="1377900"/>
            <a:ext cx="264160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300" b="1" i="1" spc="55" dirty="0">
                <a:latin typeface="Times New Roman"/>
                <a:cs typeface="Times New Roman"/>
              </a:rPr>
              <a:t>Q</a:t>
            </a:r>
            <a:r>
              <a:rPr sz="1275" b="1" spc="82" baseline="-13071" dirty="0">
                <a:latin typeface="Times New Roman"/>
                <a:cs typeface="Times New Roman"/>
              </a:rPr>
              <a:t>0</a:t>
            </a:r>
            <a:endParaRPr sz="1275" baseline="-1307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983485" y="6299840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>
                <a:moveTo>
                  <a:pt x="0" y="0"/>
                </a:moveTo>
                <a:lnTo>
                  <a:pt x="363296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983485" y="6467518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>
                <a:moveTo>
                  <a:pt x="0" y="0"/>
                </a:moveTo>
                <a:lnTo>
                  <a:pt x="363296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346781" y="6383685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>
                <a:moveTo>
                  <a:pt x="363296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10735" y="6215995"/>
            <a:ext cx="472440" cy="335915"/>
          </a:xfrm>
          <a:custGeom>
            <a:avLst/>
            <a:gdLst/>
            <a:ahLst/>
            <a:cxnLst/>
            <a:rect l="l" t="t" r="r" b="b"/>
            <a:pathLst>
              <a:path w="472440" h="335915">
                <a:moveTo>
                  <a:pt x="141602" y="0"/>
                </a:moveTo>
                <a:lnTo>
                  <a:pt x="0" y="0"/>
                </a:lnTo>
                <a:lnTo>
                  <a:pt x="28760" y="40567"/>
                </a:lnTo>
                <a:lnTo>
                  <a:pt x="49304" y="82294"/>
                </a:lnTo>
                <a:lnTo>
                  <a:pt x="61630" y="124795"/>
                </a:lnTo>
                <a:lnTo>
                  <a:pt x="65737" y="167701"/>
                </a:lnTo>
                <a:lnTo>
                  <a:pt x="61630" y="210571"/>
                </a:lnTo>
                <a:lnTo>
                  <a:pt x="49304" y="253072"/>
                </a:lnTo>
                <a:lnTo>
                  <a:pt x="28760" y="294799"/>
                </a:lnTo>
                <a:lnTo>
                  <a:pt x="0" y="335365"/>
                </a:lnTo>
                <a:lnTo>
                  <a:pt x="141602" y="335365"/>
                </a:lnTo>
                <a:lnTo>
                  <a:pt x="196942" y="325015"/>
                </a:lnTo>
                <a:lnTo>
                  <a:pt x="249161" y="311181"/>
                </a:lnTo>
                <a:lnTo>
                  <a:pt x="297818" y="294090"/>
                </a:lnTo>
                <a:lnTo>
                  <a:pt x="342472" y="273968"/>
                </a:lnTo>
                <a:lnTo>
                  <a:pt x="382680" y="251042"/>
                </a:lnTo>
                <a:lnTo>
                  <a:pt x="418002" y="225537"/>
                </a:lnTo>
                <a:lnTo>
                  <a:pt x="447996" y="197682"/>
                </a:lnTo>
                <a:lnTo>
                  <a:pt x="472220" y="167701"/>
                </a:lnTo>
                <a:lnTo>
                  <a:pt x="448311" y="137588"/>
                </a:lnTo>
                <a:lnTo>
                  <a:pt x="418507" y="109623"/>
                </a:lnTo>
                <a:lnTo>
                  <a:pt x="383266" y="84039"/>
                </a:lnTo>
                <a:lnTo>
                  <a:pt x="343048" y="61069"/>
                </a:lnTo>
                <a:lnTo>
                  <a:pt x="298314" y="40946"/>
                </a:lnTo>
                <a:lnTo>
                  <a:pt x="249521" y="23905"/>
                </a:lnTo>
                <a:lnTo>
                  <a:pt x="197131" y="10179"/>
                </a:lnTo>
                <a:lnTo>
                  <a:pt x="141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110735" y="6215995"/>
            <a:ext cx="472440" cy="335915"/>
          </a:xfrm>
          <a:custGeom>
            <a:avLst/>
            <a:gdLst/>
            <a:ahLst/>
            <a:cxnLst/>
            <a:rect l="l" t="t" r="r" b="b"/>
            <a:pathLst>
              <a:path w="472440" h="335915">
                <a:moveTo>
                  <a:pt x="472220" y="167701"/>
                </a:moveTo>
                <a:lnTo>
                  <a:pt x="447996" y="197682"/>
                </a:lnTo>
                <a:lnTo>
                  <a:pt x="418002" y="225537"/>
                </a:lnTo>
                <a:lnTo>
                  <a:pt x="382680" y="251042"/>
                </a:lnTo>
                <a:lnTo>
                  <a:pt x="342472" y="273968"/>
                </a:lnTo>
                <a:lnTo>
                  <a:pt x="297818" y="294090"/>
                </a:lnTo>
                <a:lnTo>
                  <a:pt x="249161" y="311182"/>
                </a:lnTo>
                <a:lnTo>
                  <a:pt x="196942" y="325015"/>
                </a:lnTo>
                <a:lnTo>
                  <a:pt x="141602" y="335365"/>
                </a:lnTo>
                <a:lnTo>
                  <a:pt x="0" y="335365"/>
                </a:lnTo>
                <a:lnTo>
                  <a:pt x="28760" y="294799"/>
                </a:lnTo>
                <a:lnTo>
                  <a:pt x="49304" y="253072"/>
                </a:lnTo>
                <a:lnTo>
                  <a:pt x="61630" y="210571"/>
                </a:lnTo>
                <a:lnTo>
                  <a:pt x="65739" y="167683"/>
                </a:lnTo>
                <a:lnTo>
                  <a:pt x="61630" y="124795"/>
                </a:lnTo>
                <a:lnTo>
                  <a:pt x="49304" y="82294"/>
                </a:lnTo>
                <a:lnTo>
                  <a:pt x="28760" y="40567"/>
                </a:lnTo>
                <a:lnTo>
                  <a:pt x="0" y="0"/>
                </a:lnTo>
                <a:lnTo>
                  <a:pt x="141602" y="0"/>
                </a:lnTo>
                <a:lnTo>
                  <a:pt x="197131" y="10179"/>
                </a:lnTo>
                <a:lnTo>
                  <a:pt x="249521" y="23905"/>
                </a:lnTo>
                <a:lnTo>
                  <a:pt x="298314" y="40946"/>
                </a:lnTo>
                <a:lnTo>
                  <a:pt x="343048" y="61069"/>
                </a:lnTo>
                <a:lnTo>
                  <a:pt x="383266" y="84039"/>
                </a:lnTo>
                <a:lnTo>
                  <a:pt x="418507" y="109623"/>
                </a:lnTo>
                <a:lnTo>
                  <a:pt x="448311" y="137588"/>
                </a:lnTo>
                <a:lnTo>
                  <a:pt x="472220" y="167701"/>
                </a:lnTo>
                <a:close/>
              </a:path>
            </a:pathLst>
          </a:custGeom>
          <a:ln w="262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110735" y="6215995"/>
            <a:ext cx="472440" cy="335915"/>
          </a:xfrm>
          <a:custGeom>
            <a:avLst/>
            <a:gdLst/>
            <a:ahLst/>
            <a:cxnLst/>
            <a:rect l="l" t="t" r="r" b="b"/>
            <a:pathLst>
              <a:path w="472440" h="335915">
                <a:moveTo>
                  <a:pt x="290508" y="0"/>
                </a:moveTo>
                <a:lnTo>
                  <a:pt x="0" y="0"/>
                </a:lnTo>
                <a:lnTo>
                  <a:pt x="0" y="335365"/>
                </a:lnTo>
                <a:lnTo>
                  <a:pt x="290508" y="335365"/>
                </a:lnTo>
                <a:lnTo>
                  <a:pt x="338808" y="329375"/>
                </a:lnTo>
                <a:lnTo>
                  <a:pt x="382214" y="312471"/>
                </a:lnTo>
                <a:lnTo>
                  <a:pt x="418991" y="286252"/>
                </a:lnTo>
                <a:lnTo>
                  <a:pt x="447407" y="252316"/>
                </a:lnTo>
                <a:lnTo>
                  <a:pt x="465728" y="212263"/>
                </a:lnTo>
                <a:lnTo>
                  <a:pt x="472220" y="167689"/>
                </a:lnTo>
                <a:lnTo>
                  <a:pt x="465728" y="123111"/>
                </a:lnTo>
                <a:lnTo>
                  <a:pt x="447407" y="83054"/>
                </a:lnTo>
                <a:lnTo>
                  <a:pt x="418991" y="49115"/>
                </a:lnTo>
                <a:lnTo>
                  <a:pt x="382214" y="22894"/>
                </a:lnTo>
                <a:lnTo>
                  <a:pt x="338808" y="5990"/>
                </a:lnTo>
                <a:lnTo>
                  <a:pt x="290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110735" y="6215995"/>
            <a:ext cx="472440" cy="335915"/>
          </a:xfrm>
          <a:custGeom>
            <a:avLst/>
            <a:gdLst/>
            <a:ahLst/>
            <a:cxnLst/>
            <a:rect l="l" t="t" r="r" b="b"/>
            <a:pathLst>
              <a:path w="472440" h="335915">
                <a:moveTo>
                  <a:pt x="290508" y="335365"/>
                </a:moveTo>
                <a:lnTo>
                  <a:pt x="0" y="335365"/>
                </a:lnTo>
                <a:lnTo>
                  <a:pt x="0" y="0"/>
                </a:lnTo>
                <a:lnTo>
                  <a:pt x="290508" y="0"/>
                </a:lnTo>
                <a:lnTo>
                  <a:pt x="338808" y="5990"/>
                </a:lnTo>
                <a:lnTo>
                  <a:pt x="382214" y="22894"/>
                </a:lnTo>
                <a:lnTo>
                  <a:pt x="418991" y="49115"/>
                </a:lnTo>
                <a:lnTo>
                  <a:pt x="447407" y="83054"/>
                </a:lnTo>
                <a:lnTo>
                  <a:pt x="465728" y="123111"/>
                </a:lnTo>
                <a:lnTo>
                  <a:pt x="472220" y="167689"/>
                </a:lnTo>
                <a:lnTo>
                  <a:pt x="465728" y="212263"/>
                </a:lnTo>
                <a:lnTo>
                  <a:pt x="447407" y="252316"/>
                </a:lnTo>
                <a:lnTo>
                  <a:pt x="418991" y="286252"/>
                </a:lnTo>
                <a:lnTo>
                  <a:pt x="382214" y="312471"/>
                </a:lnTo>
                <a:lnTo>
                  <a:pt x="338808" y="329375"/>
                </a:lnTo>
                <a:lnTo>
                  <a:pt x="290508" y="335365"/>
                </a:lnTo>
                <a:close/>
              </a:path>
            </a:pathLst>
          </a:custGeom>
          <a:ln w="262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711173" y="1783379"/>
            <a:ext cx="182880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182480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893654" y="1741853"/>
            <a:ext cx="90170" cy="83185"/>
          </a:xfrm>
          <a:custGeom>
            <a:avLst/>
            <a:gdLst/>
            <a:ahLst/>
            <a:cxnLst/>
            <a:rect l="l" t="t" r="r" b="b"/>
            <a:pathLst>
              <a:path w="90170" h="83185">
                <a:moveTo>
                  <a:pt x="0" y="41526"/>
                </a:moveTo>
                <a:lnTo>
                  <a:pt x="3532" y="57697"/>
                </a:lnTo>
                <a:lnTo>
                  <a:pt x="13167" y="70896"/>
                </a:lnTo>
                <a:lnTo>
                  <a:pt x="27463" y="79791"/>
                </a:lnTo>
                <a:lnTo>
                  <a:pt x="44979" y="83052"/>
                </a:lnTo>
                <a:lnTo>
                  <a:pt x="62441" y="79791"/>
                </a:lnTo>
                <a:lnTo>
                  <a:pt x="76743" y="70896"/>
                </a:lnTo>
                <a:lnTo>
                  <a:pt x="86408" y="57697"/>
                </a:lnTo>
                <a:lnTo>
                  <a:pt x="89959" y="41526"/>
                </a:lnTo>
                <a:lnTo>
                  <a:pt x="86408" y="25354"/>
                </a:lnTo>
                <a:lnTo>
                  <a:pt x="76743" y="12156"/>
                </a:lnTo>
                <a:lnTo>
                  <a:pt x="62441" y="3260"/>
                </a:lnTo>
                <a:lnTo>
                  <a:pt x="44979" y="0"/>
                </a:lnTo>
                <a:lnTo>
                  <a:pt x="27463" y="3260"/>
                </a:lnTo>
                <a:lnTo>
                  <a:pt x="13167" y="12156"/>
                </a:lnTo>
                <a:lnTo>
                  <a:pt x="3532" y="25354"/>
                </a:lnTo>
                <a:lnTo>
                  <a:pt x="0" y="41526"/>
                </a:lnTo>
                <a:close/>
              </a:path>
            </a:pathLst>
          </a:custGeom>
          <a:ln w="26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221595" y="1065212"/>
            <a:ext cx="255270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b="1" i="1" spc="70" dirty="0">
                <a:latin typeface="Times New Roman"/>
                <a:cs typeface="Times New Roman"/>
              </a:rPr>
              <a:t>CP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983485" y="2537760"/>
            <a:ext cx="727075" cy="838835"/>
          </a:xfrm>
          <a:custGeom>
            <a:avLst/>
            <a:gdLst/>
            <a:ahLst/>
            <a:cxnLst/>
            <a:rect l="l" t="t" r="r" b="b"/>
            <a:pathLst>
              <a:path w="727075" h="838835">
                <a:moveTo>
                  <a:pt x="0" y="838402"/>
                </a:moveTo>
                <a:lnTo>
                  <a:pt x="726502" y="838402"/>
                </a:lnTo>
                <a:lnTo>
                  <a:pt x="726502" y="0"/>
                </a:lnTo>
                <a:lnTo>
                  <a:pt x="0" y="0"/>
                </a:lnTo>
                <a:lnTo>
                  <a:pt x="0" y="838402"/>
                </a:lnTo>
                <a:close/>
              </a:path>
            </a:pathLst>
          </a:custGeom>
          <a:ln w="267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983485" y="2873116"/>
            <a:ext cx="91440" cy="168275"/>
          </a:xfrm>
          <a:custGeom>
            <a:avLst/>
            <a:gdLst/>
            <a:ahLst/>
            <a:cxnLst/>
            <a:rect l="l" t="t" r="r" b="b"/>
            <a:pathLst>
              <a:path w="91440" h="168275">
                <a:moveTo>
                  <a:pt x="0" y="0"/>
                </a:moveTo>
                <a:lnTo>
                  <a:pt x="90856" y="83880"/>
                </a:lnTo>
                <a:lnTo>
                  <a:pt x="0" y="167760"/>
                </a:lnTo>
              </a:path>
            </a:pathLst>
          </a:custGeom>
          <a:ln w="271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001541" y="2557665"/>
            <a:ext cx="322580" cy="763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170" marR="5080" indent="-53340">
              <a:lnSpc>
                <a:spcPct val="118500"/>
              </a:lnSpc>
              <a:spcBef>
                <a:spcPts val="95"/>
              </a:spcBef>
            </a:pPr>
            <a:r>
              <a:rPr sz="1300" b="1" spc="55" dirty="0">
                <a:latin typeface="Times New Roman"/>
                <a:cs typeface="Times New Roman"/>
              </a:rPr>
              <a:t>1J  </a:t>
            </a:r>
            <a:r>
              <a:rPr sz="1300" b="1" spc="80" dirty="0">
                <a:latin typeface="Times New Roman"/>
                <a:cs typeface="Times New Roman"/>
              </a:rPr>
              <a:t>C</a:t>
            </a:r>
            <a:r>
              <a:rPr sz="1300" b="1" spc="55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b="1" spc="70" dirty="0">
                <a:latin typeface="Times New Roman"/>
                <a:cs typeface="Times New Roman"/>
              </a:rPr>
              <a:t>1K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170026" y="3364886"/>
            <a:ext cx="35369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300" b="1" spc="55" dirty="0">
                <a:latin typeface="Times New Roman"/>
                <a:cs typeface="Times New Roman"/>
              </a:rPr>
              <a:t>FF</a:t>
            </a:r>
            <a:r>
              <a:rPr sz="1275" b="1" spc="82" baseline="-13071" dirty="0">
                <a:latin typeface="Times New Roman"/>
                <a:cs typeface="Times New Roman"/>
              </a:rPr>
              <a:t>1</a:t>
            </a:r>
            <a:endParaRPr sz="1275" baseline="-13071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710077" y="270547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4">
                <a:moveTo>
                  <a:pt x="0" y="0"/>
                </a:moveTo>
                <a:lnTo>
                  <a:pt x="540266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791322" y="3208519"/>
            <a:ext cx="100965" cy="0"/>
          </a:xfrm>
          <a:custGeom>
            <a:avLst/>
            <a:gdLst/>
            <a:ahLst/>
            <a:cxnLst/>
            <a:rect l="l" t="t" r="r" b="b"/>
            <a:pathLst>
              <a:path w="100965">
                <a:moveTo>
                  <a:pt x="0" y="0"/>
                </a:moveTo>
                <a:lnTo>
                  <a:pt x="100338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701363" y="3166993"/>
            <a:ext cx="90170" cy="83185"/>
          </a:xfrm>
          <a:custGeom>
            <a:avLst/>
            <a:gdLst/>
            <a:ahLst/>
            <a:cxnLst/>
            <a:rect l="l" t="t" r="r" b="b"/>
            <a:pathLst>
              <a:path w="90170" h="83185">
                <a:moveTo>
                  <a:pt x="89959" y="41526"/>
                </a:moveTo>
                <a:lnTo>
                  <a:pt x="86426" y="25354"/>
                </a:lnTo>
                <a:lnTo>
                  <a:pt x="76791" y="12156"/>
                </a:lnTo>
                <a:lnTo>
                  <a:pt x="62495" y="3260"/>
                </a:lnTo>
                <a:lnTo>
                  <a:pt x="44979" y="0"/>
                </a:lnTo>
                <a:lnTo>
                  <a:pt x="27463" y="3260"/>
                </a:lnTo>
                <a:lnTo>
                  <a:pt x="13167" y="12156"/>
                </a:lnTo>
                <a:lnTo>
                  <a:pt x="3532" y="25354"/>
                </a:lnTo>
                <a:lnTo>
                  <a:pt x="0" y="41526"/>
                </a:lnTo>
                <a:lnTo>
                  <a:pt x="3532" y="57697"/>
                </a:lnTo>
                <a:lnTo>
                  <a:pt x="13167" y="70896"/>
                </a:lnTo>
                <a:lnTo>
                  <a:pt x="27463" y="79791"/>
                </a:lnTo>
                <a:lnTo>
                  <a:pt x="44979" y="83052"/>
                </a:lnTo>
                <a:lnTo>
                  <a:pt x="62495" y="79791"/>
                </a:lnTo>
                <a:lnTo>
                  <a:pt x="76791" y="70896"/>
                </a:lnTo>
                <a:lnTo>
                  <a:pt x="86426" y="57697"/>
                </a:lnTo>
                <a:lnTo>
                  <a:pt x="89959" y="41526"/>
                </a:lnTo>
                <a:close/>
              </a:path>
            </a:pathLst>
          </a:custGeom>
          <a:ln w="26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538175" y="2705473"/>
            <a:ext cx="445770" cy="0"/>
          </a:xfrm>
          <a:custGeom>
            <a:avLst/>
            <a:gdLst/>
            <a:ahLst/>
            <a:cxnLst/>
            <a:rect l="l" t="t" r="r" b="b"/>
            <a:pathLst>
              <a:path w="445770">
                <a:moveTo>
                  <a:pt x="445309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538175" y="3208519"/>
            <a:ext cx="445770" cy="0"/>
          </a:xfrm>
          <a:custGeom>
            <a:avLst/>
            <a:gdLst/>
            <a:ahLst/>
            <a:cxnLst/>
            <a:rect l="l" t="t" r="r" b="b"/>
            <a:pathLst>
              <a:path w="445770">
                <a:moveTo>
                  <a:pt x="445309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241333" y="2560035"/>
            <a:ext cx="264160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300" b="1" i="1" spc="55" dirty="0">
                <a:latin typeface="Times New Roman"/>
                <a:cs typeface="Times New Roman"/>
              </a:rPr>
              <a:t>Q</a:t>
            </a:r>
            <a:r>
              <a:rPr sz="1275" b="1" spc="82" baseline="-13071" dirty="0">
                <a:latin typeface="Times New Roman"/>
                <a:cs typeface="Times New Roman"/>
              </a:rPr>
              <a:t>1</a:t>
            </a:r>
            <a:endParaRPr sz="1275" baseline="-13071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715658" y="2956996"/>
            <a:ext cx="168910" cy="0"/>
          </a:xfrm>
          <a:custGeom>
            <a:avLst/>
            <a:gdLst/>
            <a:ahLst/>
            <a:cxnLst/>
            <a:rect l="l" t="t" r="r" b="b"/>
            <a:pathLst>
              <a:path w="168909">
                <a:moveTo>
                  <a:pt x="168384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884043" y="2915470"/>
            <a:ext cx="90170" cy="83185"/>
          </a:xfrm>
          <a:custGeom>
            <a:avLst/>
            <a:gdLst/>
            <a:ahLst/>
            <a:cxnLst/>
            <a:rect l="l" t="t" r="r" b="b"/>
            <a:pathLst>
              <a:path w="90170" h="83185">
                <a:moveTo>
                  <a:pt x="0" y="41526"/>
                </a:moveTo>
                <a:lnTo>
                  <a:pt x="3532" y="57697"/>
                </a:lnTo>
                <a:lnTo>
                  <a:pt x="13167" y="70896"/>
                </a:lnTo>
                <a:lnTo>
                  <a:pt x="27463" y="79791"/>
                </a:lnTo>
                <a:lnTo>
                  <a:pt x="44979" y="83052"/>
                </a:lnTo>
                <a:lnTo>
                  <a:pt x="62495" y="79791"/>
                </a:lnTo>
                <a:lnTo>
                  <a:pt x="76791" y="70896"/>
                </a:lnTo>
                <a:lnTo>
                  <a:pt x="86426" y="57697"/>
                </a:lnTo>
                <a:lnTo>
                  <a:pt x="89959" y="41526"/>
                </a:lnTo>
                <a:lnTo>
                  <a:pt x="86426" y="25354"/>
                </a:lnTo>
                <a:lnTo>
                  <a:pt x="76791" y="12156"/>
                </a:lnTo>
                <a:lnTo>
                  <a:pt x="62495" y="3260"/>
                </a:lnTo>
                <a:lnTo>
                  <a:pt x="44979" y="0"/>
                </a:lnTo>
                <a:lnTo>
                  <a:pt x="27463" y="3260"/>
                </a:lnTo>
                <a:lnTo>
                  <a:pt x="13167" y="12156"/>
                </a:lnTo>
                <a:lnTo>
                  <a:pt x="3532" y="25354"/>
                </a:lnTo>
                <a:lnTo>
                  <a:pt x="0" y="41526"/>
                </a:lnTo>
                <a:close/>
              </a:path>
            </a:pathLst>
          </a:custGeom>
          <a:ln w="26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983485" y="3694813"/>
            <a:ext cx="727075" cy="838835"/>
          </a:xfrm>
          <a:custGeom>
            <a:avLst/>
            <a:gdLst/>
            <a:ahLst/>
            <a:cxnLst/>
            <a:rect l="l" t="t" r="r" b="b"/>
            <a:pathLst>
              <a:path w="727075" h="838835">
                <a:moveTo>
                  <a:pt x="0" y="838402"/>
                </a:moveTo>
                <a:lnTo>
                  <a:pt x="726502" y="838402"/>
                </a:lnTo>
                <a:lnTo>
                  <a:pt x="726502" y="0"/>
                </a:lnTo>
                <a:lnTo>
                  <a:pt x="0" y="0"/>
                </a:lnTo>
                <a:lnTo>
                  <a:pt x="0" y="838402"/>
                </a:lnTo>
                <a:close/>
              </a:path>
            </a:pathLst>
          </a:custGeom>
          <a:ln w="267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983485" y="4030169"/>
            <a:ext cx="91440" cy="167640"/>
          </a:xfrm>
          <a:custGeom>
            <a:avLst/>
            <a:gdLst/>
            <a:ahLst/>
            <a:cxnLst/>
            <a:rect l="l" t="t" r="r" b="b"/>
            <a:pathLst>
              <a:path w="91440" h="167639">
                <a:moveTo>
                  <a:pt x="0" y="0"/>
                </a:moveTo>
                <a:lnTo>
                  <a:pt x="90856" y="83880"/>
                </a:lnTo>
                <a:lnTo>
                  <a:pt x="0" y="167642"/>
                </a:lnTo>
              </a:path>
            </a:pathLst>
          </a:custGeom>
          <a:ln w="271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8001541" y="3714482"/>
            <a:ext cx="322580" cy="76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170" marR="5080" indent="-53340">
              <a:lnSpc>
                <a:spcPct val="118500"/>
              </a:lnSpc>
              <a:spcBef>
                <a:spcPts val="100"/>
              </a:spcBef>
            </a:pPr>
            <a:r>
              <a:rPr sz="1300" b="1" spc="55" dirty="0">
                <a:latin typeface="Times New Roman"/>
                <a:cs typeface="Times New Roman"/>
              </a:rPr>
              <a:t>1J  </a:t>
            </a:r>
            <a:r>
              <a:rPr sz="1300" b="1" spc="80" dirty="0">
                <a:latin typeface="Times New Roman"/>
                <a:cs typeface="Times New Roman"/>
              </a:rPr>
              <a:t>C</a:t>
            </a:r>
            <a:r>
              <a:rPr sz="1300" b="1" spc="55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300" b="1" spc="70" dirty="0">
                <a:latin typeface="Times New Roman"/>
                <a:cs typeface="Times New Roman"/>
              </a:rPr>
              <a:t>1K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170026" y="4505140"/>
            <a:ext cx="35369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300" b="1" spc="55" dirty="0">
                <a:latin typeface="Times New Roman"/>
                <a:cs typeface="Times New Roman"/>
              </a:rPr>
              <a:t>FF</a:t>
            </a:r>
            <a:r>
              <a:rPr sz="1275" b="1" spc="82" baseline="-13071" dirty="0">
                <a:latin typeface="Times New Roman"/>
                <a:cs typeface="Times New Roman"/>
              </a:rPr>
              <a:t>2</a:t>
            </a:r>
            <a:endParaRPr sz="1275" baseline="-13071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710077" y="3862527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4">
                <a:moveTo>
                  <a:pt x="0" y="0"/>
                </a:moveTo>
                <a:lnTo>
                  <a:pt x="540266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791322" y="4365573"/>
            <a:ext cx="100965" cy="0"/>
          </a:xfrm>
          <a:custGeom>
            <a:avLst/>
            <a:gdLst/>
            <a:ahLst/>
            <a:cxnLst/>
            <a:rect l="l" t="t" r="r" b="b"/>
            <a:pathLst>
              <a:path w="100965">
                <a:moveTo>
                  <a:pt x="0" y="0"/>
                </a:moveTo>
                <a:lnTo>
                  <a:pt x="100338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701363" y="4324047"/>
            <a:ext cx="90170" cy="83185"/>
          </a:xfrm>
          <a:custGeom>
            <a:avLst/>
            <a:gdLst/>
            <a:ahLst/>
            <a:cxnLst/>
            <a:rect l="l" t="t" r="r" b="b"/>
            <a:pathLst>
              <a:path w="90170" h="83185">
                <a:moveTo>
                  <a:pt x="89959" y="41526"/>
                </a:moveTo>
                <a:lnTo>
                  <a:pt x="86426" y="25354"/>
                </a:lnTo>
                <a:lnTo>
                  <a:pt x="76791" y="12156"/>
                </a:lnTo>
                <a:lnTo>
                  <a:pt x="62495" y="3260"/>
                </a:lnTo>
                <a:lnTo>
                  <a:pt x="44979" y="0"/>
                </a:lnTo>
                <a:lnTo>
                  <a:pt x="27463" y="3260"/>
                </a:lnTo>
                <a:lnTo>
                  <a:pt x="13167" y="12156"/>
                </a:lnTo>
                <a:lnTo>
                  <a:pt x="3532" y="25354"/>
                </a:lnTo>
                <a:lnTo>
                  <a:pt x="0" y="41526"/>
                </a:lnTo>
                <a:lnTo>
                  <a:pt x="3532" y="57647"/>
                </a:lnTo>
                <a:lnTo>
                  <a:pt x="13167" y="70851"/>
                </a:lnTo>
                <a:lnTo>
                  <a:pt x="27463" y="79774"/>
                </a:lnTo>
                <a:lnTo>
                  <a:pt x="44979" y="83052"/>
                </a:lnTo>
                <a:lnTo>
                  <a:pt x="62495" y="79774"/>
                </a:lnTo>
                <a:lnTo>
                  <a:pt x="76791" y="70851"/>
                </a:lnTo>
                <a:lnTo>
                  <a:pt x="86426" y="57647"/>
                </a:lnTo>
                <a:lnTo>
                  <a:pt x="89959" y="41526"/>
                </a:lnTo>
                <a:close/>
              </a:path>
            </a:pathLst>
          </a:custGeom>
          <a:ln w="26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538175" y="3862527"/>
            <a:ext cx="445770" cy="6350"/>
          </a:xfrm>
          <a:custGeom>
            <a:avLst/>
            <a:gdLst/>
            <a:ahLst/>
            <a:cxnLst/>
            <a:rect l="l" t="t" r="r" b="b"/>
            <a:pathLst>
              <a:path w="445770" h="6350">
                <a:moveTo>
                  <a:pt x="445309" y="0"/>
                </a:moveTo>
                <a:lnTo>
                  <a:pt x="0" y="5915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538175" y="4365573"/>
            <a:ext cx="445770" cy="0"/>
          </a:xfrm>
          <a:custGeom>
            <a:avLst/>
            <a:gdLst/>
            <a:ahLst/>
            <a:cxnLst/>
            <a:rect l="l" t="t" r="r" b="b"/>
            <a:pathLst>
              <a:path w="445770">
                <a:moveTo>
                  <a:pt x="445309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9241333" y="3717089"/>
            <a:ext cx="264160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300" b="1" i="1" spc="55" dirty="0">
                <a:latin typeface="Times New Roman"/>
                <a:cs typeface="Times New Roman"/>
              </a:rPr>
              <a:t>Q</a:t>
            </a:r>
            <a:r>
              <a:rPr sz="1275" b="1" spc="82" baseline="-13071" dirty="0">
                <a:latin typeface="Times New Roman"/>
                <a:cs typeface="Times New Roman"/>
              </a:rPr>
              <a:t>2</a:t>
            </a:r>
            <a:endParaRPr sz="1275" baseline="-13071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711173" y="4122568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4">
                <a:moveTo>
                  <a:pt x="172869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884043" y="4081042"/>
            <a:ext cx="90170" cy="83185"/>
          </a:xfrm>
          <a:custGeom>
            <a:avLst/>
            <a:gdLst/>
            <a:ahLst/>
            <a:cxnLst/>
            <a:rect l="l" t="t" r="r" b="b"/>
            <a:pathLst>
              <a:path w="90170" h="83185">
                <a:moveTo>
                  <a:pt x="0" y="41526"/>
                </a:moveTo>
                <a:lnTo>
                  <a:pt x="3532" y="57647"/>
                </a:lnTo>
                <a:lnTo>
                  <a:pt x="13167" y="70851"/>
                </a:lnTo>
                <a:lnTo>
                  <a:pt x="27463" y="79774"/>
                </a:lnTo>
                <a:lnTo>
                  <a:pt x="44979" y="83052"/>
                </a:lnTo>
                <a:lnTo>
                  <a:pt x="62495" y="79774"/>
                </a:lnTo>
                <a:lnTo>
                  <a:pt x="76791" y="70851"/>
                </a:lnTo>
                <a:lnTo>
                  <a:pt x="86426" y="57647"/>
                </a:lnTo>
                <a:lnTo>
                  <a:pt x="89959" y="41526"/>
                </a:lnTo>
                <a:lnTo>
                  <a:pt x="86426" y="25354"/>
                </a:lnTo>
                <a:lnTo>
                  <a:pt x="76791" y="12156"/>
                </a:lnTo>
                <a:lnTo>
                  <a:pt x="62495" y="3260"/>
                </a:lnTo>
                <a:lnTo>
                  <a:pt x="44979" y="0"/>
                </a:lnTo>
                <a:lnTo>
                  <a:pt x="27463" y="3260"/>
                </a:lnTo>
                <a:lnTo>
                  <a:pt x="13167" y="12156"/>
                </a:lnTo>
                <a:lnTo>
                  <a:pt x="3532" y="25354"/>
                </a:lnTo>
                <a:lnTo>
                  <a:pt x="0" y="41526"/>
                </a:lnTo>
                <a:close/>
              </a:path>
            </a:pathLst>
          </a:custGeom>
          <a:ln w="26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974002" y="4885336"/>
            <a:ext cx="727075" cy="838835"/>
          </a:xfrm>
          <a:custGeom>
            <a:avLst/>
            <a:gdLst/>
            <a:ahLst/>
            <a:cxnLst/>
            <a:rect l="l" t="t" r="r" b="b"/>
            <a:pathLst>
              <a:path w="727075" h="838835">
                <a:moveTo>
                  <a:pt x="0" y="838402"/>
                </a:moveTo>
                <a:lnTo>
                  <a:pt x="726502" y="838402"/>
                </a:lnTo>
                <a:lnTo>
                  <a:pt x="726502" y="0"/>
                </a:lnTo>
                <a:lnTo>
                  <a:pt x="0" y="0"/>
                </a:lnTo>
                <a:lnTo>
                  <a:pt x="0" y="838402"/>
                </a:lnTo>
                <a:close/>
              </a:path>
            </a:pathLst>
          </a:custGeom>
          <a:ln w="267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974002" y="5220704"/>
            <a:ext cx="91440" cy="167640"/>
          </a:xfrm>
          <a:custGeom>
            <a:avLst/>
            <a:gdLst/>
            <a:ahLst/>
            <a:cxnLst/>
            <a:rect l="l" t="t" r="r" b="b"/>
            <a:pathLst>
              <a:path w="91440" h="167639">
                <a:moveTo>
                  <a:pt x="0" y="0"/>
                </a:moveTo>
                <a:lnTo>
                  <a:pt x="90856" y="83880"/>
                </a:lnTo>
                <a:lnTo>
                  <a:pt x="0" y="167642"/>
                </a:lnTo>
              </a:path>
            </a:pathLst>
          </a:custGeom>
          <a:ln w="271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7992057" y="4905016"/>
            <a:ext cx="322580" cy="76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170" marR="5080" indent="-53340">
              <a:lnSpc>
                <a:spcPct val="118500"/>
              </a:lnSpc>
              <a:spcBef>
                <a:spcPts val="100"/>
              </a:spcBef>
            </a:pPr>
            <a:r>
              <a:rPr sz="1300" b="1" spc="55" dirty="0">
                <a:latin typeface="Times New Roman"/>
                <a:cs typeface="Times New Roman"/>
              </a:rPr>
              <a:t>1J  </a:t>
            </a:r>
            <a:r>
              <a:rPr sz="1300" b="1" spc="80" dirty="0">
                <a:latin typeface="Times New Roman"/>
                <a:cs typeface="Times New Roman"/>
              </a:rPr>
              <a:t>C</a:t>
            </a:r>
            <a:r>
              <a:rPr sz="1300" b="1" spc="55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300" b="1" spc="70" dirty="0">
                <a:latin typeface="Times New Roman"/>
                <a:cs typeface="Times New Roman"/>
              </a:rPr>
              <a:t>1K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160415" y="5712474"/>
            <a:ext cx="354330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300" b="1" spc="55" dirty="0">
                <a:latin typeface="Times New Roman"/>
                <a:cs typeface="Times New Roman"/>
              </a:rPr>
              <a:t>FF</a:t>
            </a:r>
            <a:r>
              <a:rPr sz="1275" b="1" spc="82" baseline="-13071" dirty="0">
                <a:latin typeface="Times New Roman"/>
                <a:cs typeface="Times New Roman"/>
              </a:rPr>
              <a:t>3</a:t>
            </a:r>
            <a:endParaRPr sz="1275" baseline="-13071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8700594" y="505306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62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781839" y="5556049"/>
            <a:ext cx="100965" cy="0"/>
          </a:xfrm>
          <a:custGeom>
            <a:avLst/>
            <a:gdLst/>
            <a:ahLst/>
            <a:cxnLst/>
            <a:rect l="l" t="t" r="r" b="b"/>
            <a:pathLst>
              <a:path w="100965">
                <a:moveTo>
                  <a:pt x="0" y="0"/>
                </a:moveTo>
                <a:lnTo>
                  <a:pt x="100338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691881" y="5514523"/>
            <a:ext cx="90170" cy="83185"/>
          </a:xfrm>
          <a:custGeom>
            <a:avLst/>
            <a:gdLst/>
            <a:ahLst/>
            <a:cxnLst/>
            <a:rect l="l" t="t" r="r" b="b"/>
            <a:pathLst>
              <a:path w="90170" h="83185">
                <a:moveTo>
                  <a:pt x="89959" y="41526"/>
                </a:moveTo>
                <a:lnTo>
                  <a:pt x="86426" y="25364"/>
                </a:lnTo>
                <a:lnTo>
                  <a:pt x="76791" y="12165"/>
                </a:lnTo>
                <a:lnTo>
                  <a:pt x="62495" y="3264"/>
                </a:lnTo>
                <a:lnTo>
                  <a:pt x="44979" y="0"/>
                </a:lnTo>
                <a:lnTo>
                  <a:pt x="27463" y="3264"/>
                </a:lnTo>
                <a:lnTo>
                  <a:pt x="13167" y="12165"/>
                </a:lnTo>
                <a:lnTo>
                  <a:pt x="3532" y="25364"/>
                </a:lnTo>
                <a:lnTo>
                  <a:pt x="0" y="41526"/>
                </a:lnTo>
                <a:lnTo>
                  <a:pt x="3532" y="57692"/>
                </a:lnTo>
                <a:lnTo>
                  <a:pt x="13167" y="70891"/>
                </a:lnTo>
                <a:lnTo>
                  <a:pt x="27463" y="79789"/>
                </a:lnTo>
                <a:lnTo>
                  <a:pt x="44979" y="83052"/>
                </a:lnTo>
                <a:lnTo>
                  <a:pt x="62495" y="79789"/>
                </a:lnTo>
                <a:lnTo>
                  <a:pt x="76791" y="70891"/>
                </a:lnTo>
                <a:lnTo>
                  <a:pt x="86426" y="57692"/>
                </a:lnTo>
                <a:lnTo>
                  <a:pt x="89959" y="41526"/>
                </a:lnTo>
                <a:close/>
              </a:path>
            </a:pathLst>
          </a:custGeom>
          <a:ln w="26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533562" y="5053062"/>
            <a:ext cx="440690" cy="0"/>
          </a:xfrm>
          <a:custGeom>
            <a:avLst/>
            <a:gdLst/>
            <a:ahLst/>
            <a:cxnLst/>
            <a:rect l="l" t="t" r="r" b="b"/>
            <a:pathLst>
              <a:path w="440690">
                <a:moveTo>
                  <a:pt x="440440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547274" y="5556049"/>
            <a:ext cx="427355" cy="0"/>
          </a:xfrm>
          <a:custGeom>
            <a:avLst/>
            <a:gdLst/>
            <a:ahLst/>
            <a:cxnLst/>
            <a:rect l="l" t="t" r="r" b="b"/>
            <a:pathLst>
              <a:path w="427354">
                <a:moveTo>
                  <a:pt x="426728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9231850" y="4907624"/>
            <a:ext cx="264160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300" b="1" i="1" spc="55" dirty="0">
                <a:latin typeface="Times New Roman"/>
                <a:cs typeface="Times New Roman"/>
              </a:rPr>
              <a:t>Q</a:t>
            </a:r>
            <a:r>
              <a:rPr sz="1275" b="1" spc="82" baseline="-13071" dirty="0">
                <a:latin typeface="Times New Roman"/>
                <a:cs typeface="Times New Roman"/>
              </a:rPr>
              <a:t>3</a:t>
            </a:r>
            <a:endParaRPr sz="1275" baseline="-13071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7711173" y="5304585"/>
            <a:ext cx="163830" cy="0"/>
          </a:xfrm>
          <a:custGeom>
            <a:avLst/>
            <a:gdLst/>
            <a:ahLst/>
            <a:cxnLst/>
            <a:rect l="l" t="t" r="r" b="b"/>
            <a:pathLst>
              <a:path w="163829">
                <a:moveTo>
                  <a:pt x="163387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874561" y="5263059"/>
            <a:ext cx="90170" cy="83185"/>
          </a:xfrm>
          <a:custGeom>
            <a:avLst/>
            <a:gdLst/>
            <a:ahLst/>
            <a:cxnLst/>
            <a:rect l="l" t="t" r="r" b="b"/>
            <a:pathLst>
              <a:path w="90170" h="83185">
                <a:moveTo>
                  <a:pt x="0" y="41526"/>
                </a:moveTo>
                <a:lnTo>
                  <a:pt x="3532" y="57647"/>
                </a:lnTo>
                <a:lnTo>
                  <a:pt x="13167" y="70851"/>
                </a:lnTo>
                <a:lnTo>
                  <a:pt x="27463" y="79774"/>
                </a:lnTo>
                <a:lnTo>
                  <a:pt x="44979" y="83052"/>
                </a:lnTo>
                <a:lnTo>
                  <a:pt x="62495" y="79774"/>
                </a:lnTo>
                <a:lnTo>
                  <a:pt x="76791" y="70851"/>
                </a:lnTo>
                <a:lnTo>
                  <a:pt x="86426" y="57647"/>
                </a:lnTo>
                <a:lnTo>
                  <a:pt x="89959" y="41526"/>
                </a:lnTo>
                <a:lnTo>
                  <a:pt x="86426" y="25354"/>
                </a:lnTo>
                <a:lnTo>
                  <a:pt x="76791" y="12156"/>
                </a:lnTo>
                <a:lnTo>
                  <a:pt x="62495" y="3260"/>
                </a:lnTo>
                <a:lnTo>
                  <a:pt x="44979" y="0"/>
                </a:lnTo>
                <a:lnTo>
                  <a:pt x="27463" y="3260"/>
                </a:lnTo>
                <a:lnTo>
                  <a:pt x="13167" y="12156"/>
                </a:lnTo>
                <a:lnTo>
                  <a:pt x="3532" y="25354"/>
                </a:lnTo>
                <a:lnTo>
                  <a:pt x="0" y="41526"/>
                </a:lnTo>
                <a:close/>
              </a:path>
            </a:pathLst>
          </a:custGeom>
          <a:ln w="26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538175" y="1523338"/>
            <a:ext cx="0" cy="503555"/>
          </a:xfrm>
          <a:custGeom>
            <a:avLst/>
            <a:gdLst/>
            <a:ahLst/>
            <a:cxnLst/>
            <a:rect l="l" t="t" r="r" b="b"/>
            <a:pathLst>
              <a:path h="503555">
                <a:moveTo>
                  <a:pt x="0" y="0"/>
                </a:moveTo>
                <a:lnTo>
                  <a:pt x="0" y="503046"/>
                </a:lnTo>
              </a:path>
            </a:pathLst>
          </a:custGeom>
          <a:ln w="2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538175" y="2705473"/>
            <a:ext cx="0" cy="503555"/>
          </a:xfrm>
          <a:custGeom>
            <a:avLst/>
            <a:gdLst/>
            <a:ahLst/>
            <a:cxnLst/>
            <a:rect l="l" t="t" r="r" b="b"/>
            <a:pathLst>
              <a:path h="503555">
                <a:moveTo>
                  <a:pt x="0" y="0"/>
                </a:moveTo>
                <a:lnTo>
                  <a:pt x="0" y="503046"/>
                </a:lnTo>
              </a:path>
            </a:pathLst>
          </a:custGeom>
          <a:ln w="2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538175" y="3862527"/>
            <a:ext cx="0" cy="503555"/>
          </a:xfrm>
          <a:custGeom>
            <a:avLst/>
            <a:gdLst/>
            <a:ahLst/>
            <a:cxnLst/>
            <a:rect l="l" t="t" r="r" b="b"/>
            <a:pathLst>
              <a:path h="503554">
                <a:moveTo>
                  <a:pt x="0" y="0"/>
                </a:moveTo>
                <a:lnTo>
                  <a:pt x="0" y="503046"/>
                </a:lnTo>
              </a:path>
            </a:pathLst>
          </a:custGeom>
          <a:ln w="2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538175" y="5053062"/>
            <a:ext cx="0" cy="503555"/>
          </a:xfrm>
          <a:custGeom>
            <a:avLst/>
            <a:gdLst/>
            <a:ahLst/>
            <a:cxnLst/>
            <a:rect l="l" t="t" r="r" b="b"/>
            <a:pathLst>
              <a:path h="503554">
                <a:moveTo>
                  <a:pt x="0" y="0"/>
                </a:moveTo>
                <a:lnTo>
                  <a:pt x="0" y="502987"/>
                </a:lnTo>
              </a:path>
            </a:pathLst>
          </a:custGeom>
          <a:ln w="2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711173" y="1199174"/>
            <a:ext cx="0" cy="4105910"/>
          </a:xfrm>
          <a:custGeom>
            <a:avLst/>
            <a:gdLst/>
            <a:ahLst/>
            <a:cxnLst/>
            <a:rect l="l" t="t" r="r" b="b"/>
            <a:pathLst>
              <a:path h="4105910">
                <a:moveTo>
                  <a:pt x="0" y="4105411"/>
                </a:moveTo>
                <a:lnTo>
                  <a:pt x="0" y="0"/>
                </a:lnTo>
              </a:path>
            </a:pathLst>
          </a:custGeom>
          <a:ln w="2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356463" y="1774861"/>
            <a:ext cx="182245" cy="0"/>
          </a:xfrm>
          <a:custGeom>
            <a:avLst/>
            <a:gdLst/>
            <a:ahLst/>
            <a:cxnLst/>
            <a:rect l="l" t="t" r="r" b="b"/>
            <a:pathLst>
              <a:path w="182245">
                <a:moveTo>
                  <a:pt x="181712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722310" y="2862350"/>
            <a:ext cx="1094740" cy="0"/>
          </a:xfrm>
          <a:custGeom>
            <a:avLst/>
            <a:gdLst/>
            <a:ahLst/>
            <a:cxnLst/>
            <a:rect l="l" t="t" r="r" b="b"/>
            <a:pathLst>
              <a:path w="1094740">
                <a:moveTo>
                  <a:pt x="1094270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6902398" y="1646223"/>
            <a:ext cx="43624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300" b="1" i="1" spc="50" dirty="0">
                <a:latin typeface="Times New Roman"/>
                <a:cs typeface="Times New Roman"/>
              </a:rPr>
              <a:t>T</a:t>
            </a:r>
            <a:r>
              <a:rPr sz="1275" b="1" spc="75" baseline="-13071" dirty="0">
                <a:latin typeface="Times New Roman"/>
                <a:cs typeface="Times New Roman"/>
              </a:rPr>
              <a:t>0</a:t>
            </a:r>
            <a:r>
              <a:rPr sz="1300" b="1" spc="50" dirty="0">
                <a:latin typeface="Times New Roman"/>
                <a:cs typeface="Times New Roman"/>
              </a:rPr>
              <a:t>=1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307086" y="2582869"/>
            <a:ext cx="24447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300" b="1" i="1" spc="45" dirty="0">
                <a:latin typeface="Times New Roman"/>
                <a:cs typeface="Times New Roman"/>
              </a:rPr>
              <a:t>T</a:t>
            </a:r>
            <a:r>
              <a:rPr sz="1275" b="1" spc="67" baseline="-13071" dirty="0">
                <a:latin typeface="Times New Roman"/>
                <a:cs typeface="Times New Roman"/>
              </a:rPr>
              <a:t>1</a:t>
            </a:r>
            <a:endParaRPr sz="1275" baseline="-13071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297987" y="3756604"/>
            <a:ext cx="24447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300" b="1" i="1" spc="50" dirty="0">
                <a:latin typeface="Times New Roman"/>
                <a:cs typeface="Times New Roman"/>
              </a:rPr>
              <a:t>T</a:t>
            </a:r>
            <a:r>
              <a:rPr sz="1275" b="1" spc="75" baseline="-13071" dirty="0">
                <a:latin typeface="Times New Roman"/>
                <a:cs typeface="Times New Roman"/>
              </a:rPr>
              <a:t>2</a:t>
            </a:r>
            <a:endParaRPr sz="1275" baseline="-13071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288889" y="4930339"/>
            <a:ext cx="24447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300" b="1" i="1" spc="50" dirty="0">
                <a:latin typeface="Times New Roman"/>
                <a:cs typeface="Times New Roman"/>
              </a:rPr>
              <a:t>T</a:t>
            </a:r>
            <a:r>
              <a:rPr sz="1275" b="1" spc="75" baseline="-13071" dirty="0">
                <a:latin typeface="Times New Roman"/>
                <a:cs typeface="Times New Roman"/>
              </a:rPr>
              <a:t>3</a:t>
            </a:r>
            <a:endParaRPr sz="1275" baseline="-13071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6811583" y="4038569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>
                <a:moveTo>
                  <a:pt x="0" y="0"/>
                </a:moveTo>
                <a:lnTo>
                  <a:pt x="363296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811583" y="4206212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>
                <a:moveTo>
                  <a:pt x="0" y="0"/>
                </a:moveTo>
                <a:lnTo>
                  <a:pt x="363296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174879" y="4122332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>
                <a:moveTo>
                  <a:pt x="363296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938705" y="3954689"/>
            <a:ext cx="472440" cy="335915"/>
          </a:xfrm>
          <a:custGeom>
            <a:avLst/>
            <a:gdLst/>
            <a:ahLst/>
            <a:cxnLst/>
            <a:rect l="l" t="t" r="r" b="b"/>
            <a:pathLst>
              <a:path w="472440" h="335914">
                <a:moveTo>
                  <a:pt x="141730" y="0"/>
                </a:moveTo>
                <a:lnTo>
                  <a:pt x="0" y="0"/>
                </a:lnTo>
                <a:lnTo>
                  <a:pt x="28802" y="40552"/>
                </a:lnTo>
                <a:lnTo>
                  <a:pt x="49376" y="82270"/>
                </a:lnTo>
                <a:lnTo>
                  <a:pt x="61720" y="124767"/>
                </a:lnTo>
                <a:lnTo>
                  <a:pt x="65835" y="167657"/>
                </a:lnTo>
                <a:lnTo>
                  <a:pt x="61720" y="210552"/>
                </a:lnTo>
                <a:lnTo>
                  <a:pt x="49376" y="253066"/>
                </a:lnTo>
                <a:lnTo>
                  <a:pt x="28802" y="294812"/>
                </a:lnTo>
                <a:lnTo>
                  <a:pt x="0" y="335403"/>
                </a:lnTo>
                <a:lnTo>
                  <a:pt x="141730" y="335403"/>
                </a:lnTo>
                <a:lnTo>
                  <a:pt x="197033" y="325031"/>
                </a:lnTo>
                <a:lnTo>
                  <a:pt x="249235" y="311189"/>
                </a:lnTo>
                <a:lnTo>
                  <a:pt x="297890" y="294099"/>
                </a:lnTo>
                <a:lnTo>
                  <a:pt x="342552" y="273986"/>
                </a:lnTo>
                <a:lnTo>
                  <a:pt x="382775" y="251073"/>
                </a:lnTo>
                <a:lnTo>
                  <a:pt x="418112" y="225582"/>
                </a:lnTo>
                <a:lnTo>
                  <a:pt x="448119" y="197737"/>
                </a:lnTo>
                <a:lnTo>
                  <a:pt x="472348" y="167760"/>
                </a:lnTo>
                <a:lnTo>
                  <a:pt x="448440" y="137619"/>
                </a:lnTo>
                <a:lnTo>
                  <a:pt x="418635" y="109638"/>
                </a:lnTo>
                <a:lnTo>
                  <a:pt x="383394" y="84047"/>
                </a:lnTo>
                <a:lnTo>
                  <a:pt x="343176" y="61076"/>
                </a:lnTo>
                <a:lnTo>
                  <a:pt x="298442" y="40956"/>
                </a:lnTo>
                <a:lnTo>
                  <a:pt x="249649" y="23916"/>
                </a:lnTo>
                <a:lnTo>
                  <a:pt x="197259" y="10187"/>
                </a:lnTo>
                <a:lnTo>
                  <a:pt x="1417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938705" y="3954689"/>
            <a:ext cx="472440" cy="335915"/>
          </a:xfrm>
          <a:custGeom>
            <a:avLst/>
            <a:gdLst/>
            <a:ahLst/>
            <a:cxnLst/>
            <a:rect l="l" t="t" r="r" b="b"/>
            <a:pathLst>
              <a:path w="472440" h="335914">
                <a:moveTo>
                  <a:pt x="472348" y="167760"/>
                </a:moveTo>
                <a:lnTo>
                  <a:pt x="448119" y="197737"/>
                </a:lnTo>
                <a:lnTo>
                  <a:pt x="418112" y="225582"/>
                </a:lnTo>
                <a:lnTo>
                  <a:pt x="382775" y="251073"/>
                </a:lnTo>
                <a:lnTo>
                  <a:pt x="342552" y="273986"/>
                </a:lnTo>
                <a:lnTo>
                  <a:pt x="297890" y="294099"/>
                </a:lnTo>
                <a:lnTo>
                  <a:pt x="249235" y="311189"/>
                </a:lnTo>
                <a:lnTo>
                  <a:pt x="197033" y="325031"/>
                </a:lnTo>
                <a:lnTo>
                  <a:pt x="141730" y="335403"/>
                </a:lnTo>
                <a:lnTo>
                  <a:pt x="0" y="335403"/>
                </a:lnTo>
                <a:lnTo>
                  <a:pt x="28802" y="294812"/>
                </a:lnTo>
                <a:lnTo>
                  <a:pt x="49376" y="253066"/>
                </a:lnTo>
                <a:lnTo>
                  <a:pt x="61720" y="210552"/>
                </a:lnTo>
                <a:lnTo>
                  <a:pt x="65835" y="167657"/>
                </a:lnTo>
                <a:lnTo>
                  <a:pt x="61720" y="124767"/>
                </a:lnTo>
                <a:lnTo>
                  <a:pt x="49376" y="82270"/>
                </a:lnTo>
                <a:lnTo>
                  <a:pt x="28802" y="40552"/>
                </a:lnTo>
                <a:lnTo>
                  <a:pt x="0" y="0"/>
                </a:lnTo>
                <a:lnTo>
                  <a:pt x="141730" y="0"/>
                </a:lnTo>
                <a:lnTo>
                  <a:pt x="197259" y="10187"/>
                </a:lnTo>
                <a:lnTo>
                  <a:pt x="249649" y="23916"/>
                </a:lnTo>
                <a:lnTo>
                  <a:pt x="298442" y="40956"/>
                </a:lnTo>
                <a:lnTo>
                  <a:pt x="343176" y="61076"/>
                </a:lnTo>
                <a:lnTo>
                  <a:pt x="383394" y="84047"/>
                </a:lnTo>
                <a:lnTo>
                  <a:pt x="418635" y="109638"/>
                </a:lnTo>
                <a:lnTo>
                  <a:pt x="448440" y="137619"/>
                </a:lnTo>
                <a:lnTo>
                  <a:pt x="472348" y="167760"/>
                </a:lnTo>
                <a:close/>
              </a:path>
            </a:pathLst>
          </a:custGeom>
          <a:ln w="262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938705" y="3954689"/>
            <a:ext cx="472440" cy="335915"/>
          </a:xfrm>
          <a:custGeom>
            <a:avLst/>
            <a:gdLst/>
            <a:ahLst/>
            <a:cxnLst/>
            <a:rect l="l" t="t" r="r" b="b"/>
            <a:pathLst>
              <a:path w="472440" h="335914">
                <a:moveTo>
                  <a:pt x="290636" y="0"/>
                </a:moveTo>
                <a:lnTo>
                  <a:pt x="0" y="0"/>
                </a:lnTo>
                <a:lnTo>
                  <a:pt x="0" y="335403"/>
                </a:lnTo>
                <a:lnTo>
                  <a:pt x="290636" y="335403"/>
                </a:lnTo>
                <a:lnTo>
                  <a:pt x="338936" y="329409"/>
                </a:lnTo>
                <a:lnTo>
                  <a:pt x="382342" y="312495"/>
                </a:lnTo>
                <a:lnTo>
                  <a:pt x="419119" y="286261"/>
                </a:lnTo>
                <a:lnTo>
                  <a:pt x="447535" y="252307"/>
                </a:lnTo>
                <a:lnTo>
                  <a:pt x="465856" y="212234"/>
                </a:lnTo>
                <a:lnTo>
                  <a:pt x="472348" y="167642"/>
                </a:lnTo>
                <a:lnTo>
                  <a:pt x="465856" y="123100"/>
                </a:lnTo>
                <a:lnTo>
                  <a:pt x="447535" y="83061"/>
                </a:lnTo>
                <a:lnTo>
                  <a:pt x="419119" y="49127"/>
                </a:lnTo>
                <a:lnTo>
                  <a:pt x="382342" y="22903"/>
                </a:lnTo>
                <a:lnTo>
                  <a:pt x="338936" y="5993"/>
                </a:lnTo>
                <a:lnTo>
                  <a:pt x="2906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938705" y="3954689"/>
            <a:ext cx="472440" cy="335915"/>
          </a:xfrm>
          <a:custGeom>
            <a:avLst/>
            <a:gdLst/>
            <a:ahLst/>
            <a:cxnLst/>
            <a:rect l="l" t="t" r="r" b="b"/>
            <a:pathLst>
              <a:path w="472440" h="335914">
                <a:moveTo>
                  <a:pt x="290636" y="335403"/>
                </a:moveTo>
                <a:lnTo>
                  <a:pt x="0" y="335403"/>
                </a:lnTo>
                <a:lnTo>
                  <a:pt x="0" y="0"/>
                </a:lnTo>
                <a:lnTo>
                  <a:pt x="290636" y="0"/>
                </a:lnTo>
                <a:lnTo>
                  <a:pt x="338936" y="5993"/>
                </a:lnTo>
                <a:lnTo>
                  <a:pt x="382342" y="22903"/>
                </a:lnTo>
                <a:lnTo>
                  <a:pt x="419119" y="49127"/>
                </a:lnTo>
                <a:lnTo>
                  <a:pt x="447535" y="83061"/>
                </a:lnTo>
                <a:lnTo>
                  <a:pt x="465856" y="123100"/>
                </a:lnTo>
                <a:lnTo>
                  <a:pt x="472348" y="167642"/>
                </a:lnTo>
                <a:lnTo>
                  <a:pt x="465856" y="212234"/>
                </a:lnTo>
                <a:lnTo>
                  <a:pt x="447535" y="252307"/>
                </a:lnTo>
                <a:lnTo>
                  <a:pt x="419119" y="286261"/>
                </a:lnTo>
                <a:lnTo>
                  <a:pt x="382342" y="312495"/>
                </a:lnTo>
                <a:lnTo>
                  <a:pt x="338936" y="329409"/>
                </a:lnTo>
                <a:lnTo>
                  <a:pt x="290636" y="335403"/>
                </a:lnTo>
                <a:close/>
              </a:path>
            </a:pathLst>
          </a:custGeom>
          <a:ln w="262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811583" y="5212305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>
                <a:moveTo>
                  <a:pt x="0" y="0"/>
                </a:moveTo>
                <a:lnTo>
                  <a:pt x="363296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811583" y="5379947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>
                <a:moveTo>
                  <a:pt x="0" y="0"/>
                </a:moveTo>
                <a:lnTo>
                  <a:pt x="363296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174879" y="5296185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>
                <a:moveTo>
                  <a:pt x="363296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938705" y="5128424"/>
            <a:ext cx="472440" cy="335915"/>
          </a:xfrm>
          <a:custGeom>
            <a:avLst/>
            <a:gdLst/>
            <a:ahLst/>
            <a:cxnLst/>
            <a:rect l="l" t="t" r="r" b="b"/>
            <a:pathLst>
              <a:path w="472440" h="335914">
                <a:moveTo>
                  <a:pt x="141730" y="0"/>
                </a:moveTo>
                <a:lnTo>
                  <a:pt x="0" y="0"/>
                </a:lnTo>
                <a:lnTo>
                  <a:pt x="28802" y="40591"/>
                </a:lnTo>
                <a:lnTo>
                  <a:pt x="49376" y="82336"/>
                </a:lnTo>
                <a:lnTo>
                  <a:pt x="61720" y="124850"/>
                </a:lnTo>
                <a:lnTo>
                  <a:pt x="65833" y="167760"/>
                </a:lnTo>
                <a:lnTo>
                  <a:pt x="61720" y="210635"/>
                </a:lnTo>
                <a:lnTo>
                  <a:pt x="49376" y="253133"/>
                </a:lnTo>
                <a:lnTo>
                  <a:pt x="28802" y="294851"/>
                </a:lnTo>
                <a:lnTo>
                  <a:pt x="0" y="335403"/>
                </a:lnTo>
                <a:lnTo>
                  <a:pt x="141730" y="335403"/>
                </a:lnTo>
                <a:lnTo>
                  <a:pt x="197033" y="325065"/>
                </a:lnTo>
                <a:lnTo>
                  <a:pt x="249235" y="311239"/>
                </a:lnTo>
                <a:lnTo>
                  <a:pt x="297890" y="294151"/>
                </a:lnTo>
                <a:lnTo>
                  <a:pt x="342552" y="274031"/>
                </a:lnTo>
                <a:lnTo>
                  <a:pt x="382775" y="251104"/>
                </a:lnTo>
                <a:lnTo>
                  <a:pt x="418112" y="225598"/>
                </a:lnTo>
                <a:lnTo>
                  <a:pt x="448119" y="197741"/>
                </a:lnTo>
                <a:lnTo>
                  <a:pt x="472348" y="167760"/>
                </a:lnTo>
                <a:lnTo>
                  <a:pt x="448440" y="137653"/>
                </a:lnTo>
                <a:lnTo>
                  <a:pt x="418635" y="109688"/>
                </a:lnTo>
                <a:lnTo>
                  <a:pt x="383394" y="84099"/>
                </a:lnTo>
                <a:lnTo>
                  <a:pt x="343176" y="61120"/>
                </a:lnTo>
                <a:lnTo>
                  <a:pt x="298442" y="40987"/>
                </a:lnTo>
                <a:lnTo>
                  <a:pt x="249649" y="23933"/>
                </a:lnTo>
                <a:lnTo>
                  <a:pt x="197259" y="10192"/>
                </a:lnTo>
                <a:lnTo>
                  <a:pt x="1417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938705" y="5128424"/>
            <a:ext cx="472440" cy="335915"/>
          </a:xfrm>
          <a:custGeom>
            <a:avLst/>
            <a:gdLst/>
            <a:ahLst/>
            <a:cxnLst/>
            <a:rect l="l" t="t" r="r" b="b"/>
            <a:pathLst>
              <a:path w="472440" h="335914">
                <a:moveTo>
                  <a:pt x="472348" y="167760"/>
                </a:moveTo>
                <a:lnTo>
                  <a:pt x="448119" y="197741"/>
                </a:lnTo>
                <a:lnTo>
                  <a:pt x="418112" y="225598"/>
                </a:lnTo>
                <a:lnTo>
                  <a:pt x="382775" y="251104"/>
                </a:lnTo>
                <a:lnTo>
                  <a:pt x="342552" y="274031"/>
                </a:lnTo>
                <a:lnTo>
                  <a:pt x="297890" y="294151"/>
                </a:lnTo>
                <a:lnTo>
                  <a:pt x="249235" y="311239"/>
                </a:lnTo>
                <a:lnTo>
                  <a:pt x="197033" y="325065"/>
                </a:lnTo>
                <a:lnTo>
                  <a:pt x="141730" y="335403"/>
                </a:lnTo>
                <a:lnTo>
                  <a:pt x="0" y="335403"/>
                </a:lnTo>
                <a:lnTo>
                  <a:pt x="28802" y="294851"/>
                </a:lnTo>
                <a:lnTo>
                  <a:pt x="49376" y="253133"/>
                </a:lnTo>
                <a:lnTo>
                  <a:pt x="61720" y="210635"/>
                </a:lnTo>
                <a:lnTo>
                  <a:pt x="65835" y="167746"/>
                </a:lnTo>
                <a:lnTo>
                  <a:pt x="61720" y="124850"/>
                </a:lnTo>
                <a:lnTo>
                  <a:pt x="49376" y="82336"/>
                </a:lnTo>
                <a:lnTo>
                  <a:pt x="28802" y="40591"/>
                </a:lnTo>
                <a:lnTo>
                  <a:pt x="0" y="0"/>
                </a:lnTo>
                <a:lnTo>
                  <a:pt x="141730" y="0"/>
                </a:lnTo>
                <a:lnTo>
                  <a:pt x="197259" y="10192"/>
                </a:lnTo>
                <a:lnTo>
                  <a:pt x="249649" y="23933"/>
                </a:lnTo>
                <a:lnTo>
                  <a:pt x="298442" y="40987"/>
                </a:lnTo>
                <a:lnTo>
                  <a:pt x="343176" y="61120"/>
                </a:lnTo>
                <a:lnTo>
                  <a:pt x="383394" y="84099"/>
                </a:lnTo>
                <a:lnTo>
                  <a:pt x="418635" y="109688"/>
                </a:lnTo>
                <a:lnTo>
                  <a:pt x="448440" y="137653"/>
                </a:lnTo>
                <a:lnTo>
                  <a:pt x="472348" y="167760"/>
                </a:lnTo>
                <a:close/>
              </a:path>
            </a:pathLst>
          </a:custGeom>
          <a:ln w="262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9073245" y="1523338"/>
            <a:ext cx="0" cy="922655"/>
          </a:xfrm>
          <a:custGeom>
            <a:avLst/>
            <a:gdLst/>
            <a:ahLst/>
            <a:cxnLst/>
            <a:rect l="l" t="t" r="r" b="b"/>
            <a:pathLst>
              <a:path h="922655">
                <a:moveTo>
                  <a:pt x="0" y="0"/>
                </a:moveTo>
                <a:lnTo>
                  <a:pt x="0" y="922212"/>
                </a:lnTo>
              </a:path>
            </a:pathLst>
          </a:custGeom>
          <a:ln w="2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722310" y="2445550"/>
            <a:ext cx="3351529" cy="0"/>
          </a:xfrm>
          <a:custGeom>
            <a:avLst/>
            <a:gdLst/>
            <a:ahLst/>
            <a:cxnLst/>
            <a:rect l="l" t="t" r="r" b="b"/>
            <a:pathLst>
              <a:path w="3351529">
                <a:moveTo>
                  <a:pt x="3350934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9073245" y="2705473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0"/>
                </a:moveTo>
                <a:lnTo>
                  <a:pt x="0" y="913812"/>
                </a:lnTo>
              </a:path>
            </a:pathLst>
          </a:custGeom>
          <a:ln w="2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5899396" y="3619285"/>
            <a:ext cx="3174365" cy="0"/>
          </a:xfrm>
          <a:custGeom>
            <a:avLst/>
            <a:gdLst/>
            <a:ahLst/>
            <a:cxnLst/>
            <a:rect l="l" t="t" r="r" b="b"/>
            <a:pathLst>
              <a:path w="3174365">
                <a:moveTo>
                  <a:pt x="3173848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9073245" y="3862527"/>
            <a:ext cx="0" cy="930910"/>
          </a:xfrm>
          <a:custGeom>
            <a:avLst/>
            <a:gdLst/>
            <a:ahLst/>
            <a:cxnLst/>
            <a:rect l="l" t="t" r="r" b="b"/>
            <a:pathLst>
              <a:path h="930910">
                <a:moveTo>
                  <a:pt x="0" y="0"/>
                </a:moveTo>
                <a:lnTo>
                  <a:pt x="0" y="930611"/>
                </a:lnTo>
              </a:path>
            </a:pathLst>
          </a:custGeom>
          <a:ln w="2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6085132" y="4793139"/>
            <a:ext cx="2988310" cy="0"/>
          </a:xfrm>
          <a:custGeom>
            <a:avLst/>
            <a:gdLst/>
            <a:ahLst/>
            <a:cxnLst/>
            <a:rect l="l" t="t" r="r" b="b"/>
            <a:pathLst>
              <a:path w="2988309">
                <a:moveTo>
                  <a:pt x="2988113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9073245" y="5053062"/>
            <a:ext cx="0" cy="1079500"/>
          </a:xfrm>
          <a:custGeom>
            <a:avLst/>
            <a:gdLst/>
            <a:ahLst/>
            <a:cxnLst/>
            <a:rect l="l" t="t" r="r" b="b"/>
            <a:pathLst>
              <a:path h="1079500">
                <a:moveTo>
                  <a:pt x="0" y="0"/>
                </a:moveTo>
                <a:lnTo>
                  <a:pt x="0" y="1079100"/>
                </a:lnTo>
              </a:path>
            </a:pathLst>
          </a:custGeom>
          <a:ln w="2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735932" y="6467518"/>
            <a:ext cx="2247900" cy="0"/>
          </a:xfrm>
          <a:custGeom>
            <a:avLst/>
            <a:gdLst/>
            <a:ahLst/>
            <a:cxnLst/>
            <a:rect l="l" t="t" r="r" b="b"/>
            <a:pathLst>
              <a:path w="2247900">
                <a:moveTo>
                  <a:pt x="2247552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5908482" y="4038569"/>
            <a:ext cx="903605" cy="0"/>
          </a:xfrm>
          <a:custGeom>
            <a:avLst/>
            <a:gdLst/>
            <a:ahLst/>
            <a:cxnLst/>
            <a:rect l="l" t="t" r="r" b="b"/>
            <a:pathLst>
              <a:path w="903604">
                <a:moveTo>
                  <a:pt x="903101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731396" y="4206212"/>
            <a:ext cx="1080770" cy="0"/>
          </a:xfrm>
          <a:custGeom>
            <a:avLst/>
            <a:gdLst/>
            <a:ahLst/>
            <a:cxnLst/>
            <a:rect l="l" t="t" r="r" b="b"/>
            <a:pathLst>
              <a:path w="1080770">
                <a:moveTo>
                  <a:pt x="1080187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8710077" y="6383685"/>
            <a:ext cx="545465" cy="0"/>
          </a:xfrm>
          <a:custGeom>
            <a:avLst/>
            <a:gdLst/>
            <a:ahLst/>
            <a:cxnLst/>
            <a:rect l="l" t="t" r="r" b="b"/>
            <a:pathLst>
              <a:path w="545465">
                <a:moveTo>
                  <a:pt x="0" y="0"/>
                </a:moveTo>
                <a:lnTo>
                  <a:pt x="544879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9299282" y="6255035"/>
            <a:ext cx="27495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b="1" i="1" spc="75" dirty="0">
                <a:latin typeface="Times New Roman"/>
                <a:cs typeface="Times New Roman"/>
              </a:rPr>
              <a:t>C</a:t>
            </a:r>
            <a:r>
              <a:rPr sz="1300" b="1" i="1" spc="8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6530544" y="1187935"/>
            <a:ext cx="1181100" cy="0"/>
          </a:xfrm>
          <a:custGeom>
            <a:avLst/>
            <a:gdLst/>
            <a:ahLst/>
            <a:cxnLst/>
            <a:rect l="l" t="t" r="r" b="b"/>
            <a:pathLst>
              <a:path w="1181100">
                <a:moveTo>
                  <a:pt x="1180628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811583" y="2862350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>
                <a:moveTo>
                  <a:pt x="0" y="0"/>
                </a:moveTo>
                <a:lnTo>
                  <a:pt x="363296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811583" y="3030111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>
                <a:moveTo>
                  <a:pt x="0" y="0"/>
                </a:moveTo>
                <a:lnTo>
                  <a:pt x="363296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174879" y="2946230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>
                <a:moveTo>
                  <a:pt x="363296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938705" y="2778588"/>
            <a:ext cx="472440" cy="335280"/>
          </a:xfrm>
          <a:custGeom>
            <a:avLst/>
            <a:gdLst/>
            <a:ahLst/>
            <a:cxnLst/>
            <a:rect l="l" t="t" r="r" b="b"/>
            <a:pathLst>
              <a:path w="472440" h="335280">
                <a:moveTo>
                  <a:pt x="141730" y="0"/>
                </a:moveTo>
                <a:lnTo>
                  <a:pt x="0" y="0"/>
                </a:lnTo>
                <a:lnTo>
                  <a:pt x="28802" y="40551"/>
                </a:lnTo>
                <a:lnTo>
                  <a:pt x="49376" y="82268"/>
                </a:lnTo>
                <a:lnTo>
                  <a:pt x="61720" y="124761"/>
                </a:lnTo>
                <a:lnTo>
                  <a:pt x="65835" y="167642"/>
                </a:lnTo>
                <a:lnTo>
                  <a:pt x="61720" y="210523"/>
                </a:lnTo>
                <a:lnTo>
                  <a:pt x="49376" y="253016"/>
                </a:lnTo>
                <a:lnTo>
                  <a:pt x="28802" y="294733"/>
                </a:lnTo>
                <a:lnTo>
                  <a:pt x="0" y="335285"/>
                </a:lnTo>
                <a:lnTo>
                  <a:pt x="141730" y="335285"/>
                </a:lnTo>
                <a:lnTo>
                  <a:pt x="197033" y="324947"/>
                </a:lnTo>
                <a:lnTo>
                  <a:pt x="249235" y="311120"/>
                </a:lnTo>
                <a:lnTo>
                  <a:pt x="297890" y="294033"/>
                </a:lnTo>
                <a:lnTo>
                  <a:pt x="342552" y="273912"/>
                </a:lnTo>
                <a:lnTo>
                  <a:pt x="382775" y="250986"/>
                </a:lnTo>
                <a:lnTo>
                  <a:pt x="418112" y="225480"/>
                </a:lnTo>
                <a:lnTo>
                  <a:pt x="448119" y="197623"/>
                </a:lnTo>
                <a:lnTo>
                  <a:pt x="472348" y="167642"/>
                </a:lnTo>
                <a:lnTo>
                  <a:pt x="448440" y="137535"/>
                </a:lnTo>
                <a:lnTo>
                  <a:pt x="418635" y="109571"/>
                </a:lnTo>
                <a:lnTo>
                  <a:pt x="383394" y="83987"/>
                </a:lnTo>
                <a:lnTo>
                  <a:pt x="343176" y="61017"/>
                </a:lnTo>
                <a:lnTo>
                  <a:pt x="298442" y="40898"/>
                </a:lnTo>
                <a:lnTo>
                  <a:pt x="249649" y="23864"/>
                </a:lnTo>
                <a:lnTo>
                  <a:pt x="197259" y="10153"/>
                </a:lnTo>
                <a:lnTo>
                  <a:pt x="1417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6938705" y="2778588"/>
            <a:ext cx="472440" cy="335280"/>
          </a:xfrm>
          <a:custGeom>
            <a:avLst/>
            <a:gdLst/>
            <a:ahLst/>
            <a:cxnLst/>
            <a:rect l="l" t="t" r="r" b="b"/>
            <a:pathLst>
              <a:path w="472440" h="335280">
                <a:moveTo>
                  <a:pt x="472348" y="167642"/>
                </a:moveTo>
                <a:lnTo>
                  <a:pt x="448119" y="197623"/>
                </a:lnTo>
                <a:lnTo>
                  <a:pt x="418112" y="225480"/>
                </a:lnTo>
                <a:lnTo>
                  <a:pt x="382775" y="250986"/>
                </a:lnTo>
                <a:lnTo>
                  <a:pt x="342552" y="273912"/>
                </a:lnTo>
                <a:lnTo>
                  <a:pt x="297890" y="294033"/>
                </a:lnTo>
                <a:lnTo>
                  <a:pt x="249235" y="311120"/>
                </a:lnTo>
                <a:lnTo>
                  <a:pt x="197033" y="324947"/>
                </a:lnTo>
                <a:lnTo>
                  <a:pt x="141730" y="335285"/>
                </a:lnTo>
                <a:lnTo>
                  <a:pt x="0" y="335285"/>
                </a:lnTo>
                <a:lnTo>
                  <a:pt x="28802" y="294733"/>
                </a:lnTo>
                <a:lnTo>
                  <a:pt x="49376" y="253016"/>
                </a:lnTo>
                <a:lnTo>
                  <a:pt x="61720" y="210523"/>
                </a:lnTo>
                <a:lnTo>
                  <a:pt x="65835" y="167642"/>
                </a:lnTo>
                <a:lnTo>
                  <a:pt x="61720" y="124761"/>
                </a:lnTo>
                <a:lnTo>
                  <a:pt x="49376" y="82268"/>
                </a:lnTo>
                <a:lnTo>
                  <a:pt x="28802" y="40551"/>
                </a:lnTo>
                <a:lnTo>
                  <a:pt x="0" y="0"/>
                </a:lnTo>
                <a:lnTo>
                  <a:pt x="141730" y="0"/>
                </a:lnTo>
                <a:lnTo>
                  <a:pt x="197259" y="10153"/>
                </a:lnTo>
                <a:lnTo>
                  <a:pt x="249649" y="23864"/>
                </a:lnTo>
                <a:lnTo>
                  <a:pt x="298442" y="40898"/>
                </a:lnTo>
                <a:lnTo>
                  <a:pt x="343176" y="61017"/>
                </a:lnTo>
                <a:lnTo>
                  <a:pt x="383394" y="83987"/>
                </a:lnTo>
                <a:lnTo>
                  <a:pt x="418635" y="109571"/>
                </a:lnTo>
                <a:lnTo>
                  <a:pt x="448440" y="137535"/>
                </a:lnTo>
                <a:lnTo>
                  <a:pt x="472348" y="167642"/>
                </a:lnTo>
                <a:close/>
              </a:path>
            </a:pathLst>
          </a:custGeom>
          <a:ln w="262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938705" y="2778588"/>
            <a:ext cx="472440" cy="335280"/>
          </a:xfrm>
          <a:custGeom>
            <a:avLst/>
            <a:gdLst/>
            <a:ahLst/>
            <a:cxnLst/>
            <a:rect l="l" t="t" r="r" b="b"/>
            <a:pathLst>
              <a:path w="472440" h="335280">
                <a:moveTo>
                  <a:pt x="290636" y="0"/>
                </a:moveTo>
                <a:lnTo>
                  <a:pt x="0" y="0"/>
                </a:lnTo>
                <a:lnTo>
                  <a:pt x="0" y="335285"/>
                </a:lnTo>
                <a:lnTo>
                  <a:pt x="290636" y="335285"/>
                </a:lnTo>
                <a:lnTo>
                  <a:pt x="338936" y="329300"/>
                </a:lnTo>
                <a:lnTo>
                  <a:pt x="382342" y="312407"/>
                </a:lnTo>
                <a:lnTo>
                  <a:pt x="419119" y="286202"/>
                </a:lnTo>
                <a:lnTo>
                  <a:pt x="447535" y="252276"/>
                </a:lnTo>
                <a:lnTo>
                  <a:pt x="465856" y="212225"/>
                </a:lnTo>
                <a:lnTo>
                  <a:pt x="472348" y="167642"/>
                </a:lnTo>
                <a:lnTo>
                  <a:pt x="465856" y="123059"/>
                </a:lnTo>
                <a:lnTo>
                  <a:pt x="447535" y="83008"/>
                </a:lnTo>
                <a:lnTo>
                  <a:pt x="419119" y="49083"/>
                </a:lnTo>
                <a:lnTo>
                  <a:pt x="382342" y="22877"/>
                </a:lnTo>
                <a:lnTo>
                  <a:pt x="338936" y="5984"/>
                </a:lnTo>
                <a:lnTo>
                  <a:pt x="2906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6938705" y="2778588"/>
            <a:ext cx="472440" cy="335280"/>
          </a:xfrm>
          <a:custGeom>
            <a:avLst/>
            <a:gdLst/>
            <a:ahLst/>
            <a:cxnLst/>
            <a:rect l="l" t="t" r="r" b="b"/>
            <a:pathLst>
              <a:path w="472440" h="335280">
                <a:moveTo>
                  <a:pt x="290636" y="335285"/>
                </a:moveTo>
                <a:lnTo>
                  <a:pt x="0" y="335285"/>
                </a:lnTo>
                <a:lnTo>
                  <a:pt x="0" y="0"/>
                </a:lnTo>
                <a:lnTo>
                  <a:pt x="290636" y="0"/>
                </a:lnTo>
                <a:lnTo>
                  <a:pt x="338936" y="5984"/>
                </a:lnTo>
                <a:lnTo>
                  <a:pt x="382342" y="22877"/>
                </a:lnTo>
                <a:lnTo>
                  <a:pt x="419119" y="49083"/>
                </a:lnTo>
                <a:lnTo>
                  <a:pt x="447535" y="83008"/>
                </a:lnTo>
                <a:lnTo>
                  <a:pt x="465856" y="123059"/>
                </a:lnTo>
                <a:lnTo>
                  <a:pt x="472348" y="167642"/>
                </a:lnTo>
                <a:lnTo>
                  <a:pt x="465856" y="212225"/>
                </a:lnTo>
                <a:lnTo>
                  <a:pt x="447535" y="252276"/>
                </a:lnTo>
                <a:lnTo>
                  <a:pt x="419119" y="286202"/>
                </a:lnTo>
                <a:lnTo>
                  <a:pt x="382342" y="312408"/>
                </a:lnTo>
                <a:lnTo>
                  <a:pt x="338936" y="329300"/>
                </a:lnTo>
                <a:lnTo>
                  <a:pt x="290636" y="335285"/>
                </a:lnTo>
                <a:close/>
              </a:path>
            </a:pathLst>
          </a:custGeom>
          <a:ln w="262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085132" y="5461438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>
                <a:moveTo>
                  <a:pt x="0" y="0"/>
                </a:moveTo>
                <a:lnTo>
                  <a:pt x="363244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085132" y="5629116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>
                <a:moveTo>
                  <a:pt x="0" y="0"/>
                </a:moveTo>
                <a:lnTo>
                  <a:pt x="363244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448377" y="5545271"/>
            <a:ext cx="363220" cy="0"/>
          </a:xfrm>
          <a:custGeom>
            <a:avLst/>
            <a:gdLst/>
            <a:ahLst/>
            <a:cxnLst/>
            <a:rect l="l" t="t" r="r" b="b"/>
            <a:pathLst>
              <a:path w="363220">
                <a:moveTo>
                  <a:pt x="363206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6212266" y="5377581"/>
            <a:ext cx="472440" cy="335915"/>
          </a:xfrm>
          <a:custGeom>
            <a:avLst/>
            <a:gdLst/>
            <a:ahLst/>
            <a:cxnLst/>
            <a:rect l="l" t="t" r="r" b="b"/>
            <a:pathLst>
              <a:path w="472440" h="335914">
                <a:moveTo>
                  <a:pt x="141666" y="0"/>
                </a:moveTo>
                <a:lnTo>
                  <a:pt x="0" y="0"/>
                </a:lnTo>
                <a:lnTo>
                  <a:pt x="28781" y="40571"/>
                </a:lnTo>
                <a:lnTo>
                  <a:pt x="49340" y="82301"/>
                </a:lnTo>
                <a:lnTo>
                  <a:pt x="61675" y="124804"/>
                </a:lnTo>
                <a:lnTo>
                  <a:pt x="65785" y="167713"/>
                </a:lnTo>
                <a:lnTo>
                  <a:pt x="61675" y="210583"/>
                </a:lnTo>
                <a:lnTo>
                  <a:pt x="49340" y="253084"/>
                </a:lnTo>
                <a:lnTo>
                  <a:pt x="28781" y="294812"/>
                </a:lnTo>
                <a:lnTo>
                  <a:pt x="0" y="335379"/>
                </a:lnTo>
                <a:lnTo>
                  <a:pt x="141666" y="335379"/>
                </a:lnTo>
                <a:lnTo>
                  <a:pt x="196985" y="325030"/>
                </a:lnTo>
                <a:lnTo>
                  <a:pt x="249197" y="311196"/>
                </a:lnTo>
                <a:lnTo>
                  <a:pt x="297855" y="294105"/>
                </a:lnTo>
                <a:lnTo>
                  <a:pt x="342513" y="273982"/>
                </a:lnTo>
                <a:lnTo>
                  <a:pt x="382725" y="251055"/>
                </a:lnTo>
                <a:lnTo>
                  <a:pt x="418045" y="225550"/>
                </a:lnTo>
                <a:lnTo>
                  <a:pt x="448025" y="197694"/>
                </a:lnTo>
                <a:lnTo>
                  <a:pt x="472220" y="167713"/>
                </a:lnTo>
                <a:lnTo>
                  <a:pt x="448316" y="137601"/>
                </a:lnTo>
                <a:lnTo>
                  <a:pt x="418517" y="109638"/>
                </a:lnTo>
                <a:lnTo>
                  <a:pt x="383282" y="84056"/>
                </a:lnTo>
                <a:lnTo>
                  <a:pt x="343071" y="61088"/>
                </a:lnTo>
                <a:lnTo>
                  <a:pt x="298344" y="40966"/>
                </a:lnTo>
                <a:lnTo>
                  <a:pt x="249561" y="23922"/>
                </a:lnTo>
                <a:lnTo>
                  <a:pt x="197182" y="10189"/>
                </a:lnTo>
                <a:lnTo>
                  <a:pt x="1416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6212266" y="5377581"/>
            <a:ext cx="472440" cy="335915"/>
          </a:xfrm>
          <a:custGeom>
            <a:avLst/>
            <a:gdLst/>
            <a:ahLst/>
            <a:cxnLst/>
            <a:rect l="l" t="t" r="r" b="b"/>
            <a:pathLst>
              <a:path w="472440" h="335914">
                <a:moveTo>
                  <a:pt x="472220" y="167713"/>
                </a:moveTo>
                <a:lnTo>
                  <a:pt x="448025" y="197694"/>
                </a:lnTo>
                <a:lnTo>
                  <a:pt x="418045" y="225550"/>
                </a:lnTo>
                <a:lnTo>
                  <a:pt x="382725" y="251055"/>
                </a:lnTo>
                <a:lnTo>
                  <a:pt x="342513" y="273982"/>
                </a:lnTo>
                <a:lnTo>
                  <a:pt x="297855" y="294105"/>
                </a:lnTo>
                <a:lnTo>
                  <a:pt x="249197" y="311196"/>
                </a:lnTo>
                <a:lnTo>
                  <a:pt x="196985" y="325030"/>
                </a:lnTo>
                <a:lnTo>
                  <a:pt x="141666" y="335379"/>
                </a:lnTo>
                <a:lnTo>
                  <a:pt x="0" y="335379"/>
                </a:lnTo>
                <a:lnTo>
                  <a:pt x="28781" y="294812"/>
                </a:lnTo>
                <a:lnTo>
                  <a:pt x="49340" y="253084"/>
                </a:lnTo>
                <a:lnTo>
                  <a:pt x="61675" y="210583"/>
                </a:lnTo>
                <a:lnTo>
                  <a:pt x="65787" y="167694"/>
                </a:lnTo>
                <a:lnTo>
                  <a:pt x="61675" y="124804"/>
                </a:lnTo>
                <a:lnTo>
                  <a:pt x="49340" y="82301"/>
                </a:lnTo>
                <a:lnTo>
                  <a:pt x="28781" y="40571"/>
                </a:lnTo>
                <a:lnTo>
                  <a:pt x="0" y="0"/>
                </a:lnTo>
                <a:lnTo>
                  <a:pt x="141666" y="0"/>
                </a:lnTo>
                <a:lnTo>
                  <a:pt x="197182" y="10189"/>
                </a:lnTo>
                <a:lnTo>
                  <a:pt x="249561" y="23922"/>
                </a:lnTo>
                <a:lnTo>
                  <a:pt x="298344" y="40966"/>
                </a:lnTo>
                <a:lnTo>
                  <a:pt x="343071" y="61088"/>
                </a:lnTo>
                <a:lnTo>
                  <a:pt x="383282" y="84056"/>
                </a:lnTo>
                <a:lnTo>
                  <a:pt x="418517" y="109638"/>
                </a:lnTo>
                <a:lnTo>
                  <a:pt x="448316" y="137601"/>
                </a:lnTo>
                <a:lnTo>
                  <a:pt x="472220" y="167713"/>
                </a:lnTo>
                <a:close/>
              </a:path>
            </a:pathLst>
          </a:custGeom>
          <a:ln w="262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212266" y="5377581"/>
            <a:ext cx="472440" cy="335915"/>
          </a:xfrm>
          <a:custGeom>
            <a:avLst/>
            <a:gdLst/>
            <a:ahLst/>
            <a:cxnLst/>
            <a:rect l="l" t="t" r="r" b="b"/>
            <a:pathLst>
              <a:path w="472440" h="335914">
                <a:moveTo>
                  <a:pt x="290598" y="0"/>
                </a:moveTo>
                <a:lnTo>
                  <a:pt x="0" y="0"/>
                </a:lnTo>
                <a:lnTo>
                  <a:pt x="0" y="335379"/>
                </a:lnTo>
                <a:lnTo>
                  <a:pt x="290598" y="335379"/>
                </a:lnTo>
                <a:lnTo>
                  <a:pt x="338882" y="329389"/>
                </a:lnTo>
                <a:lnTo>
                  <a:pt x="382269" y="312485"/>
                </a:lnTo>
                <a:lnTo>
                  <a:pt x="419027" y="286264"/>
                </a:lnTo>
                <a:lnTo>
                  <a:pt x="447425" y="252325"/>
                </a:lnTo>
                <a:lnTo>
                  <a:pt x="465733" y="212268"/>
                </a:lnTo>
                <a:lnTo>
                  <a:pt x="472220" y="167689"/>
                </a:lnTo>
                <a:lnTo>
                  <a:pt x="465733" y="123115"/>
                </a:lnTo>
                <a:lnTo>
                  <a:pt x="447425" y="83059"/>
                </a:lnTo>
                <a:lnTo>
                  <a:pt x="419027" y="49120"/>
                </a:lnTo>
                <a:lnTo>
                  <a:pt x="382269" y="22897"/>
                </a:lnTo>
                <a:lnTo>
                  <a:pt x="338882" y="5990"/>
                </a:lnTo>
                <a:lnTo>
                  <a:pt x="2905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212266" y="5377581"/>
            <a:ext cx="472440" cy="335915"/>
          </a:xfrm>
          <a:custGeom>
            <a:avLst/>
            <a:gdLst/>
            <a:ahLst/>
            <a:cxnLst/>
            <a:rect l="l" t="t" r="r" b="b"/>
            <a:pathLst>
              <a:path w="472440" h="335914">
                <a:moveTo>
                  <a:pt x="290598" y="335379"/>
                </a:moveTo>
                <a:lnTo>
                  <a:pt x="0" y="335379"/>
                </a:lnTo>
                <a:lnTo>
                  <a:pt x="0" y="0"/>
                </a:lnTo>
                <a:lnTo>
                  <a:pt x="290598" y="0"/>
                </a:lnTo>
                <a:lnTo>
                  <a:pt x="338882" y="5990"/>
                </a:lnTo>
                <a:lnTo>
                  <a:pt x="382269" y="22897"/>
                </a:lnTo>
                <a:lnTo>
                  <a:pt x="419027" y="49120"/>
                </a:lnTo>
                <a:lnTo>
                  <a:pt x="447425" y="83059"/>
                </a:lnTo>
                <a:lnTo>
                  <a:pt x="465733" y="123115"/>
                </a:lnTo>
                <a:lnTo>
                  <a:pt x="472220" y="167689"/>
                </a:lnTo>
                <a:lnTo>
                  <a:pt x="465733" y="212268"/>
                </a:lnTo>
                <a:lnTo>
                  <a:pt x="447425" y="252325"/>
                </a:lnTo>
                <a:lnTo>
                  <a:pt x="419027" y="286264"/>
                </a:lnTo>
                <a:lnTo>
                  <a:pt x="382269" y="312485"/>
                </a:lnTo>
                <a:lnTo>
                  <a:pt x="338882" y="329389"/>
                </a:lnTo>
                <a:lnTo>
                  <a:pt x="290598" y="335379"/>
                </a:lnTo>
                <a:close/>
              </a:path>
            </a:pathLst>
          </a:custGeom>
          <a:ln w="262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6085132" y="4958415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>
                <a:moveTo>
                  <a:pt x="0" y="0"/>
                </a:moveTo>
                <a:lnTo>
                  <a:pt x="363244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6085132" y="5042177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>
                <a:moveTo>
                  <a:pt x="0" y="0"/>
                </a:moveTo>
                <a:lnTo>
                  <a:pt x="363244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6085132" y="5126058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>
                <a:moveTo>
                  <a:pt x="0" y="0"/>
                </a:moveTo>
                <a:lnTo>
                  <a:pt x="363244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448377" y="5042177"/>
            <a:ext cx="363220" cy="0"/>
          </a:xfrm>
          <a:custGeom>
            <a:avLst/>
            <a:gdLst/>
            <a:ahLst/>
            <a:cxnLst/>
            <a:rect l="l" t="t" r="r" b="b"/>
            <a:pathLst>
              <a:path w="363220">
                <a:moveTo>
                  <a:pt x="363206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6212266" y="4874535"/>
            <a:ext cx="472440" cy="335915"/>
          </a:xfrm>
          <a:custGeom>
            <a:avLst/>
            <a:gdLst/>
            <a:ahLst/>
            <a:cxnLst/>
            <a:rect l="l" t="t" r="r" b="b"/>
            <a:pathLst>
              <a:path w="472440" h="335914">
                <a:moveTo>
                  <a:pt x="141666" y="0"/>
                </a:moveTo>
                <a:lnTo>
                  <a:pt x="0" y="0"/>
                </a:lnTo>
                <a:lnTo>
                  <a:pt x="28781" y="40552"/>
                </a:lnTo>
                <a:lnTo>
                  <a:pt x="49340" y="82270"/>
                </a:lnTo>
                <a:lnTo>
                  <a:pt x="61675" y="124767"/>
                </a:lnTo>
                <a:lnTo>
                  <a:pt x="65787" y="167657"/>
                </a:lnTo>
                <a:lnTo>
                  <a:pt x="61675" y="210552"/>
                </a:lnTo>
                <a:lnTo>
                  <a:pt x="49340" y="253066"/>
                </a:lnTo>
                <a:lnTo>
                  <a:pt x="28781" y="294812"/>
                </a:lnTo>
                <a:lnTo>
                  <a:pt x="0" y="335403"/>
                </a:lnTo>
                <a:lnTo>
                  <a:pt x="141666" y="335403"/>
                </a:lnTo>
                <a:lnTo>
                  <a:pt x="196985" y="325031"/>
                </a:lnTo>
                <a:lnTo>
                  <a:pt x="249197" y="311189"/>
                </a:lnTo>
                <a:lnTo>
                  <a:pt x="297855" y="294099"/>
                </a:lnTo>
                <a:lnTo>
                  <a:pt x="342513" y="273986"/>
                </a:lnTo>
                <a:lnTo>
                  <a:pt x="382725" y="251073"/>
                </a:lnTo>
                <a:lnTo>
                  <a:pt x="418045" y="225582"/>
                </a:lnTo>
                <a:lnTo>
                  <a:pt x="448025" y="197737"/>
                </a:lnTo>
                <a:lnTo>
                  <a:pt x="472220" y="167760"/>
                </a:lnTo>
                <a:lnTo>
                  <a:pt x="448316" y="137619"/>
                </a:lnTo>
                <a:lnTo>
                  <a:pt x="418517" y="109638"/>
                </a:lnTo>
                <a:lnTo>
                  <a:pt x="383282" y="84047"/>
                </a:lnTo>
                <a:lnTo>
                  <a:pt x="343071" y="61076"/>
                </a:lnTo>
                <a:lnTo>
                  <a:pt x="298344" y="40956"/>
                </a:lnTo>
                <a:lnTo>
                  <a:pt x="249561" y="23916"/>
                </a:lnTo>
                <a:lnTo>
                  <a:pt x="197182" y="10187"/>
                </a:lnTo>
                <a:lnTo>
                  <a:pt x="1416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212266" y="4874535"/>
            <a:ext cx="472440" cy="335915"/>
          </a:xfrm>
          <a:custGeom>
            <a:avLst/>
            <a:gdLst/>
            <a:ahLst/>
            <a:cxnLst/>
            <a:rect l="l" t="t" r="r" b="b"/>
            <a:pathLst>
              <a:path w="472440" h="335914">
                <a:moveTo>
                  <a:pt x="472220" y="167760"/>
                </a:moveTo>
                <a:lnTo>
                  <a:pt x="448025" y="197737"/>
                </a:lnTo>
                <a:lnTo>
                  <a:pt x="418045" y="225582"/>
                </a:lnTo>
                <a:lnTo>
                  <a:pt x="382725" y="251073"/>
                </a:lnTo>
                <a:lnTo>
                  <a:pt x="342513" y="273986"/>
                </a:lnTo>
                <a:lnTo>
                  <a:pt x="297855" y="294099"/>
                </a:lnTo>
                <a:lnTo>
                  <a:pt x="249197" y="311189"/>
                </a:lnTo>
                <a:lnTo>
                  <a:pt x="196985" y="325031"/>
                </a:lnTo>
                <a:lnTo>
                  <a:pt x="141666" y="335403"/>
                </a:lnTo>
                <a:lnTo>
                  <a:pt x="0" y="335403"/>
                </a:lnTo>
                <a:lnTo>
                  <a:pt x="28781" y="294812"/>
                </a:lnTo>
                <a:lnTo>
                  <a:pt x="49340" y="253066"/>
                </a:lnTo>
                <a:lnTo>
                  <a:pt x="61675" y="210552"/>
                </a:lnTo>
                <a:lnTo>
                  <a:pt x="65787" y="167657"/>
                </a:lnTo>
                <a:lnTo>
                  <a:pt x="61675" y="124767"/>
                </a:lnTo>
                <a:lnTo>
                  <a:pt x="49340" y="82270"/>
                </a:lnTo>
                <a:lnTo>
                  <a:pt x="28781" y="40552"/>
                </a:lnTo>
                <a:lnTo>
                  <a:pt x="0" y="0"/>
                </a:lnTo>
                <a:lnTo>
                  <a:pt x="141666" y="0"/>
                </a:lnTo>
                <a:lnTo>
                  <a:pt x="197182" y="10187"/>
                </a:lnTo>
                <a:lnTo>
                  <a:pt x="249561" y="23916"/>
                </a:lnTo>
                <a:lnTo>
                  <a:pt x="298344" y="40956"/>
                </a:lnTo>
                <a:lnTo>
                  <a:pt x="343071" y="61076"/>
                </a:lnTo>
                <a:lnTo>
                  <a:pt x="383282" y="84047"/>
                </a:lnTo>
                <a:lnTo>
                  <a:pt x="418517" y="109638"/>
                </a:lnTo>
                <a:lnTo>
                  <a:pt x="448316" y="137619"/>
                </a:lnTo>
                <a:lnTo>
                  <a:pt x="472220" y="167760"/>
                </a:lnTo>
                <a:close/>
              </a:path>
            </a:pathLst>
          </a:custGeom>
          <a:ln w="262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212266" y="4874535"/>
            <a:ext cx="472440" cy="335915"/>
          </a:xfrm>
          <a:custGeom>
            <a:avLst/>
            <a:gdLst/>
            <a:ahLst/>
            <a:cxnLst/>
            <a:rect l="l" t="t" r="r" b="b"/>
            <a:pathLst>
              <a:path w="472440" h="335914">
                <a:moveTo>
                  <a:pt x="290598" y="0"/>
                </a:moveTo>
                <a:lnTo>
                  <a:pt x="0" y="0"/>
                </a:lnTo>
                <a:lnTo>
                  <a:pt x="0" y="335403"/>
                </a:lnTo>
                <a:lnTo>
                  <a:pt x="290598" y="335403"/>
                </a:lnTo>
                <a:lnTo>
                  <a:pt x="338882" y="329409"/>
                </a:lnTo>
                <a:lnTo>
                  <a:pt x="382269" y="312495"/>
                </a:lnTo>
                <a:lnTo>
                  <a:pt x="419027" y="286261"/>
                </a:lnTo>
                <a:lnTo>
                  <a:pt x="447425" y="252307"/>
                </a:lnTo>
                <a:lnTo>
                  <a:pt x="465733" y="212234"/>
                </a:lnTo>
                <a:lnTo>
                  <a:pt x="472220" y="167642"/>
                </a:lnTo>
                <a:lnTo>
                  <a:pt x="465733" y="123100"/>
                </a:lnTo>
                <a:lnTo>
                  <a:pt x="447425" y="83061"/>
                </a:lnTo>
                <a:lnTo>
                  <a:pt x="419027" y="49127"/>
                </a:lnTo>
                <a:lnTo>
                  <a:pt x="382269" y="22903"/>
                </a:lnTo>
                <a:lnTo>
                  <a:pt x="338882" y="5993"/>
                </a:lnTo>
                <a:lnTo>
                  <a:pt x="2905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212266" y="4874535"/>
            <a:ext cx="472440" cy="335915"/>
          </a:xfrm>
          <a:custGeom>
            <a:avLst/>
            <a:gdLst/>
            <a:ahLst/>
            <a:cxnLst/>
            <a:rect l="l" t="t" r="r" b="b"/>
            <a:pathLst>
              <a:path w="472440" h="335914">
                <a:moveTo>
                  <a:pt x="290598" y="335403"/>
                </a:moveTo>
                <a:lnTo>
                  <a:pt x="0" y="335403"/>
                </a:lnTo>
                <a:lnTo>
                  <a:pt x="0" y="0"/>
                </a:lnTo>
                <a:lnTo>
                  <a:pt x="290598" y="0"/>
                </a:lnTo>
                <a:lnTo>
                  <a:pt x="338882" y="5993"/>
                </a:lnTo>
                <a:lnTo>
                  <a:pt x="382269" y="22903"/>
                </a:lnTo>
                <a:lnTo>
                  <a:pt x="419027" y="49127"/>
                </a:lnTo>
                <a:lnTo>
                  <a:pt x="447425" y="83061"/>
                </a:lnTo>
                <a:lnTo>
                  <a:pt x="465733" y="123100"/>
                </a:lnTo>
                <a:lnTo>
                  <a:pt x="472220" y="167642"/>
                </a:lnTo>
                <a:lnTo>
                  <a:pt x="465733" y="212234"/>
                </a:lnTo>
                <a:lnTo>
                  <a:pt x="447425" y="252307"/>
                </a:lnTo>
                <a:lnTo>
                  <a:pt x="419027" y="286261"/>
                </a:lnTo>
                <a:lnTo>
                  <a:pt x="382269" y="312495"/>
                </a:lnTo>
                <a:lnTo>
                  <a:pt x="338882" y="329409"/>
                </a:lnTo>
                <a:lnTo>
                  <a:pt x="290598" y="335403"/>
                </a:lnTo>
                <a:close/>
              </a:path>
            </a:pathLst>
          </a:custGeom>
          <a:ln w="262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6811583" y="5042177"/>
            <a:ext cx="0" cy="170180"/>
          </a:xfrm>
          <a:custGeom>
            <a:avLst/>
            <a:gdLst/>
            <a:ahLst/>
            <a:cxnLst/>
            <a:rect l="l" t="t" r="r" b="b"/>
            <a:pathLst>
              <a:path h="170179">
                <a:moveTo>
                  <a:pt x="0" y="170127"/>
                </a:moveTo>
                <a:lnTo>
                  <a:pt x="0" y="0"/>
                </a:lnTo>
              </a:path>
            </a:pathLst>
          </a:custGeom>
          <a:ln w="2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811583" y="5379947"/>
            <a:ext cx="0" cy="165735"/>
          </a:xfrm>
          <a:custGeom>
            <a:avLst/>
            <a:gdLst/>
            <a:ahLst/>
            <a:cxnLst/>
            <a:rect l="l" t="t" r="r" b="b"/>
            <a:pathLst>
              <a:path h="165735">
                <a:moveTo>
                  <a:pt x="0" y="0"/>
                </a:moveTo>
                <a:lnTo>
                  <a:pt x="0" y="165323"/>
                </a:lnTo>
              </a:path>
            </a:pathLst>
          </a:custGeom>
          <a:ln w="2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085132" y="4793139"/>
            <a:ext cx="0" cy="165735"/>
          </a:xfrm>
          <a:custGeom>
            <a:avLst/>
            <a:gdLst/>
            <a:ahLst/>
            <a:cxnLst/>
            <a:rect l="l" t="t" r="r" b="b"/>
            <a:pathLst>
              <a:path h="165735">
                <a:moveTo>
                  <a:pt x="0" y="165276"/>
                </a:moveTo>
                <a:lnTo>
                  <a:pt x="0" y="0"/>
                </a:lnTo>
              </a:path>
            </a:pathLst>
          </a:custGeom>
          <a:ln w="2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903933" y="5042177"/>
            <a:ext cx="181610" cy="0"/>
          </a:xfrm>
          <a:custGeom>
            <a:avLst/>
            <a:gdLst/>
            <a:ahLst/>
            <a:cxnLst/>
            <a:rect l="l" t="t" r="r" b="b"/>
            <a:pathLst>
              <a:path w="181610">
                <a:moveTo>
                  <a:pt x="181199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903933" y="3616919"/>
            <a:ext cx="0" cy="1425575"/>
          </a:xfrm>
          <a:custGeom>
            <a:avLst/>
            <a:gdLst/>
            <a:ahLst/>
            <a:cxnLst/>
            <a:rect l="l" t="t" r="r" b="b"/>
            <a:pathLst>
              <a:path h="1425575">
                <a:moveTo>
                  <a:pt x="0" y="1425258"/>
                </a:moveTo>
                <a:lnTo>
                  <a:pt x="0" y="0"/>
                </a:lnTo>
              </a:path>
            </a:pathLst>
          </a:custGeom>
          <a:ln w="2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722310" y="5126058"/>
            <a:ext cx="363220" cy="0"/>
          </a:xfrm>
          <a:custGeom>
            <a:avLst/>
            <a:gdLst/>
            <a:ahLst/>
            <a:cxnLst/>
            <a:rect l="l" t="t" r="r" b="b"/>
            <a:pathLst>
              <a:path w="363220">
                <a:moveTo>
                  <a:pt x="362821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722310" y="2443184"/>
            <a:ext cx="0" cy="4029075"/>
          </a:xfrm>
          <a:custGeom>
            <a:avLst/>
            <a:gdLst/>
            <a:ahLst/>
            <a:cxnLst/>
            <a:rect l="l" t="t" r="r" b="b"/>
            <a:pathLst>
              <a:path h="4029075">
                <a:moveTo>
                  <a:pt x="0" y="4028534"/>
                </a:moveTo>
                <a:lnTo>
                  <a:pt x="0" y="0"/>
                </a:lnTo>
              </a:path>
            </a:pathLst>
          </a:custGeom>
          <a:ln w="2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722310" y="5461438"/>
            <a:ext cx="363220" cy="0"/>
          </a:xfrm>
          <a:custGeom>
            <a:avLst/>
            <a:gdLst/>
            <a:ahLst/>
            <a:cxnLst/>
            <a:rect l="l" t="t" r="r" b="b"/>
            <a:pathLst>
              <a:path w="363220">
                <a:moveTo>
                  <a:pt x="362821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6085132" y="5629116"/>
            <a:ext cx="0" cy="503555"/>
          </a:xfrm>
          <a:custGeom>
            <a:avLst/>
            <a:gdLst/>
            <a:ahLst/>
            <a:cxnLst/>
            <a:rect l="l" t="t" r="r" b="b"/>
            <a:pathLst>
              <a:path h="503554">
                <a:moveTo>
                  <a:pt x="0" y="0"/>
                </a:moveTo>
                <a:lnTo>
                  <a:pt x="0" y="503046"/>
                </a:lnTo>
              </a:path>
            </a:pathLst>
          </a:custGeom>
          <a:ln w="2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6085132" y="6132162"/>
            <a:ext cx="2988310" cy="0"/>
          </a:xfrm>
          <a:custGeom>
            <a:avLst/>
            <a:gdLst/>
            <a:ahLst/>
            <a:cxnLst/>
            <a:rect l="l" t="t" r="r" b="b"/>
            <a:pathLst>
              <a:path w="2988309">
                <a:moveTo>
                  <a:pt x="0" y="0"/>
                </a:moveTo>
                <a:lnTo>
                  <a:pt x="2988113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8882178" y="5556049"/>
            <a:ext cx="0" cy="408940"/>
          </a:xfrm>
          <a:custGeom>
            <a:avLst/>
            <a:gdLst/>
            <a:ahLst/>
            <a:cxnLst/>
            <a:rect l="l" t="t" r="r" b="b"/>
            <a:pathLst>
              <a:path h="408939">
                <a:moveTo>
                  <a:pt x="0" y="0"/>
                </a:moveTo>
                <a:lnTo>
                  <a:pt x="0" y="408435"/>
                </a:lnTo>
              </a:path>
            </a:pathLst>
          </a:custGeom>
          <a:ln w="2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5540688" y="5964484"/>
            <a:ext cx="3342004" cy="0"/>
          </a:xfrm>
          <a:custGeom>
            <a:avLst/>
            <a:gdLst/>
            <a:ahLst/>
            <a:cxnLst/>
            <a:rect l="l" t="t" r="r" b="b"/>
            <a:pathLst>
              <a:path w="3342004">
                <a:moveTo>
                  <a:pt x="3341490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5545228" y="3030111"/>
            <a:ext cx="0" cy="2934970"/>
          </a:xfrm>
          <a:custGeom>
            <a:avLst/>
            <a:gdLst/>
            <a:ahLst/>
            <a:cxnLst/>
            <a:rect l="l" t="t" r="r" b="b"/>
            <a:pathLst>
              <a:path h="2934970">
                <a:moveTo>
                  <a:pt x="0" y="2934373"/>
                </a:moveTo>
                <a:lnTo>
                  <a:pt x="0" y="0"/>
                </a:lnTo>
              </a:path>
            </a:pathLst>
          </a:custGeom>
          <a:ln w="2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5545228" y="3030111"/>
            <a:ext cx="1266825" cy="0"/>
          </a:xfrm>
          <a:custGeom>
            <a:avLst/>
            <a:gdLst/>
            <a:ahLst/>
            <a:cxnLst/>
            <a:rect l="l" t="t" r="r" b="b"/>
            <a:pathLst>
              <a:path w="1266825">
                <a:moveTo>
                  <a:pt x="1266355" y="0"/>
                </a:moveTo>
                <a:lnTo>
                  <a:pt x="0" y="0"/>
                </a:lnTo>
              </a:path>
            </a:pathLst>
          </a:custGeom>
          <a:ln w="25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2217327" y="2898878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5">
                <a:moveTo>
                  <a:pt x="0" y="0"/>
                </a:moveTo>
                <a:lnTo>
                  <a:pt x="451095" y="0"/>
                </a:lnTo>
              </a:path>
            </a:pathLst>
          </a:custGeom>
          <a:ln w="190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 txBox="1"/>
          <p:nvPr/>
        </p:nvSpPr>
        <p:spPr>
          <a:xfrm>
            <a:off x="1637897" y="3165848"/>
            <a:ext cx="142367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36294" algn="l"/>
                <a:tab pos="1291590" algn="l"/>
              </a:tabLst>
            </a:pPr>
            <a:r>
              <a:rPr sz="1700" spc="85" dirty="0">
                <a:latin typeface="Times New Roman"/>
                <a:cs typeface="Times New Roman"/>
              </a:rPr>
              <a:t>1	3	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5036184" y="6539775"/>
            <a:ext cx="35052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57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1663483" y="3795208"/>
            <a:ext cx="14478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85" dirty="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2498596" y="4424537"/>
            <a:ext cx="104330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37515" algn="l"/>
                <a:tab pos="910590" algn="l"/>
              </a:tabLst>
            </a:pPr>
            <a:r>
              <a:rPr sz="1700" spc="85" dirty="0">
                <a:latin typeface="Times New Roman"/>
                <a:cs typeface="Times New Roman"/>
              </a:rPr>
              <a:t>2	1	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4237896" y="4424537"/>
            <a:ext cx="59944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67359" algn="l"/>
              </a:tabLst>
            </a:pPr>
            <a:r>
              <a:rPr sz="1700" spc="85" dirty="0">
                <a:latin typeface="Times New Roman"/>
                <a:cs typeface="Times New Roman"/>
              </a:rPr>
              <a:t>3	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2505345" y="2896708"/>
            <a:ext cx="59563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63550" algn="l"/>
              </a:tabLst>
            </a:pPr>
            <a:r>
              <a:rPr sz="1700" i="1" spc="85" dirty="0">
                <a:latin typeface="Times New Roman"/>
                <a:cs typeface="Times New Roman"/>
              </a:rPr>
              <a:t>n	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2549140" y="3526037"/>
            <a:ext cx="59563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63550" algn="l"/>
              </a:tabLst>
            </a:pPr>
            <a:r>
              <a:rPr sz="1700" i="1" spc="85" dirty="0">
                <a:latin typeface="Times New Roman"/>
                <a:cs typeface="Times New Roman"/>
              </a:rPr>
              <a:t>n	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2487688" y="3697887"/>
            <a:ext cx="641985" cy="74739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  <a:tabLst>
                <a:tab pos="485775" algn="l"/>
              </a:tabLst>
            </a:pPr>
            <a:r>
              <a:rPr sz="1700" spc="85" dirty="0">
                <a:latin typeface="Times New Roman"/>
                <a:cs typeface="Times New Roman"/>
              </a:rPr>
              <a:t>1	0</a:t>
            </a:r>
            <a:endParaRPr sz="1700">
              <a:latin typeface="Times New Roman"/>
              <a:cs typeface="Times New Roman"/>
            </a:endParaRPr>
          </a:p>
          <a:p>
            <a:pPr marL="59055">
              <a:lnSpc>
                <a:spcPct val="100000"/>
              </a:lnSpc>
              <a:spcBef>
                <a:spcPts val="800"/>
              </a:spcBef>
              <a:tabLst>
                <a:tab pos="509905" algn="l"/>
              </a:tabLst>
            </a:pPr>
            <a:r>
              <a:rPr sz="1700" i="1" spc="85" dirty="0">
                <a:latin typeface="Times New Roman"/>
                <a:cs typeface="Times New Roman"/>
              </a:rPr>
              <a:t>n	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3436051" y="4156122"/>
            <a:ext cx="14478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i="1" spc="85" dirty="0">
                <a:latin typeface="Times New Roman"/>
                <a:cs typeface="Times New Roman"/>
              </a:rPr>
              <a:t>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4280956" y="4156122"/>
            <a:ext cx="59563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62915" algn="l"/>
              </a:tabLst>
            </a:pPr>
            <a:r>
              <a:rPr sz="1700" i="1" spc="85" dirty="0">
                <a:latin typeface="Times New Roman"/>
                <a:cs typeface="Times New Roman"/>
              </a:rPr>
              <a:t>n	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1242363" y="2206579"/>
            <a:ext cx="1208405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686435" algn="l"/>
              </a:tabLst>
            </a:pPr>
            <a:r>
              <a:rPr sz="4500" spc="7" baseline="-3703" dirty="0">
                <a:latin typeface="Symbol"/>
                <a:cs typeface="Symbol"/>
              </a:rPr>
              <a:t></a:t>
            </a:r>
            <a:r>
              <a:rPr sz="3000" i="1" spc="5" dirty="0">
                <a:latin typeface="Times New Roman"/>
                <a:cs typeface="Times New Roman"/>
              </a:rPr>
              <a:t>T</a:t>
            </a:r>
            <a:r>
              <a:rPr sz="2550" spc="7" baseline="-24509" dirty="0">
                <a:latin typeface="Times New Roman"/>
                <a:cs typeface="Times New Roman"/>
              </a:rPr>
              <a:t>0	</a:t>
            </a:r>
            <a:r>
              <a:rPr sz="3000" spc="130" dirty="0">
                <a:latin typeface="Symbol"/>
                <a:cs typeface="Symbol"/>
              </a:rPr>
              <a:t></a:t>
            </a:r>
            <a:r>
              <a:rPr sz="3000" spc="-400" dirty="0">
                <a:latin typeface="Times New Roman"/>
                <a:cs typeface="Times New Roman"/>
              </a:rPr>
              <a:t> </a:t>
            </a:r>
            <a:r>
              <a:rPr sz="3000" spc="114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1267763" y="2599629"/>
            <a:ext cx="229235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spc="114" dirty="0">
                <a:latin typeface="Symbol"/>
                <a:cs typeface="Symbol"/>
              </a:rPr>
              <a:t>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1456957" y="2907056"/>
            <a:ext cx="1489075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1165" algn="l"/>
                <a:tab pos="1191260" algn="l"/>
              </a:tabLst>
            </a:pPr>
            <a:r>
              <a:rPr sz="3000" i="1" spc="130" dirty="0">
                <a:latin typeface="Times New Roman"/>
                <a:cs typeface="Times New Roman"/>
              </a:rPr>
              <a:t>T	</a:t>
            </a:r>
            <a:r>
              <a:rPr sz="3000" spc="130" dirty="0">
                <a:latin typeface="Symbol"/>
                <a:cs typeface="Symbol"/>
              </a:rPr>
              <a:t>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i="1" spc="170" dirty="0">
                <a:latin typeface="Times New Roman"/>
                <a:cs typeface="Times New Roman"/>
              </a:rPr>
              <a:t>Q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3000" i="1" spc="45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1267763" y="2964391"/>
            <a:ext cx="216535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dirty="0">
                <a:latin typeface="Symbol"/>
                <a:cs typeface="Symbol"/>
              </a:rPr>
              <a:t>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267763" y="3251160"/>
            <a:ext cx="229235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spc="114" dirty="0">
                <a:latin typeface="Symbol"/>
                <a:cs typeface="Symbol"/>
              </a:rPr>
              <a:t>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1456957" y="3536384"/>
            <a:ext cx="1532890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74980" algn="l"/>
                <a:tab pos="1235075" algn="l"/>
              </a:tabLst>
            </a:pPr>
            <a:r>
              <a:rPr sz="3000" i="1" spc="130" dirty="0">
                <a:latin typeface="Times New Roman"/>
                <a:cs typeface="Times New Roman"/>
              </a:rPr>
              <a:t>T	</a:t>
            </a:r>
            <a:r>
              <a:rPr sz="3000" spc="130" dirty="0">
                <a:latin typeface="Symbol"/>
                <a:cs typeface="Symbol"/>
              </a:rPr>
              <a:t>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i="1" spc="170" dirty="0">
                <a:latin typeface="Times New Roman"/>
                <a:cs typeface="Times New Roman"/>
              </a:rPr>
              <a:t>Q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3000" i="1" spc="45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1267763" y="3615921"/>
            <a:ext cx="216535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dirty="0">
                <a:latin typeface="Symbol"/>
                <a:cs typeface="Symbol"/>
              </a:rPr>
              <a:t>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1267763" y="3980651"/>
            <a:ext cx="229235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spc="114" dirty="0">
                <a:latin typeface="Symbol"/>
                <a:cs typeface="Symbol"/>
              </a:rPr>
              <a:t>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1456957" y="4166482"/>
            <a:ext cx="1517650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60375" algn="l"/>
                <a:tab pos="1219835" algn="l"/>
              </a:tabLst>
            </a:pPr>
            <a:r>
              <a:rPr sz="3000" i="1" spc="130" dirty="0">
                <a:latin typeface="Times New Roman"/>
                <a:cs typeface="Times New Roman"/>
              </a:rPr>
              <a:t>T	</a:t>
            </a:r>
            <a:r>
              <a:rPr sz="3000" spc="130" dirty="0">
                <a:latin typeface="Symbol"/>
                <a:cs typeface="Symbol"/>
              </a:rPr>
              <a:t>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i="1" spc="170" dirty="0">
                <a:latin typeface="Times New Roman"/>
                <a:cs typeface="Times New Roman"/>
              </a:rPr>
              <a:t>Q	</a:t>
            </a:r>
            <a:r>
              <a:rPr sz="3000" i="1" spc="-130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3115037" y="4166482"/>
            <a:ext cx="1605280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68325" algn="l"/>
                <a:tab pos="1307465" algn="l"/>
              </a:tabLst>
            </a:pPr>
            <a:r>
              <a:rPr sz="3000" i="1" spc="170" dirty="0">
                <a:latin typeface="Times New Roman"/>
                <a:cs typeface="Times New Roman"/>
              </a:rPr>
              <a:t>Q	</a:t>
            </a:r>
            <a:r>
              <a:rPr sz="3000" spc="130" dirty="0">
                <a:latin typeface="Symbol"/>
                <a:cs typeface="Symbol"/>
              </a:rPr>
              <a:t></a:t>
            </a:r>
            <a:r>
              <a:rPr sz="3000" spc="-254" dirty="0">
                <a:latin typeface="Times New Roman"/>
                <a:cs typeface="Times New Roman"/>
              </a:rPr>
              <a:t> </a:t>
            </a:r>
            <a:r>
              <a:rPr sz="3000" i="1" spc="170" dirty="0">
                <a:latin typeface="Times New Roman"/>
                <a:cs typeface="Times New Roman"/>
              </a:rPr>
              <a:t>Q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3000" i="1" spc="55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1267763" y="4267420"/>
            <a:ext cx="532765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00685" algn="l"/>
              </a:tabLst>
            </a:pPr>
            <a:r>
              <a:rPr sz="3000" spc="114" dirty="0">
                <a:latin typeface="Symbol"/>
                <a:cs typeface="Symbol"/>
              </a:rPr>
              <a:t></a:t>
            </a:r>
            <a:r>
              <a:rPr sz="3000" spc="114" dirty="0">
                <a:latin typeface="Times New Roman"/>
                <a:cs typeface="Times New Roman"/>
              </a:rPr>
              <a:t>	</a:t>
            </a:r>
            <a:r>
              <a:rPr sz="1700" spc="85" dirty="0"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1329055" y="1637157"/>
            <a:ext cx="165353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驱动方程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1401825" y="4934153"/>
            <a:ext cx="165353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输出方程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1611271" y="5628447"/>
            <a:ext cx="1978660" cy="545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ts val="2780"/>
              </a:lnSpc>
              <a:spcBef>
                <a:spcPts val="125"/>
              </a:spcBef>
            </a:pPr>
            <a:r>
              <a:rPr sz="2950" i="1" spc="215" dirty="0">
                <a:latin typeface="Times New Roman"/>
                <a:cs typeface="Times New Roman"/>
              </a:rPr>
              <a:t>CO </a:t>
            </a:r>
            <a:r>
              <a:rPr sz="2950" spc="170" dirty="0">
                <a:latin typeface="Symbol"/>
                <a:cs typeface="Symbol"/>
              </a:rPr>
              <a:t></a:t>
            </a:r>
            <a:r>
              <a:rPr sz="2950" spc="-345" dirty="0">
                <a:latin typeface="Times New Roman"/>
                <a:cs typeface="Times New Roman"/>
              </a:rPr>
              <a:t> </a:t>
            </a:r>
            <a:r>
              <a:rPr sz="2950" i="1" spc="260" dirty="0">
                <a:latin typeface="Times New Roman"/>
                <a:cs typeface="Times New Roman"/>
              </a:rPr>
              <a:t>Q</a:t>
            </a:r>
            <a:r>
              <a:rPr sz="2550" i="1" spc="390" baseline="44117" dirty="0">
                <a:latin typeface="Times New Roman"/>
                <a:cs typeface="Times New Roman"/>
              </a:rPr>
              <a:t>n</a:t>
            </a:r>
            <a:r>
              <a:rPr sz="2950" i="1" spc="260" dirty="0">
                <a:latin typeface="Times New Roman"/>
                <a:cs typeface="Times New Roman"/>
              </a:rPr>
              <a:t>Q</a:t>
            </a:r>
            <a:r>
              <a:rPr sz="2550" i="1" spc="390" baseline="44117" dirty="0">
                <a:latin typeface="Times New Roman"/>
                <a:cs typeface="Times New Roman"/>
              </a:rPr>
              <a:t>n</a:t>
            </a:r>
            <a:endParaRPr sz="2550" baseline="44117">
              <a:latin typeface="Times New Roman"/>
              <a:cs typeface="Times New Roman"/>
            </a:endParaRPr>
          </a:p>
          <a:p>
            <a:pPr marL="1313815">
              <a:lnSpc>
                <a:spcPts val="1280"/>
              </a:lnSpc>
              <a:tabLst>
                <a:tab pos="1768475" algn="l"/>
              </a:tabLst>
            </a:pPr>
            <a:r>
              <a:rPr sz="1700" spc="90" dirty="0">
                <a:latin typeface="Times New Roman"/>
                <a:cs typeface="Times New Roman"/>
              </a:rPr>
              <a:t>3	0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055607" y="982217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0" y="0"/>
                </a:moveTo>
                <a:lnTo>
                  <a:pt x="183642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3236595" cy="0"/>
          </a:xfrm>
          <a:custGeom>
            <a:avLst/>
            <a:gdLst/>
            <a:ahLst/>
            <a:cxnLst/>
            <a:rect l="l" t="t" r="r" b="b"/>
            <a:pathLst>
              <a:path w="3236595">
                <a:moveTo>
                  <a:pt x="0" y="0"/>
                </a:moveTo>
                <a:lnTo>
                  <a:pt x="3236214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31930" y="173325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0" y="0"/>
                </a:moveTo>
                <a:lnTo>
                  <a:pt x="449505" y="0"/>
                </a:lnTo>
              </a:path>
            </a:pathLst>
          </a:custGeom>
          <a:ln w="190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67111" y="874501"/>
            <a:ext cx="450850" cy="0"/>
          </a:xfrm>
          <a:custGeom>
            <a:avLst/>
            <a:gdLst/>
            <a:ahLst/>
            <a:cxnLst/>
            <a:rect l="l" t="t" r="r" b="b"/>
            <a:pathLst>
              <a:path w="450850">
                <a:moveTo>
                  <a:pt x="0" y="0"/>
                </a:moveTo>
                <a:lnTo>
                  <a:pt x="450328" y="0"/>
                </a:lnTo>
              </a:path>
            </a:pathLst>
          </a:custGeom>
          <a:ln w="190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57529" y="439515"/>
            <a:ext cx="126746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134745" algn="l"/>
              </a:tabLst>
            </a:pPr>
            <a:r>
              <a:rPr sz="1700" spc="90" dirty="0">
                <a:latin typeface="Times New Roman"/>
                <a:cs typeface="Times New Roman"/>
              </a:rPr>
              <a:t>0	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35136" y="1141449"/>
            <a:ext cx="14541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90" dirty="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10358" y="1141449"/>
            <a:ext cx="59944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66725" algn="l"/>
              </a:tabLst>
            </a:pPr>
            <a:r>
              <a:rPr sz="1700" spc="90" dirty="0">
                <a:latin typeface="Times New Roman"/>
                <a:cs typeface="Times New Roman"/>
              </a:rPr>
              <a:t>3	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65435" y="1141449"/>
            <a:ext cx="14541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90" dirty="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31062" y="1770726"/>
            <a:ext cx="61785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84505" algn="l"/>
              </a:tabLst>
            </a:pPr>
            <a:r>
              <a:rPr sz="1700" spc="90" dirty="0">
                <a:latin typeface="Times New Roman"/>
                <a:cs typeface="Times New Roman"/>
              </a:rPr>
              <a:t>1	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30087" y="1770726"/>
            <a:ext cx="14541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90" dirty="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56786" y="2400788"/>
            <a:ext cx="104076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35609" algn="l"/>
                <a:tab pos="908050" algn="l"/>
              </a:tabLst>
            </a:pPr>
            <a:r>
              <a:rPr sz="1700" spc="90" dirty="0">
                <a:latin typeface="Times New Roman"/>
                <a:cs typeface="Times New Roman"/>
              </a:rPr>
              <a:t>2	1	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90840" y="2400788"/>
            <a:ext cx="59944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66725" algn="l"/>
              </a:tabLst>
            </a:pPr>
            <a:r>
              <a:rPr sz="1700" spc="90" dirty="0">
                <a:latin typeface="Times New Roman"/>
                <a:cs typeface="Times New Roman"/>
              </a:rPr>
              <a:t>3	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64069" y="2400788"/>
            <a:ext cx="14541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90" dirty="0"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53589" y="872299"/>
            <a:ext cx="59499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62280" algn="l"/>
              </a:tabLst>
            </a:pPr>
            <a:r>
              <a:rPr sz="1700" i="1" spc="90" dirty="0">
                <a:latin typeface="Times New Roman"/>
                <a:cs typeface="Times New Roman"/>
              </a:rPr>
              <a:t>n	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26818" y="872299"/>
            <a:ext cx="14541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i="1" spc="90" dirty="0">
                <a:latin typeface="Times New Roman"/>
                <a:cs typeface="Times New Roman"/>
              </a:rPr>
              <a:t>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92522" y="1502364"/>
            <a:ext cx="59499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62280" algn="l"/>
              </a:tabLst>
            </a:pPr>
            <a:r>
              <a:rPr sz="1700" i="1" spc="90" dirty="0">
                <a:latin typeface="Times New Roman"/>
                <a:cs typeface="Times New Roman"/>
              </a:rPr>
              <a:t>n	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65750" y="1502364"/>
            <a:ext cx="14541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i="1" spc="90" dirty="0">
                <a:latin typeface="Times New Roman"/>
                <a:cs typeface="Times New Roman"/>
              </a:rPr>
              <a:t>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92522" y="2131641"/>
            <a:ext cx="104521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62280" algn="l"/>
                <a:tab pos="912494" algn="l"/>
              </a:tabLst>
            </a:pPr>
            <a:r>
              <a:rPr sz="1700" i="1" spc="90" dirty="0">
                <a:latin typeface="Times New Roman"/>
                <a:cs typeface="Times New Roman"/>
              </a:rPr>
              <a:t>n	n	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34936" y="2131642"/>
            <a:ext cx="59499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62280" algn="l"/>
              </a:tabLst>
            </a:pPr>
            <a:r>
              <a:rPr sz="1700" i="1" spc="90" dirty="0">
                <a:latin typeface="Times New Roman"/>
                <a:cs typeface="Times New Roman"/>
              </a:rPr>
              <a:t>n	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08164" y="2131642"/>
            <a:ext cx="14541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i="1" spc="90" dirty="0">
                <a:latin typeface="Times New Roman"/>
                <a:cs typeface="Times New Roman"/>
              </a:rPr>
              <a:t>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78039" y="882646"/>
            <a:ext cx="323850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i="1" spc="180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78039" y="1512711"/>
            <a:ext cx="323850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i="1" spc="180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96519" y="872299"/>
            <a:ext cx="40195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i="1" spc="204" dirty="0">
                <a:latin typeface="Times New Roman"/>
                <a:cs typeface="Times New Roman"/>
              </a:rPr>
              <a:t>n</a:t>
            </a:r>
            <a:r>
              <a:rPr sz="1700" spc="25" dirty="0">
                <a:latin typeface="Symbol"/>
                <a:cs typeface="Symbol"/>
              </a:rPr>
              <a:t></a:t>
            </a:r>
            <a:r>
              <a:rPr sz="1700" spc="90" dirty="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96520" y="1502364"/>
            <a:ext cx="40195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i="1" spc="204" dirty="0">
                <a:latin typeface="Times New Roman"/>
                <a:cs typeface="Times New Roman"/>
              </a:rPr>
              <a:t>n</a:t>
            </a:r>
            <a:r>
              <a:rPr sz="1700" spc="25" dirty="0">
                <a:latin typeface="Symbol"/>
                <a:cs typeface="Symbol"/>
              </a:rPr>
              <a:t></a:t>
            </a:r>
            <a:r>
              <a:rPr sz="1700" spc="90" dirty="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60856" y="1673381"/>
            <a:ext cx="438150" cy="74739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700" spc="90" dirty="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  <a:p>
            <a:pPr marL="48260">
              <a:lnSpc>
                <a:spcPct val="100000"/>
              </a:lnSpc>
              <a:spcBef>
                <a:spcPts val="800"/>
              </a:spcBef>
            </a:pPr>
            <a:r>
              <a:rPr sz="1700" i="1" spc="204" dirty="0">
                <a:latin typeface="Times New Roman"/>
                <a:cs typeface="Times New Roman"/>
              </a:rPr>
              <a:t>n</a:t>
            </a:r>
            <a:r>
              <a:rPr sz="1700" spc="25" dirty="0">
                <a:latin typeface="Symbol"/>
                <a:cs typeface="Symbol"/>
              </a:rPr>
              <a:t></a:t>
            </a:r>
            <a:r>
              <a:rPr sz="1700" spc="90" dirty="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3750279" y="10992"/>
            <a:ext cx="1838960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4500" i="0" spc="225" baseline="-12037" dirty="0">
                <a:solidFill>
                  <a:srgbClr val="000000"/>
                </a:solidFill>
                <a:latin typeface="Symbol"/>
                <a:cs typeface="Symbol"/>
              </a:rPr>
              <a:t></a:t>
            </a:r>
            <a:r>
              <a:rPr sz="4500" i="1" spc="225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sz="1700" i="0" spc="15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1700" i="0" spc="150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1700" i="0" spc="150" dirty="0">
                <a:solidFill>
                  <a:srgbClr val="000000"/>
                </a:solidFill>
                <a:latin typeface="Times New Roman"/>
                <a:cs typeface="Times New Roman"/>
              </a:rPr>
              <a:t>1 </a:t>
            </a:r>
            <a:r>
              <a:rPr sz="4500" i="0" spc="202" baseline="-25000" dirty="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sz="4500" i="0" spc="-577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0" i="1" spc="315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sz="1700" i="0" spc="21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775679" y="458282"/>
            <a:ext cx="229870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spc="120" dirty="0">
                <a:latin typeface="Symbol"/>
                <a:cs typeface="Symbol"/>
              </a:rPr>
              <a:t>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775679" y="823013"/>
            <a:ext cx="229870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spc="120" dirty="0">
                <a:latin typeface="Symbol"/>
                <a:cs typeface="Symbol"/>
              </a:rPr>
              <a:t>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335145" y="882646"/>
            <a:ext cx="696595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spc="190" dirty="0">
                <a:latin typeface="Symbol"/>
                <a:cs typeface="Symbol"/>
              </a:rPr>
              <a:t></a:t>
            </a:r>
            <a:r>
              <a:rPr sz="3000" spc="-395" dirty="0">
                <a:latin typeface="Times New Roman"/>
                <a:cs typeface="Times New Roman"/>
              </a:rPr>
              <a:t> </a:t>
            </a:r>
            <a:r>
              <a:rPr sz="3000" i="1" spc="180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75679" y="1168635"/>
            <a:ext cx="229870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spc="120" dirty="0">
                <a:latin typeface="Symbol"/>
                <a:cs typeface="Symbol"/>
              </a:rPr>
              <a:t>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374239" y="1512711"/>
            <a:ext cx="696595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spc="190" dirty="0">
                <a:latin typeface="Symbol"/>
                <a:cs typeface="Symbol"/>
              </a:rPr>
              <a:t></a:t>
            </a:r>
            <a:r>
              <a:rPr sz="3000" spc="-395" dirty="0">
                <a:latin typeface="Times New Roman"/>
                <a:cs typeface="Times New Roman"/>
              </a:rPr>
              <a:t> </a:t>
            </a:r>
            <a:r>
              <a:rPr sz="3000" i="1" spc="180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775679" y="1533334"/>
            <a:ext cx="229870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spc="120" dirty="0">
                <a:latin typeface="Symbol"/>
                <a:cs typeface="Symbol"/>
              </a:rPr>
              <a:t>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775679" y="1898066"/>
            <a:ext cx="229870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spc="120" dirty="0">
                <a:latin typeface="Symbol"/>
                <a:cs typeface="Symbol"/>
              </a:rPr>
              <a:t>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114782" y="2142754"/>
            <a:ext cx="685165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spc="190" dirty="0">
                <a:latin typeface="Symbol"/>
                <a:cs typeface="Symbol"/>
              </a:rPr>
              <a:t></a:t>
            </a:r>
            <a:r>
              <a:rPr sz="3000" spc="-375" dirty="0">
                <a:latin typeface="Times New Roman"/>
                <a:cs typeface="Times New Roman"/>
              </a:rPr>
              <a:t> </a:t>
            </a:r>
            <a:r>
              <a:rPr sz="3000" i="1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775679" y="2243684"/>
            <a:ext cx="622935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90220" algn="l"/>
              </a:tabLst>
            </a:pPr>
            <a:r>
              <a:rPr sz="3000" spc="120" dirty="0">
                <a:latin typeface="Symbol"/>
                <a:cs typeface="Symbol"/>
              </a:rPr>
              <a:t></a:t>
            </a:r>
            <a:r>
              <a:rPr sz="3000" spc="120" dirty="0">
                <a:latin typeface="Times New Roman"/>
                <a:cs typeface="Times New Roman"/>
              </a:rPr>
              <a:t>	</a:t>
            </a:r>
            <a:r>
              <a:rPr sz="1700" spc="90" dirty="0"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790811" y="882646"/>
            <a:ext cx="1750695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06144" algn="l"/>
              </a:tabLst>
            </a:pPr>
            <a:r>
              <a:rPr sz="3000" spc="-325" dirty="0">
                <a:latin typeface="Symbol"/>
                <a:cs typeface="Symbol"/>
              </a:rPr>
              <a:t></a:t>
            </a:r>
            <a:r>
              <a:rPr sz="3000" i="1" spc="-325" dirty="0">
                <a:latin typeface="华文楷体"/>
                <a:cs typeface="华文楷体"/>
              </a:rPr>
              <a:t>（</a:t>
            </a:r>
            <a:r>
              <a:rPr sz="3000" i="1" spc="-325" dirty="0">
                <a:latin typeface="Times New Roman"/>
                <a:cs typeface="Times New Roman"/>
              </a:rPr>
              <a:t>Q	</a:t>
            </a:r>
            <a:r>
              <a:rPr sz="3000" i="1" spc="180" dirty="0">
                <a:latin typeface="Times New Roman"/>
                <a:cs typeface="Times New Roman"/>
              </a:rPr>
              <a:t>Q</a:t>
            </a:r>
            <a:r>
              <a:rPr sz="3000" i="1" spc="250" dirty="0">
                <a:latin typeface="Times New Roman"/>
                <a:cs typeface="Times New Roman"/>
              </a:rPr>
              <a:t> </a:t>
            </a:r>
            <a:r>
              <a:rPr sz="3000" i="1" spc="-1275" dirty="0">
                <a:latin typeface="华文楷体"/>
                <a:cs typeface="华文楷体"/>
              </a:rPr>
              <a:t>）</a:t>
            </a:r>
            <a:endParaRPr sz="3000">
              <a:latin typeface="华文楷体"/>
              <a:cs typeface="华文楷体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790811" y="1512711"/>
            <a:ext cx="1789430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45515" algn="l"/>
              </a:tabLst>
            </a:pPr>
            <a:r>
              <a:rPr sz="3000" spc="-225" dirty="0">
                <a:latin typeface="Symbol"/>
                <a:cs typeface="Symbol"/>
              </a:rPr>
              <a:t></a:t>
            </a:r>
            <a:r>
              <a:rPr sz="3000" i="1" spc="-225" dirty="0">
                <a:latin typeface="华文楷体"/>
                <a:cs typeface="华文楷体"/>
              </a:rPr>
              <a:t>（</a:t>
            </a:r>
            <a:r>
              <a:rPr sz="3000" i="1" spc="-225" dirty="0">
                <a:latin typeface="Times New Roman"/>
                <a:cs typeface="Times New Roman"/>
              </a:rPr>
              <a:t>Q	</a:t>
            </a:r>
            <a:r>
              <a:rPr sz="3000" i="1" spc="180" dirty="0">
                <a:latin typeface="Times New Roman"/>
                <a:cs typeface="Times New Roman"/>
              </a:rPr>
              <a:t>Q</a:t>
            </a:r>
            <a:r>
              <a:rPr sz="3000" i="1" spc="250" dirty="0">
                <a:latin typeface="Times New Roman"/>
                <a:cs typeface="Times New Roman"/>
              </a:rPr>
              <a:t> </a:t>
            </a:r>
            <a:r>
              <a:rPr sz="3000" i="1" spc="-1270" dirty="0">
                <a:latin typeface="华文楷体"/>
                <a:cs typeface="华文楷体"/>
              </a:rPr>
              <a:t>）</a:t>
            </a:r>
            <a:endParaRPr sz="3000">
              <a:latin typeface="华文楷体"/>
              <a:cs typeface="华文楷体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978039" y="2142754"/>
            <a:ext cx="2506980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24865" algn="l"/>
                <a:tab pos="1758314" algn="l"/>
                <a:tab pos="2207895" algn="l"/>
              </a:tabLst>
            </a:pPr>
            <a:r>
              <a:rPr sz="3000" i="1" spc="180" dirty="0">
                <a:latin typeface="Times New Roman"/>
                <a:cs typeface="Times New Roman"/>
              </a:rPr>
              <a:t>Q	</a:t>
            </a:r>
            <a:r>
              <a:rPr sz="3000" spc="-225" dirty="0">
                <a:latin typeface="Symbol"/>
                <a:cs typeface="Symbol"/>
              </a:rPr>
              <a:t></a:t>
            </a:r>
            <a:r>
              <a:rPr sz="3000" i="1" spc="-225" dirty="0">
                <a:latin typeface="华文楷体"/>
                <a:cs typeface="华文楷体"/>
              </a:rPr>
              <a:t>（</a:t>
            </a:r>
            <a:r>
              <a:rPr sz="3000" i="1" spc="-225" dirty="0">
                <a:latin typeface="Times New Roman"/>
                <a:cs typeface="Times New Roman"/>
              </a:rPr>
              <a:t>Q	</a:t>
            </a:r>
            <a:r>
              <a:rPr sz="3000" i="1" spc="180" dirty="0">
                <a:latin typeface="Times New Roman"/>
                <a:cs typeface="Times New Roman"/>
              </a:rPr>
              <a:t>Q	</a:t>
            </a:r>
            <a:r>
              <a:rPr sz="3000" i="1" spc="25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726215" y="2142754"/>
            <a:ext cx="1596390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2260" indent="-290195">
              <a:lnSpc>
                <a:spcPct val="100000"/>
              </a:lnSpc>
              <a:spcBef>
                <a:spcPts val="90"/>
              </a:spcBef>
              <a:buFont typeface="Symbol"/>
              <a:buChar char=""/>
              <a:tabLst>
                <a:tab pos="302895" algn="l"/>
                <a:tab pos="751840" algn="l"/>
              </a:tabLst>
            </a:pPr>
            <a:r>
              <a:rPr sz="3000" i="1" spc="180" dirty="0">
                <a:latin typeface="Times New Roman"/>
                <a:cs typeface="Times New Roman"/>
              </a:rPr>
              <a:t>Q	Q</a:t>
            </a:r>
            <a:r>
              <a:rPr sz="3000" i="1" spc="254" dirty="0">
                <a:latin typeface="Times New Roman"/>
                <a:cs typeface="Times New Roman"/>
              </a:rPr>
              <a:t> </a:t>
            </a:r>
            <a:r>
              <a:rPr sz="3000" i="1" spc="-1290" dirty="0">
                <a:latin typeface="华文楷体"/>
                <a:cs typeface="华文楷体"/>
              </a:rPr>
              <a:t>）</a:t>
            </a:r>
            <a:endParaRPr sz="3000">
              <a:latin typeface="华文楷体"/>
              <a:cs typeface="华文楷体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489075" y="1195577"/>
            <a:ext cx="16548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状态方程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328028" y="3454424"/>
            <a:ext cx="545465" cy="502920"/>
          </a:xfrm>
          <a:custGeom>
            <a:avLst/>
            <a:gdLst/>
            <a:ahLst/>
            <a:cxnLst/>
            <a:rect l="l" t="t" r="r" b="b"/>
            <a:pathLst>
              <a:path w="545464" h="502920">
                <a:moveTo>
                  <a:pt x="545016" y="251443"/>
                </a:moveTo>
                <a:lnTo>
                  <a:pt x="540625" y="206219"/>
                </a:lnTo>
                <a:lnTo>
                  <a:pt x="527966" y="163666"/>
                </a:lnTo>
                <a:lnTo>
                  <a:pt x="507809" y="124490"/>
                </a:lnTo>
                <a:lnTo>
                  <a:pt x="480923" y="89400"/>
                </a:lnTo>
                <a:lnTo>
                  <a:pt x="448078" y="59103"/>
                </a:lnTo>
                <a:lnTo>
                  <a:pt x="410045" y="34307"/>
                </a:lnTo>
                <a:lnTo>
                  <a:pt x="367592" y="15719"/>
                </a:lnTo>
                <a:lnTo>
                  <a:pt x="321489" y="4047"/>
                </a:lnTo>
                <a:lnTo>
                  <a:pt x="272508" y="0"/>
                </a:lnTo>
                <a:lnTo>
                  <a:pt x="223523" y="4047"/>
                </a:lnTo>
                <a:lnTo>
                  <a:pt x="177419" y="15719"/>
                </a:lnTo>
                <a:lnTo>
                  <a:pt x="134965" y="34307"/>
                </a:lnTo>
                <a:lnTo>
                  <a:pt x="96932" y="59103"/>
                </a:lnTo>
                <a:lnTo>
                  <a:pt x="64088" y="89400"/>
                </a:lnTo>
                <a:lnTo>
                  <a:pt x="37204" y="124490"/>
                </a:lnTo>
                <a:lnTo>
                  <a:pt x="17048" y="163666"/>
                </a:lnTo>
                <a:lnTo>
                  <a:pt x="4390" y="206219"/>
                </a:lnTo>
                <a:lnTo>
                  <a:pt x="0" y="251443"/>
                </a:lnTo>
                <a:lnTo>
                  <a:pt x="4390" y="296635"/>
                </a:lnTo>
                <a:lnTo>
                  <a:pt x="17048" y="339172"/>
                </a:lnTo>
                <a:lnTo>
                  <a:pt x="37204" y="378342"/>
                </a:lnTo>
                <a:lnTo>
                  <a:pt x="64088" y="413437"/>
                </a:lnTo>
                <a:lnTo>
                  <a:pt x="96932" y="443743"/>
                </a:lnTo>
                <a:lnTo>
                  <a:pt x="134965" y="468552"/>
                </a:lnTo>
                <a:lnTo>
                  <a:pt x="177419" y="487153"/>
                </a:lnTo>
                <a:lnTo>
                  <a:pt x="223523" y="498834"/>
                </a:lnTo>
                <a:lnTo>
                  <a:pt x="272508" y="502886"/>
                </a:lnTo>
                <a:lnTo>
                  <a:pt x="321489" y="498834"/>
                </a:lnTo>
                <a:lnTo>
                  <a:pt x="367592" y="487153"/>
                </a:lnTo>
                <a:lnTo>
                  <a:pt x="410045" y="468552"/>
                </a:lnTo>
                <a:lnTo>
                  <a:pt x="448078" y="443743"/>
                </a:lnTo>
                <a:lnTo>
                  <a:pt x="480923" y="413437"/>
                </a:lnTo>
                <a:lnTo>
                  <a:pt x="507809" y="378342"/>
                </a:lnTo>
                <a:lnTo>
                  <a:pt x="527966" y="339172"/>
                </a:lnTo>
                <a:lnTo>
                  <a:pt x="540625" y="296635"/>
                </a:lnTo>
                <a:lnTo>
                  <a:pt x="545016" y="251443"/>
                </a:lnTo>
                <a:close/>
              </a:path>
            </a:pathLst>
          </a:custGeom>
          <a:ln w="26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382750" y="3560706"/>
            <a:ext cx="435609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0000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236380" y="3454424"/>
            <a:ext cx="545465" cy="502920"/>
          </a:xfrm>
          <a:custGeom>
            <a:avLst/>
            <a:gdLst/>
            <a:ahLst/>
            <a:cxnLst/>
            <a:rect l="l" t="t" r="r" b="b"/>
            <a:pathLst>
              <a:path w="545464" h="502920">
                <a:moveTo>
                  <a:pt x="544977" y="251443"/>
                </a:moveTo>
                <a:lnTo>
                  <a:pt x="540586" y="206219"/>
                </a:lnTo>
                <a:lnTo>
                  <a:pt x="527927" y="163666"/>
                </a:lnTo>
                <a:lnTo>
                  <a:pt x="507769" y="124490"/>
                </a:lnTo>
                <a:lnTo>
                  <a:pt x="480884" y="89400"/>
                </a:lnTo>
                <a:lnTo>
                  <a:pt x="448041" y="59103"/>
                </a:lnTo>
                <a:lnTo>
                  <a:pt x="410012" y="34307"/>
                </a:lnTo>
                <a:lnTo>
                  <a:pt x="367566" y="15719"/>
                </a:lnTo>
                <a:lnTo>
                  <a:pt x="321475" y="4047"/>
                </a:lnTo>
                <a:lnTo>
                  <a:pt x="272508" y="0"/>
                </a:lnTo>
                <a:lnTo>
                  <a:pt x="223523" y="4047"/>
                </a:lnTo>
                <a:lnTo>
                  <a:pt x="177419" y="15719"/>
                </a:lnTo>
                <a:lnTo>
                  <a:pt x="134965" y="34307"/>
                </a:lnTo>
                <a:lnTo>
                  <a:pt x="96932" y="59103"/>
                </a:lnTo>
                <a:lnTo>
                  <a:pt x="64088" y="89400"/>
                </a:lnTo>
                <a:lnTo>
                  <a:pt x="37204" y="124490"/>
                </a:lnTo>
                <a:lnTo>
                  <a:pt x="17048" y="163666"/>
                </a:lnTo>
                <a:lnTo>
                  <a:pt x="4390" y="206219"/>
                </a:lnTo>
                <a:lnTo>
                  <a:pt x="0" y="251443"/>
                </a:lnTo>
                <a:lnTo>
                  <a:pt x="4390" y="296635"/>
                </a:lnTo>
                <a:lnTo>
                  <a:pt x="17048" y="339172"/>
                </a:lnTo>
                <a:lnTo>
                  <a:pt x="37204" y="378342"/>
                </a:lnTo>
                <a:lnTo>
                  <a:pt x="64088" y="413437"/>
                </a:lnTo>
                <a:lnTo>
                  <a:pt x="96932" y="443743"/>
                </a:lnTo>
                <a:lnTo>
                  <a:pt x="134965" y="468552"/>
                </a:lnTo>
                <a:lnTo>
                  <a:pt x="177419" y="487153"/>
                </a:lnTo>
                <a:lnTo>
                  <a:pt x="223523" y="498834"/>
                </a:lnTo>
                <a:lnTo>
                  <a:pt x="272508" y="502886"/>
                </a:lnTo>
                <a:lnTo>
                  <a:pt x="321475" y="498834"/>
                </a:lnTo>
                <a:lnTo>
                  <a:pt x="367566" y="487153"/>
                </a:lnTo>
                <a:lnTo>
                  <a:pt x="410012" y="468552"/>
                </a:lnTo>
                <a:lnTo>
                  <a:pt x="448041" y="443743"/>
                </a:lnTo>
                <a:lnTo>
                  <a:pt x="480884" y="413437"/>
                </a:lnTo>
                <a:lnTo>
                  <a:pt x="507769" y="378342"/>
                </a:lnTo>
                <a:lnTo>
                  <a:pt x="527927" y="339172"/>
                </a:lnTo>
                <a:lnTo>
                  <a:pt x="540586" y="296635"/>
                </a:lnTo>
                <a:lnTo>
                  <a:pt x="544977" y="251443"/>
                </a:lnTo>
                <a:close/>
              </a:path>
            </a:pathLst>
          </a:custGeom>
          <a:ln w="26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2291102" y="3560706"/>
            <a:ext cx="435609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0001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144745" y="3454424"/>
            <a:ext cx="545465" cy="502920"/>
          </a:xfrm>
          <a:custGeom>
            <a:avLst/>
            <a:gdLst/>
            <a:ahLst/>
            <a:cxnLst/>
            <a:rect l="l" t="t" r="r" b="b"/>
            <a:pathLst>
              <a:path w="545464" h="502920">
                <a:moveTo>
                  <a:pt x="545016" y="251443"/>
                </a:moveTo>
                <a:lnTo>
                  <a:pt x="540625" y="206219"/>
                </a:lnTo>
                <a:lnTo>
                  <a:pt x="527965" y="163666"/>
                </a:lnTo>
                <a:lnTo>
                  <a:pt x="507806" y="124490"/>
                </a:lnTo>
                <a:lnTo>
                  <a:pt x="480919" y="89400"/>
                </a:lnTo>
                <a:lnTo>
                  <a:pt x="448073" y="59103"/>
                </a:lnTo>
                <a:lnTo>
                  <a:pt x="410039" y="34307"/>
                </a:lnTo>
                <a:lnTo>
                  <a:pt x="367587" y="15719"/>
                </a:lnTo>
                <a:lnTo>
                  <a:pt x="321486" y="4047"/>
                </a:lnTo>
                <a:lnTo>
                  <a:pt x="272508" y="0"/>
                </a:lnTo>
                <a:lnTo>
                  <a:pt x="223529" y="4047"/>
                </a:lnTo>
                <a:lnTo>
                  <a:pt x="177429" y="15719"/>
                </a:lnTo>
                <a:lnTo>
                  <a:pt x="134977" y="34307"/>
                </a:lnTo>
                <a:lnTo>
                  <a:pt x="96942" y="59103"/>
                </a:lnTo>
                <a:lnTo>
                  <a:pt x="64097" y="89400"/>
                </a:lnTo>
                <a:lnTo>
                  <a:pt x="37209" y="124490"/>
                </a:lnTo>
                <a:lnTo>
                  <a:pt x="17051" y="163666"/>
                </a:lnTo>
                <a:lnTo>
                  <a:pt x="4391" y="206219"/>
                </a:lnTo>
                <a:lnTo>
                  <a:pt x="0" y="251443"/>
                </a:lnTo>
                <a:lnTo>
                  <a:pt x="4391" y="296635"/>
                </a:lnTo>
                <a:lnTo>
                  <a:pt x="17051" y="339172"/>
                </a:lnTo>
                <a:lnTo>
                  <a:pt x="37209" y="378342"/>
                </a:lnTo>
                <a:lnTo>
                  <a:pt x="64097" y="413437"/>
                </a:lnTo>
                <a:lnTo>
                  <a:pt x="96942" y="443743"/>
                </a:lnTo>
                <a:lnTo>
                  <a:pt x="134977" y="468552"/>
                </a:lnTo>
                <a:lnTo>
                  <a:pt x="177429" y="487153"/>
                </a:lnTo>
                <a:lnTo>
                  <a:pt x="223529" y="498834"/>
                </a:lnTo>
                <a:lnTo>
                  <a:pt x="272508" y="502886"/>
                </a:lnTo>
                <a:lnTo>
                  <a:pt x="321486" y="498834"/>
                </a:lnTo>
                <a:lnTo>
                  <a:pt x="367587" y="487153"/>
                </a:lnTo>
                <a:lnTo>
                  <a:pt x="410039" y="468552"/>
                </a:lnTo>
                <a:lnTo>
                  <a:pt x="448073" y="443743"/>
                </a:lnTo>
                <a:lnTo>
                  <a:pt x="480919" y="413437"/>
                </a:lnTo>
                <a:lnTo>
                  <a:pt x="507806" y="378342"/>
                </a:lnTo>
                <a:lnTo>
                  <a:pt x="527965" y="339172"/>
                </a:lnTo>
                <a:lnTo>
                  <a:pt x="540625" y="296635"/>
                </a:lnTo>
                <a:lnTo>
                  <a:pt x="545016" y="251443"/>
                </a:lnTo>
                <a:close/>
              </a:path>
            </a:pathLst>
          </a:custGeom>
          <a:ln w="26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053149" y="3454424"/>
            <a:ext cx="545465" cy="502920"/>
          </a:xfrm>
          <a:custGeom>
            <a:avLst/>
            <a:gdLst/>
            <a:ahLst/>
            <a:cxnLst/>
            <a:rect l="l" t="t" r="r" b="b"/>
            <a:pathLst>
              <a:path w="545464" h="502920">
                <a:moveTo>
                  <a:pt x="545016" y="251443"/>
                </a:moveTo>
                <a:lnTo>
                  <a:pt x="540625" y="206219"/>
                </a:lnTo>
                <a:lnTo>
                  <a:pt x="527965" y="163666"/>
                </a:lnTo>
                <a:lnTo>
                  <a:pt x="507806" y="124490"/>
                </a:lnTo>
                <a:lnTo>
                  <a:pt x="480919" y="89400"/>
                </a:lnTo>
                <a:lnTo>
                  <a:pt x="448073" y="59103"/>
                </a:lnTo>
                <a:lnTo>
                  <a:pt x="410039" y="34307"/>
                </a:lnTo>
                <a:lnTo>
                  <a:pt x="367587" y="15719"/>
                </a:lnTo>
                <a:lnTo>
                  <a:pt x="321486" y="4047"/>
                </a:lnTo>
                <a:lnTo>
                  <a:pt x="272508" y="0"/>
                </a:lnTo>
                <a:lnTo>
                  <a:pt x="223496" y="4047"/>
                </a:lnTo>
                <a:lnTo>
                  <a:pt x="177377" y="15719"/>
                </a:lnTo>
                <a:lnTo>
                  <a:pt x="134920" y="34307"/>
                </a:lnTo>
                <a:lnTo>
                  <a:pt x="96890" y="59103"/>
                </a:lnTo>
                <a:lnTo>
                  <a:pt x="64054" y="89400"/>
                </a:lnTo>
                <a:lnTo>
                  <a:pt x="37181" y="124490"/>
                </a:lnTo>
                <a:lnTo>
                  <a:pt x="17036" y="163666"/>
                </a:lnTo>
                <a:lnTo>
                  <a:pt x="4386" y="206219"/>
                </a:lnTo>
                <a:lnTo>
                  <a:pt x="0" y="251443"/>
                </a:lnTo>
                <a:lnTo>
                  <a:pt x="4386" y="296635"/>
                </a:lnTo>
                <a:lnTo>
                  <a:pt x="17036" y="339172"/>
                </a:lnTo>
                <a:lnTo>
                  <a:pt x="37181" y="378342"/>
                </a:lnTo>
                <a:lnTo>
                  <a:pt x="64054" y="413437"/>
                </a:lnTo>
                <a:lnTo>
                  <a:pt x="96890" y="443743"/>
                </a:lnTo>
                <a:lnTo>
                  <a:pt x="134920" y="468552"/>
                </a:lnTo>
                <a:lnTo>
                  <a:pt x="177377" y="487153"/>
                </a:lnTo>
                <a:lnTo>
                  <a:pt x="223496" y="498834"/>
                </a:lnTo>
                <a:lnTo>
                  <a:pt x="272508" y="502886"/>
                </a:lnTo>
                <a:lnTo>
                  <a:pt x="321486" y="498834"/>
                </a:lnTo>
                <a:lnTo>
                  <a:pt x="367587" y="487153"/>
                </a:lnTo>
                <a:lnTo>
                  <a:pt x="410039" y="468552"/>
                </a:lnTo>
                <a:lnTo>
                  <a:pt x="448073" y="443743"/>
                </a:lnTo>
                <a:lnTo>
                  <a:pt x="480919" y="413437"/>
                </a:lnTo>
                <a:lnTo>
                  <a:pt x="507806" y="378342"/>
                </a:lnTo>
                <a:lnTo>
                  <a:pt x="527965" y="339172"/>
                </a:lnTo>
                <a:lnTo>
                  <a:pt x="540625" y="296635"/>
                </a:lnTo>
                <a:lnTo>
                  <a:pt x="545016" y="251443"/>
                </a:lnTo>
                <a:close/>
              </a:path>
            </a:pathLst>
          </a:custGeom>
          <a:ln w="26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4107871" y="3560706"/>
            <a:ext cx="435609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0011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5871238" y="4310584"/>
            <a:ext cx="545465" cy="502920"/>
          </a:xfrm>
          <a:custGeom>
            <a:avLst/>
            <a:gdLst/>
            <a:ahLst/>
            <a:cxnLst/>
            <a:rect l="l" t="t" r="r" b="b"/>
            <a:pathLst>
              <a:path w="545464" h="502920">
                <a:moveTo>
                  <a:pt x="545016" y="251443"/>
                </a:moveTo>
                <a:lnTo>
                  <a:pt x="540625" y="206250"/>
                </a:lnTo>
                <a:lnTo>
                  <a:pt x="527965" y="163713"/>
                </a:lnTo>
                <a:lnTo>
                  <a:pt x="507806" y="124543"/>
                </a:lnTo>
                <a:lnTo>
                  <a:pt x="480919" y="89449"/>
                </a:lnTo>
                <a:lnTo>
                  <a:pt x="448073" y="59142"/>
                </a:lnTo>
                <a:lnTo>
                  <a:pt x="410039" y="34333"/>
                </a:lnTo>
                <a:lnTo>
                  <a:pt x="367587" y="15733"/>
                </a:lnTo>
                <a:lnTo>
                  <a:pt x="321486" y="4051"/>
                </a:lnTo>
                <a:lnTo>
                  <a:pt x="272508" y="0"/>
                </a:lnTo>
                <a:lnTo>
                  <a:pt x="223496" y="4051"/>
                </a:lnTo>
                <a:lnTo>
                  <a:pt x="177377" y="15733"/>
                </a:lnTo>
                <a:lnTo>
                  <a:pt x="134920" y="34333"/>
                </a:lnTo>
                <a:lnTo>
                  <a:pt x="96890" y="59142"/>
                </a:lnTo>
                <a:lnTo>
                  <a:pt x="64054" y="89449"/>
                </a:lnTo>
                <a:lnTo>
                  <a:pt x="37181" y="124543"/>
                </a:lnTo>
                <a:lnTo>
                  <a:pt x="17036" y="163713"/>
                </a:lnTo>
                <a:lnTo>
                  <a:pt x="4386" y="206250"/>
                </a:lnTo>
                <a:lnTo>
                  <a:pt x="0" y="251443"/>
                </a:lnTo>
                <a:lnTo>
                  <a:pt x="4386" y="296635"/>
                </a:lnTo>
                <a:lnTo>
                  <a:pt x="17036" y="339172"/>
                </a:lnTo>
                <a:lnTo>
                  <a:pt x="37181" y="378342"/>
                </a:lnTo>
                <a:lnTo>
                  <a:pt x="64054" y="413437"/>
                </a:lnTo>
                <a:lnTo>
                  <a:pt x="96890" y="443743"/>
                </a:lnTo>
                <a:lnTo>
                  <a:pt x="134920" y="468552"/>
                </a:lnTo>
                <a:lnTo>
                  <a:pt x="177377" y="487153"/>
                </a:lnTo>
                <a:lnTo>
                  <a:pt x="223496" y="498834"/>
                </a:lnTo>
                <a:lnTo>
                  <a:pt x="272508" y="502886"/>
                </a:lnTo>
                <a:lnTo>
                  <a:pt x="321486" y="498834"/>
                </a:lnTo>
                <a:lnTo>
                  <a:pt x="367587" y="487153"/>
                </a:lnTo>
                <a:lnTo>
                  <a:pt x="410039" y="468552"/>
                </a:lnTo>
                <a:lnTo>
                  <a:pt x="448073" y="443743"/>
                </a:lnTo>
                <a:lnTo>
                  <a:pt x="480919" y="413437"/>
                </a:lnTo>
                <a:lnTo>
                  <a:pt x="507806" y="378342"/>
                </a:lnTo>
                <a:lnTo>
                  <a:pt x="527965" y="339172"/>
                </a:lnTo>
                <a:lnTo>
                  <a:pt x="540625" y="296635"/>
                </a:lnTo>
                <a:lnTo>
                  <a:pt x="545016" y="251443"/>
                </a:lnTo>
                <a:close/>
              </a:path>
            </a:pathLst>
          </a:custGeom>
          <a:ln w="26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5925959" y="4416866"/>
            <a:ext cx="435609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1100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328028" y="5148768"/>
            <a:ext cx="545465" cy="502920"/>
          </a:xfrm>
          <a:custGeom>
            <a:avLst/>
            <a:gdLst/>
            <a:ahLst/>
            <a:cxnLst/>
            <a:rect l="l" t="t" r="r" b="b"/>
            <a:pathLst>
              <a:path w="545464" h="502920">
                <a:moveTo>
                  <a:pt x="545016" y="251443"/>
                </a:moveTo>
                <a:lnTo>
                  <a:pt x="540625" y="206250"/>
                </a:lnTo>
                <a:lnTo>
                  <a:pt x="527966" y="163713"/>
                </a:lnTo>
                <a:lnTo>
                  <a:pt x="507809" y="124543"/>
                </a:lnTo>
                <a:lnTo>
                  <a:pt x="480923" y="89449"/>
                </a:lnTo>
                <a:lnTo>
                  <a:pt x="448078" y="59142"/>
                </a:lnTo>
                <a:lnTo>
                  <a:pt x="410045" y="34333"/>
                </a:lnTo>
                <a:lnTo>
                  <a:pt x="367592" y="15733"/>
                </a:lnTo>
                <a:lnTo>
                  <a:pt x="321489" y="4051"/>
                </a:lnTo>
                <a:lnTo>
                  <a:pt x="272508" y="0"/>
                </a:lnTo>
                <a:lnTo>
                  <a:pt x="223523" y="4051"/>
                </a:lnTo>
                <a:lnTo>
                  <a:pt x="177419" y="15733"/>
                </a:lnTo>
                <a:lnTo>
                  <a:pt x="134965" y="34333"/>
                </a:lnTo>
                <a:lnTo>
                  <a:pt x="96932" y="59142"/>
                </a:lnTo>
                <a:lnTo>
                  <a:pt x="64088" y="89449"/>
                </a:lnTo>
                <a:lnTo>
                  <a:pt x="37204" y="124543"/>
                </a:lnTo>
                <a:lnTo>
                  <a:pt x="17048" y="163713"/>
                </a:lnTo>
                <a:lnTo>
                  <a:pt x="4390" y="206250"/>
                </a:lnTo>
                <a:lnTo>
                  <a:pt x="0" y="251443"/>
                </a:lnTo>
                <a:lnTo>
                  <a:pt x="4390" y="296638"/>
                </a:lnTo>
                <a:lnTo>
                  <a:pt x="17048" y="339175"/>
                </a:lnTo>
                <a:lnTo>
                  <a:pt x="37204" y="378345"/>
                </a:lnTo>
                <a:lnTo>
                  <a:pt x="64088" y="413436"/>
                </a:lnTo>
                <a:lnTo>
                  <a:pt x="96932" y="443740"/>
                </a:lnTo>
                <a:lnTo>
                  <a:pt x="134965" y="468546"/>
                </a:lnTo>
                <a:lnTo>
                  <a:pt x="177419" y="487144"/>
                </a:lnTo>
                <a:lnTo>
                  <a:pt x="223523" y="498823"/>
                </a:lnTo>
                <a:lnTo>
                  <a:pt x="272508" y="502874"/>
                </a:lnTo>
                <a:lnTo>
                  <a:pt x="321489" y="498823"/>
                </a:lnTo>
                <a:lnTo>
                  <a:pt x="367592" y="487144"/>
                </a:lnTo>
                <a:lnTo>
                  <a:pt x="410045" y="468546"/>
                </a:lnTo>
                <a:lnTo>
                  <a:pt x="448078" y="443740"/>
                </a:lnTo>
                <a:lnTo>
                  <a:pt x="480923" y="413436"/>
                </a:lnTo>
                <a:lnTo>
                  <a:pt x="507809" y="378345"/>
                </a:lnTo>
                <a:lnTo>
                  <a:pt x="527966" y="339175"/>
                </a:lnTo>
                <a:lnTo>
                  <a:pt x="540625" y="296638"/>
                </a:lnTo>
                <a:lnTo>
                  <a:pt x="545016" y="251443"/>
                </a:lnTo>
                <a:close/>
              </a:path>
            </a:pathLst>
          </a:custGeom>
          <a:ln w="26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236380" y="5148768"/>
            <a:ext cx="545465" cy="502920"/>
          </a:xfrm>
          <a:custGeom>
            <a:avLst/>
            <a:gdLst/>
            <a:ahLst/>
            <a:cxnLst/>
            <a:rect l="l" t="t" r="r" b="b"/>
            <a:pathLst>
              <a:path w="545464" h="502920">
                <a:moveTo>
                  <a:pt x="544977" y="251443"/>
                </a:moveTo>
                <a:lnTo>
                  <a:pt x="540586" y="206250"/>
                </a:lnTo>
                <a:lnTo>
                  <a:pt x="527927" y="163713"/>
                </a:lnTo>
                <a:lnTo>
                  <a:pt x="507769" y="124543"/>
                </a:lnTo>
                <a:lnTo>
                  <a:pt x="480884" y="89449"/>
                </a:lnTo>
                <a:lnTo>
                  <a:pt x="448041" y="59142"/>
                </a:lnTo>
                <a:lnTo>
                  <a:pt x="410012" y="34333"/>
                </a:lnTo>
                <a:lnTo>
                  <a:pt x="367566" y="15733"/>
                </a:lnTo>
                <a:lnTo>
                  <a:pt x="321475" y="4051"/>
                </a:lnTo>
                <a:lnTo>
                  <a:pt x="272508" y="0"/>
                </a:lnTo>
                <a:lnTo>
                  <a:pt x="223523" y="4051"/>
                </a:lnTo>
                <a:lnTo>
                  <a:pt x="177419" y="15733"/>
                </a:lnTo>
                <a:lnTo>
                  <a:pt x="134965" y="34333"/>
                </a:lnTo>
                <a:lnTo>
                  <a:pt x="96932" y="59142"/>
                </a:lnTo>
                <a:lnTo>
                  <a:pt x="64088" y="89449"/>
                </a:lnTo>
                <a:lnTo>
                  <a:pt x="37204" y="124543"/>
                </a:lnTo>
                <a:lnTo>
                  <a:pt x="17048" y="163713"/>
                </a:lnTo>
                <a:lnTo>
                  <a:pt x="4390" y="206250"/>
                </a:lnTo>
                <a:lnTo>
                  <a:pt x="0" y="251443"/>
                </a:lnTo>
                <a:lnTo>
                  <a:pt x="4390" y="296638"/>
                </a:lnTo>
                <a:lnTo>
                  <a:pt x="17048" y="339175"/>
                </a:lnTo>
                <a:lnTo>
                  <a:pt x="37204" y="378345"/>
                </a:lnTo>
                <a:lnTo>
                  <a:pt x="64088" y="413436"/>
                </a:lnTo>
                <a:lnTo>
                  <a:pt x="96932" y="443740"/>
                </a:lnTo>
                <a:lnTo>
                  <a:pt x="134965" y="468546"/>
                </a:lnTo>
                <a:lnTo>
                  <a:pt x="177419" y="487144"/>
                </a:lnTo>
                <a:lnTo>
                  <a:pt x="223523" y="498823"/>
                </a:lnTo>
                <a:lnTo>
                  <a:pt x="272508" y="502874"/>
                </a:lnTo>
                <a:lnTo>
                  <a:pt x="321475" y="498823"/>
                </a:lnTo>
                <a:lnTo>
                  <a:pt x="367566" y="487144"/>
                </a:lnTo>
                <a:lnTo>
                  <a:pt x="410012" y="468546"/>
                </a:lnTo>
                <a:lnTo>
                  <a:pt x="448041" y="443740"/>
                </a:lnTo>
                <a:lnTo>
                  <a:pt x="480884" y="413436"/>
                </a:lnTo>
                <a:lnTo>
                  <a:pt x="507769" y="378345"/>
                </a:lnTo>
                <a:lnTo>
                  <a:pt x="527927" y="339175"/>
                </a:lnTo>
                <a:lnTo>
                  <a:pt x="540586" y="296638"/>
                </a:lnTo>
                <a:lnTo>
                  <a:pt x="544977" y="251443"/>
                </a:lnTo>
                <a:close/>
              </a:path>
            </a:pathLst>
          </a:custGeom>
          <a:ln w="26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2291102" y="5255050"/>
            <a:ext cx="435609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0111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3144745" y="5148768"/>
            <a:ext cx="545465" cy="502920"/>
          </a:xfrm>
          <a:custGeom>
            <a:avLst/>
            <a:gdLst/>
            <a:ahLst/>
            <a:cxnLst/>
            <a:rect l="l" t="t" r="r" b="b"/>
            <a:pathLst>
              <a:path w="545464" h="502920">
                <a:moveTo>
                  <a:pt x="545016" y="251443"/>
                </a:moveTo>
                <a:lnTo>
                  <a:pt x="540625" y="206250"/>
                </a:lnTo>
                <a:lnTo>
                  <a:pt x="527965" y="163713"/>
                </a:lnTo>
                <a:lnTo>
                  <a:pt x="507806" y="124543"/>
                </a:lnTo>
                <a:lnTo>
                  <a:pt x="480919" y="89449"/>
                </a:lnTo>
                <a:lnTo>
                  <a:pt x="448073" y="59142"/>
                </a:lnTo>
                <a:lnTo>
                  <a:pt x="410039" y="34333"/>
                </a:lnTo>
                <a:lnTo>
                  <a:pt x="367587" y="15733"/>
                </a:lnTo>
                <a:lnTo>
                  <a:pt x="321486" y="4051"/>
                </a:lnTo>
                <a:lnTo>
                  <a:pt x="272508" y="0"/>
                </a:lnTo>
                <a:lnTo>
                  <a:pt x="223529" y="4051"/>
                </a:lnTo>
                <a:lnTo>
                  <a:pt x="177429" y="15733"/>
                </a:lnTo>
                <a:lnTo>
                  <a:pt x="134977" y="34333"/>
                </a:lnTo>
                <a:lnTo>
                  <a:pt x="96942" y="59142"/>
                </a:lnTo>
                <a:lnTo>
                  <a:pt x="64097" y="89449"/>
                </a:lnTo>
                <a:lnTo>
                  <a:pt x="37209" y="124543"/>
                </a:lnTo>
                <a:lnTo>
                  <a:pt x="17051" y="163713"/>
                </a:lnTo>
                <a:lnTo>
                  <a:pt x="4391" y="206250"/>
                </a:lnTo>
                <a:lnTo>
                  <a:pt x="0" y="251443"/>
                </a:lnTo>
                <a:lnTo>
                  <a:pt x="4391" y="296638"/>
                </a:lnTo>
                <a:lnTo>
                  <a:pt x="17051" y="339175"/>
                </a:lnTo>
                <a:lnTo>
                  <a:pt x="37209" y="378345"/>
                </a:lnTo>
                <a:lnTo>
                  <a:pt x="64097" y="413436"/>
                </a:lnTo>
                <a:lnTo>
                  <a:pt x="96942" y="443740"/>
                </a:lnTo>
                <a:lnTo>
                  <a:pt x="134977" y="468546"/>
                </a:lnTo>
                <a:lnTo>
                  <a:pt x="177429" y="487144"/>
                </a:lnTo>
                <a:lnTo>
                  <a:pt x="223529" y="498823"/>
                </a:lnTo>
                <a:lnTo>
                  <a:pt x="272508" y="502874"/>
                </a:lnTo>
                <a:lnTo>
                  <a:pt x="321486" y="498823"/>
                </a:lnTo>
                <a:lnTo>
                  <a:pt x="367587" y="487144"/>
                </a:lnTo>
                <a:lnTo>
                  <a:pt x="410039" y="468546"/>
                </a:lnTo>
                <a:lnTo>
                  <a:pt x="448073" y="443740"/>
                </a:lnTo>
                <a:lnTo>
                  <a:pt x="480919" y="413436"/>
                </a:lnTo>
                <a:lnTo>
                  <a:pt x="507806" y="378345"/>
                </a:lnTo>
                <a:lnTo>
                  <a:pt x="527965" y="339175"/>
                </a:lnTo>
                <a:lnTo>
                  <a:pt x="540625" y="296638"/>
                </a:lnTo>
                <a:lnTo>
                  <a:pt x="545016" y="251443"/>
                </a:lnTo>
                <a:close/>
              </a:path>
            </a:pathLst>
          </a:custGeom>
          <a:ln w="26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3199467" y="5255050"/>
            <a:ext cx="435609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0110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4053149" y="5148768"/>
            <a:ext cx="545465" cy="502920"/>
          </a:xfrm>
          <a:custGeom>
            <a:avLst/>
            <a:gdLst/>
            <a:ahLst/>
            <a:cxnLst/>
            <a:rect l="l" t="t" r="r" b="b"/>
            <a:pathLst>
              <a:path w="545464" h="502920">
                <a:moveTo>
                  <a:pt x="545016" y="251443"/>
                </a:moveTo>
                <a:lnTo>
                  <a:pt x="540625" y="206250"/>
                </a:lnTo>
                <a:lnTo>
                  <a:pt x="527965" y="163713"/>
                </a:lnTo>
                <a:lnTo>
                  <a:pt x="507806" y="124543"/>
                </a:lnTo>
                <a:lnTo>
                  <a:pt x="480919" y="89449"/>
                </a:lnTo>
                <a:lnTo>
                  <a:pt x="448073" y="59142"/>
                </a:lnTo>
                <a:lnTo>
                  <a:pt x="410039" y="34333"/>
                </a:lnTo>
                <a:lnTo>
                  <a:pt x="367587" y="15733"/>
                </a:lnTo>
                <a:lnTo>
                  <a:pt x="321486" y="4051"/>
                </a:lnTo>
                <a:lnTo>
                  <a:pt x="272508" y="0"/>
                </a:lnTo>
                <a:lnTo>
                  <a:pt x="223496" y="4051"/>
                </a:lnTo>
                <a:lnTo>
                  <a:pt x="177377" y="15733"/>
                </a:lnTo>
                <a:lnTo>
                  <a:pt x="134920" y="34333"/>
                </a:lnTo>
                <a:lnTo>
                  <a:pt x="96890" y="59142"/>
                </a:lnTo>
                <a:lnTo>
                  <a:pt x="64054" y="89449"/>
                </a:lnTo>
                <a:lnTo>
                  <a:pt x="37181" y="124543"/>
                </a:lnTo>
                <a:lnTo>
                  <a:pt x="17036" y="163713"/>
                </a:lnTo>
                <a:lnTo>
                  <a:pt x="4386" y="206250"/>
                </a:lnTo>
                <a:lnTo>
                  <a:pt x="0" y="251443"/>
                </a:lnTo>
                <a:lnTo>
                  <a:pt x="4386" y="296638"/>
                </a:lnTo>
                <a:lnTo>
                  <a:pt x="17036" y="339175"/>
                </a:lnTo>
                <a:lnTo>
                  <a:pt x="37181" y="378345"/>
                </a:lnTo>
                <a:lnTo>
                  <a:pt x="64054" y="413436"/>
                </a:lnTo>
                <a:lnTo>
                  <a:pt x="96890" y="443740"/>
                </a:lnTo>
                <a:lnTo>
                  <a:pt x="134920" y="468546"/>
                </a:lnTo>
                <a:lnTo>
                  <a:pt x="177377" y="487144"/>
                </a:lnTo>
                <a:lnTo>
                  <a:pt x="223496" y="498823"/>
                </a:lnTo>
                <a:lnTo>
                  <a:pt x="272508" y="502874"/>
                </a:lnTo>
                <a:lnTo>
                  <a:pt x="321486" y="498823"/>
                </a:lnTo>
                <a:lnTo>
                  <a:pt x="367587" y="487144"/>
                </a:lnTo>
                <a:lnTo>
                  <a:pt x="410039" y="468546"/>
                </a:lnTo>
                <a:lnTo>
                  <a:pt x="448073" y="443740"/>
                </a:lnTo>
                <a:lnTo>
                  <a:pt x="480919" y="413436"/>
                </a:lnTo>
                <a:lnTo>
                  <a:pt x="507806" y="378345"/>
                </a:lnTo>
                <a:lnTo>
                  <a:pt x="527965" y="339175"/>
                </a:lnTo>
                <a:lnTo>
                  <a:pt x="540625" y="296638"/>
                </a:lnTo>
                <a:lnTo>
                  <a:pt x="545016" y="251443"/>
                </a:lnTo>
                <a:close/>
              </a:path>
            </a:pathLst>
          </a:custGeom>
          <a:ln w="26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4107871" y="5255050"/>
            <a:ext cx="435609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0101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4961424" y="4318982"/>
            <a:ext cx="545465" cy="502920"/>
          </a:xfrm>
          <a:custGeom>
            <a:avLst/>
            <a:gdLst/>
            <a:ahLst/>
            <a:cxnLst/>
            <a:rect l="l" t="t" r="r" b="b"/>
            <a:pathLst>
              <a:path w="545464" h="502920">
                <a:moveTo>
                  <a:pt x="545016" y="251443"/>
                </a:moveTo>
                <a:lnTo>
                  <a:pt x="540625" y="206250"/>
                </a:lnTo>
                <a:lnTo>
                  <a:pt x="527965" y="163713"/>
                </a:lnTo>
                <a:lnTo>
                  <a:pt x="507806" y="124543"/>
                </a:lnTo>
                <a:lnTo>
                  <a:pt x="480919" y="89449"/>
                </a:lnTo>
                <a:lnTo>
                  <a:pt x="448073" y="59142"/>
                </a:lnTo>
                <a:lnTo>
                  <a:pt x="410039" y="34333"/>
                </a:lnTo>
                <a:lnTo>
                  <a:pt x="367587" y="15733"/>
                </a:lnTo>
                <a:lnTo>
                  <a:pt x="321486" y="4051"/>
                </a:lnTo>
                <a:lnTo>
                  <a:pt x="272508" y="0"/>
                </a:lnTo>
                <a:lnTo>
                  <a:pt x="223529" y="4051"/>
                </a:lnTo>
                <a:lnTo>
                  <a:pt x="177429" y="15733"/>
                </a:lnTo>
                <a:lnTo>
                  <a:pt x="134977" y="34333"/>
                </a:lnTo>
                <a:lnTo>
                  <a:pt x="96942" y="59142"/>
                </a:lnTo>
                <a:lnTo>
                  <a:pt x="64097" y="89449"/>
                </a:lnTo>
                <a:lnTo>
                  <a:pt x="37209" y="124543"/>
                </a:lnTo>
                <a:lnTo>
                  <a:pt x="17051" y="163713"/>
                </a:lnTo>
                <a:lnTo>
                  <a:pt x="4391" y="206250"/>
                </a:lnTo>
                <a:lnTo>
                  <a:pt x="0" y="251443"/>
                </a:lnTo>
                <a:lnTo>
                  <a:pt x="4391" y="296635"/>
                </a:lnTo>
                <a:lnTo>
                  <a:pt x="17051" y="339172"/>
                </a:lnTo>
                <a:lnTo>
                  <a:pt x="37209" y="378342"/>
                </a:lnTo>
                <a:lnTo>
                  <a:pt x="64097" y="413437"/>
                </a:lnTo>
                <a:lnTo>
                  <a:pt x="96942" y="443743"/>
                </a:lnTo>
                <a:lnTo>
                  <a:pt x="134977" y="468552"/>
                </a:lnTo>
                <a:lnTo>
                  <a:pt x="177429" y="487153"/>
                </a:lnTo>
                <a:lnTo>
                  <a:pt x="223529" y="498834"/>
                </a:lnTo>
                <a:lnTo>
                  <a:pt x="272508" y="502886"/>
                </a:lnTo>
                <a:lnTo>
                  <a:pt x="321486" y="498834"/>
                </a:lnTo>
                <a:lnTo>
                  <a:pt x="367587" y="487153"/>
                </a:lnTo>
                <a:lnTo>
                  <a:pt x="410039" y="468552"/>
                </a:lnTo>
                <a:lnTo>
                  <a:pt x="448073" y="443743"/>
                </a:lnTo>
                <a:lnTo>
                  <a:pt x="480919" y="413437"/>
                </a:lnTo>
                <a:lnTo>
                  <a:pt x="507806" y="378342"/>
                </a:lnTo>
                <a:lnTo>
                  <a:pt x="527965" y="339172"/>
                </a:lnTo>
                <a:lnTo>
                  <a:pt x="540625" y="296635"/>
                </a:lnTo>
                <a:lnTo>
                  <a:pt x="545016" y="251443"/>
                </a:lnTo>
                <a:close/>
              </a:path>
            </a:pathLst>
          </a:custGeom>
          <a:ln w="26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5016146" y="4425263"/>
            <a:ext cx="435609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1101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328028" y="4292489"/>
            <a:ext cx="545465" cy="502920"/>
          </a:xfrm>
          <a:custGeom>
            <a:avLst/>
            <a:gdLst/>
            <a:ahLst/>
            <a:cxnLst/>
            <a:rect l="l" t="t" r="r" b="b"/>
            <a:pathLst>
              <a:path w="545464" h="502920">
                <a:moveTo>
                  <a:pt x="545016" y="251443"/>
                </a:moveTo>
                <a:lnTo>
                  <a:pt x="540625" y="206250"/>
                </a:lnTo>
                <a:lnTo>
                  <a:pt x="527966" y="163713"/>
                </a:lnTo>
                <a:lnTo>
                  <a:pt x="507809" y="124543"/>
                </a:lnTo>
                <a:lnTo>
                  <a:pt x="480923" y="89449"/>
                </a:lnTo>
                <a:lnTo>
                  <a:pt x="448078" y="59142"/>
                </a:lnTo>
                <a:lnTo>
                  <a:pt x="410045" y="34333"/>
                </a:lnTo>
                <a:lnTo>
                  <a:pt x="367592" y="15733"/>
                </a:lnTo>
                <a:lnTo>
                  <a:pt x="321489" y="4051"/>
                </a:lnTo>
                <a:lnTo>
                  <a:pt x="272508" y="0"/>
                </a:lnTo>
                <a:lnTo>
                  <a:pt x="223523" y="4051"/>
                </a:lnTo>
                <a:lnTo>
                  <a:pt x="177419" y="15733"/>
                </a:lnTo>
                <a:lnTo>
                  <a:pt x="134965" y="34333"/>
                </a:lnTo>
                <a:lnTo>
                  <a:pt x="96932" y="59142"/>
                </a:lnTo>
                <a:lnTo>
                  <a:pt x="64088" y="89449"/>
                </a:lnTo>
                <a:lnTo>
                  <a:pt x="37204" y="124543"/>
                </a:lnTo>
                <a:lnTo>
                  <a:pt x="17048" y="163713"/>
                </a:lnTo>
                <a:lnTo>
                  <a:pt x="4390" y="206250"/>
                </a:lnTo>
                <a:lnTo>
                  <a:pt x="0" y="251443"/>
                </a:lnTo>
                <a:lnTo>
                  <a:pt x="4390" y="296635"/>
                </a:lnTo>
                <a:lnTo>
                  <a:pt x="17048" y="339172"/>
                </a:lnTo>
                <a:lnTo>
                  <a:pt x="37204" y="378342"/>
                </a:lnTo>
                <a:lnTo>
                  <a:pt x="64088" y="413437"/>
                </a:lnTo>
                <a:lnTo>
                  <a:pt x="96932" y="443743"/>
                </a:lnTo>
                <a:lnTo>
                  <a:pt x="134965" y="468552"/>
                </a:lnTo>
                <a:lnTo>
                  <a:pt x="177419" y="487153"/>
                </a:lnTo>
                <a:lnTo>
                  <a:pt x="223523" y="498834"/>
                </a:lnTo>
                <a:lnTo>
                  <a:pt x="272508" y="502886"/>
                </a:lnTo>
                <a:lnTo>
                  <a:pt x="321489" y="498834"/>
                </a:lnTo>
                <a:lnTo>
                  <a:pt x="367592" y="487153"/>
                </a:lnTo>
                <a:lnTo>
                  <a:pt x="410045" y="468552"/>
                </a:lnTo>
                <a:lnTo>
                  <a:pt x="448078" y="443743"/>
                </a:lnTo>
                <a:lnTo>
                  <a:pt x="480923" y="413437"/>
                </a:lnTo>
                <a:lnTo>
                  <a:pt x="507809" y="378342"/>
                </a:lnTo>
                <a:lnTo>
                  <a:pt x="527966" y="339172"/>
                </a:lnTo>
                <a:lnTo>
                  <a:pt x="540625" y="296635"/>
                </a:lnTo>
                <a:lnTo>
                  <a:pt x="545016" y="251443"/>
                </a:lnTo>
                <a:close/>
              </a:path>
            </a:pathLst>
          </a:custGeom>
          <a:ln w="26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055841" y="4292489"/>
            <a:ext cx="545465" cy="502920"/>
          </a:xfrm>
          <a:custGeom>
            <a:avLst/>
            <a:gdLst/>
            <a:ahLst/>
            <a:cxnLst/>
            <a:rect l="l" t="t" r="r" b="b"/>
            <a:pathLst>
              <a:path w="545464" h="502920">
                <a:moveTo>
                  <a:pt x="545016" y="251443"/>
                </a:moveTo>
                <a:lnTo>
                  <a:pt x="540625" y="206250"/>
                </a:lnTo>
                <a:lnTo>
                  <a:pt x="527965" y="163713"/>
                </a:lnTo>
                <a:lnTo>
                  <a:pt x="507806" y="124543"/>
                </a:lnTo>
                <a:lnTo>
                  <a:pt x="480919" y="89449"/>
                </a:lnTo>
                <a:lnTo>
                  <a:pt x="448073" y="59142"/>
                </a:lnTo>
                <a:lnTo>
                  <a:pt x="410039" y="34333"/>
                </a:lnTo>
                <a:lnTo>
                  <a:pt x="367587" y="15733"/>
                </a:lnTo>
                <a:lnTo>
                  <a:pt x="321486" y="4051"/>
                </a:lnTo>
                <a:lnTo>
                  <a:pt x="272508" y="0"/>
                </a:lnTo>
                <a:lnTo>
                  <a:pt x="223529" y="4051"/>
                </a:lnTo>
                <a:lnTo>
                  <a:pt x="177429" y="15733"/>
                </a:lnTo>
                <a:lnTo>
                  <a:pt x="134977" y="34333"/>
                </a:lnTo>
                <a:lnTo>
                  <a:pt x="96942" y="59142"/>
                </a:lnTo>
                <a:lnTo>
                  <a:pt x="64097" y="89449"/>
                </a:lnTo>
                <a:lnTo>
                  <a:pt x="37209" y="124543"/>
                </a:lnTo>
                <a:lnTo>
                  <a:pt x="17051" y="163713"/>
                </a:lnTo>
                <a:lnTo>
                  <a:pt x="4391" y="206250"/>
                </a:lnTo>
                <a:lnTo>
                  <a:pt x="0" y="251443"/>
                </a:lnTo>
                <a:lnTo>
                  <a:pt x="4391" y="296635"/>
                </a:lnTo>
                <a:lnTo>
                  <a:pt x="17051" y="339172"/>
                </a:lnTo>
                <a:lnTo>
                  <a:pt x="37209" y="378342"/>
                </a:lnTo>
                <a:lnTo>
                  <a:pt x="64097" y="413437"/>
                </a:lnTo>
                <a:lnTo>
                  <a:pt x="96942" y="443743"/>
                </a:lnTo>
                <a:lnTo>
                  <a:pt x="134977" y="468552"/>
                </a:lnTo>
                <a:lnTo>
                  <a:pt x="177429" y="487153"/>
                </a:lnTo>
                <a:lnTo>
                  <a:pt x="223529" y="498834"/>
                </a:lnTo>
                <a:lnTo>
                  <a:pt x="272508" y="502886"/>
                </a:lnTo>
                <a:lnTo>
                  <a:pt x="321486" y="498834"/>
                </a:lnTo>
                <a:lnTo>
                  <a:pt x="367587" y="487153"/>
                </a:lnTo>
                <a:lnTo>
                  <a:pt x="410039" y="468552"/>
                </a:lnTo>
                <a:lnTo>
                  <a:pt x="448073" y="443743"/>
                </a:lnTo>
                <a:lnTo>
                  <a:pt x="480919" y="413437"/>
                </a:lnTo>
                <a:lnTo>
                  <a:pt x="507806" y="378342"/>
                </a:lnTo>
                <a:lnTo>
                  <a:pt x="527965" y="339172"/>
                </a:lnTo>
                <a:lnTo>
                  <a:pt x="540625" y="296635"/>
                </a:lnTo>
                <a:lnTo>
                  <a:pt x="545016" y="251443"/>
                </a:lnTo>
                <a:close/>
              </a:path>
            </a:pathLst>
          </a:custGeom>
          <a:ln w="26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4110563" y="4398771"/>
            <a:ext cx="435609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0100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237777" y="2625939"/>
            <a:ext cx="545465" cy="502920"/>
          </a:xfrm>
          <a:custGeom>
            <a:avLst/>
            <a:gdLst/>
            <a:ahLst/>
            <a:cxnLst/>
            <a:rect l="l" t="t" r="r" b="b"/>
            <a:pathLst>
              <a:path w="545464" h="502919">
                <a:moveTo>
                  <a:pt x="544990" y="251443"/>
                </a:moveTo>
                <a:lnTo>
                  <a:pt x="540599" y="206250"/>
                </a:lnTo>
                <a:lnTo>
                  <a:pt x="527939" y="163713"/>
                </a:lnTo>
                <a:lnTo>
                  <a:pt x="507780" y="124543"/>
                </a:lnTo>
                <a:lnTo>
                  <a:pt x="480893" y="89449"/>
                </a:lnTo>
                <a:lnTo>
                  <a:pt x="448047" y="59142"/>
                </a:lnTo>
                <a:lnTo>
                  <a:pt x="410013" y="34333"/>
                </a:lnTo>
                <a:lnTo>
                  <a:pt x="367561" y="15733"/>
                </a:lnTo>
                <a:lnTo>
                  <a:pt x="321460" y="4051"/>
                </a:lnTo>
                <a:lnTo>
                  <a:pt x="272482" y="0"/>
                </a:lnTo>
                <a:lnTo>
                  <a:pt x="223505" y="4051"/>
                </a:lnTo>
                <a:lnTo>
                  <a:pt x="177407" y="15733"/>
                </a:lnTo>
                <a:lnTo>
                  <a:pt x="134958" y="34333"/>
                </a:lnTo>
                <a:lnTo>
                  <a:pt x="96927" y="59142"/>
                </a:lnTo>
                <a:lnTo>
                  <a:pt x="64086" y="89449"/>
                </a:lnTo>
                <a:lnTo>
                  <a:pt x="37203" y="124543"/>
                </a:lnTo>
                <a:lnTo>
                  <a:pt x="17047" y="163713"/>
                </a:lnTo>
                <a:lnTo>
                  <a:pt x="4390" y="206250"/>
                </a:lnTo>
                <a:lnTo>
                  <a:pt x="0" y="251443"/>
                </a:lnTo>
                <a:lnTo>
                  <a:pt x="4390" y="296635"/>
                </a:lnTo>
                <a:lnTo>
                  <a:pt x="17047" y="339172"/>
                </a:lnTo>
                <a:lnTo>
                  <a:pt x="37203" y="378342"/>
                </a:lnTo>
                <a:lnTo>
                  <a:pt x="64086" y="413437"/>
                </a:lnTo>
                <a:lnTo>
                  <a:pt x="96928" y="443743"/>
                </a:lnTo>
                <a:lnTo>
                  <a:pt x="134958" y="468552"/>
                </a:lnTo>
                <a:lnTo>
                  <a:pt x="177407" y="487153"/>
                </a:lnTo>
                <a:lnTo>
                  <a:pt x="223505" y="498834"/>
                </a:lnTo>
                <a:lnTo>
                  <a:pt x="272482" y="502886"/>
                </a:lnTo>
                <a:lnTo>
                  <a:pt x="321460" y="498834"/>
                </a:lnTo>
                <a:lnTo>
                  <a:pt x="367561" y="487153"/>
                </a:lnTo>
                <a:lnTo>
                  <a:pt x="410013" y="468552"/>
                </a:lnTo>
                <a:lnTo>
                  <a:pt x="448047" y="443743"/>
                </a:lnTo>
                <a:lnTo>
                  <a:pt x="480893" y="413437"/>
                </a:lnTo>
                <a:lnTo>
                  <a:pt x="507780" y="378342"/>
                </a:lnTo>
                <a:lnTo>
                  <a:pt x="527939" y="339172"/>
                </a:lnTo>
                <a:lnTo>
                  <a:pt x="540599" y="296635"/>
                </a:lnTo>
                <a:lnTo>
                  <a:pt x="544990" y="251443"/>
                </a:lnTo>
                <a:close/>
              </a:path>
            </a:pathLst>
          </a:custGeom>
          <a:ln w="26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146155" y="2625939"/>
            <a:ext cx="545465" cy="502920"/>
          </a:xfrm>
          <a:custGeom>
            <a:avLst/>
            <a:gdLst/>
            <a:ahLst/>
            <a:cxnLst/>
            <a:rect l="l" t="t" r="r" b="b"/>
            <a:pathLst>
              <a:path w="545464" h="502919">
                <a:moveTo>
                  <a:pt x="545016" y="251443"/>
                </a:moveTo>
                <a:lnTo>
                  <a:pt x="540625" y="206250"/>
                </a:lnTo>
                <a:lnTo>
                  <a:pt x="527965" y="163713"/>
                </a:lnTo>
                <a:lnTo>
                  <a:pt x="507806" y="124543"/>
                </a:lnTo>
                <a:lnTo>
                  <a:pt x="480919" y="89449"/>
                </a:lnTo>
                <a:lnTo>
                  <a:pt x="448073" y="59142"/>
                </a:lnTo>
                <a:lnTo>
                  <a:pt x="410039" y="34333"/>
                </a:lnTo>
                <a:lnTo>
                  <a:pt x="367587" y="15733"/>
                </a:lnTo>
                <a:lnTo>
                  <a:pt x="321486" y="4051"/>
                </a:lnTo>
                <a:lnTo>
                  <a:pt x="272508" y="0"/>
                </a:lnTo>
                <a:lnTo>
                  <a:pt x="223529" y="4051"/>
                </a:lnTo>
                <a:lnTo>
                  <a:pt x="177429" y="15733"/>
                </a:lnTo>
                <a:lnTo>
                  <a:pt x="134977" y="34333"/>
                </a:lnTo>
                <a:lnTo>
                  <a:pt x="96942" y="59142"/>
                </a:lnTo>
                <a:lnTo>
                  <a:pt x="64097" y="89449"/>
                </a:lnTo>
                <a:lnTo>
                  <a:pt x="37209" y="124543"/>
                </a:lnTo>
                <a:lnTo>
                  <a:pt x="17051" y="163713"/>
                </a:lnTo>
                <a:lnTo>
                  <a:pt x="4391" y="206250"/>
                </a:lnTo>
                <a:lnTo>
                  <a:pt x="0" y="251443"/>
                </a:lnTo>
                <a:lnTo>
                  <a:pt x="4391" y="296635"/>
                </a:lnTo>
                <a:lnTo>
                  <a:pt x="17051" y="339172"/>
                </a:lnTo>
                <a:lnTo>
                  <a:pt x="37209" y="378342"/>
                </a:lnTo>
                <a:lnTo>
                  <a:pt x="64097" y="413437"/>
                </a:lnTo>
                <a:lnTo>
                  <a:pt x="96942" y="443743"/>
                </a:lnTo>
                <a:lnTo>
                  <a:pt x="134977" y="468552"/>
                </a:lnTo>
                <a:lnTo>
                  <a:pt x="177429" y="487153"/>
                </a:lnTo>
                <a:lnTo>
                  <a:pt x="223529" y="498834"/>
                </a:lnTo>
                <a:lnTo>
                  <a:pt x="272508" y="502886"/>
                </a:lnTo>
                <a:lnTo>
                  <a:pt x="321486" y="498834"/>
                </a:lnTo>
                <a:lnTo>
                  <a:pt x="367587" y="487153"/>
                </a:lnTo>
                <a:lnTo>
                  <a:pt x="410039" y="468552"/>
                </a:lnTo>
                <a:lnTo>
                  <a:pt x="448073" y="443743"/>
                </a:lnTo>
                <a:lnTo>
                  <a:pt x="480919" y="413437"/>
                </a:lnTo>
                <a:lnTo>
                  <a:pt x="507806" y="378342"/>
                </a:lnTo>
                <a:lnTo>
                  <a:pt x="527965" y="339172"/>
                </a:lnTo>
                <a:lnTo>
                  <a:pt x="540625" y="296635"/>
                </a:lnTo>
                <a:lnTo>
                  <a:pt x="545016" y="251443"/>
                </a:lnTo>
                <a:close/>
              </a:path>
            </a:pathLst>
          </a:custGeom>
          <a:ln w="26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237777" y="5978518"/>
            <a:ext cx="545465" cy="502920"/>
          </a:xfrm>
          <a:custGeom>
            <a:avLst/>
            <a:gdLst/>
            <a:ahLst/>
            <a:cxnLst/>
            <a:rect l="l" t="t" r="r" b="b"/>
            <a:pathLst>
              <a:path w="545464" h="502920">
                <a:moveTo>
                  <a:pt x="272482" y="0"/>
                </a:moveTo>
                <a:lnTo>
                  <a:pt x="223505" y="4050"/>
                </a:lnTo>
                <a:lnTo>
                  <a:pt x="177407" y="15730"/>
                </a:lnTo>
                <a:lnTo>
                  <a:pt x="134958" y="34328"/>
                </a:lnTo>
                <a:lnTo>
                  <a:pt x="96927" y="59134"/>
                </a:lnTo>
                <a:lnTo>
                  <a:pt x="64086" y="89439"/>
                </a:lnTo>
                <a:lnTo>
                  <a:pt x="37203" y="124532"/>
                </a:lnTo>
                <a:lnTo>
                  <a:pt x="17047" y="163704"/>
                </a:lnTo>
                <a:lnTo>
                  <a:pt x="4390" y="206244"/>
                </a:lnTo>
                <a:lnTo>
                  <a:pt x="0" y="251443"/>
                </a:lnTo>
                <a:lnTo>
                  <a:pt x="4390" y="296638"/>
                </a:lnTo>
                <a:lnTo>
                  <a:pt x="17047" y="339177"/>
                </a:lnTo>
                <a:lnTo>
                  <a:pt x="37203" y="378348"/>
                </a:lnTo>
                <a:lnTo>
                  <a:pt x="64086" y="413441"/>
                </a:lnTo>
                <a:lnTo>
                  <a:pt x="96928" y="443747"/>
                </a:lnTo>
                <a:lnTo>
                  <a:pt x="134958" y="468555"/>
                </a:lnTo>
                <a:lnTo>
                  <a:pt x="177407" y="487154"/>
                </a:lnTo>
                <a:lnTo>
                  <a:pt x="223505" y="498834"/>
                </a:lnTo>
                <a:lnTo>
                  <a:pt x="272482" y="502886"/>
                </a:lnTo>
                <a:lnTo>
                  <a:pt x="321460" y="498834"/>
                </a:lnTo>
                <a:lnTo>
                  <a:pt x="367561" y="487154"/>
                </a:lnTo>
                <a:lnTo>
                  <a:pt x="410013" y="468555"/>
                </a:lnTo>
                <a:lnTo>
                  <a:pt x="448047" y="443747"/>
                </a:lnTo>
                <a:lnTo>
                  <a:pt x="480893" y="413441"/>
                </a:lnTo>
                <a:lnTo>
                  <a:pt x="507780" y="378348"/>
                </a:lnTo>
                <a:lnTo>
                  <a:pt x="527939" y="339177"/>
                </a:lnTo>
                <a:lnTo>
                  <a:pt x="540599" y="296638"/>
                </a:lnTo>
                <a:lnTo>
                  <a:pt x="544990" y="251443"/>
                </a:lnTo>
                <a:lnTo>
                  <a:pt x="540599" y="206244"/>
                </a:lnTo>
                <a:lnTo>
                  <a:pt x="527939" y="163704"/>
                </a:lnTo>
                <a:lnTo>
                  <a:pt x="507780" y="124532"/>
                </a:lnTo>
                <a:lnTo>
                  <a:pt x="480893" y="89439"/>
                </a:lnTo>
                <a:lnTo>
                  <a:pt x="448047" y="59134"/>
                </a:lnTo>
                <a:lnTo>
                  <a:pt x="410013" y="34328"/>
                </a:lnTo>
                <a:lnTo>
                  <a:pt x="367561" y="15730"/>
                </a:lnTo>
                <a:lnTo>
                  <a:pt x="321460" y="4050"/>
                </a:lnTo>
                <a:lnTo>
                  <a:pt x="2724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237777" y="5978518"/>
            <a:ext cx="545465" cy="502920"/>
          </a:xfrm>
          <a:custGeom>
            <a:avLst/>
            <a:gdLst/>
            <a:ahLst/>
            <a:cxnLst/>
            <a:rect l="l" t="t" r="r" b="b"/>
            <a:pathLst>
              <a:path w="545464" h="502920">
                <a:moveTo>
                  <a:pt x="544990" y="251443"/>
                </a:moveTo>
                <a:lnTo>
                  <a:pt x="540599" y="206244"/>
                </a:lnTo>
                <a:lnTo>
                  <a:pt x="527939" y="163704"/>
                </a:lnTo>
                <a:lnTo>
                  <a:pt x="507780" y="124532"/>
                </a:lnTo>
                <a:lnTo>
                  <a:pt x="480893" y="89439"/>
                </a:lnTo>
                <a:lnTo>
                  <a:pt x="448047" y="59134"/>
                </a:lnTo>
                <a:lnTo>
                  <a:pt x="410013" y="34328"/>
                </a:lnTo>
                <a:lnTo>
                  <a:pt x="367561" y="15730"/>
                </a:lnTo>
                <a:lnTo>
                  <a:pt x="321460" y="4050"/>
                </a:lnTo>
                <a:lnTo>
                  <a:pt x="272482" y="0"/>
                </a:lnTo>
                <a:lnTo>
                  <a:pt x="223505" y="4050"/>
                </a:lnTo>
                <a:lnTo>
                  <a:pt x="177407" y="15730"/>
                </a:lnTo>
                <a:lnTo>
                  <a:pt x="134958" y="34328"/>
                </a:lnTo>
                <a:lnTo>
                  <a:pt x="96927" y="59134"/>
                </a:lnTo>
                <a:lnTo>
                  <a:pt x="64086" y="89439"/>
                </a:lnTo>
                <a:lnTo>
                  <a:pt x="37203" y="124532"/>
                </a:lnTo>
                <a:lnTo>
                  <a:pt x="17047" y="163704"/>
                </a:lnTo>
                <a:lnTo>
                  <a:pt x="4390" y="206244"/>
                </a:lnTo>
                <a:lnTo>
                  <a:pt x="0" y="251443"/>
                </a:lnTo>
                <a:lnTo>
                  <a:pt x="4390" y="296638"/>
                </a:lnTo>
                <a:lnTo>
                  <a:pt x="17047" y="339177"/>
                </a:lnTo>
                <a:lnTo>
                  <a:pt x="37203" y="378348"/>
                </a:lnTo>
                <a:lnTo>
                  <a:pt x="64086" y="413441"/>
                </a:lnTo>
                <a:lnTo>
                  <a:pt x="96928" y="443747"/>
                </a:lnTo>
                <a:lnTo>
                  <a:pt x="134958" y="468555"/>
                </a:lnTo>
                <a:lnTo>
                  <a:pt x="177407" y="487154"/>
                </a:lnTo>
                <a:lnTo>
                  <a:pt x="223505" y="498834"/>
                </a:lnTo>
                <a:lnTo>
                  <a:pt x="272482" y="502886"/>
                </a:lnTo>
                <a:lnTo>
                  <a:pt x="321460" y="498834"/>
                </a:lnTo>
                <a:lnTo>
                  <a:pt x="367561" y="487154"/>
                </a:lnTo>
                <a:lnTo>
                  <a:pt x="410013" y="468555"/>
                </a:lnTo>
                <a:lnTo>
                  <a:pt x="448047" y="443747"/>
                </a:lnTo>
                <a:lnTo>
                  <a:pt x="480893" y="413441"/>
                </a:lnTo>
                <a:lnTo>
                  <a:pt x="507780" y="378348"/>
                </a:lnTo>
                <a:lnTo>
                  <a:pt x="527939" y="339177"/>
                </a:lnTo>
                <a:lnTo>
                  <a:pt x="540599" y="296638"/>
                </a:lnTo>
                <a:lnTo>
                  <a:pt x="544990" y="251443"/>
                </a:lnTo>
                <a:close/>
              </a:path>
            </a:pathLst>
          </a:custGeom>
          <a:ln w="26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2292499" y="6084800"/>
            <a:ext cx="435609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55" dirty="0">
                <a:latin typeface="Times New Roman"/>
                <a:cs typeface="Times New Roman"/>
              </a:rPr>
              <a:t>1010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3146155" y="5978518"/>
            <a:ext cx="545465" cy="502920"/>
          </a:xfrm>
          <a:custGeom>
            <a:avLst/>
            <a:gdLst/>
            <a:ahLst/>
            <a:cxnLst/>
            <a:rect l="l" t="t" r="r" b="b"/>
            <a:pathLst>
              <a:path w="545464" h="502920">
                <a:moveTo>
                  <a:pt x="545016" y="251443"/>
                </a:moveTo>
                <a:lnTo>
                  <a:pt x="540625" y="206244"/>
                </a:lnTo>
                <a:lnTo>
                  <a:pt x="527965" y="163704"/>
                </a:lnTo>
                <a:lnTo>
                  <a:pt x="507806" y="124532"/>
                </a:lnTo>
                <a:lnTo>
                  <a:pt x="480919" y="89439"/>
                </a:lnTo>
                <a:lnTo>
                  <a:pt x="448073" y="59134"/>
                </a:lnTo>
                <a:lnTo>
                  <a:pt x="410039" y="34328"/>
                </a:lnTo>
                <a:lnTo>
                  <a:pt x="367587" y="15730"/>
                </a:lnTo>
                <a:lnTo>
                  <a:pt x="321486" y="4050"/>
                </a:lnTo>
                <a:lnTo>
                  <a:pt x="272508" y="0"/>
                </a:lnTo>
                <a:lnTo>
                  <a:pt x="223529" y="4050"/>
                </a:lnTo>
                <a:lnTo>
                  <a:pt x="177429" y="15730"/>
                </a:lnTo>
                <a:lnTo>
                  <a:pt x="134977" y="34328"/>
                </a:lnTo>
                <a:lnTo>
                  <a:pt x="96942" y="59134"/>
                </a:lnTo>
                <a:lnTo>
                  <a:pt x="64097" y="89439"/>
                </a:lnTo>
                <a:lnTo>
                  <a:pt x="37209" y="124532"/>
                </a:lnTo>
                <a:lnTo>
                  <a:pt x="17051" y="163704"/>
                </a:lnTo>
                <a:lnTo>
                  <a:pt x="4391" y="206244"/>
                </a:lnTo>
                <a:lnTo>
                  <a:pt x="0" y="251443"/>
                </a:lnTo>
                <a:lnTo>
                  <a:pt x="4391" y="296638"/>
                </a:lnTo>
                <a:lnTo>
                  <a:pt x="17051" y="339177"/>
                </a:lnTo>
                <a:lnTo>
                  <a:pt x="37209" y="378348"/>
                </a:lnTo>
                <a:lnTo>
                  <a:pt x="64097" y="413441"/>
                </a:lnTo>
                <a:lnTo>
                  <a:pt x="96942" y="443747"/>
                </a:lnTo>
                <a:lnTo>
                  <a:pt x="134977" y="468555"/>
                </a:lnTo>
                <a:lnTo>
                  <a:pt x="177429" y="487154"/>
                </a:lnTo>
                <a:lnTo>
                  <a:pt x="223529" y="498834"/>
                </a:lnTo>
                <a:lnTo>
                  <a:pt x="272508" y="502886"/>
                </a:lnTo>
                <a:lnTo>
                  <a:pt x="321486" y="498834"/>
                </a:lnTo>
                <a:lnTo>
                  <a:pt x="367587" y="487154"/>
                </a:lnTo>
                <a:lnTo>
                  <a:pt x="410039" y="468555"/>
                </a:lnTo>
                <a:lnTo>
                  <a:pt x="448073" y="443747"/>
                </a:lnTo>
                <a:lnTo>
                  <a:pt x="480919" y="413441"/>
                </a:lnTo>
                <a:lnTo>
                  <a:pt x="507806" y="378348"/>
                </a:lnTo>
                <a:lnTo>
                  <a:pt x="527965" y="339177"/>
                </a:lnTo>
                <a:lnTo>
                  <a:pt x="540625" y="296638"/>
                </a:lnTo>
                <a:lnTo>
                  <a:pt x="545016" y="251443"/>
                </a:lnTo>
                <a:close/>
              </a:path>
            </a:pathLst>
          </a:custGeom>
          <a:ln w="26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873044" y="3705867"/>
            <a:ext cx="198755" cy="0"/>
          </a:xfrm>
          <a:custGeom>
            <a:avLst/>
            <a:gdLst/>
            <a:ahLst/>
            <a:cxnLst/>
            <a:rect l="l" t="t" r="r" b="b"/>
            <a:pathLst>
              <a:path w="198755">
                <a:moveTo>
                  <a:pt x="0" y="0"/>
                </a:moveTo>
                <a:lnTo>
                  <a:pt x="198369" y="0"/>
                </a:lnTo>
              </a:path>
            </a:pathLst>
          </a:custGeom>
          <a:ln w="255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056417" y="3650517"/>
            <a:ext cx="180340" cy="111125"/>
          </a:xfrm>
          <a:custGeom>
            <a:avLst/>
            <a:gdLst/>
            <a:ahLst/>
            <a:cxnLst/>
            <a:rect l="l" t="t" r="r" b="b"/>
            <a:pathLst>
              <a:path w="180339" h="111125">
                <a:moveTo>
                  <a:pt x="0" y="0"/>
                </a:moveTo>
                <a:lnTo>
                  <a:pt x="0" y="110701"/>
                </a:lnTo>
                <a:lnTo>
                  <a:pt x="179963" y="553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781358" y="3705867"/>
            <a:ext cx="198755" cy="0"/>
          </a:xfrm>
          <a:custGeom>
            <a:avLst/>
            <a:gdLst/>
            <a:ahLst/>
            <a:cxnLst/>
            <a:rect l="l" t="t" r="r" b="b"/>
            <a:pathLst>
              <a:path w="198755">
                <a:moveTo>
                  <a:pt x="0" y="0"/>
                </a:moveTo>
                <a:lnTo>
                  <a:pt x="198420" y="0"/>
                </a:lnTo>
              </a:path>
            </a:pathLst>
          </a:custGeom>
          <a:ln w="255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964782" y="3650517"/>
            <a:ext cx="180340" cy="111125"/>
          </a:xfrm>
          <a:custGeom>
            <a:avLst/>
            <a:gdLst/>
            <a:ahLst/>
            <a:cxnLst/>
            <a:rect l="l" t="t" r="r" b="b"/>
            <a:pathLst>
              <a:path w="180339" h="111125">
                <a:moveTo>
                  <a:pt x="0" y="0"/>
                </a:moveTo>
                <a:lnTo>
                  <a:pt x="0" y="110701"/>
                </a:lnTo>
                <a:lnTo>
                  <a:pt x="179963" y="553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689762" y="3705867"/>
            <a:ext cx="198755" cy="0"/>
          </a:xfrm>
          <a:custGeom>
            <a:avLst/>
            <a:gdLst/>
            <a:ahLst/>
            <a:cxnLst/>
            <a:rect l="l" t="t" r="r" b="b"/>
            <a:pathLst>
              <a:path w="198754">
                <a:moveTo>
                  <a:pt x="0" y="0"/>
                </a:moveTo>
                <a:lnTo>
                  <a:pt x="198420" y="0"/>
                </a:lnTo>
              </a:path>
            </a:pathLst>
          </a:custGeom>
          <a:ln w="255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873186" y="3650517"/>
            <a:ext cx="180340" cy="111125"/>
          </a:xfrm>
          <a:custGeom>
            <a:avLst/>
            <a:gdLst/>
            <a:ahLst/>
            <a:cxnLst/>
            <a:rect l="l" t="t" r="r" b="b"/>
            <a:pathLst>
              <a:path w="180339" h="111125">
                <a:moveTo>
                  <a:pt x="0" y="0"/>
                </a:moveTo>
                <a:lnTo>
                  <a:pt x="0" y="110701"/>
                </a:lnTo>
                <a:lnTo>
                  <a:pt x="179963" y="553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670510" y="4550319"/>
            <a:ext cx="201295" cy="0"/>
          </a:xfrm>
          <a:custGeom>
            <a:avLst/>
            <a:gdLst/>
            <a:ahLst/>
            <a:cxnLst/>
            <a:rect l="l" t="t" r="r" b="b"/>
            <a:pathLst>
              <a:path w="201295">
                <a:moveTo>
                  <a:pt x="200984" y="0"/>
                </a:moveTo>
                <a:lnTo>
                  <a:pt x="0" y="0"/>
                </a:lnTo>
              </a:path>
            </a:pathLst>
          </a:custGeom>
          <a:ln w="255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505543" y="4494968"/>
            <a:ext cx="180340" cy="111125"/>
          </a:xfrm>
          <a:custGeom>
            <a:avLst/>
            <a:gdLst/>
            <a:ahLst/>
            <a:cxnLst/>
            <a:rect l="l" t="t" r="r" b="b"/>
            <a:pathLst>
              <a:path w="180339" h="111125">
                <a:moveTo>
                  <a:pt x="179963" y="0"/>
                </a:moveTo>
                <a:lnTo>
                  <a:pt x="0" y="55350"/>
                </a:lnTo>
                <a:lnTo>
                  <a:pt x="179963" y="110701"/>
                </a:lnTo>
                <a:lnTo>
                  <a:pt x="1799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328349" y="3957192"/>
            <a:ext cx="0" cy="184150"/>
          </a:xfrm>
          <a:custGeom>
            <a:avLst/>
            <a:gdLst/>
            <a:ahLst/>
            <a:cxnLst/>
            <a:rect l="l" t="t" r="r" b="b"/>
            <a:pathLst>
              <a:path h="184150">
                <a:moveTo>
                  <a:pt x="0" y="0"/>
                </a:moveTo>
                <a:lnTo>
                  <a:pt x="0" y="183910"/>
                </a:lnTo>
              </a:path>
            </a:pathLst>
          </a:custGeom>
          <a:ln w="27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268361" y="4127265"/>
            <a:ext cx="120014" cy="166370"/>
          </a:xfrm>
          <a:custGeom>
            <a:avLst/>
            <a:gdLst/>
            <a:ahLst/>
            <a:cxnLst/>
            <a:rect l="l" t="t" r="r" b="b"/>
            <a:pathLst>
              <a:path w="120014" h="166370">
                <a:moveTo>
                  <a:pt x="119975" y="0"/>
                </a:moveTo>
                <a:lnTo>
                  <a:pt x="0" y="0"/>
                </a:lnTo>
                <a:lnTo>
                  <a:pt x="59987" y="166051"/>
                </a:lnTo>
                <a:lnTo>
                  <a:pt x="1199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410844" y="3128707"/>
            <a:ext cx="0" cy="200660"/>
          </a:xfrm>
          <a:custGeom>
            <a:avLst/>
            <a:gdLst/>
            <a:ahLst/>
            <a:cxnLst/>
            <a:rect l="l" t="t" r="r" b="b"/>
            <a:pathLst>
              <a:path h="200660">
                <a:moveTo>
                  <a:pt x="0" y="0"/>
                </a:moveTo>
                <a:lnTo>
                  <a:pt x="0" y="200586"/>
                </a:lnTo>
              </a:path>
            </a:pathLst>
          </a:custGeom>
          <a:ln w="27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350857" y="3315456"/>
            <a:ext cx="120014" cy="166370"/>
          </a:xfrm>
          <a:custGeom>
            <a:avLst/>
            <a:gdLst/>
            <a:ahLst/>
            <a:cxnLst/>
            <a:rect l="l" t="t" r="r" b="b"/>
            <a:pathLst>
              <a:path w="120014" h="166370">
                <a:moveTo>
                  <a:pt x="119975" y="0"/>
                </a:moveTo>
                <a:lnTo>
                  <a:pt x="0" y="0"/>
                </a:lnTo>
                <a:lnTo>
                  <a:pt x="59987" y="166051"/>
                </a:lnTo>
                <a:lnTo>
                  <a:pt x="1199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780205" y="2877382"/>
            <a:ext cx="219710" cy="0"/>
          </a:xfrm>
          <a:custGeom>
            <a:avLst/>
            <a:gdLst/>
            <a:ahLst/>
            <a:cxnLst/>
            <a:rect l="l" t="t" r="r" b="b"/>
            <a:pathLst>
              <a:path w="219710">
                <a:moveTo>
                  <a:pt x="0" y="0"/>
                </a:moveTo>
                <a:lnTo>
                  <a:pt x="219185" y="0"/>
                </a:lnTo>
              </a:path>
            </a:pathLst>
          </a:custGeom>
          <a:ln w="255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984393" y="2822032"/>
            <a:ext cx="180340" cy="111125"/>
          </a:xfrm>
          <a:custGeom>
            <a:avLst/>
            <a:gdLst/>
            <a:ahLst/>
            <a:cxnLst/>
            <a:rect l="l" t="t" r="r" b="b"/>
            <a:pathLst>
              <a:path w="180339" h="111125">
                <a:moveTo>
                  <a:pt x="0" y="0"/>
                </a:moveTo>
                <a:lnTo>
                  <a:pt x="0" y="110701"/>
                </a:lnTo>
                <a:lnTo>
                  <a:pt x="179963" y="553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326939" y="4805074"/>
            <a:ext cx="0" cy="187325"/>
          </a:xfrm>
          <a:custGeom>
            <a:avLst/>
            <a:gdLst/>
            <a:ahLst/>
            <a:cxnLst/>
            <a:rect l="l" t="t" r="r" b="b"/>
            <a:pathLst>
              <a:path h="187325">
                <a:moveTo>
                  <a:pt x="0" y="0"/>
                </a:moveTo>
                <a:lnTo>
                  <a:pt x="0" y="187222"/>
                </a:lnTo>
              </a:path>
            </a:pathLst>
          </a:custGeom>
          <a:ln w="27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266951" y="4978458"/>
            <a:ext cx="120014" cy="166370"/>
          </a:xfrm>
          <a:custGeom>
            <a:avLst/>
            <a:gdLst/>
            <a:ahLst/>
            <a:cxnLst/>
            <a:rect l="l" t="t" r="r" b="b"/>
            <a:pathLst>
              <a:path w="120014" h="166370">
                <a:moveTo>
                  <a:pt x="119975" y="0"/>
                </a:moveTo>
                <a:lnTo>
                  <a:pt x="0" y="0"/>
                </a:lnTo>
                <a:lnTo>
                  <a:pt x="59987" y="166051"/>
                </a:lnTo>
                <a:lnTo>
                  <a:pt x="1199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422637" y="5791982"/>
            <a:ext cx="0" cy="186690"/>
          </a:xfrm>
          <a:custGeom>
            <a:avLst/>
            <a:gdLst/>
            <a:ahLst/>
            <a:cxnLst/>
            <a:rect l="l" t="t" r="r" b="b"/>
            <a:pathLst>
              <a:path h="186689">
                <a:moveTo>
                  <a:pt x="0" y="186559"/>
                </a:moveTo>
                <a:lnTo>
                  <a:pt x="0" y="0"/>
                </a:lnTo>
              </a:path>
            </a:pathLst>
          </a:custGeom>
          <a:ln w="27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3362649" y="5639768"/>
            <a:ext cx="120014" cy="166370"/>
          </a:xfrm>
          <a:custGeom>
            <a:avLst/>
            <a:gdLst/>
            <a:ahLst/>
            <a:cxnLst/>
            <a:rect l="l" t="t" r="r" b="b"/>
            <a:pathLst>
              <a:path w="120014" h="166370">
                <a:moveTo>
                  <a:pt x="59987" y="0"/>
                </a:moveTo>
                <a:lnTo>
                  <a:pt x="0" y="166051"/>
                </a:lnTo>
                <a:lnTo>
                  <a:pt x="119975" y="166051"/>
                </a:lnTo>
                <a:lnTo>
                  <a:pt x="599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2782768" y="6225975"/>
            <a:ext cx="207645" cy="0"/>
          </a:xfrm>
          <a:custGeom>
            <a:avLst/>
            <a:gdLst/>
            <a:ahLst/>
            <a:cxnLst/>
            <a:rect l="l" t="t" r="r" b="b"/>
            <a:pathLst>
              <a:path w="207644">
                <a:moveTo>
                  <a:pt x="0" y="0"/>
                </a:moveTo>
                <a:lnTo>
                  <a:pt x="207521" y="0"/>
                </a:lnTo>
              </a:path>
            </a:pathLst>
          </a:custGeom>
          <a:ln w="255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975293" y="6170625"/>
            <a:ext cx="180340" cy="111125"/>
          </a:xfrm>
          <a:custGeom>
            <a:avLst/>
            <a:gdLst/>
            <a:ahLst/>
            <a:cxnLst/>
            <a:rect l="l" t="t" r="r" b="b"/>
            <a:pathLst>
              <a:path w="180339" h="111125">
                <a:moveTo>
                  <a:pt x="0" y="0"/>
                </a:moveTo>
                <a:lnTo>
                  <a:pt x="0" y="110701"/>
                </a:lnTo>
                <a:lnTo>
                  <a:pt x="179963" y="553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605843" y="4941085"/>
            <a:ext cx="0" cy="208279"/>
          </a:xfrm>
          <a:custGeom>
            <a:avLst/>
            <a:gdLst/>
            <a:ahLst/>
            <a:cxnLst/>
            <a:rect l="l" t="t" r="r" b="b"/>
            <a:pathLst>
              <a:path h="208279">
                <a:moveTo>
                  <a:pt x="0" y="207683"/>
                </a:moveTo>
                <a:lnTo>
                  <a:pt x="0" y="0"/>
                </a:lnTo>
              </a:path>
            </a:pathLst>
          </a:custGeom>
          <a:ln w="27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545855" y="4788870"/>
            <a:ext cx="120014" cy="166370"/>
          </a:xfrm>
          <a:custGeom>
            <a:avLst/>
            <a:gdLst/>
            <a:ahLst/>
            <a:cxnLst/>
            <a:rect l="l" t="t" r="r" b="b"/>
            <a:pathLst>
              <a:path w="120014" h="166370">
                <a:moveTo>
                  <a:pt x="59987" y="0"/>
                </a:moveTo>
                <a:lnTo>
                  <a:pt x="0" y="166051"/>
                </a:lnTo>
                <a:lnTo>
                  <a:pt x="119975" y="166051"/>
                </a:lnTo>
                <a:lnTo>
                  <a:pt x="599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600536" y="4107751"/>
            <a:ext cx="0" cy="184785"/>
          </a:xfrm>
          <a:custGeom>
            <a:avLst/>
            <a:gdLst/>
            <a:ahLst/>
            <a:cxnLst/>
            <a:rect l="l" t="t" r="r" b="b"/>
            <a:pathLst>
              <a:path h="184785">
                <a:moveTo>
                  <a:pt x="0" y="184738"/>
                </a:moveTo>
                <a:lnTo>
                  <a:pt x="0" y="0"/>
                </a:lnTo>
              </a:path>
            </a:pathLst>
          </a:custGeom>
          <a:ln w="27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540549" y="3955536"/>
            <a:ext cx="120014" cy="166370"/>
          </a:xfrm>
          <a:custGeom>
            <a:avLst/>
            <a:gdLst/>
            <a:ahLst/>
            <a:cxnLst/>
            <a:rect l="l" t="t" r="r" b="b"/>
            <a:pathLst>
              <a:path w="120014" h="166370">
                <a:moveTo>
                  <a:pt x="59987" y="0"/>
                </a:moveTo>
                <a:lnTo>
                  <a:pt x="0" y="166051"/>
                </a:lnTo>
                <a:lnTo>
                  <a:pt x="119975" y="166051"/>
                </a:lnTo>
                <a:lnTo>
                  <a:pt x="599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761337" y="4570425"/>
            <a:ext cx="200660" cy="0"/>
          </a:xfrm>
          <a:custGeom>
            <a:avLst/>
            <a:gdLst/>
            <a:ahLst/>
            <a:cxnLst/>
            <a:rect l="l" t="t" r="r" b="b"/>
            <a:pathLst>
              <a:path w="200660">
                <a:moveTo>
                  <a:pt x="200087" y="0"/>
                </a:moveTo>
                <a:lnTo>
                  <a:pt x="0" y="0"/>
                </a:lnTo>
              </a:path>
            </a:pathLst>
          </a:custGeom>
          <a:ln w="255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4596371" y="4515074"/>
            <a:ext cx="180340" cy="111125"/>
          </a:xfrm>
          <a:custGeom>
            <a:avLst/>
            <a:gdLst/>
            <a:ahLst/>
            <a:cxnLst/>
            <a:rect l="l" t="t" r="r" b="b"/>
            <a:pathLst>
              <a:path w="180339" h="111125">
                <a:moveTo>
                  <a:pt x="179963" y="0"/>
                </a:moveTo>
                <a:lnTo>
                  <a:pt x="0" y="55350"/>
                </a:lnTo>
                <a:lnTo>
                  <a:pt x="179963" y="110701"/>
                </a:lnTo>
                <a:lnTo>
                  <a:pt x="1799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854087" y="5400211"/>
            <a:ext cx="199390" cy="0"/>
          </a:xfrm>
          <a:custGeom>
            <a:avLst/>
            <a:gdLst/>
            <a:ahLst/>
            <a:cxnLst/>
            <a:rect l="l" t="t" r="r" b="b"/>
            <a:pathLst>
              <a:path w="199389">
                <a:moveTo>
                  <a:pt x="199061" y="0"/>
                </a:moveTo>
                <a:lnTo>
                  <a:pt x="0" y="0"/>
                </a:lnTo>
              </a:path>
            </a:pathLst>
          </a:custGeom>
          <a:ln w="255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3689121" y="5344860"/>
            <a:ext cx="180340" cy="111125"/>
          </a:xfrm>
          <a:custGeom>
            <a:avLst/>
            <a:gdLst/>
            <a:ahLst/>
            <a:cxnLst/>
            <a:rect l="l" t="t" r="r" b="b"/>
            <a:pathLst>
              <a:path w="180339" h="111125">
                <a:moveTo>
                  <a:pt x="179963" y="0"/>
                </a:moveTo>
                <a:lnTo>
                  <a:pt x="0" y="55350"/>
                </a:lnTo>
                <a:lnTo>
                  <a:pt x="179963" y="110701"/>
                </a:lnTo>
                <a:lnTo>
                  <a:pt x="1799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2945555" y="5400211"/>
            <a:ext cx="199390" cy="0"/>
          </a:xfrm>
          <a:custGeom>
            <a:avLst/>
            <a:gdLst/>
            <a:ahLst/>
            <a:cxnLst/>
            <a:rect l="l" t="t" r="r" b="b"/>
            <a:pathLst>
              <a:path w="199389">
                <a:moveTo>
                  <a:pt x="199189" y="0"/>
                </a:moveTo>
                <a:lnTo>
                  <a:pt x="0" y="0"/>
                </a:lnTo>
              </a:path>
            </a:pathLst>
          </a:custGeom>
          <a:ln w="255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2780589" y="5344860"/>
            <a:ext cx="180340" cy="111125"/>
          </a:xfrm>
          <a:custGeom>
            <a:avLst/>
            <a:gdLst/>
            <a:ahLst/>
            <a:cxnLst/>
            <a:rect l="l" t="t" r="r" b="b"/>
            <a:pathLst>
              <a:path w="180339" h="111125">
                <a:moveTo>
                  <a:pt x="179963" y="0"/>
                </a:moveTo>
                <a:lnTo>
                  <a:pt x="0" y="55350"/>
                </a:lnTo>
                <a:lnTo>
                  <a:pt x="179963" y="110701"/>
                </a:lnTo>
                <a:lnTo>
                  <a:pt x="1799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2037716" y="5400211"/>
            <a:ext cx="198755" cy="0"/>
          </a:xfrm>
          <a:custGeom>
            <a:avLst/>
            <a:gdLst/>
            <a:ahLst/>
            <a:cxnLst/>
            <a:rect l="l" t="t" r="r" b="b"/>
            <a:pathLst>
              <a:path w="198755">
                <a:moveTo>
                  <a:pt x="198664" y="0"/>
                </a:moveTo>
                <a:lnTo>
                  <a:pt x="0" y="0"/>
                </a:lnTo>
              </a:path>
            </a:pathLst>
          </a:custGeom>
          <a:ln w="255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872750" y="5344860"/>
            <a:ext cx="180340" cy="111125"/>
          </a:xfrm>
          <a:custGeom>
            <a:avLst/>
            <a:gdLst/>
            <a:ahLst/>
            <a:cxnLst/>
            <a:rect l="l" t="t" r="r" b="b"/>
            <a:pathLst>
              <a:path w="180339" h="111125">
                <a:moveTo>
                  <a:pt x="179963" y="0"/>
                </a:moveTo>
                <a:lnTo>
                  <a:pt x="0" y="55350"/>
                </a:lnTo>
                <a:lnTo>
                  <a:pt x="179963" y="110701"/>
                </a:lnTo>
                <a:lnTo>
                  <a:pt x="1799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258145" y="3986405"/>
            <a:ext cx="182245" cy="251460"/>
          </a:xfrm>
          <a:custGeom>
            <a:avLst/>
            <a:gdLst/>
            <a:ahLst/>
            <a:cxnLst/>
            <a:rect l="l" t="t" r="r" b="b"/>
            <a:pathLst>
              <a:path w="182244" h="251460">
                <a:moveTo>
                  <a:pt x="181667" y="0"/>
                </a:moveTo>
                <a:lnTo>
                  <a:pt x="0" y="251443"/>
                </a:lnTo>
              </a:path>
            </a:pathLst>
          </a:custGeom>
          <a:ln w="14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3453015" y="5729085"/>
            <a:ext cx="182245" cy="251460"/>
          </a:xfrm>
          <a:custGeom>
            <a:avLst/>
            <a:gdLst/>
            <a:ahLst/>
            <a:cxnLst/>
            <a:rect l="l" t="t" r="r" b="b"/>
            <a:pathLst>
              <a:path w="182245" h="251460">
                <a:moveTo>
                  <a:pt x="181757" y="0"/>
                </a:moveTo>
                <a:lnTo>
                  <a:pt x="0" y="251443"/>
                </a:lnTo>
              </a:path>
            </a:pathLst>
          </a:custGeom>
          <a:ln w="14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3745648" y="5458873"/>
            <a:ext cx="182245" cy="251460"/>
          </a:xfrm>
          <a:custGeom>
            <a:avLst/>
            <a:gdLst/>
            <a:ahLst/>
            <a:cxnLst/>
            <a:rect l="l" t="t" r="r" b="b"/>
            <a:pathLst>
              <a:path w="182245" h="251460">
                <a:moveTo>
                  <a:pt x="181629" y="0"/>
                </a:moveTo>
                <a:lnTo>
                  <a:pt x="0" y="251443"/>
                </a:lnTo>
              </a:path>
            </a:pathLst>
          </a:custGeom>
          <a:ln w="14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2781358" y="5484017"/>
            <a:ext cx="182245" cy="251460"/>
          </a:xfrm>
          <a:custGeom>
            <a:avLst/>
            <a:gdLst/>
            <a:ahLst/>
            <a:cxnLst/>
            <a:rect l="l" t="t" r="r" b="b"/>
            <a:pathLst>
              <a:path w="182244" h="251460">
                <a:moveTo>
                  <a:pt x="181757" y="0"/>
                </a:moveTo>
                <a:lnTo>
                  <a:pt x="0" y="251443"/>
                </a:lnTo>
              </a:path>
            </a:pathLst>
          </a:custGeom>
          <a:ln w="14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873045" y="5484017"/>
            <a:ext cx="182245" cy="251460"/>
          </a:xfrm>
          <a:custGeom>
            <a:avLst/>
            <a:gdLst/>
            <a:ahLst/>
            <a:cxnLst/>
            <a:rect l="l" t="t" r="r" b="b"/>
            <a:pathLst>
              <a:path w="182244" h="251460">
                <a:moveTo>
                  <a:pt x="181667" y="0"/>
                </a:moveTo>
                <a:lnTo>
                  <a:pt x="0" y="251443"/>
                </a:lnTo>
              </a:path>
            </a:pathLst>
          </a:custGeom>
          <a:ln w="14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747904" y="6263491"/>
            <a:ext cx="182245" cy="251460"/>
          </a:xfrm>
          <a:custGeom>
            <a:avLst/>
            <a:gdLst/>
            <a:ahLst/>
            <a:cxnLst/>
            <a:rect l="l" t="t" r="r" b="b"/>
            <a:pathLst>
              <a:path w="182244" h="251459">
                <a:moveTo>
                  <a:pt x="181629" y="0"/>
                </a:moveTo>
                <a:lnTo>
                  <a:pt x="0" y="251431"/>
                </a:lnTo>
              </a:path>
            </a:pathLst>
          </a:custGeom>
          <a:ln w="14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1291693" y="4821868"/>
            <a:ext cx="182245" cy="251460"/>
          </a:xfrm>
          <a:custGeom>
            <a:avLst/>
            <a:gdLst/>
            <a:ahLst/>
            <a:cxnLst/>
            <a:rect l="l" t="t" r="r" b="b"/>
            <a:pathLst>
              <a:path w="182244" h="251460">
                <a:moveTo>
                  <a:pt x="181676" y="0"/>
                </a:moveTo>
                <a:lnTo>
                  <a:pt x="0" y="251443"/>
                </a:lnTo>
              </a:path>
            </a:pathLst>
          </a:custGeom>
          <a:ln w="14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4417817" y="4805074"/>
            <a:ext cx="182245" cy="251460"/>
          </a:xfrm>
          <a:custGeom>
            <a:avLst/>
            <a:gdLst/>
            <a:ahLst/>
            <a:cxnLst/>
            <a:rect l="l" t="t" r="r" b="b"/>
            <a:pathLst>
              <a:path w="182245" h="251460">
                <a:moveTo>
                  <a:pt x="181629" y="0"/>
                </a:moveTo>
                <a:lnTo>
                  <a:pt x="0" y="251443"/>
                </a:lnTo>
              </a:path>
            </a:pathLst>
          </a:custGeom>
          <a:ln w="14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2837244" y="2542204"/>
            <a:ext cx="182245" cy="251460"/>
          </a:xfrm>
          <a:custGeom>
            <a:avLst/>
            <a:gdLst/>
            <a:ahLst/>
            <a:cxnLst/>
            <a:rect l="l" t="t" r="r" b="b"/>
            <a:pathLst>
              <a:path w="182244" h="251460">
                <a:moveTo>
                  <a:pt x="181757" y="0"/>
                </a:moveTo>
                <a:lnTo>
                  <a:pt x="0" y="251443"/>
                </a:lnTo>
              </a:path>
            </a:pathLst>
          </a:custGeom>
          <a:ln w="14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3509414" y="3095355"/>
            <a:ext cx="182245" cy="251460"/>
          </a:xfrm>
          <a:custGeom>
            <a:avLst/>
            <a:gdLst/>
            <a:ahLst/>
            <a:cxnLst/>
            <a:rect l="l" t="t" r="r" b="b"/>
            <a:pathLst>
              <a:path w="182245" h="251460">
                <a:moveTo>
                  <a:pt x="181757" y="0"/>
                </a:moveTo>
                <a:lnTo>
                  <a:pt x="0" y="251443"/>
                </a:lnTo>
              </a:path>
            </a:pathLst>
          </a:custGeom>
          <a:ln w="14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4419227" y="3957311"/>
            <a:ext cx="182245" cy="251460"/>
          </a:xfrm>
          <a:custGeom>
            <a:avLst/>
            <a:gdLst/>
            <a:ahLst/>
            <a:cxnLst/>
            <a:rect l="l" t="t" r="r" b="b"/>
            <a:pathLst>
              <a:path w="182245" h="251460">
                <a:moveTo>
                  <a:pt x="181629" y="0"/>
                </a:moveTo>
                <a:lnTo>
                  <a:pt x="0" y="251443"/>
                </a:lnTo>
              </a:path>
            </a:pathLst>
          </a:custGeom>
          <a:ln w="14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5581938" y="4187583"/>
            <a:ext cx="182245" cy="251460"/>
          </a:xfrm>
          <a:custGeom>
            <a:avLst/>
            <a:gdLst/>
            <a:ahLst/>
            <a:cxnLst/>
            <a:rect l="l" t="t" r="r" b="b"/>
            <a:pathLst>
              <a:path w="182245" h="251460">
                <a:moveTo>
                  <a:pt x="181629" y="0"/>
                </a:moveTo>
                <a:lnTo>
                  <a:pt x="0" y="251443"/>
                </a:lnTo>
              </a:path>
            </a:pathLst>
          </a:custGeom>
          <a:ln w="14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3744238" y="3337100"/>
            <a:ext cx="182245" cy="251460"/>
          </a:xfrm>
          <a:custGeom>
            <a:avLst/>
            <a:gdLst/>
            <a:ahLst/>
            <a:cxnLst/>
            <a:rect l="l" t="t" r="r" b="b"/>
            <a:pathLst>
              <a:path w="182245" h="251460">
                <a:moveTo>
                  <a:pt x="181629" y="0"/>
                </a:moveTo>
                <a:lnTo>
                  <a:pt x="0" y="251443"/>
                </a:lnTo>
              </a:path>
            </a:pathLst>
          </a:custGeom>
          <a:ln w="14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2817761" y="3337100"/>
            <a:ext cx="182245" cy="251460"/>
          </a:xfrm>
          <a:custGeom>
            <a:avLst/>
            <a:gdLst/>
            <a:ahLst/>
            <a:cxnLst/>
            <a:rect l="l" t="t" r="r" b="b"/>
            <a:pathLst>
              <a:path w="182244" h="251460">
                <a:moveTo>
                  <a:pt x="181629" y="0"/>
                </a:moveTo>
                <a:lnTo>
                  <a:pt x="0" y="251443"/>
                </a:lnTo>
              </a:path>
            </a:pathLst>
          </a:custGeom>
          <a:ln w="14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927546" y="3337100"/>
            <a:ext cx="182245" cy="251460"/>
          </a:xfrm>
          <a:custGeom>
            <a:avLst/>
            <a:gdLst/>
            <a:ahLst/>
            <a:cxnLst/>
            <a:rect l="l" t="t" r="r" b="b"/>
            <a:pathLst>
              <a:path w="182244" h="251460">
                <a:moveTo>
                  <a:pt x="181667" y="0"/>
                </a:moveTo>
                <a:lnTo>
                  <a:pt x="0" y="251443"/>
                </a:lnTo>
              </a:path>
            </a:pathLst>
          </a:custGeom>
          <a:ln w="14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182276" y="2863308"/>
            <a:ext cx="908685" cy="838200"/>
          </a:xfrm>
          <a:custGeom>
            <a:avLst/>
            <a:gdLst/>
            <a:ahLst/>
            <a:cxnLst/>
            <a:rect l="l" t="t" r="r" b="b"/>
            <a:pathLst>
              <a:path w="908685" h="838200">
                <a:moveTo>
                  <a:pt x="908275" y="419150"/>
                </a:moveTo>
                <a:lnTo>
                  <a:pt x="905610" y="373485"/>
                </a:lnTo>
                <a:lnTo>
                  <a:pt x="897802" y="329243"/>
                </a:lnTo>
                <a:lnTo>
                  <a:pt x="885126" y="286680"/>
                </a:lnTo>
                <a:lnTo>
                  <a:pt x="867859" y="246051"/>
                </a:lnTo>
                <a:lnTo>
                  <a:pt x="846279" y="207612"/>
                </a:lnTo>
                <a:lnTo>
                  <a:pt x="820662" y="171620"/>
                </a:lnTo>
                <a:lnTo>
                  <a:pt x="791285" y="138331"/>
                </a:lnTo>
                <a:lnTo>
                  <a:pt x="758425" y="107999"/>
                </a:lnTo>
                <a:lnTo>
                  <a:pt x="722359" y="80881"/>
                </a:lnTo>
                <a:lnTo>
                  <a:pt x="683364" y="57234"/>
                </a:lnTo>
                <a:lnTo>
                  <a:pt x="641716" y="37312"/>
                </a:lnTo>
                <a:lnTo>
                  <a:pt x="597692" y="21371"/>
                </a:lnTo>
                <a:lnTo>
                  <a:pt x="551570" y="9669"/>
                </a:lnTo>
                <a:lnTo>
                  <a:pt x="503626" y="2459"/>
                </a:lnTo>
                <a:lnTo>
                  <a:pt x="454137" y="0"/>
                </a:lnTo>
                <a:lnTo>
                  <a:pt x="404648" y="2459"/>
                </a:lnTo>
                <a:lnTo>
                  <a:pt x="356704" y="9668"/>
                </a:lnTo>
                <a:lnTo>
                  <a:pt x="310582" y="21371"/>
                </a:lnTo>
                <a:lnTo>
                  <a:pt x="266559" y="37309"/>
                </a:lnTo>
                <a:lnTo>
                  <a:pt x="224911" y="57229"/>
                </a:lnTo>
                <a:lnTo>
                  <a:pt x="185915" y="80874"/>
                </a:lnTo>
                <a:lnTo>
                  <a:pt x="149849" y="107987"/>
                </a:lnTo>
                <a:lnTo>
                  <a:pt x="116989" y="138313"/>
                </a:lnTo>
                <a:lnTo>
                  <a:pt x="87612" y="171595"/>
                </a:lnTo>
                <a:lnTo>
                  <a:pt x="61995" y="207577"/>
                </a:lnTo>
                <a:lnTo>
                  <a:pt x="40415" y="246004"/>
                </a:lnTo>
                <a:lnTo>
                  <a:pt x="23149" y="286619"/>
                </a:lnTo>
                <a:lnTo>
                  <a:pt x="10473" y="329166"/>
                </a:lnTo>
                <a:lnTo>
                  <a:pt x="2664" y="373389"/>
                </a:lnTo>
                <a:lnTo>
                  <a:pt x="0" y="419032"/>
                </a:lnTo>
                <a:lnTo>
                  <a:pt x="2664" y="464697"/>
                </a:lnTo>
                <a:lnTo>
                  <a:pt x="10473" y="508939"/>
                </a:lnTo>
                <a:lnTo>
                  <a:pt x="23149" y="551502"/>
                </a:lnTo>
                <a:lnTo>
                  <a:pt x="40415" y="592131"/>
                </a:lnTo>
                <a:lnTo>
                  <a:pt x="61995" y="630570"/>
                </a:lnTo>
                <a:lnTo>
                  <a:pt x="87612" y="666562"/>
                </a:lnTo>
                <a:lnTo>
                  <a:pt x="116989" y="699851"/>
                </a:lnTo>
                <a:lnTo>
                  <a:pt x="149849" y="730183"/>
                </a:lnTo>
                <a:lnTo>
                  <a:pt x="185915" y="757301"/>
                </a:lnTo>
                <a:lnTo>
                  <a:pt x="224911" y="780948"/>
                </a:lnTo>
                <a:lnTo>
                  <a:pt x="266559" y="800870"/>
                </a:lnTo>
                <a:lnTo>
                  <a:pt x="310582" y="816811"/>
                </a:lnTo>
                <a:lnTo>
                  <a:pt x="356704" y="828513"/>
                </a:lnTo>
                <a:lnTo>
                  <a:pt x="404648" y="835723"/>
                </a:lnTo>
                <a:lnTo>
                  <a:pt x="454137" y="838183"/>
                </a:lnTo>
                <a:lnTo>
                  <a:pt x="503626" y="835723"/>
                </a:lnTo>
                <a:lnTo>
                  <a:pt x="551570" y="828514"/>
                </a:lnTo>
                <a:lnTo>
                  <a:pt x="597692" y="816812"/>
                </a:lnTo>
                <a:lnTo>
                  <a:pt x="641716" y="800873"/>
                </a:lnTo>
                <a:lnTo>
                  <a:pt x="683364" y="780953"/>
                </a:lnTo>
                <a:lnTo>
                  <a:pt x="722359" y="757308"/>
                </a:lnTo>
                <a:lnTo>
                  <a:pt x="758425" y="730195"/>
                </a:lnTo>
                <a:lnTo>
                  <a:pt x="791285" y="699869"/>
                </a:lnTo>
                <a:lnTo>
                  <a:pt x="820662" y="666587"/>
                </a:lnTo>
                <a:lnTo>
                  <a:pt x="846279" y="630605"/>
                </a:lnTo>
                <a:lnTo>
                  <a:pt x="867859" y="592178"/>
                </a:lnTo>
                <a:lnTo>
                  <a:pt x="885126" y="551563"/>
                </a:lnTo>
                <a:lnTo>
                  <a:pt x="897802" y="509016"/>
                </a:lnTo>
                <a:lnTo>
                  <a:pt x="905610" y="464793"/>
                </a:lnTo>
                <a:lnTo>
                  <a:pt x="908275" y="419150"/>
                </a:lnTo>
                <a:close/>
              </a:path>
            </a:pathLst>
          </a:custGeom>
          <a:ln w="26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 txBox="1"/>
          <p:nvPr/>
        </p:nvSpPr>
        <p:spPr>
          <a:xfrm>
            <a:off x="5195704" y="3145578"/>
            <a:ext cx="8820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spc="60" dirty="0">
                <a:latin typeface="Times New Roman"/>
                <a:cs typeface="Times New Roman"/>
              </a:rPr>
              <a:t>Q</a:t>
            </a:r>
            <a:r>
              <a:rPr sz="1350" spc="89" baseline="-12345" dirty="0">
                <a:latin typeface="Times New Roman"/>
                <a:cs typeface="Times New Roman"/>
              </a:rPr>
              <a:t>3</a:t>
            </a:r>
            <a:r>
              <a:rPr sz="1400" spc="60" dirty="0">
                <a:latin typeface="Times New Roman"/>
                <a:cs typeface="Times New Roman"/>
              </a:rPr>
              <a:t>Q</a:t>
            </a:r>
            <a:r>
              <a:rPr sz="1350" spc="89" baseline="-12345" dirty="0">
                <a:latin typeface="Times New Roman"/>
                <a:cs typeface="Times New Roman"/>
              </a:rPr>
              <a:t>2</a:t>
            </a:r>
            <a:r>
              <a:rPr sz="1400" spc="60" dirty="0">
                <a:latin typeface="Times New Roman"/>
                <a:cs typeface="Times New Roman"/>
              </a:rPr>
              <a:t>Q</a:t>
            </a:r>
            <a:r>
              <a:rPr sz="1350" spc="89" baseline="-12345" dirty="0">
                <a:latin typeface="Times New Roman"/>
                <a:cs typeface="Times New Roman"/>
              </a:rPr>
              <a:t>1</a:t>
            </a:r>
            <a:r>
              <a:rPr sz="1400" spc="60" dirty="0">
                <a:latin typeface="Times New Roman"/>
                <a:cs typeface="Times New Roman"/>
              </a:rPr>
              <a:t>Q</a:t>
            </a:r>
            <a:r>
              <a:rPr sz="1350" spc="89" baseline="-12345" dirty="0">
                <a:latin typeface="Times New Roman"/>
                <a:cs typeface="Times New Roman"/>
              </a:rPr>
              <a:t>0</a:t>
            </a:r>
            <a:endParaRPr sz="1350" baseline="-12345">
              <a:latin typeface="Times New Roman"/>
              <a:cs typeface="Times New Roman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5363906" y="3751756"/>
            <a:ext cx="182245" cy="251460"/>
          </a:xfrm>
          <a:custGeom>
            <a:avLst/>
            <a:gdLst/>
            <a:ahLst/>
            <a:cxnLst/>
            <a:rect l="l" t="t" r="r" b="b"/>
            <a:pathLst>
              <a:path w="182245" h="251460">
                <a:moveTo>
                  <a:pt x="181629" y="0"/>
                </a:moveTo>
                <a:lnTo>
                  <a:pt x="0" y="251443"/>
                </a:lnTo>
              </a:path>
            </a:pathLst>
          </a:custGeom>
          <a:ln w="14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 txBox="1"/>
          <p:nvPr/>
        </p:nvSpPr>
        <p:spPr>
          <a:xfrm>
            <a:off x="2074108" y="3276503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2982460" y="3276503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5727026" y="4157855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4547652" y="3930303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174067" y="2924409"/>
            <a:ext cx="958215" cy="889000"/>
          </a:xfrm>
          <a:prstGeom prst="rect">
            <a:avLst/>
          </a:prstGeom>
        </p:spPr>
        <p:txBody>
          <a:bodyPr vert="horz" wrap="square" lIns="0" tIns="194310" rIns="0" bIns="0" rtlCol="0">
            <a:spAutoFit/>
          </a:bodyPr>
          <a:lstStyle/>
          <a:p>
            <a:pPr marL="440055">
              <a:lnSpc>
                <a:spcPct val="100000"/>
              </a:lnSpc>
              <a:spcBef>
                <a:spcPts val="1530"/>
              </a:spcBef>
              <a:tabLst>
                <a:tab pos="765175" algn="l"/>
              </a:tabLst>
            </a:pPr>
            <a:r>
              <a:rPr sz="2200" b="1" spc="110" dirty="0">
                <a:latin typeface="Times New Roman"/>
                <a:cs typeface="Times New Roman"/>
              </a:rPr>
              <a:t>1	</a:t>
            </a:r>
            <a:r>
              <a:rPr sz="3300" b="1" spc="165" baseline="-35353" dirty="0">
                <a:latin typeface="Times New Roman"/>
                <a:cs typeface="Times New Roman"/>
              </a:rPr>
              <a:t>0</a:t>
            </a:r>
            <a:endParaRPr sz="3300" baseline="-35353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30"/>
              </a:spcBef>
            </a:pPr>
            <a:r>
              <a:rPr sz="1500" spc="55" dirty="0">
                <a:latin typeface="Times New Roman"/>
                <a:cs typeface="Times New Roman"/>
              </a:rPr>
              <a:t>0010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2267099" y="2637606"/>
            <a:ext cx="140779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711200" algn="l"/>
              </a:tabLst>
            </a:pPr>
            <a:r>
              <a:rPr sz="1500" spc="55" dirty="0">
                <a:latin typeface="Times New Roman"/>
                <a:cs typeface="Times New Roman"/>
              </a:rPr>
              <a:t>1110	</a:t>
            </a:r>
            <a:r>
              <a:rPr sz="3300" b="1" spc="165" baseline="23989" dirty="0">
                <a:latin typeface="Times New Roman"/>
                <a:cs typeface="Times New Roman"/>
              </a:rPr>
              <a:t>0</a:t>
            </a:r>
            <a:r>
              <a:rPr sz="3300" b="1" spc="52" baseline="23989" dirty="0">
                <a:latin typeface="Times New Roman"/>
                <a:cs typeface="Times New Roman"/>
              </a:rPr>
              <a:t> </a:t>
            </a:r>
            <a:r>
              <a:rPr sz="1500" spc="55" dirty="0">
                <a:latin typeface="Times New Roman"/>
                <a:cs typeface="Times New Roman"/>
              </a:rPr>
              <a:t>1111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4546242" y="4778184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3200877" y="5633921"/>
            <a:ext cx="543560" cy="70358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55"/>
              </a:spcBef>
            </a:pPr>
            <a:r>
              <a:rPr sz="2200" b="1" spc="110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500" spc="55" dirty="0">
                <a:latin typeface="Times New Roman"/>
                <a:cs typeface="Times New Roman"/>
              </a:rPr>
              <a:t>1011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3874073" y="5431877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2909783" y="5440262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2001444" y="5440262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382750" y="4678478"/>
            <a:ext cx="435609" cy="82931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250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500" spc="55" dirty="0">
                <a:latin typeface="Times New Roman"/>
                <a:cs typeface="Times New Roman"/>
              </a:rPr>
              <a:t>1000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2892992" y="6239171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4836952" y="4157855"/>
            <a:ext cx="17970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110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1382750" y="3780213"/>
            <a:ext cx="435609" cy="871219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445"/>
              </a:spcBef>
            </a:pPr>
            <a:r>
              <a:rPr sz="2200" b="1" spc="110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500" spc="55" dirty="0">
                <a:latin typeface="Times New Roman"/>
                <a:cs typeface="Times New Roman"/>
              </a:rPr>
              <a:t>1001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5486947" y="3774419"/>
            <a:ext cx="371475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b="1" spc="120" dirty="0">
                <a:latin typeface="Times New Roman"/>
                <a:cs typeface="Times New Roman"/>
              </a:rPr>
              <a:t>C</a:t>
            </a:r>
            <a:r>
              <a:rPr sz="1650" b="1" spc="125" dirty="0">
                <a:latin typeface="Times New Roman"/>
                <a:cs typeface="Times New Roman"/>
              </a:rPr>
              <a:t>O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41" name="object 141"/>
          <p:cNvSpPr/>
          <p:nvPr/>
        </p:nvSpPr>
        <p:spPr>
          <a:xfrm>
            <a:off x="4673534" y="4204378"/>
            <a:ext cx="182245" cy="251460"/>
          </a:xfrm>
          <a:custGeom>
            <a:avLst/>
            <a:gdLst/>
            <a:ahLst/>
            <a:cxnLst/>
            <a:rect l="l" t="t" r="r" b="b"/>
            <a:pathLst>
              <a:path w="182245" h="251460">
                <a:moveTo>
                  <a:pt x="181629" y="0"/>
                </a:moveTo>
                <a:lnTo>
                  <a:pt x="0" y="251443"/>
                </a:lnTo>
              </a:path>
            </a:pathLst>
          </a:custGeom>
          <a:ln w="14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 txBox="1"/>
          <p:nvPr/>
        </p:nvSpPr>
        <p:spPr>
          <a:xfrm>
            <a:off x="6844030" y="3376015"/>
            <a:ext cx="282956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>
              <a:lnSpc>
                <a:spcPct val="150000"/>
              </a:lnSpc>
              <a:spcBef>
                <a:spcPts val="100"/>
              </a:spcBef>
            </a:pPr>
            <a:r>
              <a:rPr sz="3200" b="1" spc="490" dirty="0">
                <a:solidFill>
                  <a:srgbClr val="C00000"/>
                </a:solidFill>
                <a:latin typeface="华文楷体"/>
                <a:cs typeface="华文楷体"/>
              </a:rPr>
              <a:t>同步十进制 </a:t>
            </a:r>
            <a:r>
              <a:rPr sz="3200" b="1" spc="5" dirty="0">
                <a:solidFill>
                  <a:srgbClr val="C00000"/>
                </a:solidFill>
                <a:latin typeface="华文楷体"/>
                <a:cs typeface="华文楷体"/>
              </a:rPr>
              <a:t>加法</a:t>
            </a:r>
            <a:r>
              <a:rPr sz="3200" b="1" dirty="0">
                <a:solidFill>
                  <a:srgbClr val="C00000"/>
                </a:solidFill>
                <a:latin typeface="华文楷体"/>
                <a:cs typeface="华文楷体"/>
              </a:rPr>
              <a:t>计数器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5036184" y="6539775"/>
            <a:ext cx="35052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58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34639" y="982217"/>
            <a:ext cx="6404610" cy="0"/>
          </a:xfrm>
          <a:custGeom>
            <a:avLst/>
            <a:gdLst/>
            <a:ahLst/>
            <a:cxnLst/>
            <a:rect l="l" t="t" r="r" b="b"/>
            <a:pathLst>
              <a:path w="6404609">
                <a:moveTo>
                  <a:pt x="0" y="0"/>
                </a:moveTo>
                <a:lnTo>
                  <a:pt x="6404610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929005" cy="0"/>
          </a:xfrm>
          <a:custGeom>
            <a:avLst/>
            <a:gdLst/>
            <a:ahLst/>
            <a:cxnLst/>
            <a:rect l="l" t="t" r="r" b="b"/>
            <a:pathLst>
              <a:path w="929005">
                <a:moveTo>
                  <a:pt x="0" y="0"/>
                </a:moveTo>
                <a:lnTo>
                  <a:pt x="928878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73436" y="563224"/>
            <a:ext cx="0" cy="580390"/>
          </a:xfrm>
          <a:custGeom>
            <a:avLst/>
            <a:gdLst/>
            <a:ahLst/>
            <a:cxnLst/>
            <a:rect l="l" t="t" r="r" b="b"/>
            <a:pathLst>
              <a:path h="580390">
                <a:moveTo>
                  <a:pt x="0" y="0"/>
                </a:moveTo>
                <a:lnTo>
                  <a:pt x="0" y="579957"/>
                </a:lnTo>
              </a:path>
            </a:pathLst>
          </a:custGeom>
          <a:ln w="45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074460" y="311485"/>
            <a:ext cx="198120" cy="274955"/>
          </a:xfrm>
          <a:custGeom>
            <a:avLst/>
            <a:gdLst/>
            <a:ahLst/>
            <a:cxnLst/>
            <a:rect l="l" t="t" r="r" b="b"/>
            <a:pathLst>
              <a:path w="198120" h="274955">
                <a:moveTo>
                  <a:pt x="98976" y="0"/>
                </a:moveTo>
                <a:lnTo>
                  <a:pt x="0" y="274623"/>
                </a:lnTo>
                <a:lnTo>
                  <a:pt x="197952" y="274623"/>
                </a:lnTo>
                <a:lnTo>
                  <a:pt x="989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73436" y="1143181"/>
            <a:ext cx="3332479" cy="0"/>
          </a:xfrm>
          <a:custGeom>
            <a:avLst/>
            <a:gdLst/>
            <a:ahLst/>
            <a:cxnLst/>
            <a:rect l="l" t="t" r="r" b="b"/>
            <a:pathLst>
              <a:path w="3332479">
                <a:moveTo>
                  <a:pt x="0" y="0"/>
                </a:moveTo>
                <a:lnTo>
                  <a:pt x="3332226" y="0"/>
                </a:lnTo>
              </a:path>
            </a:pathLst>
          </a:custGeom>
          <a:ln w="422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480918" y="1051639"/>
            <a:ext cx="297180" cy="183515"/>
          </a:xfrm>
          <a:custGeom>
            <a:avLst/>
            <a:gdLst/>
            <a:ahLst/>
            <a:cxnLst/>
            <a:rect l="l" t="t" r="r" b="b"/>
            <a:pathLst>
              <a:path w="297179" h="183515">
                <a:moveTo>
                  <a:pt x="0" y="0"/>
                </a:moveTo>
                <a:lnTo>
                  <a:pt x="0" y="183082"/>
                </a:lnTo>
                <a:lnTo>
                  <a:pt x="296929" y="915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73436" y="1087826"/>
            <a:ext cx="149860" cy="0"/>
          </a:xfrm>
          <a:custGeom>
            <a:avLst/>
            <a:gdLst/>
            <a:ahLst/>
            <a:cxnLst/>
            <a:rect l="l" t="t" r="r" b="b"/>
            <a:pathLst>
              <a:path w="149860">
                <a:moveTo>
                  <a:pt x="0" y="0"/>
                </a:moveTo>
                <a:lnTo>
                  <a:pt x="149860" y="0"/>
                </a:lnTo>
              </a:path>
            </a:pathLst>
          </a:custGeom>
          <a:ln w="422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23296" y="671978"/>
            <a:ext cx="0" cy="415925"/>
          </a:xfrm>
          <a:custGeom>
            <a:avLst/>
            <a:gdLst/>
            <a:ahLst/>
            <a:cxnLst/>
            <a:rect l="l" t="t" r="r" b="b"/>
            <a:pathLst>
              <a:path h="415925">
                <a:moveTo>
                  <a:pt x="0" y="0"/>
                </a:moveTo>
                <a:lnTo>
                  <a:pt x="0" y="415847"/>
                </a:lnTo>
              </a:path>
            </a:pathLst>
          </a:custGeom>
          <a:ln w="45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23296" y="671978"/>
            <a:ext cx="300355" cy="415925"/>
          </a:xfrm>
          <a:custGeom>
            <a:avLst/>
            <a:gdLst/>
            <a:ahLst/>
            <a:cxnLst/>
            <a:rect l="l" t="t" r="r" b="b"/>
            <a:pathLst>
              <a:path w="300354" h="415925">
                <a:moveTo>
                  <a:pt x="0" y="0"/>
                </a:moveTo>
                <a:lnTo>
                  <a:pt x="149881" y="0"/>
                </a:lnTo>
                <a:lnTo>
                  <a:pt x="149881" y="415847"/>
                </a:lnTo>
                <a:lnTo>
                  <a:pt x="299763" y="415847"/>
                </a:lnTo>
              </a:path>
            </a:pathLst>
          </a:custGeom>
          <a:ln w="445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23059" y="671978"/>
            <a:ext cx="0" cy="415925"/>
          </a:xfrm>
          <a:custGeom>
            <a:avLst/>
            <a:gdLst/>
            <a:ahLst/>
            <a:cxnLst/>
            <a:rect l="l" t="t" r="r" b="b"/>
            <a:pathLst>
              <a:path h="415925">
                <a:moveTo>
                  <a:pt x="0" y="0"/>
                </a:moveTo>
                <a:lnTo>
                  <a:pt x="0" y="415847"/>
                </a:lnTo>
              </a:path>
            </a:pathLst>
          </a:custGeom>
          <a:ln w="45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623059" y="671978"/>
            <a:ext cx="300355" cy="415925"/>
          </a:xfrm>
          <a:custGeom>
            <a:avLst/>
            <a:gdLst/>
            <a:ahLst/>
            <a:cxnLst/>
            <a:rect l="l" t="t" r="r" b="b"/>
            <a:pathLst>
              <a:path w="300354" h="415925">
                <a:moveTo>
                  <a:pt x="0" y="0"/>
                </a:moveTo>
                <a:lnTo>
                  <a:pt x="149860" y="0"/>
                </a:lnTo>
                <a:lnTo>
                  <a:pt x="149860" y="415847"/>
                </a:lnTo>
                <a:lnTo>
                  <a:pt x="299741" y="415847"/>
                </a:lnTo>
              </a:path>
            </a:pathLst>
          </a:custGeom>
          <a:ln w="445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922801" y="671978"/>
            <a:ext cx="0" cy="415925"/>
          </a:xfrm>
          <a:custGeom>
            <a:avLst/>
            <a:gdLst/>
            <a:ahLst/>
            <a:cxnLst/>
            <a:rect l="l" t="t" r="r" b="b"/>
            <a:pathLst>
              <a:path h="415925">
                <a:moveTo>
                  <a:pt x="0" y="0"/>
                </a:moveTo>
                <a:lnTo>
                  <a:pt x="0" y="415847"/>
                </a:lnTo>
              </a:path>
            </a:pathLst>
          </a:custGeom>
          <a:ln w="45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22801" y="671978"/>
            <a:ext cx="300355" cy="415925"/>
          </a:xfrm>
          <a:custGeom>
            <a:avLst/>
            <a:gdLst/>
            <a:ahLst/>
            <a:cxnLst/>
            <a:rect l="l" t="t" r="r" b="b"/>
            <a:pathLst>
              <a:path w="300354" h="415925">
                <a:moveTo>
                  <a:pt x="0" y="0"/>
                </a:moveTo>
                <a:lnTo>
                  <a:pt x="149860" y="0"/>
                </a:lnTo>
                <a:lnTo>
                  <a:pt x="149860" y="415847"/>
                </a:lnTo>
                <a:lnTo>
                  <a:pt x="299741" y="415847"/>
                </a:lnTo>
              </a:path>
            </a:pathLst>
          </a:custGeom>
          <a:ln w="445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222543" y="671978"/>
            <a:ext cx="0" cy="415925"/>
          </a:xfrm>
          <a:custGeom>
            <a:avLst/>
            <a:gdLst/>
            <a:ahLst/>
            <a:cxnLst/>
            <a:rect l="l" t="t" r="r" b="b"/>
            <a:pathLst>
              <a:path h="415925">
                <a:moveTo>
                  <a:pt x="0" y="0"/>
                </a:moveTo>
                <a:lnTo>
                  <a:pt x="0" y="415847"/>
                </a:lnTo>
              </a:path>
            </a:pathLst>
          </a:custGeom>
          <a:ln w="45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22543" y="671978"/>
            <a:ext cx="300355" cy="415925"/>
          </a:xfrm>
          <a:custGeom>
            <a:avLst/>
            <a:gdLst/>
            <a:ahLst/>
            <a:cxnLst/>
            <a:rect l="l" t="t" r="r" b="b"/>
            <a:pathLst>
              <a:path w="300354" h="415925">
                <a:moveTo>
                  <a:pt x="0" y="0"/>
                </a:moveTo>
                <a:lnTo>
                  <a:pt x="149881" y="0"/>
                </a:lnTo>
                <a:lnTo>
                  <a:pt x="149881" y="415847"/>
                </a:lnTo>
                <a:lnTo>
                  <a:pt x="299741" y="415847"/>
                </a:lnTo>
              </a:path>
            </a:pathLst>
          </a:custGeom>
          <a:ln w="445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522285" y="671978"/>
            <a:ext cx="0" cy="415925"/>
          </a:xfrm>
          <a:custGeom>
            <a:avLst/>
            <a:gdLst/>
            <a:ahLst/>
            <a:cxnLst/>
            <a:rect l="l" t="t" r="r" b="b"/>
            <a:pathLst>
              <a:path h="415925">
                <a:moveTo>
                  <a:pt x="0" y="0"/>
                </a:moveTo>
                <a:lnTo>
                  <a:pt x="0" y="415847"/>
                </a:lnTo>
              </a:path>
            </a:pathLst>
          </a:custGeom>
          <a:ln w="45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522285" y="671978"/>
            <a:ext cx="299720" cy="415925"/>
          </a:xfrm>
          <a:custGeom>
            <a:avLst/>
            <a:gdLst/>
            <a:ahLst/>
            <a:cxnLst/>
            <a:rect l="l" t="t" r="r" b="b"/>
            <a:pathLst>
              <a:path w="299720" h="415925">
                <a:moveTo>
                  <a:pt x="0" y="0"/>
                </a:moveTo>
                <a:lnTo>
                  <a:pt x="149775" y="0"/>
                </a:lnTo>
                <a:lnTo>
                  <a:pt x="149775" y="415847"/>
                </a:lnTo>
                <a:lnTo>
                  <a:pt x="299720" y="415847"/>
                </a:lnTo>
              </a:path>
            </a:pathLst>
          </a:custGeom>
          <a:ln w="445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822006" y="671978"/>
            <a:ext cx="0" cy="415925"/>
          </a:xfrm>
          <a:custGeom>
            <a:avLst/>
            <a:gdLst/>
            <a:ahLst/>
            <a:cxnLst/>
            <a:rect l="l" t="t" r="r" b="b"/>
            <a:pathLst>
              <a:path h="415925">
                <a:moveTo>
                  <a:pt x="0" y="0"/>
                </a:moveTo>
                <a:lnTo>
                  <a:pt x="0" y="415847"/>
                </a:lnTo>
              </a:path>
            </a:pathLst>
          </a:custGeom>
          <a:ln w="45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822006" y="671978"/>
            <a:ext cx="299720" cy="415925"/>
          </a:xfrm>
          <a:custGeom>
            <a:avLst/>
            <a:gdLst/>
            <a:ahLst/>
            <a:cxnLst/>
            <a:rect l="l" t="t" r="r" b="b"/>
            <a:pathLst>
              <a:path w="299720" h="415925">
                <a:moveTo>
                  <a:pt x="0" y="0"/>
                </a:moveTo>
                <a:lnTo>
                  <a:pt x="149944" y="0"/>
                </a:lnTo>
                <a:lnTo>
                  <a:pt x="149944" y="415847"/>
                </a:lnTo>
                <a:lnTo>
                  <a:pt x="299678" y="415847"/>
                </a:lnTo>
              </a:path>
            </a:pathLst>
          </a:custGeom>
          <a:ln w="445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121684" y="671978"/>
            <a:ext cx="0" cy="415925"/>
          </a:xfrm>
          <a:custGeom>
            <a:avLst/>
            <a:gdLst/>
            <a:ahLst/>
            <a:cxnLst/>
            <a:rect l="l" t="t" r="r" b="b"/>
            <a:pathLst>
              <a:path h="415925">
                <a:moveTo>
                  <a:pt x="0" y="0"/>
                </a:moveTo>
                <a:lnTo>
                  <a:pt x="0" y="415847"/>
                </a:lnTo>
              </a:path>
            </a:pathLst>
          </a:custGeom>
          <a:ln w="45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121684" y="671978"/>
            <a:ext cx="300355" cy="415925"/>
          </a:xfrm>
          <a:custGeom>
            <a:avLst/>
            <a:gdLst/>
            <a:ahLst/>
            <a:cxnLst/>
            <a:rect l="l" t="t" r="r" b="b"/>
            <a:pathLst>
              <a:path w="300354" h="415925">
                <a:moveTo>
                  <a:pt x="0" y="0"/>
                </a:moveTo>
                <a:lnTo>
                  <a:pt x="149944" y="0"/>
                </a:lnTo>
                <a:lnTo>
                  <a:pt x="149944" y="415847"/>
                </a:lnTo>
                <a:lnTo>
                  <a:pt x="299889" y="415847"/>
                </a:lnTo>
              </a:path>
            </a:pathLst>
          </a:custGeom>
          <a:ln w="44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421574" y="671978"/>
            <a:ext cx="0" cy="415925"/>
          </a:xfrm>
          <a:custGeom>
            <a:avLst/>
            <a:gdLst/>
            <a:ahLst/>
            <a:cxnLst/>
            <a:rect l="l" t="t" r="r" b="b"/>
            <a:pathLst>
              <a:path h="415925">
                <a:moveTo>
                  <a:pt x="0" y="0"/>
                </a:moveTo>
                <a:lnTo>
                  <a:pt x="0" y="415847"/>
                </a:lnTo>
              </a:path>
            </a:pathLst>
          </a:custGeom>
          <a:ln w="45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421574" y="671978"/>
            <a:ext cx="299720" cy="415925"/>
          </a:xfrm>
          <a:custGeom>
            <a:avLst/>
            <a:gdLst/>
            <a:ahLst/>
            <a:cxnLst/>
            <a:rect l="l" t="t" r="r" b="b"/>
            <a:pathLst>
              <a:path w="299720" h="415925">
                <a:moveTo>
                  <a:pt x="0" y="0"/>
                </a:moveTo>
                <a:lnTo>
                  <a:pt x="149733" y="0"/>
                </a:lnTo>
                <a:lnTo>
                  <a:pt x="149733" y="415847"/>
                </a:lnTo>
                <a:lnTo>
                  <a:pt x="299678" y="415847"/>
                </a:lnTo>
              </a:path>
            </a:pathLst>
          </a:custGeom>
          <a:ln w="445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721253" y="671978"/>
            <a:ext cx="0" cy="415925"/>
          </a:xfrm>
          <a:custGeom>
            <a:avLst/>
            <a:gdLst/>
            <a:ahLst/>
            <a:cxnLst/>
            <a:rect l="l" t="t" r="r" b="b"/>
            <a:pathLst>
              <a:path h="415925">
                <a:moveTo>
                  <a:pt x="0" y="0"/>
                </a:moveTo>
                <a:lnTo>
                  <a:pt x="0" y="415847"/>
                </a:lnTo>
              </a:path>
            </a:pathLst>
          </a:custGeom>
          <a:ln w="45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721253" y="671978"/>
            <a:ext cx="299720" cy="415925"/>
          </a:xfrm>
          <a:custGeom>
            <a:avLst/>
            <a:gdLst/>
            <a:ahLst/>
            <a:cxnLst/>
            <a:rect l="l" t="t" r="r" b="b"/>
            <a:pathLst>
              <a:path w="299720" h="415925">
                <a:moveTo>
                  <a:pt x="0" y="0"/>
                </a:moveTo>
                <a:lnTo>
                  <a:pt x="149944" y="0"/>
                </a:lnTo>
                <a:lnTo>
                  <a:pt x="149944" y="415847"/>
                </a:lnTo>
                <a:lnTo>
                  <a:pt x="299678" y="415847"/>
                </a:lnTo>
              </a:path>
            </a:pathLst>
          </a:custGeom>
          <a:ln w="445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020932" y="671978"/>
            <a:ext cx="0" cy="415925"/>
          </a:xfrm>
          <a:custGeom>
            <a:avLst/>
            <a:gdLst/>
            <a:ahLst/>
            <a:cxnLst/>
            <a:rect l="l" t="t" r="r" b="b"/>
            <a:pathLst>
              <a:path h="415925">
                <a:moveTo>
                  <a:pt x="0" y="0"/>
                </a:moveTo>
                <a:lnTo>
                  <a:pt x="0" y="415847"/>
                </a:lnTo>
              </a:path>
            </a:pathLst>
          </a:custGeom>
          <a:ln w="45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020932" y="671978"/>
            <a:ext cx="300355" cy="415925"/>
          </a:xfrm>
          <a:custGeom>
            <a:avLst/>
            <a:gdLst/>
            <a:ahLst/>
            <a:cxnLst/>
            <a:rect l="l" t="t" r="r" b="b"/>
            <a:pathLst>
              <a:path w="300354" h="415925">
                <a:moveTo>
                  <a:pt x="0" y="0"/>
                </a:moveTo>
                <a:lnTo>
                  <a:pt x="149944" y="0"/>
                </a:lnTo>
                <a:lnTo>
                  <a:pt x="149944" y="415847"/>
                </a:lnTo>
                <a:lnTo>
                  <a:pt x="299889" y="415847"/>
                </a:lnTo>
              </a:path>
            </a:pathLst>
          </a:custGeom>
          <a:ln w="44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656826" y="245783"/>
            <a:ext cx="40386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b="1" i="1" spc="114" dirty="0">
                <a:latin typeface="Times New Roman"/>
                <a:cs typeface="Times New Roman"/>
              </a:rPr>
              <a:t>CP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51756" y="1160609"/>
            <a:ext cx="10795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b="1" i="1" spc="50" dirty="0">
                <a:latin typeface="Times New Roman"/>
                <a:cs typeface="Times New Roman"/>
              </a:rPr>
              <a:t>t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173436" y="1533600"/>
            <a:ext cx="0" cy="580390"/>
          </a:xfrm>
          <a:custGeom>
            <a:avLst/>
            <a:gdLst/>
            <a:ahLst/>
            <a:cxnLst/>
            <a:rect l="l" t="t" r="r" b="b"/>
            <a:pathLst>
              <a:path h="580389">
                <a:moveTo>
                  <a:pt x="0" y="0"/>
                </a:moveTo>
                <a:lnTo>
                  <a:pt x="0" y="579957"/>
                </a:lnTo>
              </a:path>
            </a:pathLst>
          </a:custGeom>
          <a:ln w="45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074460" y="1281862"/>
            <a:ext cx="198120" cy="274955"/>
          </a:xfrm>
          <a:custGeom>
            <a:avLst/>
            <a:gdLst/>
            <a:ahLst/>
            <a:cxnLst/>
            <a:rect l="l" t="t" r="r" b="b"/>
            <a:pathLst>
              <a:path w="198120" h="274955">
                <a:moveTo>
                  <a:pt x="98976" y="0"/>
                </a:moveTo>
                <a:lnTo>
                  <a:pt x="0" y="274623"/>
                </a:lnTo>
                <a:lnTo>
                  <a:pt x="197952" y="274623"/>
                </a:lnTo>
                <a:lnTo>
                  <a:pt x="989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173436" y="2113558"/>
            <a:ext cx="3332479" cy="0"/>
          </a:xfrm>
          <a:custGeom>
            <a:avLst/>
            <a:gdLst/>
            <a:ahLst/>
            <a:cxnLst/>
            <a:rect l="l" t="t" r="r" b="b"/>
            <a:pathLst>
              <a:path w="3332479">
                <a:moveTo>
                  <a:pt x="0" y="0"/>
                </a:moveTo>
                <a:lnTo>
                  <a:pt x="3332226" y="0"/>
                </a:lnTo>
              </a:path>
            </a:pathLst>
          </a:custGeom>
          <a:ln w="422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480918" y="2022016"/>
            <a:ext cx="297180" cy="183515"/>
          </a:xfrm>
          <a:custGeom>
            <a:avLst/>
            <a:gdLst/>
            <a:ahLst/>
            <a:cxnLst/>
            <a:rect l="l" t="t" r="r" b="b"/>
            <a:pathLst>
              <a:path w="297179" h="183514">
                <a:moveTo>
                  <a:pt x="0" y="0"/>
                </a:moveTo>
                <a:lnTo>
                  <a:pt x="0" y="183082"/>
                </a:lnTo>
                <a:lnTo>
                  <a:pt x="296929" y="915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665587" y="1216160"/>
            <a:ext cx="38671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50" b="1" i="1" spc="90" dirty="0">
                <a:latin typeface="Times New Roman"/>
                <a:cs typeface="Times New Roman"/>
              </a:rPr>
              <a:t>Q</a:t>
            </a:r>
            <a:r>
              <a:rPr sz="2100" b="1" spc="135" baseline="-11904" dirty="0">
                <a:latin typeface="Times New Roman"/>
                <a:cs typeface="Times New Roman"/>
              </a:rPr>
              <a:t>0</a:t>
            </a:r>
            <a:endParaRPr sz="2100" baseline="-11904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551756" y="2130986"/>
            <a:ext cx="10795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b="1" i="1" spc="50" dirty="0">
                <a:latin typeface="Times New Roman"/>
                <a:cs typeface="Times New Roman"/>
              </a:rPr>
              <a:t>t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173436" y="2503977"/>
            <a:ext cx="0" cy="580390"/>
          </a:xfrm>
          <a:custGeom>
            <a:avLst/>
            <a:gdLst/>
            <a:ahLst/>
            <a:cxnLst/>
            <a:rect l="l" t="t" r="r" b="b"/>
            <a:pathLst>
              <a:path h="580389">
                <a:moveTo>
                  <a:pt x="0" y="0"/>
                </a:moveTo>
                <a:lnTo>
                  <a:pt x="0" y="579957"/>
                </a:lnTo>
              </a:path>
            </a:pathLst>
          </a:custGeom>
          <a:ln w="45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074460" y="2252239"/>
            <a:ext cx="198120" cy="274955"/>
          </a:xfrm>
          <a:custGeom>
            <a:avLst/>
            <a:gdLst/>
            <a:ahLst/>
            <a:cxnLst/>
            <a:rect l="l" t="t" r="r" b="b"/>
            <a:pathLst>
              <a:path w="198120" h="274955">
                <a:moveTo>
                  <a:pt x="98976" y="0"/>
                </a:moveTo>
                <a:lnTo>
                  <a:pt x="0" y="274623"/>
                </a:lnTo>
                <a:lnTo>
                  <a:pt x="197952" y="274623"/>
                </a:lnTo>
                <a:lnTo>
                  <a:pt x="989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173436" y="3083935"/>
            <a:ext cx="3324860" cy="0"/>
          </a:xfrm>
          <a:custGeom>
            <a:avLst/>
            <a:gdLst/>
            <a:ahLst/>
            <a:cxnLst/>
            <a:rect l="l" t="t" r="r" b="b"/>
            <a:pathLst>
              <a:path w="3324859">
                <a:moveTo>
                  <a:pt x="0" y="0"/>
                </a:moveTo>
                <a:lnTo>
                  <a:pt x="3324823" y="0"/>
                </a:lnTo>
              </a:path>
            </a:pathLst>
          </a:custGeom>
          <a:ln w="422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473516" y="2992393"/>
            <a:ext cx="297180" cy="183515"/>
          </a:xfrm>
          <a:custGeom>
            <a:avLst/>
            <a:gdLst/>
            <a:ahLst/>
            <a:cxnLst/>
            <a:rect l="l" t="t" r="r" b="b"/>
            <a:pathLst>
              <a:path w="297179" h="183514">
                <a:moveTo>
                  <a:pt x="0" y="0"/>
                </a:moveTo>
                <a:lnTo>
                  <a:pt x="0" y="183082"/>
                </a:lnTo>
                <a:lnTo>
                  <a:pt x="296929" y="915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4665587" y="2186342"/>
            <a:ext cx="38671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50" b="1" i="1" spc="90" dirty="0">
                <a:latin typeface="Times New Roman"/>
                <a:cs typeface="Times New Roman"/>
              </a:rPr>
              <a:t>Q</a:t>
            </a:r>
            <a:r>
              <a:rPr sz="2100" b="1" spc="135" baseline="-11904" dirty="0">
                <a:latin typeface="Times New Roman"/>
                <a:cs typeface="Times New Roman"/>
              </a:rPr>
              <a:t>1</a:t>
            </a:r>
            <a:endParaRPr sz="2100" baseline="-11904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536740" y="3101363"/>
            <a:ext cx="10795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b="1" i="1" spc="50" dirty="0">
                <a:latin typeface="Times New Roman"/>
                <a:cs typeface="Times New Roman"/>
              </a:rPr>
              <a:t>t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173436" y="3474159"/>
            <a:ext cx="0" cy="580390"/>
          </a:xfrm>
          <a:custGeom>
            <a:avLst/>
            <a:gdLst/>
            <a:ahLst/>
            <a:cxnLst/>
            <a:rect l="l" t="t" r="r" b="b"/>
            <a:pathLst>
              <a:path h="580389">
                <a:moveTo>
                  <a:pt x="0" y="0"/>
                </a:moveTo>
                <a:lnTo>
                  <a:pt x="0" y="579957"/>
                </a:lnTo>
              </a:path>
            </a:pathLst>
          </a:custGeom>
          <a:ln w="45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074460" y="3222420"/>
            <a:ext cx="198120" cy="274955"/>
          </a:xfrm>
          <a:custGeom>
            <a:avLst/>
            <a:gdLst/>
            <a:ahLst/>
            <a:cxnLst/>
            <a:rect l="l" t="t" r="r" b="b"/>
            <a:pathLst>
              <a:path w="198120" h="274954">
                <a:moveTo>
                  <a:pt x="98976" y="0"/>
                </a:moveTo>
                <a:lnTo>
                  <a:pt x="0" y="274623"/>
                </a:lnTo>
                <a:lnTo>
                  <a:pt x="197952" y="274623"/>
                </a:lnTo>
                <a:lnTo>
                  <a:pt x="989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173436" y="4054116"/>
            <a:ext cx="3324860" cy="0"/>
          </a:xfrm>
          <a:custGeom>
            <a:avLst/>
            <a:gdLst/>
            <a:ahLst/>
            <a:cxnLst/>
            <a:rect l="l" t="t" r="r" b="b"/>
            <a:pathLst>
              <a:path w="3324859">
                <a:moveTo>
                  <a:pt x="0" y="0"/>
                </a:moveTo>
                <a:lnTo>
                  <a:pt x="3324823" y="0"/>
                </a:lnTo>
              </a:path>
            </a:pathLst>
          </a:custGeom>
          <a:ln w="422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473516" y="3962574"/>
            <a:ext cx="297180" cy="183515"/>
          </a:xfrm>
          <a:custGeom>
            <a:avLst/>
            <a:gdLst/>
            <a:ahLst/>
            <a:cxnLst/>
            <a:rect l="l" t="t" r="r" b="b"/>
            <a:pathLst>
              <a:path w="297179" h="183514">
                <a:moveTo>
                  <a:pt x="0" y="0"/>
                </a:moveTo>
                <a:lnTo>
                  <a:pt x="0" y="183082"/>
                </a:lnTo>
                <a:lnTo>
                  <a:pt x="296929" y="915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4665587" y="3156718"/>
            <a:ext cx="38671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50" b="1" i="1" spc="90" dirty="0">
                <a:latin typeface="Times New Roman"/>
                <a:cs typeface="Times New Roman"/>
              </a:rPr>
              <a:t>Q</a:t>
            </a:r>
            <a:r>
              <a:rPr sz="2100" b="1" spc="135" baseline="-11904" dirty="0">
                <a:latin typeface="Times New Roman"/>
                <a:cs typeface="Times New Roman"/>
              </a:rPr>
              <a:t>2</a:t>
            </a:r>
            <a:endParaRPr sz="2100" baseline="-11904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551756" y="4071544"/>
            <a:ext cx="10795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b="1" i="1" spc="50" dirty="0">
                <a:latin typeface="Times New Roman"/>
                <a:cs typeface="Times New Roman"/>
              </a:rPr>
              <a:t>t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5173436" y="4444536"/>
            <a:ext cx="0" cy="580390"/>
          </a:xfrm>
          <a:custGeom>
            <a:avLst/>
            <a:gdLst/>
            <a:ahLst/>
            <a:cxnLst/>
            <a:rect l="l" t="t" r="r" b="b"/>
            <a:pathLst>
              <a:path h="580389">
                <a:moveTo>
                  <a:pt x="0" y="0"/>
                </a:moveTo>
                <a:lnTo>
                  <a:pt x="0" y="579937"/>
                </a:lnTo>
              </a:path>
            </a:pathLst>
          </a:custGeom>
          <a:ln w="45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074460" y="4192797"/>
            <a:ext cx="198120" cy="274955"/>
          </a:xfrm>
          <a:custGeom>
            <a:avLst/>
            <a:gdLst/>
            <a:ahLst/>
            <a:cxnLst/>
            <a:rect l="l" t="t" r="r" b="b"/>
            <a:pathLst>
              <a:path w="198120" h="274954">
                <a:moveTo>
                  <a:pt x="98976" y="0"/>
                </a:moveTo>
                <a:lnTo>
                  <a:pt x="0" y="274604"/>
                </a:lnTo>
                <a:lnTo>
                  <a:pt x="197952" y="274604"/>
                </a:lnTo>
                <a:lnTo>
                  <a:pt x="989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173436" y="5024473"/>
            <a:ext cx="3347720" cy="0"/>
          </a:xfrm>
          <a:custGeom>
            <a:avLst/>
            <a:gdLst/>
            <a:ahLst/>
            <a:cxnLst/>
            <a:rect l="l" t="t" r="r" b="b"/>
            <a:pathLst>
              <a:path w="3347720">
                <a:moveTo>
                  <a:pt x="0" y="0"/>
                </a:moveTo>
                <a:lnTo>
                  <a:pt x="3347241" y="0"/>
                </a:lnTo>
              </a:path>
            </a:pathLst>
          </a:custGeom>
          <a:ln w="422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495934" y="4932932"/>
            <a:ext cx="297180" cy="183515"/>
          </a:xfrm>
          <a:custGeom>
            <a:avLst/>
            <a:gdLst/>
            <a:ahLst/>
            <a:cxnLst/>
            <a:rect l="l" t="t" r="r" b="b"/>
            <a:pathLst>
              <a:path w="297179" h="183514">
                <a:moveTo>
                  <a:pt x="0" y="0"/>
                </a:moveTo>
                <a:lnTo>
                  <a:pt x="0" y="183082"/>
                </a:lnTo>
                <a:lnTo>
                  <a:pt x="296929" y="915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4665587" y="4127095"/>
            <a:ext cx="38671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50" b="1" i="1" spc="90" dirty="0">
                <a:latin typeface="Times New Roman"/>
                <a:cs typeface="Times New Roman"/>
              </a:rPr>
              <a:t>Q</a:t>
            </a:r>
            <a:r>
              <a:rPr sz="2100" b="1" spc="135" baseline="-11904" dirty="0">
                <a:latin typeface="Times New Roman"/>
                <a:cs typeface="Times New Roman"/>
              </a:rPr>
              <a:t>3</a:t>
            </a:r>
            <a:endParaRPr sz="2100" baseline="-11904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536740" y="5041882"/>
            <a:ext cx="10795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b="1" i="1" spc="50" dirty="0">
                <a:latin typeface="Times New Roman"/>
                <a:cs typeface="Times New Roman"/>
              </a:rPr>
              <a:t>t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5173436" y="5414834"/>
            <a:ext cx="0" cy="580390"/>
          </a:xfrm>
          <a:custGeom>
            <a:avLst/>
            <a:gdLst/>
            <a:ahLst/>
            <a:cxnLst/>
            <a:rect l="l" t="t" r="r" b="b"/>
            <a:pathLst>
              <a:path h="580389">
                <a:moveTo>
                  <a:pt x="0" y="0"/>
                </a:moveTo>
                <a:lnTo>
                  <a:pt x="0" y="579937"/>
                </a:lnTo>
              </a:path>
            </a:pathLst>
          </a:custGeom>
          <a:ln w="45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074460" y="5163096"/>
            <a:ext cx="198120" cy="274955"/>
          </a:xfrm>
          <a:custGeom>
            <a:avLst/>
            <a:gdLst/>
            <a:ahLst/>
            <a:cxnLst/>
            <a:rect l="l" t="t" r="r" b="b"/>
            <a:pathLst>
              <a:path w="198120" h="274954">
                <a:moveTo>
                  <a:pt x="98976" y="0"/>
                </a:moveTo>
                <a:lnTo>
                  <a:pt x="0" y="274623"/>
                </a:lnTo>
                <a:lnTo>
                  <a:pt x="197952" y="274623"/>
                </a:lnTo>
                <a:lnTo>
                  <a:pt x="989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173436" y="5994772"/>
            <a:ext cx="3324860" cy="0"/>
          </a:xfrm>
          <a:custGeom>
            <a:avLst/>
            <a:gdLst/>
            <a:ahLst/>
            <a:cxnLst/>
            <a:rect l="l" t="t" r="r" b="b"/>
            <a:pathLst>
              <a:path w="3324859">
                <a:moveTo>
                  <a:pt x="0" y="0"/>
                </a:moveTo>
                <a:lnTo>
                  <a:pt x="3324823" y="0"/>
                </a:lnTo>
              </a:path>
            </a:pathLst>
          </a:custGeom>
          <a:ln w="422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473516" y="5903231"/>
            <a:ext cx="297180" cy="183515"/>
          </a:xfrm>
          <a:custGeom>
            <a:avLst/>
            <a:gdLst/>
            <a:ahLst/>
            <a:cxnLst/>
            <a:rect l="l" t="t" r="r" b="b"/>
            <a:pathLst>
              <a:path w="297179" h="183514">
                <a:moveTo>
                  <a:pt x="0" y="0"/>
                </a:moveTo>
                <a:lnTo>
                  <a:pt x="0" y="183082"/>
                </a:lnTo>
                <a:lnTo>
                  <a:pt x="296929" y="915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4625358" y="5097315"/>
            <a:ext cx="43688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b="1" i="1" spc="120" dirty="0">
                <a:latin typeface="Times New Roman"/>
                <a:cs typeface="Times New Roman"/>
              </a:rPr>
              <a:t>C</a:t>
            </a:r>
            <a:r>
              <a:rPr sz="2150" b="1" i="1" spc="130" dirty="0">
                <a:latin typeface="Times New Roman"/>
                <a:cs typeface="Times New Roman"/>
              </a:rPr>
              <a:t>O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536740" y="6012181"/>
            <a:ext cx="10795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b="1" i="1" spc="50" dirty="0">
                <a:latin typeface="Times New Roman"/>
                <a:cs typeface="Times New Roman"/>
              </a:rPr>
              <a:t>t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5173436" y="1642355"/>
            <a:ext cx="3155315" cy="415925"/>
          </a:xfrm>
          <a:custGeom>
            <a:avLst/>
            <a:gdLst/>
            <a:ahLst/>
            <a:cxnLst/>
            <a:rect l="l" t="t" r="r" b="b"/>
            <a:pathLst>
              <a:path w="3155315" h="415925">
                <a:moveTo>
                  <a:pt x="0" y="415847"/>
                </a:moveTo>
                <a:lnTo>
                  <a:pt x="299741" y="415847"/>
                </a:lnTo>
                <a:lnTo>
                  <a:pt x="299741" y="0"/>
                </a:lnTo>
                <a:lnTo>
                  <a:pt x="599483" y="0"/>
                </a:lnTo>
                <a:lnTo>
                  <a:pt x="599483" y="415847"/>
                </a:lnTo>
                <a:lnTo>
                  <a:pt x="899225" y="415847"/>
                </a:lnTo>
                <a:lnTo>
                  <a:pt x="899225" y="0"/>
                </a:lnTo>
                <a:lnTo>
                  <a:pt x="1198988" y="0"/>
                </a:lnTo>
                <a:lnTo>
                  <a:pt x="1198988" y="415847"/>
                </a:lnTo>
                <a:lnTo>
                  <a:pt x="1498625" y="415847"/>
                </a:lnTo>
                <a:lnTo>
                  <a:pt x="1498625" y="0"/>
                </a:lnTo>
                <a:lnTo>
                  <a:pt x="1798515" y="0"/>
                </a:lnTo>
                <a:lnTo>
                  <a:pt x="1798515" y="415847"/>
                </a:lnTo>
                <a:lnTo>
                  <a:pt x="2098193" y="415847"/>
                </a:lnTo>
                <a:lnTo>
                  <a:pt x="2098193" y="0"/>
                </a:lnTo>
                <a:lnTo>
                  <a:pt x="2397872" y="0"/>
                </a:lnTo>
                <a:lnTo>
                  <a:pt x="2397872" y="415847"/>
                </a:lnTo>
                <a:lnTo>
                  <a:pt x="2697762" y="415847"/>
                </a:lnTo>
                <a:lnTo>
                  <a:pt x="2697762" y="0"/>
                </a:lnTo>
                <a:lnTo>
                  <a:pt x="2997440" y="0"/>
                </a:lnTo>
                <a:lnTo>
                  <a:pt x="2997440" y="415847"/>
                </a:lnTo>
                <a:lnTo>
                  <a:pt x="3154787" y="415847"/>
                </a:lnTo>
              </a:path>
            </a:pathLst>
          </a:custGeom>
          <a:ln w="42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173436" y="3028384"/>
            <a:ext cx="592455" cy="0"/>
          </a:xfrm>
          <a:custGeom>
            <a:avLst/>
            <a:gdLst/>
            <a:ahLst/>
            <a:cxnLst/>
            <a:rect l="l" t="t" r="r" b="b"/>
            <a:pathLst>
              <a:path w="592454">
                <a:moveTo>
                  <a:pt x="0" y="0"/>
                </a:moveTo>
                <a:lnTo>
                  <a:pt x="591997" y="0"/>
                </a:lnTo>
              </a:path>
            </a:pathLst>
          </a:custGeom>
          <a:ln w="422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772920" y="2612536"/>
            <a:ext cx="2548255" cy="415925"/>
          </a:xfrm>
          <a:custGeom>
            <a:avLst/>
            <a:gdLst/>
            <a:ahLst/>
            <a:cxnLst/>
            <a:rect l="l" t="t" r="r" b="b"/>
            <a:pathLst>
              <a:path w="2548254" h="415925">
                <a:moveTo>
                  <a:pt x="0" y="415847"/>
                </a:moveTo>
                <a:lnTo>
                  <a:pt x="0" y="0"/>
                </a:lnTo>
                <a:lnTo>
                  <a:pt x="599505" y="0"/>
                </a:lnTo>
                <a:lnTo>
                  <a:pt x="599505" y="415847"/>
                </a:lnTo>
                <a:lnTo>
                  <a:pt x="1199031" y="415847"/>
                </a:lnTo>
                <a:lnTo>
                  <a:pt x="1199031" y="0"/>
                </a:lnTo>
                <a:lnTo>
                  <a:pt x="1798388" y="0"/>
                </a:lnTo>
                <a:lnTo>
                  <a:pt x="1798388" y="415847"/>
                </a:lnTo>
                <a:lnTo>
                  <a:pt x="2547901" y="415847"/>
                </a:lnTo>
              </a:path>
            </a:pathLst>
          </a:custGeom>
          <a:ln w="42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173436" y="3998761"/>
            <a:ext cx="1184275" cy="0"/>
          </a:xfrm>
          <a:custGeom>
            <a:avLst/>
            <a:gdLst/>
            <a:ahLst/>
            <a:cxnLst/>
            <a:rect l="l" t="t" r="r" b="b"/>
            <a:pathLst>
              <a:path w="1184275">
                <a:moveTo>
                  <a:pt x="0" y="0"/>
                </a:moveTo>
                <a:lnTo>
                  <a:pt x="1183994" y="0"/>
                </a:lnTo>
              </a:path>
            </a:pathLst>
          </a:custGeom>
          <a:ln w="422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364917" y="3582913"/>
            <a:ext cx="0" cy="415925"/>
          </a:xfrm>
          <a:custGeom>
            <a:avLst/>
            <a:gdLst/>
            <a:ahLst/>
            <a:cxnLst/>
            <a:rect l="l" t="t" r="r" b="b"/>
            <a:pathLst>
              <a:path h="415925">
                <a:moveTo>
                  <a:pt x="0" y="415847"/>
                </a:moveTo>
                <a:lnTo>
                  <a:pt x="0" y="0"/>
                </a:lnTo>
              </a:path>
            </a:pathLst>
          </a:custGeom>
          <a:ln w="45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364917" y="3589759"/>
            <a:ext cx="1971039" cy="409575"/>
          </a:xfrm>
          <a:custGeom>
            <a:avLst/>
            <a:gdLst/>
            <a:ahLst/>
            <a:cxnLst/>
            <a:rect l="l" t="t" r="r" b="b"/>
            <a:pathLst>
              <a:path w="1971040" h="409575">
                <a:moveTo>
                  <a:pt x="0" y="0"/>
                </a:moveTo>
                <a:lnTo>
                  <a:pt x="1214004" y="0"/>
                </a:lnTo>
                <a:lnTo>
                  <a:pt x="1214004" y="409001"/>
                </a:lnTo>
                <a:lnTo>
                  <a:pt x="1970920" y="409001"/>
                </a:lnTo>
              </a:path>
            </a:pathLst>
          </a:custGeom>
          <a:ln w="423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173436" y="4969020"/>
            <a:ext cx="2390775" cy="0"/>
          </a:xfrm>
          <a:custGeom>
            <a:avLst/>
            <a:gdLst/>
            <a:ahLst/>
            <a:cxnLst/>
            <a:rect l="l" t="t" r="r" b="b"/>
            <a:pathLst>
              <a:path w="2390775">
                <a:moveTo>
                  <a:pt x="0" y="0"/>
                </a:moveTo>
                <a:lnTo>
                  <a:pt x="2390470" y="0"/>
                </a:lnTo>
              </a:path>
            </a:pathLst>
          </a:custGeom>
          <a:ln w="422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571308" y="4553192"/>
            <a:ext cx="607695" cy="415925"/>
          </a:xfrm>
          <a:custGeom>
            <a:avLst/>
            <a:gdLst/>
            <a:ahLst/>
            <a:cxnLst/>
            <a:rect l="l" t="t" r="r" b="b"/>
            <a:pathLst>
              <a:path w="607695" h="415925">
                <a:moveTo>
                  <a:pt x="0" y="415828"/>
                </a:moveTo>
                <a:lnTo>
                  <a:pt x="0" y="0"/>
                </a:lnTo>
                <a:lnTo>
                  <a:pt x="607182" y="0"/>
                </a:lnTo>
              </a:path>
            </a:pathLst>
          </a:custGeom>
          <a:ln w="433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8170877" y="4553192"/>
            <a:ext cx="150495" cy="415925"/>
          </a:xfrm>
          <a:custGeom>
            <a:avLst/>
            <a:gdLst/>
            <a:ahLst/>
            <a:cxnLst/>
            <a:rect l="l" t="t" r="r" b="b"/>
            <a:pathLst>
              <a:path w="150495" h="415925">
                <a:moveTo>
                  <a:pt x="0" y="0"/>
                </a:moveTo>
                <a:lnTo>
                  <a:pt x="0" y="415828"/>
                </a:lnTo>
                <a:lnTo>
                  <a:pt x="149944" y="415828"/>
                </a:lnTo>
              </a:path>
            </a:pathLst>
          </a:custGeom>
          <a:ln w="452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173436" y="5523491"/>
            <a:ext cx="3140075" cy="415925"/>
          </a:xfrm>
          <a:custGeom>
            <a:avLst/>
            <a:gdLst/>
            <a:ahLst/>
            <a:cxnLst/>
            <a:rect l="l" t="t" r="r" b="b"/>
            <a:pathLst>
              <a:path w="3140075" h="415925">
                <a:moveTo>
                  <a:pt x="0" y="415847"/>
                </a:moveTo>
                <a:lnTo>
                  <a:pt x="2697762" y="415847"/>
                </a:lnTo>
                <a:lnTo>
                  <a:pt x="2697762" y="0"/>
                </a:lnTo>
                <a:lnTo>
                  <a:pt x="2997440" y="0"/>
                </a:lnTo>
                <a:lnTo>
                  <a:pt x="2997440" y="415847"/>
                </a:lnTo>
                <a:lnTo>
                  <a:pt x="3139771" y="415847"/>
                </a:lnTo>
              </a:path>
            </a:pathLst>
          </a:custGeom>
          <a:ln w="42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1418844" y="603504"/>
            <a:ext cx="1416050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46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15"/>
              </a:spcBef>
            </a:pPr>
            <a:r>
              <a:rPr sz="3200" i="1" dirty="0">
                <a:latin typeface="华文楷体"/>
                <a:cs typeface="华文楷体"/>
              </a:rPr>
              <a:t>时序图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8173973" y="875538"/>
            <a:ext cx="14604" cy="4854575"/>
          </a:xfrm>
          <a:custGeom>
            <a:avLst/>
            <a:gdLst/>
            <a:ahLst/>
            <a:cxnLst/>
            <a:rect l="l" t="t" r="r" b="b"/>
            <a:pathLst>
              <a:path w="14604" h="4854575">
                <a:moveTo>
                  <a:pt x="14604" y="4854384"/>
                </a:moveTo>
                <a:lnTo>
                  <a:pt x="0" y="0"/>
                </a:lnTo>
              </a:path>
            </a:pathLst>
          </a:custGeom>
          <a:ln w="25907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464302" y="875538"/>
            <a:ext cx="14604" cy="1183640"/>
          </a:xfrm>
          <a:custGeom>
            <a:avLst/>
            <a:gdLst/>
            <a:ahLst/>
            <a:cxnLst/>
            <a:rect l="l" t="t" r="r" b="b"/>
            <a:pathLst>
              <a:path w="14604" h="1183639">
                <a:moveTo>
                  <a:pt x="0" y="0"/>
                </a:moveTo>
                <a:lnTo>
                  <a:pt x="14605" y="1183386"/>
                </a:lnTo>
              </a:path>
            </a:pathLst>
          </a:custGeom>
          <a:ln w="25908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769102" y="916686"/>
            <a:ext cx="1905" cy="1950085"/>
          </a:xfrm>
          <a:custGeom>
            <a:avLst/>
            <a:gdLst/>
            <a:ahLst/>
            <a:cxnLst/>
            <a:rect l="l" t="t" r="r" b="b"/>
            <a:pathLst>
              <a:path w="1904" h="1950085">
                <a:moveTo>
                  <a:pt x="1777" y="0"/>
                </a:moveTo>
                <a:lnTo>
                  <a:pt x="0" y="1949830"/>
                </a:lnTo>
              </a:path>
            </a:pathLst>
          </a:custGeom>
          <a:ln w="25908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366509" y="820674"/>
            <a:ext cx="14604" cy="2905125"/>
          </a:xfrm>
          <a:custGeom>
            <a:avLst/>
            <a:gdLst/>
            <a:ahLst/>
            <a:cxnLst/>
            <a:rect l="l" t="t" r="r" b="b"/>
            <a:pathLst>
              <a:path w="14604" h="2905125">
                <a:moveTo>
                  <a:pt x="14604" y="0"/>
                </a:moveTo>
                <a:lnTo>
                  <a:pt x="0" y="2904617"/>
                </a:lnTo>
              </a:path>
            </a:pathLst>
          </a:custGeom>
          <a:ln w="25908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559802" y="889253"/>
            <a:ext cx="1905" cy="3980815"/>
          </a:xfrm>
          <a:custGeom>
            <a:avLst/>
            <a:gdLst/>
            <a:ahLst/>
            <a:cxnLst/>
            <a:rect l="l" t="t" r="r" b="b"/>
            <a:pathLst>
              <a:path w="1904" h="3980815">
                <a:moveTo>
                  <a:pt x="1777" y="0"/>
                </a:moveTo>
                <a:lnTo>
                  <a:pt x="0" y="3980307"/>
                </a:lnTo>
              </a:path>
            </a:pathLst>
          </a:custGeom>
          <a:ln w="25908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843266" y="887730"/>
            <a:ext cx="46990" cy="4679950"/>
          </a:xfrm>
          <a:custGeom>
            <a:avLst/>
            <a:gdLst/>
            <a:ahLst/>
            <a:cxnLst/>
            <a:rect l="l" t="t" r="r" b="b"/>
            <a:pathLst>
              <a:path w="46990" h="4679950">
                <a:moveTo>
                  <a:pt x="0" y="0"/>
                </a:moveTo>
                <a:lnTo>
                  <a:pt x="46481" y="4679950"/>
                </a:lnTo>
              </a:path>
            </a:pathLst>
          </a:custGeom>
          <a:ln w="25908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5036184" y="6539775"/>
            <a:ext cx="35052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59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2314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latin typeface="华文楷体"/>
                <a:cs typeface="华文楷体"/>
              </a:rPr>
              <a:t>减法计</a:t>
            </a:r>
            <a:r>
              <a:rPr sz="3600" b="1" i="0" spc="-5" dirty="0">
                <a:latin typeface="华文楷体"/>
                <a:cs typeface="华文楷体"/>
              </a:rPr>
              <a:t>数器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8044" y="1423542"/>
            <a:ext cx="5940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用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T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触发器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实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现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的二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进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制减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法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计数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77545" y="2415712"/>
            <a:ext cx="588645" cy="0"/>
          </a:xfrm>
          <a:custGeom>
            <a:avLst/>
            <a:gdLst/>
            <a:ahLst/>
            <a:cxnLst/>
            <a:rect l="l" t="t" r="r" b="b"/>
            <a:pathLst>
              <a:path w="588645">
                <a:moveTo>
                  <a:pt x="0" y="0"/>
                </a:moveTo>
                <a:lnTo>
                  <a:pt x="588549" y="0"/>
                </a:lnTo>
              </a:path>
            </a:pathLst>
          </a:custGeom>
          <a:ln w="190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69710" y="2415713"/>
            <a:ext cx="632460" cy="0"/>
          </a:xfrm>
          <a:custGeom>
            <a:avLst/>
            <a:gdLst/>
            <a:ahLst/>
            <a:cxnLst/>
            <a:rect l="l" t="t" r="r" b="b"/>
            <a:pathLst>
              <a:path w="632460">
                <a:moveTo>
                  <a:pt x="0" y="0"/>
                </a:moveTo>
                <a:lnTo>
                  <a:pt x="632456" y="0"/>
                </a:lnTo>
              </a:path>
            </a:pathLst>
          </a:custGeom>
          <a:ln w="190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84220" y="2377295"/>
            <a:ext cx="1671955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  <a:tabLst>
                <a:tab pos="508634" algn="l"/>
                <a:tab pos="1354455" algn="l"/>
              </a:tabLst>
            </a:pPr>
            <a:r>
              <a:rPr sz="2950" i="1" spc="2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550" spc="30" baseline="-24509" dirty="0">
                <a:solidFill>
                  <a:srgbClr val="FF0000"/>
                </a:solidFill>
                <a:latin typeface="Times New Roman"/>
                <a:cs typeface="Times New Roman"/>
              </a:rPr>
              <a:t>0	</a:t>
            </a:r>
            <a:r>
              <a:rPr sz="2950" spc="165" dirty="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sz="2950" spc="-3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950" spc="150" dirty="0">
                <a:solidFill>
                  <a:srgbClr val="FF0000"/>
                </a:solidFill>
                <a:latin typeface="Times New Roman"/>
                <a:cs typeface="Times New Roman"/>
              </a:rPr>
              <a:t>1	</a:t>
            </a:r>
            <a:r>
              <a:rPr sz="295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550" i="1" spc="-15" baseline="-24509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550" baseline="-24509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10719" y="2474884"/>
            <a:ext cx="1702435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4425" spc="247" baseline="14124" dirty="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sz="4425" spc="247" baseline="1412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425" i="1" spc="120" baseline="14124" dirty="0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sz="1700" i="1" spc="8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700" spc="80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1700" spc="8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17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425" i="1" spc="195" baseline="14124" dirty="0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sz="1700" i="1" spc="13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700" spc="130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1700" spc="13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8044" y="3191573"/>
            <a:ext cx="8065770" cy="249491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023110">
              <a:lnSpc>
                <a:spcPct val="100000"/>
              </a:lnSpc>
              <a:spcBef>
                <a:spcPts val="765"/>
              </a:spcBef>
              <a:tabLst>
                <a:tab pos="3730625" algn="l"/>
              </a:tabLst>
            </a:pPr>
            <a:r>
              <a:rPr sz="2950" spc="8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950" i="1" spc="80" dirty="0">
                <a:solidFill>
                  <a:srgbClr val="FF0000"/>
                </a:solidFill>
                <a:latin typeface="Times New Roman"/>
                <a:cs typeface="Times New Roman"/>
              </a:rPr>
              <a:t>i </a:t>
            </a:r>
            <a:r>
              <a:rPr sz="2950" spc="165" dirty="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sz="2950" spc="-3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950" spc="-40" dirty="0">
                <a:solidFill>
                  <a:srgbClr val="FF0000"/>
                </a:solidFill>
                <a:latin typeface="Times New Roman"/>
                <a:cs typeface="Times New Roman"/>
              </a:rPr>
              <a:t>1,</a:t>
            </a:r>
            <a:r>
              <a:rPr sz="2950" spc="-3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950" spc="85" dirty="0">
                <a:solidFill>
                  <a:srgbClr val="FF0000"/>
                </a:solidFill>
                <a:latin typeface="Times New Roman"/>
                <a:cs typeface="Times New Roman"/>
              </a:rPr>
              <a:t>2,	</a:t>
            </a:r>
            <a:r>
              <a:rPr sz="2950" i="1" spc="15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950" i="1" spc="-1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950" spc="114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950" spc="114" dirty="0">
                <a:solidFill>
                  <a:srgbClr val="FF0000"/>
                </a:solidFill>
                <a:latin typeface="Times New Roman"/>
                <a:cs typeface="Times New Roman"/>
              </a:rPr>
              <a:t>1)</a:t>
            </a: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同步二进制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减法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计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数器</a:t>
            </a:r>
            <a:endParaRPr sz="2800">
              <a:latin typeface="华文楷体"/>
              <a:cs typeface="华文楷体"/>
            </a:endParaRPr>
          </a:p>
          <a:p>
            <a:pPr marL="12700" marR="5080" indent="457200">
              <a:lnSpc>
                <a:spcPct val="150100"/>
              </a:lnSpc>
              <a:spcBef>
                <a:spcPts val="1195"/>
              </a:spcBef>
            </a:pPr>
            <a:r>
              <a:rPr sz="2800" b="1" spc="15" dirty="0">
                <a:solidFill>
                  <a:srgbClr val="7E4D00"/>
                </a:solidFill>
                <a:latin typeface="华文楷体"/>
                <a:cs typeface="华文楷体"/>
              </a:rPr>
              <a:t>在多位二进制数末位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减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1，</a:t>
            </a:r>
            <a:r>
              <a:rPr sz="2800" b="1" spc="15" dirty="0">
                <a:solidFill>
                  <a:srgbClr val="7E4D00"/>
                </a:solidFill>
                <a:latin typeface="华文楷体"/>
                <a:cs typeface="华文楷体"/>
              </a:rPr>
              <a:t>若</a:t>
            </a:r>
            <a:r>
              <a:rPr sz="2800" b="1" spc="25" dirty="0">
                <a:solidFill>
                  <a:srgbClr val="7E4D00"/>
                </a:solidFill>
                <a:latin typeface="华文楷体"/>
                <a:cs typeface="华文楷体"/>
              </a:rPr>
              <a:t>第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i位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以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下皆</a:t>
            </a:r>
            <a:r>
              <a:rPr sz="2800" b="1" spc="25" dirty="0">
                <a:solidFill>
                  <a:srgbClr val="7E4D00"/>
                </a:solidFill>
                <a:latin typeface="华文楷体"/>
                <a:cs typeface="华文楷体"/>
              </a:rPr>
              <a:t>为</a:t>
            </a:r>
            <a:r>
              <a:rPr sz="2800" b="1" spc="15" dirty="0">
                <a:solidFill>
                  <a:srgbClr val="7E4D00"/>
                </a:solidFill>
                <a:latin typeface="华文楷体"/>
                <a:cs typeface="华文楷体"/>
              </a:rPr>
              <a:t>0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， 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则第i位应翻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转。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05842" y="2145921"/>
            <a:ext cx="2407285" cy="104584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3025">
              <a:lnSpc>
                <a:spcPts val="1185"/>
              </a:lnSpc>
              <a:spcBef>
                <a:spcPts val="130"/>
              </a:spcBef>
              <a:tabLst>
                <a:tab pos="490220" algn="l"/>
                <a:tab pos="966469" algn="l"/>
                <a:tab pos="1437640" algn="l"/>
                <a:tab pos="1903730" algn="l"/>
                <a:tab pos="2368550" algn="l"/>
              </a:tabLst>
            </a:pPr>
            <a:r>
              <a:rPr sz="1700" i="1" u="heavy" spc="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	 	</a:t>
            </a:r>
            <a:r>
              <a:rPr sz="1700" i="1" spc="45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700" i="1" spc="9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700" spc="95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1700" spc="95" dirty="0">
                <a:solidFill>
                  <a:srgbClr val="FF0000"/>
                </a:solidFill>
                <a:latin typeface="Times New Roman"/>
                <a:cs typeface="Times New Roman"/>
              </a:rPr>
              <a:t>1	</a:t>
            </a:r>
            <a:r>
              <a:rPr sz="1700" u="heavy" spc="1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heavy" spc="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endParaRPr sz="1700">
              <a:latin typeface="Times New Roman"/>
              <a:cs typeface="Times New Roman"/>
            </a:endParaRPr>
          </a:p>
          <a:p>
            <a:pPr marL="50800">
              <a:lnSpc>
                <a:spcPts val="4485"/>
              </a:lnSpc>
              <a:tabLst>
                <a:tab pos="1023619" algn="l"/>
              </a:tabLst>
            </a:pPr>
            <a:r>
              <a:rPr sz="2950" i="1" spc="-90" dirty="0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sz="2550" spc="135" baseline="-24509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550" spc="15" baseline="-2450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950" i="1" spc="85" dirty="0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sz="2550" spc="135" baseline="-24509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sz="2550" baseline="-24509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950" spc="165" dirty="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sz="295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6675" spc="967" baseline="-8739" dirty="0">
                <a:solidFill>
                  <a:srgbClr val="FF0000"/>
                </a:solidFill>
                <a:latin typeface="Symbol"/>
                <a:cs typeface="Symbol"/>
              </a:rPr>
              <a:t></a:t>
            </a:r>
            <a:r>
              <a:rPr sz="2950" i="1" spc="465" dirty="0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sz="2550" i="1" spc="75" baseline="-24509" dirty="0">
                <a:solidFill>
                  <a:srgbClr val="FF0000"/>
                </a:solidFill>
                <a:latin typeface="Times New Roman"/>
                <a:cs typeface="Times New Roman"/>
              </a:rPr>
              <a:t>j</a:t>
            </a:r>
            <a:endParaRPr sz="2550" baseline="-24509">
              <a:latin typeface="Times New Roman"/>
              <a:cs typeface="Times New Roman"/>
            </a:endParaRPr>
          </a:p>
          <a:p>
            <a:pPr marL="1440180">
              <a:lnSpc>
                <a:spcPct val="100000"/>
              </a:lnSpc>
              <a:spcBef>
                <a:spcPts val="285"/>
              </a:spcBef>
            </a:pPr>
            <a:r>
              <a:rPr sz="1700" i="1" spc="50" dirty="0">
                <a:solidFill>
                  <a:srgbClr val="FF0000"/>
                </a:solidFill>
                <a:latin typeface="Times New Roman"/>
                <a:cs typeface="Times New Roman"/>
              </a:rPr>
              <a:t>j</a:t>
            </a:r>
            <a:r>
              <a:rPr sz="1700" i="1" spc="-2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00" spc="135" dirty="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sz="1700" spc="135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27840" y="2330322"/>
            <a:ext cx="1649590" cy="6539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54184" y="3224517"/>
            <a:ext cx="1649590" cy="6144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036184" y="6539775"/>
            <a:ext cx="35052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60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99303" y="982217"/>
            <a:ext cx="4140200" cy="0"/>
          </a:xfrm>
          <a:custGeom>
            <a:avLst/>
            <a:gdLst/>
            <a:ahLst/>
            <a:cxnLst/>
            <a:rect l="l" t="t" r="r" b="b"/>
            <a:pathLst>
              <a:path w="4140200">
                <a:moveTo>
                  <a:pt x="0" y="0"/>
                </a:moveTo>
                <a:lnTo>
                  <a:pt x="4139945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>
                <a:moveTo>
                  <a:pt x="0" y="0"/>
                </a:moveTo>
                <a:lnTo>
                  <a:pt x="602742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92708" y="201168"/>
            <a:ext cx="4006850" cy="6200140"/>
          </a:xfrm>
          <a:custGeom>
            <a:avLst/>
            <a:gdLst/>
            <a:ahLst/>
            <a:cxnLst/>
            <a:rect l="l" t="t" r="r" b="b"/>
            <a:pathLst>
              <a:path w="4006850" h="6200140">
                <a:moveTo>
                  <a:pt x="0" y="6199632"/>
                </a:moveTo>
                <a:lnTo>
                  <a:pt x="4006596" y="6199632"/>
                </a:lnTo>
                <a:lnTo>
                  <a:pt x="4006596" y="0"/>
                </a:lnTo>
                <a:lnTo>
                  <a:pt x="0" y="0"/>
                </a:lnTo>
                <a:lnTo>
                  <a:pt x="0" y="61996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95097" y="530360"/>
            <a:ext cx="817244" cy="943610"/>
          </a:xfrm>
          <a:custGeom>
            <a:avLst/>
            <a:gdLst/>
            <a:ahLst/>
            <a:cxnLst/>
            <a:rect l="l" t="t" r="r" b="b"/>
            <a:pathLst>
              <a:path w="817245" h="943610">
                <a:moveTo>
                  <a:pt x="0" y="943245"/>
                </a:moveTo>
                <a:lnTo>
                  <a:pt x="816879" y="943245"/>
                </a:lnTo>
                <a:lnTo>
                  <a:pt x="816879" y="0"/>
                </a:lnTo>
                <a:lnTo>
                  <a:pt x="0" y="0"/>
                </a:lnTo>
                <a:lnTo>
                  <a:pt x="0" y="943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95097" y="907653"/>
            <a:ext cx="102235" cy="189230"/>
          </a:xfrm>
          <a:custGeom>
            <a:avLst/>
            <a:gdLst/>
            <a:ahLst/>
            <a:cxnLst/>
            <a:rect l="l" t="t" r="r" b="b"/>
            <a:pathLst>
              <a:path w="102235" h="189230">
                <a:moveTo>
                  <a:pt x="0" y="0"/>
                </a:moveTo>
                <a:lnTo>
                  <a:pt x="102014" y="94369"/>
                </a:lnTo>
                <a:lnTo>
                  <a:pt x="0" y="188606"/>
                </a:lnTo>
              </a:path>
            </a:pathLst>
          </a:custGeom>
          <a:ln w="305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284327" y="530360"/>
            <a:ext cx="817244" cy="943610"/>
          </a:xfrm>
          <a:prstGeom prst="rect">
            <a:avLst/>
          </a:prstGeom>
          <a:ln w="30197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45085" marR="429895" indent="27940">
              <a:lnSpc>
                <a:spcPct val="128099"/>
              </a:lnSpc>
              <a:spcBef>
                <a:spcPts val="135"/>
              </a:spcBef>
            </a:pPr>
            <a:r>
              <a:rPr sz="1450" b="1" i="0" spc="65" dirty="0">
                <a:solidFill>
                  <a:srgbClr val="000000"/>
                </a:solidFill>
                <a:latin typeface="Times New Roman"/>
                <a:cs typeface="Times New Roman"/>
              </a:rPr>
              <a:t>1J  </a:t>
            </a:r>
            <a:r>
              <a:rPr sz="1450" b="1" i="0" spc="80" dirty="0">
                <a:solidFill>
                  <a:srgbClr val="000000"/>
                </a:solidFill>
                <a:latin typeface="Times New Roman"/>
                <a:cs typeface="Times New Roman"/>
              </a:rPr>
              <a:t>C1  </a:t>
            </a:r>
            <a:r>
              <a:rPr sz="1450" b="1" i="0" spc="85" dirty="0">
                <a:solidFill>
                  <a:srgbClr val="000000"/>
                </a:solidFill>
                <a:latin typeface="Times New Roman"/>
                <a:cs typeface="Times New Roman"/>
              </a:rPr>
              <a:t>1K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09440" y="1443606"/>
            <a:ext cx="38862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50" b="1" spc="65" dirty="0">
                <a:latin typeface="Times New Roman"/>
                <a:cs typeface="Times New Roman"/>
              </a:rPr>
              <a:t>FF</a:t>
            </a:r>
            <a:r>
              <a:rPr sz="1425" b="1" spc="97" baseline="-11695" dirty="0">
                <a:latin typeface="Times New Roman"/>
                <a:cs typeface="Times New Roman"/>
              </a:rPr>
              <a:t>0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111934" y="719046"/>
            <a:ext cx="602615" cy="0"/>
          </a:xfrm>
          <a:custGeom>
            <a:avLst/>
            <a:gdLst/>
            <a:ahLst/>
            <a:cxnLst/>
            <a:rect l="l" t="t" r="r" b="b"/>
            <a:pathLst>
              <a:path w="602614">
                <a:moveTo>
                  <a:pt x="0" y="0"/>
                </a:moveTo>
                <a:lnTo>
                  <a:pt x="60200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03286" y="1284999"/>
            <a:ext cx="300990" cy="0"/>
          </a:xfrm>
          <a:custGeom>
            <a:avLst/>
            <a:gdLst/>
            <a:ahLst/>
            <a:cxnLst/>
            <a:rect l="l" t="t" r="r" b="b"/>
            <a:pathLst>
              <a:path w="300989">
                <a:moveTo>
                  <a:pt x="0" y="0"/>
                </a:moveTo>
                <a:lnTo>
                  <a:pt x="300712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87167" y="1223311"/>
            <a:ext cx="131086" cy="1233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671627" y="719046"/>
            <a:ext cx="623570" cy="0"/>
          </a:xfrm>
          <a:custGeom>
            <a:avLst/>
            <a:gdLst/>
            <a:ahLst/>
            <a:cxnLst/>
            <a:rect l="l" t="t" r="r" b="b"/>
            <a:pathLst>
              <a:path w="623570">
                <a:moveTo>
                  <a:pt x="623470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671627" y="1284999"/>
            <a:ext cx="623570" cy="0"/>
          </a:xfrm>
          <a:custGeom>
            <a:avLst/>
            <a:gdLst/>
            <a:ahLst/>
            <a:cxnLst/>
            <a:rect l="l" t="t" r="r" b="b"/>
            <a:pathLst>
              <a:path w="623570">
                <a:moveTo>
                  <a:pt x="623470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714162" y="557010"/>
            <a:ext cx="287655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50" b="1" i="1" spc="70" dirty="0">
                <a:latin typeface="Times New Roman"/>
                <a:cs typeface="Times New Roman"/>
              </a:rPr>
              <a:t>Q</a:t>
            </a:r>
            <a:r>
              <a:rPr sz="1425" b="1" spc="104" baseline="-11695" dirty="0">
                <a:latin typeface="Times New Roman"/>
                <a:cs typeface="Times New Roman"/>
              </a:rPr>
              <a:t>0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284291" y="6001186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0" y="0"/>
                </a:moveTo>
                <a:lnTo>
                  <a:pt x="40849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284291" y="6189832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0" y="0"/>
                </a:moveTo>
                <a:lnTo>
                  <a:pt x="40849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692781" y="6095502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408490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27370" y="5906856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5" h="377825">
                <a:moveTo>
                  <a:pt x="159217" y="0"/>
                </a:moveTo>
                <a:lnTo>
                  <a:pt x="0" y="0"/>
                </a:lnTo>
                <a:lnTo>
                  <a:pt x="29201" y="40496"/>
                </a:lnTo>
                <a:lnTo>
                  <a:pt x="51103" y="82062"/>
                </a:lnTo>
                <a:lnTo>
                  <a:pt x="65704" y="124393"/>
                </a:lnTo>
                <a:lnTo>
                  <a:pt x="73004" y="167181"/>
                </a:lnTo>
                <a:lnTo>
                  <a:pt x="73004" y="210123"/>
                </a:lnTo>
                <a:lnTo>
                  <a:pt x="65704" y="252911"/>
                </a:lnTo>
                <a:lnTo>
                  <a:pt x="51103" y="295241"/>
                </a:lnTo>
                <a:lnTo>
                  <a:pt x="29201" y="336806"/>
                </a:lnTo>
                <a:lnTo>
                  <a:pt x="0" y="377302"/>
                </a:lnTo>
                <a:lnTo>
                  <a:pt x="159217" y="377302"/>
                </a:lnTo>
                <a:lnTo>
                  <a:pt x="214654" y="367151"/>
                </a:lnTo>
                <a:lnTo>
                  <a:pt x="267379" y="353881"/>
                </a:lnTo>
                <a:lnTo>
                  <a:pt x="317042" y="337669"/>
                </a:lnTo>
                <a:lnTo>
                  <a:pt x="363289" y="318696"/>
                </a:lnTo>
                <a:lnTo>
                  <a:pt x="405768" y="297140"/>
                </a:lnTo>
                <a:lnTo>
                  <a:pt x="444128" y="273181"/>
                </a:lnTo>
                <a:lnTo>
                  <a:pt x="478015" y="246997"/>
                </a:lnTo>
                <a:lnTo>
                  <a:pt x="507078" y="218768"/>
                </a:lnTo>
                <a:lnTo>
                  <a:pt x="530965" y="188673"/>
                </a:lnTo>
                <a:lnTo>
                  <a:pt x="507406" y="158444"/>
                </a:lnTo>
                <a:lnTo>
                  <a:pt x="478563" y="130101"/>
                </a:lnTo>
                <a:lnTo>
                  <a:pt x="444800" y="103828"/>
                </a:lnTo>
                <a:lnTo>
                  <a:pt x="406480" y="79811"/>
                </a:lnTo>
                <a:lnTo>
                  <a:pt x="363965" y="58233"/>
                </a:lnTo>
                <a:lnTo>
                  <a:pt x="317618" y="39278"/>
                </a:lnTo>
                <a:lnTo>
                  <a:pt x="267803" y="23131"/>
                </a:lnTo>
                <a:lnTo>
                  <a:pt x="214881" y="9977"/>
                </a:lnTo>
                <a:lnTo>
                  <a:pt x="1592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427370" y="5906856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5" h="377825">
                <a:moveTo>
                  <a:pt x="530965" y="188673"/>
                </a:moveTo>
                <a:lnTo>
                  <a:pt x="507078" y="218768"/>
                </a:lnTo>
                <a:lnTo>
                  <a:pt x="478015" y="246997"/>
                </a:lnTo>
                <a:lnTo>
                  <a:pt x="444128" y="273181"/>
                </a:lnTo>
                <a:lnTo>
                  <a:pt x="405768" y="297140"/>
                </a:lnTo>
                <a:lnTo>
                  <a:pt x="363289" y="318696"/>
                </a:lnTo>
                <a:lnTo>
                  <a:pt x="317042" y="337669"/>
                </a:lnTo>
                <a:lnTo>
                  <a:pt x="267379" y="353881"/>
                </a:lnTo>
                <a:lnTo>
                  <a:pt x="214654" y="367151"/>
                </a:lnTo>
                <a:lnTo>
                  <a:pt x="159217" y="377302"/>
                </a:lnTo>
                <a:lnTo>
                  <a:pt x="0" y="377302"/>
                </a:lnTo>
                <a:lnTo>
                  <a:pt x="29201" y="336806"/>
                </a:lnTo>
                <a:lnTo>
                  <a:pt x="51103" y="295241"/>
                </a:lnTo>
                <a:lnTo>
                  <a:pt x="65704" y="252911"/>
                </a:lnTo>
                <a:lnTo>
                  <a:pt x="73004" y="210123"/>
                </a:lnTo>
                <a:lnTo>
                  <a:pt x="73004" y="167181"/>
                </a:lnTo>
                <a:lnTo>
                  <a:pt x="65704" y="124393"/>
                </a:lnTo>
                <a:lnTo>
                  <a:pt x="51103" y="82062"/>
                </a:lnTo>
                <a:lnTo>
                  <a:pt x="29201" y="40496"/>
                </a:lnTo>
                <a:lnTo>
                  <a:pt x="0" y="0"/>
                </a:lnTo>
                <a:lnTo>
                  <a:pt x="159217" y="0"/>
                </a:lnTo>
                <a:lnTo>
                  <a:pt x="214881" y="9977"/>
                </a:lnTo>
                <a:lnTo>
                  <a:pt x="267803" y="23131"/>
                </a:lnTo>
                <a:lnTo>
                  <a:pt x="317618" y="39278"/>
                </a:lnTo>
                <a:lnTo>
                  <a:pt x="363965" y="58233"/>
                </a:lnTo>
                <a:lnTo>
                  <a:pt x="406480" y="79811"/>
                </a:lnTo>
                <a:lnTo>
                  <a:pt x="444800" y="103828"/>
                </a:lnTo>
                <a:lnTo>
                  <a:pt x="478563" y="130101"/>
                </a:lnTo>
                <a:lnTo>
                  <a:pt x="507406" y="158444"/>
                </a:lnTo>
                <a:lnTo>
                  <a:pt x="530965" y="188673"/>
                </a:lnTo>
                <a:close/>
              </a:path>
            </a:pathLst>
          </a:custGeom>
          <a:ln w="295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84291" y="6284158"/>
            <a:ext cx="143510" cy="63500"/>
          </a:xfrm>
          <a:custGeom>
            <a:avLst/>
            <a:gdLst/>
            <a:ahLst/>
            <a:cxnLst/>
            <a:rect l="l" t="t" r="r" b="b"/>
            <a:pathLst>
              <a:path w="143510" h="63500">
                <a:moveTo>
                  <a:pt x="143079" y="0"/>
                </a:moveTo>
                <a:lnTo>
                  <a:pt x="143079" y="62883"/>
                </a:lnTo>
                <a:lnTo>
                  <a:pt x="0" y="62883"/>
                </a:lnTo>
              </a:path>
            </a:pathLst>
          </a:custGeom>
          <a:ln w="29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284291" y="5843978"/>
            <a:ext cx="143510" cy="63500"/>
          </a:xfrm>
          <a:custGeom>
            <a:avLst/>
            <a:gdLst/>
            <a:ahLst/>
            <a:cxnLst/>
            <a:rect l="l" t="t" r="r" b="b"/>
            <a:pathLst>
              <a:path w="143510" h="63500">
                <a:moveTo>
                  <a:pt x="143079" y="62877"/>
                </a:moveTo>
                <a:lnTo>
                  <a:pt x="143079" y="0"/>
                </a:lnTo>
                <a:lnTo>
                  <a:pt x="0" y="0"/>
                </a:lnTo>
              </a:path>
            </a:pathLst>
          </a:custGeom>
          <a:ln w="291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27370" y="5906856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5" h="377825">
                <a:moveTo>
                  <a:pt x="326648" y="0"/>
                </a:moveTo>
                <a:lnTo>
                  <a:pt x="0" y="0"/>
                </a:lnTo>
                <a:lnTo>
                  <a:pt x="0" y="377302"/>
                </a:lnTo>
                <a:lnTo>
                  <a:pt x="326648" y="377302"/>
                </a:lnTo>
                <a:lnTo>
                  <a:pt x="373489" y="372319"/>
                </a:lnTo>
                <a:lnTo>
                  <a:pt x="416492" y="358127"/>
                </a:lnTo>
                <a:lnTo>
                  <a:pt x="454429" y="335856"/>
                </a:lnTo>
                <a:lnTo>
                  <a:pt x="486072" y="306641"/>
                </a:lnTo>
                <a:lnTo>
                  <a:pt x="510194" y="271612"/>
                </a:lnTo>
                <a:lnTo>
                  <a:pt x="525568" y="231903"/>
                </a:lnTo>
                <a:lnTo>
                  <a:pt x="530965" y="188646"/>
                </a:lnTo>
                <a:lnTo>
                  <a:pt x="525568" y="145393"/>
                </a:lnTo>
                <a:lnTo>
                  <a:pt x="510194" y="105687"/>
                </a:lnTo>
                <a:lnTo>
                  <a:pt x="486072" y="70660"/>
                </a:lnTo>
                <a:lnTo>
                  <a:pt x="454429" y="41445"/>
                </a:lnTo>
                <a:lnTo>
                  <a:pt x="416492" y="19175"/>
                </a:lnTo>
                <a:lnTo>
                  <a:pt x="373489" y="4982"/>
                </a:lnTo>
                <a:lnTo>
                  <a:pt x="3266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427370" y="5906856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5" h="377825">
                <a:moveTo>
                  <a:pt x="326648" y="377302"/>
                </a:moveTo>
                <a:lnTo>
                  <a:pt x="0" y="377302"/>
                </a:lnTo>
                <a:lnTo>
                  <a:pt x="0" y="0"/>
                </a:lnTo>
                <a:lnTo>
                  <a:pt x="326648" y="0"/>
                </a:lnTo>
                <a:lnTo>
                  <a:pt x="373489" y="4982"/>
                </a:lnTo>
                <a:lnTo>
                  <a:pt x="416492" y="19175"/>
                </a:lnTo>
                <a:lnTo>
                  <a:pt x="454429" y="41445"/>
                </a:lnTo>
                <a:lnTo>
                  <a:pt x="486072" y="70660"/>
                </a:lnTo>
                <a:lnTo>
                  <a:pt x="510194" y="105687"/>
                </a:lnTo>
                <a:lnTo>
                  <a:pt x="525568" y="145393"/>
                </a:lnTo>
                <a:lnTo>
                  <a:pt x="530965" y="188646"/>
                </a:lnTo>
                <a:lnTo>
                  <a:pt x="525568" y="231903"/>
                </a:lnTo>
                <a:lnTo>
                  <a:pt x="510194" y="271612"/>
                </a:lnTo>
                <a:lnTo>
                  <a:pt x="486072" y="306641"/>
                </a:lnTo>
                <a:lnTo>
                  <a:pt x="454429" y="335856"/>
                </a:lnTo>
                <a:lnTo>
                  <a:pt x="416492" y="358127"/>
                </a:lnTo>
                <a:lnTo>
                  <a:pt x="373489" y="372319"/>
                </a:lnTo>
                <a:lnTo>
                  <a:pt x="326648" y="377302"/>
                </a:lnTo>
                <a:close/>
              </a:path>
            </a:pathLst>
          </a:custGeom>
          <a:ln w="295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977959" y="1011606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>
                <a:moveTo>
                  <a:pt x="205181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183140" y="964887"/>
            <a:ext cx="101600" cy="93980"/>
          </a:xfrm>
          <a:custGeom>
            <a:avLst/>
            <a:gdLst/>
            <a:ahLst/>
            <a:cxnLst/>
            <a:rect l="l" t="t" r="r" b="b"/>
            <a:pathLst>
              <a:path w="101600" h="93980">
                <a:moveTo>
                  <a:pt x="0" y="46719"/>
                </a:moveTo>
                <a:lnTo>
                  <a:pt x="3991" y="64856"/>
                </a:lnTo>
                <a:lnTo>
                  <a:pt x="14859" y="79711"/>
                </a:lnTo>
                <a:lnTo>
                  <a:pt x="30940" y="89750"/>
                </a:lnTo>
                <a:lnTo>
                  <a:pt x="50574" y="93438"/>
                </a:lnTo>
                <a:lnTo>
                  <a:pt x="70270" y="89750"/>
                </a:lnTo>
                <a:lnTo>
                  <a:pt x="86344" y="79711"/>
                </a:lnTo>
                <a:lnTo>
                  <a:pt x="97178" y="64856"/>
                </a:lnTo>
                <a:lnTo>
                  <a:pt x="101149" y="46719"/>
                </a:lnTo>
                <a:lnTo>
                  <a:pt x="97178" y="28525"/>
                </a:lnTo>
                <a:lnTo>
                  <a:pt x="86344" y="13676"/>
                </a:lnTo>
                <a:lnTo>
                  <a:pt x="70270" y="3668"/>
                </a:lnTo>
                <a:lnTo>
                  <a:pt x="50574" y="0"/>
                </a:lnTo>
                <a:lnTo>
                  <a:pt x="30940" y="3668"/>
                </a:lnTo>
                <a:lnTo>
                  <a:pt x="14859" y="13676"/>
                </a:lnTo>
                <a:lnTo>
                  <a:pt x="3991" y="28525"/>
                </a:lnTo>
                <a:lnTo>
                  <a:pt x="0" y="46719"/>
                </a:lnTo>
                <a:close/>
              </a:path>
            </a:pathLst>
          </a:custGeom>
          <a:ln w="298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304785" y="195902"/>
            <a:ext cx="28321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b="1" i="1" spc="85" dirty="0">
                <a:latin typeface="Times New Roman"/>
                <a:cs typeface="Times New Roman"/>
              </a:rPr>
              <a:t>CP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284291" y="1860322"/>
            <a:ext cx="817244" cy="943610"/>
          </a:xfrm>
          <a:custGeom>
            <a:avLst/>
            <a:gdLst/>
            <a:ahLst/>
            <a:cxnLst/>
            <a:rect l="l" t="t" r="r" b="b"/>
            <a:pathLst>
              <a:path w="817245" h="943610">
                <a:moveTo>
                  <a:pt x="0" y="943245"/>
                </a:moveTo>
                <a:lnTo>
                  <a:pt x="816879" y="943245"/>
                </a:lnTo>
                <a:lnTo>
                  <a:pt x="816879" y="0"/>
                </a:lnTo>
                <a:lnTo>
                  <a:pt x="0" y="0"/>
                </a:lnTo>
                <a:lnTo>
                  <a:pt x="0" y="943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284291" y="2237614"/>
            <a:ext cx="102235" cy="189230"/>
          </a:xfrm>
          <a:custGeom>
            <a:avLst/>
            <a:gdLst/>
            <a:ahLst/>
            <a:cxnLst/>
            <a:rect l="l" t="t" r="r" b="b"/>
            <a:pathLst>
              <a:path w="102235" h="189230">
                <a:moveTo>
                  <a:pt x="0" y="0"/>
                </a:moveTo>
                <a:lnTo>
                  <a:pt x="102158" y="94369"/>
                </a:lnTo>
                <a:lnTo>
                  <a:pt x="0" y="188606"/>
                </a:lnTo>
              </a:path>
            </a:pathLst>
          </a:custGeom>
          <a:ln w="305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284327" y="1860322"/>
            <a:ext cx="817244" cy="943610"/>
          </a:xfrm>
          <a:prstGeom prst="rect">
            <a:avLst/>
          </a:prstGeom>
          <a:ln w="30197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34290" marR="440690" indent="27940">
              <a:lnSpc>
                <a:spcPct val="128099"/>
              </a:lnSpc>
              <a:spcBef>
                <a:spcPts val="135"/>
              </a:spcBef>
            </a:pPr>
            <a:r>
              <a:rPr sz="1450" b="1" spc="65" dirty="0">
                <a:latin typeface="Times New Roman"/>
                <a:cs typeface="Times New Roman"/>
              </a:rPr>
              <a:t>1J  </a:t>
            </a:r>
            <a:r>
              <a:rPr sz="1450" b="1" spc="80" dirty="0">
                <a:latin typeface="Times New Roman"/>
                <a:cs typeface="Times New Roman"/>
              </a:rPr>
              <a:t>C1  </a:t>
            </a:r>
            <a:r>
              <a:rPr sz="1450" b="1" spc="85" dirty="0">
                <a:latin typeface="Times New Roman"/>
                <a:cs typeface="Times New Roman"/>
              </a:rPr>
              <a:t>1K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498633" y="2792469"/>
            <a:ext cx="38862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50" b="1" spc="70" dirty="0">
                <a:latin typeface="Times New Roman"/>
                <a:cs typeface="Times New Roman"/>
              </a:rPr>
              <a:t>FF</a:t>
            </a:r>
            <a:r>
              <a:rPr sz="1425" b="1" spc="104" baseline="-11695" dirty="0">
                <a:latin typeface="Times New Roman"/>
                <a:cs typeface="Times New Roman"/>
              </a:rPr>
              <a:t>1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101271" y="2049008"/>
            <a:ext cx="607695" cy="0"/>
          </a:xfrm>
          <a:custGeom>
            <a:avLst/>
            <a:gdLst/>
            <a:ahLst/>
            <a:cxnLst/>
            <a:rect l="l" t="t" r="r" b="b"/>
            <a:pathLst>
              <a:path w="607695">
                <a:moveTo>
                  <a:pt x="0" y="0"/>
                </a:moveTo>
                <a:lnTo>
                  <a:pt x="607476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192623" y="2614961"/>
            <a:ext cx="306705" cy="0"/>
          </a:xfrm>
          <a:custGeom>
            <a:avLst/>
            <a:gdLst/>
            <a:ahLst/>
            <a:cxnLst/>
            <a:rect l="l" t="t" r="r" b="b"/>
            <a:pathLst>
              <a:path w="306704">
                <a:moveTo>
                  <a:pt x="0" y="0"/>
                </a:moveTo>
                <a:lnTo>
                  <a:pt x="306331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076505" y="2553273"/>
            <a:ext cx="131086" cy="12337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671627" y="2049008"/>
            <a:ext cx="612775" cy="0"/>
          </a:xfrm>
          <a:custGeom>
            <a:avLst/>
            <a:gdLst/>
            <a:ahLst/>
            <a:cxnLst/>
            <a:rect l="l" t="t" r="r" b="b"/>
            <a:pathLst>
              <a:path w="612775">
                <a:moveTo>
                  <a:pt x="612663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671627" y="2614961"/>
            <a:ext cx="612775" cy="0"/>
          </a:xfrm>
          <a:custGeom>
            <a:avLst/>
            <a:gdLst/>
            <a:ahLst/>
            <a:cxnLst/>
            <a:rect l="l" t="t" r="r" b="b"/>
            <a:pathLst>
              <a:path w="612775">
                <a:moveTo>
                  <a:pt x="612663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703355" y="1886972"/>
            <a:ext cx="287655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50" b="1" i="1" spc="70" dirty="0">
                <a:latin typeface="Times New Roman"/>
                <a:cs typeface="Times New Roman"/>
              </a:rPr>
              <a:t>Q</a:t>
            </a:r>
            <a:r>
              <a:rPr sz="1425" b="1" spc="104" baseline="-11695" dirty="0">
                <a:latin typeface="Times New Roman"/>
                <a:cs typeface="Times New Roman"/>
              </a:rPr>
              <a:t>1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983146" y="2331984"/>
            <a:ext cx="189865" cy="0"/>
          </a:xfrm>
          <a:custGeom>
            <a:avLst/>
            <a:gdLst/>
            <a:ahLst/>
            <a:cxnLst/>
            <a:rect l="l" t="t" r="r" b="b"/>
            <a:pathLst>
              <a:path w="189864">
                <a:moveTo>
                  <a:pt x="189332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172478" y="2285265"/>
            <a:ext cx="101600" cy="93980"/>
          </a:xfrm>
          <a:custGeom>
            <a:avLst/>
            <a:gdLst/>
            <a:ahLst/>
            <a:cxnLst/>
            <a:rect l="l" t="t" r="r" b="b"/>
            <a:pathLst>
              <a:path w="101600" h="93980">
                <a:moveTo>
                  <a:pt x="0" y="46719"/>
                </a:moveTo>
                <a:lnTo>
                  <a:pt x="3971" y="64912"/>
                </a:lnTo>
                <a:lnTo>
                  <a:pt x="14805" y="79761"/>
                </a:lnTo>
                <a:lnTo>
                  <a:pt x="30879" y="89769"/>
                </a:lnTo>
                <a:lnTo>
                  <a:pt x="50574" y="93438"/>
                </a:lnTo>
                <a:lnTo>
                  <a:pt x="70270" y="89769"/>
                </a:lnTo>
                <a:lnTo>
                  <a:pt x="86344" y="79761"/>
                </a:lnTo>
                <a:lnTo>
                  <a:pt x="97178" y="64912"/>
                </a:lnTo>
                <a:lnTo>
                  <a:pt x="101149" y="46719"/>
                </a:lnTo>
                <a:lnTo>
                  <a:pt x="97178" y="28525"/>
                </a:lnTo>
                <a:lnTo>
                  <a:pt x="86344" y="13676"/>
                </a:lnTo>
                <a:lnTo>
                  <a:pt x="70270" y="3668"/>
                </a:lnTo>
                <a:lnTo>
                  <a:pt x="50574" y="0"/>
                </a:lnTo>
                <a:lnTo>
                  <a:pt x="30879" y="3668"/>
                </a:lnTo>
                <a:lnTo>
                  <a:pt x="14805" y="13676"/>
                </a:lnTo>
                <a:lnTo>
                  <a:pt x="3971" y="28525"/>
                </a:lnTo>
                <a:lnTo>
                  <a:pt x="0" y="46719"/>
                </a:lnTo>
                <a:close/>
              </a:path>
            </a:pathLst>
          </a:custGeom>
          <a:ln w="298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284291" y="3162066"/>
            <a:ext cx="817244" cy="943610"/>
          </a:xfrm>
          <a:custGeom>
            <a:avLst/>
            <a:gdLst/>
            <a:ahLst/>
            <a:cxnLst/>
            <a:rect l="l" t="t" r="r" b="b"/>
            <a:pathLst>
              <a:path w="817245" h="943610">
                <a:moveTo>
                  <a:pt x="0" y="943245"/>
                </a:moveTo>
                <a:lnTo>
                  <a:pt x="816879" y="943245"/>
                </a:lnTo>
                <a:lnTo>
                  <a:pt x="816879" y="0"/>
                </a:lnTo>
                <a:lnTo>
                  <a:pt x="0" y="0"/>
                </a:lnTo>
                <a:lnTo>
                  <a:pt x="0" y="943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284291" y="3539359"/>
            <a:ext cx="102235" cy="189230"/>
          </a:xfrm>
          <a:custGeom>
            <a:avLst/>
            <a:gdLst/>
            <a:ahLst/>
            <a:cxnLst/>
            <a:rect l="l" t="t" r="r" b="b"/>
            <a:pathLst>
              <a:path w="102235" h="189229">
                <a:moveTo>
                  <a:pt x="0" y="0"/>
                </a:moveTo>
                <a:lnTo>
                  <a:pt x="102158" y="94236"/>
                </a:lnTo>
                <a:lnTo>
                  <a:pt x="0" y="188606"/>
                </a:lnTo>
              </a:path>
            </a:pathLst>
          </a:custGeom>
          <a:ln w="305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284327" y="3162066"/>
            <a:ext cx="817244" cy="943610"/>
          </a:xfrm>
          <a:prstGeom prst="rect">
            <a:avLst/>
          </a:prstGeom>
          <a:ln w="30197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34290" marR="440690" indent="27940">
              <a:lnSpc>
                <a:spcPct val="128099"/>
              </a:lnSpc>
              <a:spcBef>
                <a:spcPts val="135"/>
              </a:spcBef>
            </a:pPr>
            <a:r>
              <a:rPr sz="1450" b="1" spc="65" dirty="0">
                <a:latin typeface="Times New Roman"/>
                <a:cs typeface="Times New Roman"/>
              </a:rPr>
              <a:t>1J  </a:t>
            </a:r>
            <a:r>
              <a:rPr sz="1450" b="1" spc="80" dirty="0">
                <a:latin typeface="Times New Roman"/>
                <a:cs typeface="Times New Roman"/>
              </a:rPr>
              <a:t>C1  </a:t>
            </a:r>
            <a:r>
              <a:rPr sz="1450" b="1" spc="85" dirty="0">
                <a:latin typeface="Times New Roman"/>
                <a:cs typeface="Times New Roman"/>
              </a:rPr>
              <a:t>1K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498633" y="4075312"/>
            <a:ext cx="38862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50" b="1" spc="70" dirty="0">
                <a:latin typeface="Times New Roman"/>
                <a:cs typeface="Times New Roman"/>
              </a:rPr>
              <a:t>FF</a:t>
            </a:r>
            <a:r>
              <a:rPr sz="1425" b="1" spc="104" baseline="-11695" dirty="0">
                <a:latin typeface="Times New Roman"/>
                <a:cs typeface="Times New Roman"/>
              </a:rPr>
              <a:t>2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101271" y="3350619"/>
            <a:ext cx="607695" cy="0"/>
          </a:xfrm>
          <a:custGeom>
            <a:avLst/>
            <a:gdLst/>
            <a:ahLst/>
            <a:cxnLst/>
            <a:rect l="l" t="t" r="r" b="b"/>
            <a:pathLst>
              <a:path w="607695">
                <a:moveTo>
                  <a:pt x="0" y="0"/>
                </a:moveTo>
                <a:lnTo>
                  <a:pt x="607476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192623" y="3916571"/>
            <a:ext cx="316865" cy="0"/>
          </a:xfrm>
          <a:custGeom>
            <a:avLst/>
            <a:gdLst/>
            <a:ahLst/>
            <a:cxnLst/>
            <a:rect l="l" t="t" r="r" b="b"/>
            <a:pathLst>
              <a:path w="316864">
                <a:moveTo>
                  <a:pt x="0" y="0"/>
                </a:moveTo>
                <a:lnTo>
                  <a:pt x="316561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076505" y="3854884"/>
            <a:ext cx="131086" cy="12337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676814" y="3350619"/>
            <a:ext cx="607695" cy="0"/>
          </a:xfrm>
          <a:custGeom>
            <a:avLst/>
            <a:gdLst/>
            <a:ahLst/>
            <a:cxnLst/>
            <a:rect l="l" t="t" r="r" b="b"/>
            <a:pathLst>
              <a:path w="607695">
                <a:moveTo>
                  <a:pt x="607476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671627" y="3916571"/>
            <a:ext cx="612775" cy="0"/>
          </a:xfrm>
          <a:custGeom>
            <a:avLst/>
            <a:gdLst/>
            <a:ahLst/>
            <a:cxnLst/>
            <a:rect l="l" t="t" r="r" b="b"/>
            <a:pathLst>
              <a:path w="612775">
                <a:moveTo>
                  <a:pt x="612663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4703355" y="3188715"/>
            <a:ext cx="287655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50" b="1" i="1" spc="70" dirty="0">
                <a:latin typeface="Times New Roman"/>
                <a:cs typeface="Times New Roman"/>
              </a:rPr>
              <a:t>Q</a:t>
            </a:r>
            <a:r>
              <a:rPr sz="1425" b="1" spc="104" baseline="-11695" dirty="0">
                <a:latin typeface="Times New Roman"/>
                <a:cs typeface="Times New Roman"/>
              </a:rPr>
              <a:t>2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977959" y="3643179"/>
            <a:ext cx="194945" cy="0"/>
          </a:xfrm>
          <a:custGeom>
            <a:avLst/>
            <a:gdLst/>
            <a:ahLst/>
            <a:cxnLst/>
            <a:rect l="l" t="t" r="r" b="b"/>
            <a:pathLst>
              <a:path w="194944">
                <a:moveTo>
                  <a:pt x="194519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172478" y="3596459"/>
            <a:ext cx="101600" cy="93980"/>
          </a:xfrm>
          <a:custGeom>
            <a:avLst/>
            <a:gdLst/>
            <a:ahLst/>
            <a:cxnLst/>
            <a:rect l="l" t="t" r="r" b="b"/>
            <a:pathLst>
              <a:path w="101600" h="93979">
                <a:moveTo>
                  <a:pt x="0" y="46719"/>
                </a:moveTo>
                <a:lnTo>
                  <a:pt x="3971" y="64912"/>
                </a:lnTo>
                <a:lnTo>
                  <a:pt x="14805" y="79761"/>
                </a:lnTo>
                <a:lnTo>
                  <a:pt x="30879" y="89769"/>
                </a:lnTo>
                <a:lnTo>
                  <a:pt x="50574" y="93438"/>
                </a:lnTo>
                <a:lnTo>
                  <a:pt x="70270" y="89769"/>
                </a:lnTo>
                <a:lnTo>
                  <a:pt x="86344" y="79761"/>
                </a:lnTo>
                <a:lnTo>
                  <a:pt x="97178" y="64912"/>
                </a:lnTo>
                <a:lnTo>
                  <a:pt x="101149" y="46719"/>
                </a:lnTo>
                <a:lnTo>
                  <a:pt x="97178" y="28525"/>
                </a:lnTo>
                <a:lnTo>
                  <a:pt x="86344" y="13676"/>
                </a:lnTo>
                <a:lnTo>
                  <a:pt x="70270" y="3668"/>
                </a:lnTo>
                <a:lnTo>
                  <a:pt x="50574" y="0"/>
                </a:lnTo>
                <a:lnTo>
                  <a:pt x="30879" y="3668"/>
                </a:lnTo>
                <a:lnTo>
                  <a:pt x="14805" y="13676"/>
                </a:lnTo>
                <a:lnTo>
                  <a:pt x="3971" y="28525"/>
                </a:lnTo>
                <a:lnTo>
                  <a:pt x="0" y="46719"/>
                </a:lnTo>
                <a:close/>
              </a:path>
            </a:pathLst>
          </a:custGeom>
          <a:ln w="298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273628" y="4501425"/>
            <a:ext cx="817244" cy="943610"/>
          </a:xfrm>
          <a:custGeom>
            <a:avLst/>
            <a:gdLst/>
            <a:ahLst/>
            <a:cxnLst/>
            <a:rect l="l" t="t" r="r" b="b"/>
            <a:pathLst>
              <a:path w="817245" h="943610">
                <a:moveTo>
                  <a:pt x="0" y="943245"/>
                </a:moveTo>
                <a:lnTo>
                  <a:pt x="816879" y="943245"/>
                </a:lnTo>
                <a:lnTo>
                  <a:pt x="816879" y="0"/>
                </a:lnTo>
                <a:lnTo>
                  <a:pt x="0" y="0"/>
                </a:lnTo>
                <a:lnTo>
                  <a:pt x="0" y="943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273628" y="4501425"/>
            <a:ext cx="817244" cy="943610"/>
          </a:xfrm>
          <a:custGeom>
            <a:avLst/>
            <a:gdLst/>
            <a:ahLst/>
            <a:cxnLst/>
            <a:rect l="l" t="t" r="r" b="b"/>
            <a:pathLst>
              <a:path w="817245" h="943610">
                <a:moveTo>
                  <a:pt x="0" y="943245"/>
                </a:moveTo>
                <a:lnTo>
                  <a:pt x="816879" y="943245"/>
                </a:lnTo>
                <a:lnTo>
                  <a:pt x="816879" y="0"/>
                </a:lnTo>
                <a:lnTo>
                  <a:pt x="0" y="0"/>
                </a:lnTo>
                <a:lnTo>
                  <a:pt x="0" y="943245"/>
                </a:lnTo>
                <a:close/>
              </a:path>
            </a:pathLst>
          </a:custGeom>
          <a:ln w="301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273628" y="4878771"/>
            <a:ext cx="102235" cy="189230"/>
          </a:xfrm>
          <a:custGeom>
            <a:avLst/>
            <a:gdLst/>
            <a:ahLst/>
            <a:cxnLst/>
            <a:rect l="l" t="t" r="r" b="b"/>
            <a:pathLst>
              <a:path w="102235" h="189229">
                <a:moveTo>
                  <a:pt x="0" y="0"/>
                </a:moveTo>
                <a:lnTo>
                  <a:pt x="102158" y="94236"/>
                </a:lnTo>
                <a:lnTo>
                  <a:pt x="0" y="188606"/>
                </a:lnTo>
              </a:path>
            </a:pathLst>
          </a:custGeom>
          <a:ln w="305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3284327" y="4501425"/>
            <a:ext cx="817244" cy="943610"/>
          </a:xfrm>
          <a:prstGeom prst="rect">
            <a:avLst/>
          </a:prstGeom>
          <a:ln w="30197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23495" marR="451484" indent="27940">
              <a:lnSpc>
                <a:spcPct val="128099"/>
              </a:lnSpc>
              <a:spcBef>
                <a:spcPts val="135"/>
              </a:spcBef>
            </a:pPr>
            <a:r>
              <a:rPr sz="1450" b="1" spc="65" dirty="0">
                <a:latin typeface="Times New Roman"/>
                <a:cs typeface="Times New Roman"/>
              </a:rPr>
              <a:t>1J  </a:t>
            </a:r>
            <a:r>
              <a:rPr sz="1450" b="1" spc="80" dirty="0">
                <a:latin typeface="Times New Roman"/>
                <a:cs typeface="Times New Roman"/>
              </a:rPr>
              <a:t>C1  </a:t>
            </a:r>
            <a:r>
              <a:rPr sz="1450" b="1" spc="85" dirty="0">
                <a:latin typeface="Times New Roman"/>
                <a:cs typeface="Times New Roman"/>
              </a:rPr>
              <a:t>1K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4090465" y="4690031"/>
            <a:ext cx="623570" cy="0"/>
          </a:xfrm>
          <a:custGeom>
            <a:avLst/>
            <a:gdLst/>
            <a:ahLst/>
            <a:cxnLst/>
            <a:rect l="l" t="t" r="r" b="b"/>
            <a:pathLst>
              <a:path w="623570">
                <a:moveTo>
                  <a:pt x="0" y="0"/>
                </a:moveTo>
                <a:lnTo>
                  <a:pt x="62347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181961" y="5256024"/>
            <a:ext cx="327660" cy="0"/>
          </a:xfrm>
          <a:custGeom>
            <a:avLst/>
            <a:gdLst/>
            <a:ahLst/>
            <a:cxnLst/>
            <a:rect l="l" t="t" r="r" b="b"/>
            <a:pathLst>
              <a:path w="327660">
                <a:moveTo>
                  <a:pt x="0" y="0"/>
                </a:moveTo>
                <a:lnTo>
                  <a:pt x="327224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065842" y="5194336"/>
            <a:ext cx="131086" cy="12337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671627" y="4690031"/>
            <a:ext cx="602615" cy="0"/>
          </a:xfrm>
          <a:custGeom>
            <a:avLst/>
            <a:gdLst/>
            <a:ahLst/>
            <a:cxnLst/>
            <a:rect l="l" t="t" r="r" b="b"/>
            <a:pathLst>
              <a:path w="602614">
                <a:moveTo>
                  <a:pt x="602000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671627" y="5256024"/>
            <a:ext cx="602615" cy="0"/>
          </a:xfrm>
          <a:custGeom>
            <a:avLst/>
            <a:gdLst/>
            <a:ahLst/>
            <a:cxnLst/>
            <a:rect l="l" t="t" r="r" b="b"/>
            <a:pathLst>
              <a:path w="602614">
                <a:moveTo>
                  <a:pt x="602000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4692693" y="4528127"/>
            <a:ext cx="287655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50" b="1" i="1" spc="70" dirty="0">
                <a:latin typeface="Times New Roman"/>
                <a:cs typeface="Times New Roman"/>
              </a:rPr>
              <a:t>Q</a:t>
            </a:r>
            <a:r>
              <a:rPr sz="1425" b="1" spc="104" baseline="-11695" dirty="0">
                <a:latin typeface="Times New Roman"/>
                <a:cs typeface="Times New Roman"/>
              </a:rPr>
              <a:t>3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2977959" y="4973007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183856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161815" y="4926288"/>
            <a:ext cx="101600" cy="93980"/>
          </a:xfrm>
          <a:custGeom>
            <a:avLst/>
            <a:gdLst/>
            <a:ahLst/>
            <a:cxnLst/>
            <a:rect l="l" t="t" r="r" b="b"/>
            <a:pathLst>
              <a:path w="101600" h="93979">
                <a:moveTo>
                  <a:pt x="0" y="46719"/>
                </a:moveTo>
                <a:lnTo>
                  <a:pt x="3971" y="64912"/>
                </a:lnTo>
                <a:lnTo>
                  <a:pt x="14805" y="79761"/>
                </a:lnTo>
                <a:lnTo>
                  <a:pt x="30879" y="89769"/>
                </a:lnTo>
                <a:lnTo>
                  <a:pt x="50574" y="93438"/>
                </a:lnTo>
                <a:lnTo>
                  <a:pt x="70270" y="89769"/>
                </a:lnTo>
                <a:lnTo>
                  <a:pt x="86344" y="79761"/>
                </a:lnTo>
                <a:lnTo>
                  <a:pt x="97178" y="64912"/>
                </a:lnTo>
                <a:lnTo>
                  <a:pt x="101149" y="46719"/>
                </a:lnTo>
                <a:lnTo>
                  <a:pt x="97178" y="28525"/>
                </a:lnTo>
                <a:lnTo>
                  <a:pt x="86344" y="13676"/>
                </a:lnTo>
                <a:lnTo>
                  <a:pt x="70270" y="3668"/>
                </a:lnTo>
                <a:lnTo>
                  <a:pt x="50574" y="0"/>
                </a:lnTo>
                <a:lnTo>
                  <a:pt x="30879" y="3668"/>
                </a:lnTo>
                <a:lnTo>
                  <a:pt x="14805" y="13676"/>
                </a:lnTo>
                <a:lnTo>
                  <a:pt x="3971" y="28525"/>
                </a:lnTo>
                <a:lnTo>
                  <a:pt x="0" y="46719"/>
                </a:lnTo>
                <a:close/>
              </a:path>
            </a:pathLst>
          </a:custGeom>
          <a:ln w="298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671627" y="719046"/>
            <a:ext cx="0" cy="566420"/>
          </a:xfrm>
          <a:custGeom>
            <a:avLst/>
            <a:gdLst/>
            <a:ahLst/>
            <a:cxnLst/>
            <a:rect l="l" t="t" r="r" b="b"/>
            <a:pathLst>
              <a:path h="566419">
                <a:moveTo>
                  <a:pt x="0" y="0"/>
                </a:moveTo>
                <a:lnTo>
                  <a:pt x="0" y="565952"/>
                </a:lnTo>
              </a:path>
            </a:pathLst>
          </a:custGeom>
          <a:ln w="311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671627" y="2049008"/>
            <a:ext cx="0" cy="566420"/>
          </a:xfrm>
          <a:custGeom>
            <a:avLst/>
            <a:gdLst/>
            <a:ahLst/>
            <a:cxnLst/>
            <a:rect l="l" t="t" r="r" b="b"/>
            <a:pathLst>
              <a:path h="566419">
                <a:moveTo>
                  <a:pt x="0" y="0"/>
                </a:moveTo>
                <a:lnTo>
                  <a:pt x="0" y="565952"/>
                </a:lnTo>
              </a:path>
            </a:pathLst>
          </a:custGeom>
          <a:ln w="311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671627" y="3350619"/>
            <a:ext cx="0" cy="566420"/>
          </a:xfrm>
          <a:custGeom>
            <a:avLst/>
            <a:gdLst/>
            <a:ahLst/>
            <a:cxnLst/>
            <a:rect l="l" t="t" r="r" b="b"/>
            <a:pathLst>
              <a:path h="566420">
                <a:moveTo>
                  <a:pt x="0" y="0"/>
                </a:moveTo>
                <a:lnTo>
                  <a:pt x="0" y="565952"/>
                </a:lnTo>
              </a:path>
            </a:pathLst>
          </a:custGeom>
          <a:ln w="311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671627" y="4690031"/>
            <a:ext cx="0" cy="566420"/>
          </a:xfrm>
          <a:custGeom>
            <a:avLst/>
            <a:gdLst/>
            <a:ahLst/>
            <a:cxnLst/>
            <a:rect l="l" t="t" r="r" b="b"/>
            <a:pathLst>
              <a:path h="566420">
                <a:moveTo>
                  <a:pt x="0" y="0"/>
                </a:moveTo>
                <a:lnTo>
                  <a:pt x="0" y="565992"/>
                </a:lnTo>
              </a:path>
            </a:pathLst>
          </a:custGeom>
          <a:ln w="311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977959" y="354212"/>
            <a:ext cx="0" cy="4618990"/>
          </a:xfrm>
          <a:custGeom>
            <a:avLst/>
            <a:gdLst/>
            <a:ahLst/>
            <a:cxnLst/>
            <a:rect l="l" t="t" r="r" b="b"/>
            <a:pathLst>
              <a:path h="4618990">
                <a:moveTo>
                  <a:pt x="0" y="4618795"/>
                </a:moveTo>
                <a:lnTo>
                  <a:pt x="0" y="0"/>
                </a:lnTo>
              </a:path>
            </a:pathLst>
          </a:custGeom>
          <a:ln w="311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467468" y="1002023"/>
            <a:ext cx="204470" cy="0"/>
          </a:xfrm>
          <a:custGeom>
            <a:avLst/>
            <a:gdLst/>
            <a:ahLst/>
            <a:cxnLst/>
            <a:rect l="l" t="t" r="r" b="b"/>
            <a:pathLst>
              <a:path w="204469">
                <a:moveTo>
                  <a:pt x="204158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145145" y="2322534"/>
            <a:ext cx="1526540" cy="0"/>
          </a:xfrm>
          <a:custGeom>
            <a:avLst/>
            <a:gdLst/>
            <a:ahLst/>
            <a:cxnLst/>
            <a:rect l="l" t="t" r="r" b="b"/>
            <a:pathLst>
              <a:path w="1526539">
                <a:moveTo>
                  <a:pt x="1526481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462368" y="3643045"/>
            <a:ext cx="209550" cy="0"/>
          </a:xfrm>
          <a:custGeom>
            <a:avLst/>
            <a:gdLst/>
            <a:ahLst/>
            <a:cxnLst/>
            <a:rect l="l" t="t" r="r" b="b"/>
            <a:pathLst>
              <a:path w="209550">
                <a:moveTo>
                  <a:pt x="209259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472569" y="4963557"/>
            <a:ext cx="199390" cy="0"/>
          </a:xfrm>
          <a:custGeom>
            <a:avLst/>
            <a:gdLst/>
            <a:ahLst/>
            <a:cxnLst/>
            <a:rect l="l" t="t" r="r" b="b"/>
            <a:pathLst>
              <a:path w="199389">
                <a:moveTo>
                  <a:pt x="199057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1971801" y="858887"/>
            <a:ext cx="48133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50" b="1" i="1" spc="65" dirty="0">
                <a:latin typeface="Times New Roman"/>
                <a:cs typeface="Times New Roman"/>
              </a:rPr>
              <a:t>T</a:t>
            </a:r>
            <a:r>
              <a:rPr sz="1425" b="1" spc="97" baseline="-11695" dirty="0">
                <a:latin typeface="Times New Roman"/>
                <a:cs typeface="Times New Roman"/>
              </a:rPr>
              <a:t>0</a:t>
            </a:r>
            <a:r>
              <a:rPr sz="1450" b="1" spc="65" dirty="0">
                <a:latin typeface="Times New Roman"/>
                <a:cs typeface="Times New Roman"/>
              </a:rPr>
              <a:t>=1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283926" y="2000109"/>
            <a:ext cx="26543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50" b="1" i="1" spc="60" dirty="0">
                <a:latin typeface="Times New Roman"/>
                <a:cs typeface="Times New Roman"/>
              </a:rPr>
              <a:t>T</a:t>
            </a:r>
            <a:r>
              <a:rPr sz="1425" b="1" spc="89" baseline="-11695" dirty="0">
                <a:latin typeface="Times New Roman"/>
                <a:cs typeface="Times New Roman"/>
              </a:rPr>
              <a:t>1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309326" y="3320753"/>
            <a:ext cx="149225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b="1" i="1" spc="80" dirty="0">
                <a:latin typeface="Times New Roman"/>
                <a:cs typeface="Times New Roman"/>
              </a:rPr>
              <a:t>T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432550" y="3412608"/>
            <a:ext cx="9144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40" dirty="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283926" y="4641265"/>
            <a:ext cx="26543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450" b="1" i="1" spc="60" dirty="0">
                <a:latin typeface="Times New Roman"/>
                <a:cs typeface="Times New Roman"/>
              </a:rPr>
              <a:t>T</a:t>
            </a:r>
            <a:r>
              <a:rPr sz="1425" b="1" spc="89" baseline="-11695" dirty="0">
                <a:latin typeface="Times New Roman"/>
                <a:cs typeface="Times New Roman"/>
              </a:rPr>
              <a:t>3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1645488" y="3548676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0" y="0"/>
                </a:moveTo>
                <a:lnTo>
                  <a:pt x="408432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645488" y="3737415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0" y="0"/>
                </a:moveTo>
                <a:lnTo>
                  <a:pt x="408432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053920" y="3643045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408447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788438" y="3454439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4" h="377825">
                <a:moveTo>
                  <a:pt x="159289" y="0"/>
                </a:moveTo>
                <a:lnTo>
                  <a:pt x="0" y="0"/>
                </a:lnTo>
                <a:lnTo>
                  <a:pt x="29223" y="40481"/>
                </a:lnTo>
                <a:lnTo>
                  <a:pt x="51140" y="82035"/>
                </a:lnTo>
                <a:lnTo>
                  <a:pt x="65752" y="124357"/>
                </a:lnTo>
                <a:lnTo>
                  <a:pt x="73058" y="167138"/>
                </a:lnTo>
                <a:lnTo>
                  <a:pt x="73058" y="210073"/>
                </a:lnTo>
                <a:lnTo>
                  <a:pt x="65752" y="252855"/>
                </a:lnTo>
                <a:lnTo>
                  <a:pt x="51140" y="295177"/>
                </a:lnTo>
                <a:lnTo>
                  <a:pt x="29223" y="336731"/>
                </a:lnTo>
                <a:lnTo>
                  <a:pt x="0" y="377212"/>
                </a:lnTo>
                <a:lnTo>
                  <a:pt x="159289" y="377212"/>
                </a:lnTo>
                <a:lnTo>
                  <a:pt x="214742" y="367072"/>
                </a:lnTo>
                <a:lnTo>
                  <a:pt x="267479" y="353809"/>
                </a:lnTo>
                <a:lnTo>
                  <a:pt x="317146" y="337602"/>
                </a:lnTo>
                <a:lnTo>
                  <a:pt x="363392" y="318631"/>
                </a:lnTo>
                <a:lnTo>
                  <a:pt x="405865" y="297076"/>
                </a:lnTo>
                <a:lnTo>
                  <a:pt x="444210" y="273116"/>
                </a:lnTo>
                <a:lnTo>
                  <a:pt x="478077" y="246932"/>
                </a:lnTo>
                <a:lnTo>
                  <a:pt x="507113" y="218702"/>
                </a:lnTo>
                <a:lnTo>
                  <a:pt x="530965" y="188606"/>
                </a:lnTo>
                <a:lnTo>
                  <a:pt x="507410" y="158383"/>
                </a:lnTo>
                <a:lnTo>
                  <a:pt x="478573" y="130043"/>
                </a:lnTo>
                <a:lnTo>
                  <a:pt x="444816" y="103770"/>
                </a:lnTo>
                <a:lnTo>
                  <a:pt x="406501" y="79752"/>
                </a:lnTo>
                <a:lnTo>
                  <a:pt x="363994" y="58175"/>
                </a:lnTo>
                <a:lnTo>
                  <a:pt x="317656" y="39225"/>
                </a:lnTo>
                <a:lnTo>
                  <a:pt x="267850" y="23089"/>
                </a:lnTo>
                <a:lnTo>
                  <a:pt x="214940" y="9951"/>
                </a:lnTo>
                <a:lnTo>
                  <a:pt x="1592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788438" y="3454439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4" h="377825">
                <a:moveTo>
                  <a:pt x="530965" y="188606"/>
                </a:moveTo>
                <a:lnTo>
                  <a:pt x="507113" y="218702"/>
                </a:lnTo>
                <a:lnTo>
                  <a:pt x="478077" y="246932"/>
                </a:lnTo>
                <a:lnTo>
                  <a:pt x="444210" y="273116"/>
                </a:lnTo>
                <a:lnTo>
                  <a:pt x="405865" y="297076"/>
                </a:lnTo>
                <a:lnTo>
                  <a:pt x="363392" y="318631"/>
                </a:lnTo>
                <a:lnTo>
                  <a:pt x="317146" y="337602"/>
                </a:lnTo>
                <a:lnTo>
                  <a:pt x="267479" y="353809"/>
                </a:lnTo>
                <a:lnTo>
                  <a:pt x="214742" y="367072"/>
                </a:lnTo>
                <a:lnTo>
                  <a:pt x="159289" y="377212"/>
                </a:lnTo>
                <a:lnTo>
                  <a:pt x="0" y="377212"/>
                </a:lnTo>
                <a:lnTo>
                  <a:pt x="29223" y="336731"/>
                </a:lnTo>
                <a:lnTo>
                  <a:pt x="51140" y="295177"/>
                </a:lnTo>
                <a:lnTo>
                  <a:pt x="65752" y="252855"/>
                </a:lnTo>
                <a:lnTo>
                  <a:pt x="73058" y="210073"/>
                </a:lnTo>
                <a:lnTo>
                  <a:pt x="73058" y="167138"/>
                </a:lnTo>
                <a:lnTo>
                  <a:pt x="65752" y="124357"/>
                </a:lnTo>
                <a:lnTo>
                  <a:pt x="51140" y="82035"/>
                </a:lnTo>
                <a:lnTo>
                  <a:pt x="29223" y="40481"/>
                </a:lnTo>
                <a:lnTo>
                  <a:pt x="0" y="0"/>
                </a:lnTo>
                <a:lnTo>
                  <a:pt x="159289" y="0"/>
                </a:lnTo>
                <a:lnTo>
                  <a:pt x="214940" y="9951"/>
                </a:lnTo>
                <a:lnTo>
                  <a:pt x="267850" y="23089"/>
                </a:lnTo>
                <a:lnTo>
                  <a:pt x="317656" y="39225"/>
                </a:lnTo>
                <a:lnTo>
                  <a:pt x="363994" y="58175"/>
                </a:lnTo>
                <a:lnTo>
                  <a:pt x="406501" y="79752"/>
                </a:lnTo>
                <a:lnTo>
                  <a:pt x="444816" y="103770"/>
                </a:lnTo>
                <a:lnTo>
                  <a:pt x="478573" y="130043"/>
                </a:lnTo>
                <a:lnTo>
                  <a:pt x="507410" y="158383"/>
                </a:lnTo>
                <a:lnTo>
                  <a:pt x="530965" y="188606"/>
                </a:lnTo>
                <a:close/>
              </a:path>
            </a:pathLst>
          </a:custGeom>
          <a:ln w="295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788438" y="3454439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4" h="377825">
                <a:moveTo>
                  <a:pt x="326749" y="0"/>
                </a:moveTo>
                <a:lnTo>
                  <a:pt x="0" y="0"/>
                </a:lnTo>
                <a:lnTo>
                  <a:pt x="0" y="377212"/>
                </a:lnTo>
                <a:lnTo>
                  <a:pt x="326749" y="377212"/>
                </a:lnTo>
                <a:lnTo>
                  <a:pt x="373576" y="372234"/>
                </a:lnTo>
                <a:lnTo>
                  <a:pt x="416561" y="358052"/>
                </a:lnTo>
                <a:lnTo>
                  <a:pt x="454478" y="335795"/>
                </a:lnTo>
                <a:lnTo>
                  <a:pt x="486103" y="306593"/>
                </a:lnTo>
                <a:lnTo>
                  <a:pt x="510209" y="271574"/>
                </a:lnTo>
                <a:lnTo>
                  <a:pt x="525572" y="231869"/>
                </a:lnTo>
                <a:lnTo>
                  <a:pt x="530965" y="188606"/>
                </a:lnTo>
                <a:lnTo>
                  <a:pt x="525572" y="145343"/>
                </a:lnTo>
                <a:lnTo>
                  <a:pt x="510209" y="105638"/>
                </a:lnTo>
                <a:lnTo>
                  <a:pt x="486103" y="70619"/>
                </a:lnTo>
                <a:lnTo>
                  <a:pt x="454478" y="41417"/>
                </a:lnTo>
                <a:lnTo>
                  <a:pt x="416561" y="19160"/>
                </a:lnTo>
                <a:lnTo>
                  <a:pt x="373576" y="4978"/>
                </a:lnTo>
                <a:lnTo>
                  <a:pt x="326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788438" y="3454439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4" h="377825">
                <a:moveTo>
                  <a:pt x="326749" y="377212"/>
                </a:moveTo>
                <a:lnTo>
                  <a:pt x="0" y="377212"/>
                </a:lnTo>
                <a:lnTo>
                  <a:pt x="0" y="0"/>
                </a:lnTo>
                <a:lnTo>
                  <a:pt x="326749" y="0"/>
                </a:lnTo>
                <a:lnTo>
                  <a:pt x="373576" y="4978"/>
                </a:lnTo>
                <a:lnTo>
                  <a:pt x="416561" y="19160"/>
                </a:lnTo>
                <a:lnTo>
                  <a:pt x="454478" y="41417"/>
                </a:lnTo>
                <a:lnTo>
                  <a:pt x="486103" y="70619"/>
                </a:lnTo>
                <a:lnTo>
                  <a:pt x="510209" y="105638"/>
                </a:lnTo>
                <a:lnTo>
                  <a:pt x="525572" y="145343"/>
                </a:lnTo>
                <a:lnTo>
                  <a:pt x="530965" y="188606"/>
                </a:lnTo>
                <a:lnTo>
                  <a:pt x="525572" y="231869"/>
                </a:lnTo>
                <a:lnTo>
                  <a:pt x="510209" y="271574"/>
                </a:lnTo>
                <a:lnTo>
                  <a:pt x="486103" y="306593"/>
                </a:lnTo>
                <a:lnTo>
                  <a:pt x="454478" y="335795"/>
                </a:lnTo>
                <a:lnTo>
                  <a:pt x="416561" y="358052"/>
                </a:lnTo>
                <a:lnTo>
                  <a:pt x="373576" y="372234"/>
                </a:lnTo>
                <a:lnTo>
                  <a:pt x="326749" y="377212"/>
                </a:lnTo>
                <a:close/>
              </a:path>
            </a:pathLst>
          </a:custGeom>
          <a:ln w="295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655689" y="4869320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0" y="0"/>
                </a:moveTo>
                <a:lnTo>
                  <a:pt x="408447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655689" y="4963557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0" y="0"/>
                </a:moveTo>
                <a:lnTo>
                  <a:pt x="408447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655689" y="5057927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0" y="0"/>
                </a:moveTo>
                <a:lnTo>
                  <a:pt x="408447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2064136" y="4963557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408432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798654" y="4774951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4" h="377825">
                <a:moveTo>
                  <a:pt x="159289" y="0"/>
                </a:moveTo>
                <a:lnTo>
                  <a:pt x="0" y="0"/>
                </a:lnTo>
                <a:lnTo>
                  <a:pt x="29223" y="40481"/>
                </a:lnTo>
                <a:lnTo>
                  <a:pt x="51140" y="82036"/>
                </a:lnTo>
                <a:lnTo>
                  <a:pt x="65752" y="124360"/>
                </a:lnTo>
                <a:lnTo>
                  <a:pt x="73058" y="167147"/>
                </a:lnTo>
                <a:lnTo>
                  <a:pt x="73058" y="210089"/>
                </a:lnTo>
                <a:lnTo>
                  <a:pt x="65752" y="252883"/>
                </a:lnTo>
                <a:lnTo>
                  <a:pt x="51140" y="295220"/>
                </a:lnTo>
                <a:lnTo>
                  <a:pt x="29223" y="336797"/>
                </a:lnTo>
                <a:lnTo>
                  <a:pt x="0" y="377306"/>
                </a:lnTo>
                <a:lnTo>
                  <a:pt x="159289" y="377306"/>
                </a:lnTo>
                <a:lnTo>
                  <a:pt x="214742" y="367156"/>
                </a:lnTo>
                <a:lnTo>
                  <a:pt x="267479" y="353891"/>
                </a:lnTo>
                <a:lnTo>
                  <a:pt x="317146" y="337688"/>
                </a:lnTo>
                <a:lnTo>
                  <a:pt x="363392" y="318725"/>
                </a:lnTo>
                <a:lnTo>
                  <a:pt x="405865" y="297179"/>
                </a:lnTo>
                <a:lnTo>
                  <a:pt x="444210" y="273230"/>
                </a:lnTo>
                <a:lnTo>
                  <a:pt x="478077" y="247055"/>
                </a:lnTo>
                <a:lnTo>
                  <a:pt x="507113" y="218832"/>
                </a:lnTo>
                <a:lnTo>
                  <a:pt x="530965" y="188739"/>
                </a:lnTo>
                <a:lnTo>
                  <a:pt x="507410" y="158481"/>
                </a:lnTo>
                <a:lnTo>
                  <a:pt x="478571" y="130121"/>
                </a:lnTo>
                <a:lnTo>
                  <a:pt x="444812" y="103839"/>
                </a:lnTo>
                <a:lnTo>
                  <a:pt x="406497" y="79819"/>
                </a:lnTo>
                <a:lnTo>
                  <a:pt x="363988" y="58242"/>
                </a:lnTo>
                <a:lnTo>
                  <a:pt x="317649" y="39289"/>
                </a:lnTo>
                <a:lnTo>
                  <a:pt x="267844" y="23144"/>
                </a:lnTo>
                <a:lnTo>
                  <a:pt x="214936" y="9986"/>
                </a:lnTo>
                <a:lnTo>
                  <a:pt x="1592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798654" y="4774951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4" h="377825">
                <a:moveTo>
                  <a:pt x="530965" y="188739"/>
                </a:moveTo>
                <a:lnTo>
                  <a:pt x="507113" y="218832"/>
                </a:lnTo>
                <a:lnTo>
                  <a:pt x="478077" y="247055"/>
                </a:lnTo>
                <a:lnTo>
                  <a:pt x="444210" y="273230"/>
                </a:lnTo>
                <a:lnTo>
                  <a:pt x="405865" y="297179"/>
                </a:lnTo>
                <a:lnTo>
                  <a:pt x="363392" y="318725"/>
                </a:lnTo>
                <a:lnTo>
                  <a:pt x="317146" y="337688"/>
                </a:lnTo>
                <a:lnTo>
                  <a:pt x="267479" y="353891"/>
                </a:lnTo>
                <a:lnTo>
                  <a:pt x="214742" y="367156"/>
                </a:lnTo>
                <a:lnTo>
                  <a:pt x="159289" y="377306"/>
                </a:lnTo>
                <a:lnTo>
                  <a:pt x="0" y="377306"/>
                </a:lnTo>
                <a:lnTo>
                  <a:pt x="29223" y="336797"/>
                </a:lnTo>
                <a:lnTo>
                  <a:pt x="51140" y="295220"/>
                </a:lnTo>
                <a:lnTo>
                  <a:pt x="65752" y="252883"/>
                </a:lnTo>
                <a:lnTo>
                  <a:pt x="73058" y="210089"/>
                </a:lnTo>
                <a:lnTo>
                  <a:pt x="73058" y="167147"/>
                </a:lnTo>
                <a:lnTo>
                  <a:pt x="65752" y="124360"/>
                </a:lnTo>
                <a:lnTo>
                  <a:pt x="51140" y="82036"/>
                </a:lnTo>
                <a:lnTo>
                  <a:pt x="29223" y="40481"/>
                </a:lnTo>
                <a:lnTo>
                  <a:pt x="0" y="0"/>
                </a:lnTo>
                <a:lnTo>
                  <a:pt x="159289" y="0"/>
                </a:lnTo>
                <a:lnTo>
                  <a:pt x="214936" y="9986"/>
                </a:lnTo>
                <a:lnTo>
                  <a:pt x="267844" y="23144"/>
                </a:lnTo>
                <a:lnTo>
                  <a:pt x="317649" y="39289"/>
                </a:lnTo>
                <a:lnTo>
                  <a:pt x="363988" y="58242"/>
                </a:lnTo>
                <a:lnTo>
                  <a:pt x="406497" y="79819"/>
                </a:lnTo>
                <a:lnTo>
                  <a:pt x="444812" y="103839"/>
                </a:lnTo>
                <a:lnTo>
                  <a:pt x="478571" y="130121"/>
                </a:lnTo>
                <a:lnTo>
                  <a:pt x="507410" y="158481"/>
                </a:lnTo>
                <a:lnTo>
                  <a:pt x="530965" y="188739"/>
                </a:lnTo>
                <a:close/>
              </a:path>
            </a:pathLst>
          </a:custGeom>
          <a:ln w="295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798654" y="4774951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4" h="377825">
                <a:moveTo>
                  <a:pt x="326749" y="0"/>
                </a:moveTo>
                <a:lnTo>
                  <a:pt x="0" y="0"/>
                </a:lnTo>
                <a:lnTo>
                  <a:pt x="0" y="377306"/>
                </a:lnTo>
                <a:lnTo>
                  <a:pt x="326749" y="377306"/>
                </a:lnTo>
                <a:lnTo>
                  <a:pt x="373576" y="372322"/>
                </a:lnTo>
                <a:lnTo>
                  <a:pt x="416561" y="358127"/>
                </a:lnTo>
                <a:lnTo>
                  <a:pt x="454478" y="335852"/>
                </a:lnTo>
                <a:lnTo>
                  <a:pt x="486103" y="306629"/>
                </a:lnTo>
                <a:lnTo>
                  <a:pt x="510209" y="271593"/>
                </a:lnTo>
                <a:lnTo>
                  <a:pt x="525572" y="231874"/>
                </a:lnTo>
                <a:lnTo>
                  <a:pt x="530965" y="188606"/>
                </a:lnTo>
                <a:lnTo>
                  <a:pt x="525571" y="145385"/>
                </a:lnTo>
                <a:lnTo>
                  <a:pt x="510207" y="105696"/>
                </a:lnTo>
                <a:lnTo>
                  <a:pt x="486098" y="70675"/>
                </a:lnTo>
                <a:lnTo>
                  <a:pt x="454472" y="41459"/>
                </a:lnTo>
                <a:lnTo>
                  <a:pt x="416554" y="19183"/>
                </a:lnTo>
                <a:lnTo>
                  <a:pt x="373571" y="4985"/>
                </a:lnTo>
                <a:lnTo>
                  <a:pt x="326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798654" y="4774951"/>
            <a:ext cx="531495" cy="377825"/>
          </a:xfrm>
          <a:custGeom>
            <a:avLst/>
            <a:gdLst/>
            <a:ahLst/>
            <a:cxnLst/>
            <a:rect l="l" t="t" r="r" b="b"/>
            <a:pathLst>
              <a:path w="531494" h="377825">
                <a:moveTo>
                  <a:pt x="326749" y="377306"/>
                </a:moveTo>
                <a:lnTo>
                  <a:pt x="0" y="377306"/>
                </a:lnTo>
                <a:lnTo>
                  <a:pt x="0" y="0"/>
                </a:lnTo>
                <a:lnTo>
                  <a:pt x="326749" y="0"/>
                </a:lnTo>
                <a:lnTo>
                  <a:pt x="373571" y="4985"/>
                </a:lnTo>
                <a:lnTo>
                  <a:pt x="416554" y="19183"/>
                </a:lnTo>
                <a:lnTo>
                  <a:pt x="454472" y="41459"/>
                </a:lnTo>
                <a:lnTo>
                  <a:pt x="486098" y="70675"/>
                </a:lnTo>
                <a:lnTo>
                  <a:pt x="510207" y="105696"/>
                </a:lnTo>
                <a:lnTo>
                  <a:pt x="525571" y="145385"/>
                </a:lnTo>
                <a:lnTo>
                  <a:pt x="530965" y="188606"/>
                </a:lnTo>
                <a:lnTo>
                  <a:pt x="525572" y="231874"/>
                </a:lnTo>
                <a:lnTo>
                  <a:pt x="510209" y="271593"/>
                </a:lnTo>
                <a:lnTo>
                  <a:pt x="486103" y="306629"/>
                </a:lnTo>
                <a:lnTo>
                  <a:pt x="454478" y="335852"/>
                </a:lnTo>
                <a:lnTo>
                  <a:pt x="416561" y="358127"/>
                </a:lnTo>
                <a:lnTo>
                  <a:pt x="373576" y="372322"/>
                </a:lnTo>
                <a:lnTo>
                  <a:pt x="326749" y="377306"/>
                </a:lnTo>
                <a:close/>
              </a:path>
            </a:pathLst>
          </a:custGeom>
          <a:ln w="295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4509617" y="1296446"/>
            <a:ext cx="0" cy="460375"/>
          </a:xfrm>
          <a:custGeom>
            <a:avLst/>
            <a:gdLst/>
            <a:ahLst/>
            <a:cxnLst/>
            <a:rect l="l" t="t" r="r" b="b"/>
            <a:pathLst>
              <a:path h="460375">
                <a:moveTo>
                  <a:pt x="0" y="0"/>
                </a:moveTo>
                <a:lnTo>
                  <a:pt x="0" y="460135"/>
                </a:lnTo>
              </a:path>
            </a:pathLst>
          </a:custGeom>
          <a:ln w="311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140040" y="1756582"/>
            <a:ext cx="3369945" cy="0"/>
          </a:xfrm>
          <a:custGeom>
            <a:avLst/>
            <a:gdLst/>
            <a:ahLst/>
            <a:cxnLst/>
            <a:rect l="l" t="t" r="r" b="b"/>
            <a:pathLst>
              <a:path w="3369945">
                <a:moveTo>
                  <a:pt x="3369576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4509617" y="2616957"/>
            <a:ext cx="0" cy="460375"/>
          </a:xfrm>
          <a:custGeom>
            <a:avLst/>
            <a:gdLst/>
            <a:ahLst/>
            <a:cxnLst/>
            <a:rect l="l" t="t" r="r" b="b"/>
            <a:pathLst>
              <a:path h="460375">
                <a:moveTo>
                  <a:pt x="0" y="0"/>
                </a:moveTo>
                <a:lnTo>
                  <a:pt x="0" y="460135"/>
                </a:lnTo>
              </a:path>
            </a:pathLst>
          </a:custGeom>
          <a:ln w="311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359573" y="3077093"/>
            <a:ext cx="3150235" cy="0"/>
          </a:xfrm>
          <a:custGeom>
            <a:avLst/>
            <a:gdLst/>
            <a:ahLst/>
            <a:cxnLst/>
            <a:rect l="l" t="t" r="r" b="b"/>
            <a:pathLst>
              <a:path w="3150235">
                <a:moveTo>
                  <a:pt x="3150044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509617" y="3923360"/>
            <a:ext cx="0" cy="474345"/>
          </a:xfrm>
          <a:custGeom>
            <a:avLst/>
            <a:gdLst/>
            <a:ahLst/>
            <a:cxnLst/>
            <a:rect l="l" t="t" r="r" b="b"/>
            <a:pathLst>
              <a:path h="474345">
                <a:moveTo>
                  <a:pt x="0" y="0"/>
                </a:moveTo>
                <a:lnTo>
                  <a:pt x="0" y="474244"/>
                </a:lnTo>
              </a:path>
            </a:pathLst>
          </a:custGeom>
          <a:ln w="311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548473" y="4397604"/>
            <a:ext cx="2961640" cy="0"/>
          </a:xfrm>
          <a:custGeom>
            <a:avLst/>
            <a:gdLst/>
            <a:ahLst/>
            <a:cxnLst/>
            <a:rect l="l" t="t" r="r" b="b"/>
            <a:pathLst>
              <a:path w="2961640">
                <a:moveTo>
                  <a:pt x="2961144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509618" y="5258047"/>
            <a:ext cx="0" cy="460375"/>
          </a:xfrm>
          <a:custGeom>
            <a:avLst/>
            <a:gdLst/>
            <a:ahLst/>
            <a:cxnLst/>
            <a:rect l="l" t="t" r="r" b="b"/>
            <a:pathLst>
              <a:path h="460375">
                <a:moveTo>
                  <a:pt x="0" y="0"/>
                </a:moveTo>
                <a:lnTo>
                  <a:pt x="0" y="460162"/>
                </a:lnTo>
              </a:path>
            </a:pathLst>
          </a:custGeom>
          <a:ln w="311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3080118" y="5718209"/>
            <a:ext cx="1430020" cy="0"/>
          </a:xfrm>
          <a:custGeom>
            <a:avLst/>
            <a:gdLst/>
            <a:ahLst/>
            <a:cxnLst/>
            <a:rect l="l" t="t" r="r" b="b"/>
            <a:pathLst>
              <a:path w="1430020">
                <a:moveTo>
                  <a:pt x="1429500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3080118" y="5843978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4173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3080118" y="5718209"/>
            <a:ext cx="0" cy="126364"/>
          </a:xfrm>
          <a:custGeom>
            <a:avLst/>
            <a:gdLst/>
            <a:ahLst/>
            <a:cxnLst/>
            <a:rect l="l" t="t" r="r" b="b"/>
            <a:pathLst>
              <a:path h="126364">
                <a:moveTo>
                  <a:pt x="0" y="125768"/>
                </a:moveTo>
                <a:lnTo>
                  <a:pt x="0" y="0"/>
                </a:lnTo>
              </a:path>
            </a:pathLst>
          </a:custGeom>
          <a:ln w="311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548473" y="4869320"/>
            <a:ext cx="107314" cy="0"/>
          </a:xfrm>
          <a:custGeom>
            <a:avLst/>
            <a:gdLst/>
            <a:ahLst/>
            <a:cxnLst/>
            <a:rect l="l" t="t" r="r" b="b"/>
            <a:pathLst>
              <a:path w="107314">
                <a:moveTo>
                  <a:pt x="107216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548473" y="4397604"/>
            <a:ext cx="0" cy="1604010"/>
          </a:xfrm>
          <a:custGeom>
            <a:avLst/>
            <a:gdLst/>
            <a:ahLst/>
            <a:cxnLst/>
            <a:rect l="l" t="t" r="r" b="b"/>
            <a:pathLst>
              <a:path h="1604010">
                <a:moveTo>
                  <a:pt x="0" y="1603580"/>
                </a:moveTo>
                <a:lnTo>
                  <a:pt x="0" y="0"/>
                </a:lnTo>
              </a:path>
            </a:pathLst>
          </a:custGeom>
          <a:ln w="311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344257" y="4963557"/>
            <a:ext cx="311785" cy="0"/>
          </a:xfrm>
          <a:custGeom>
            <a:avLst/>
            <a:gdLst/>
            <a:ahLst/>
            <a:cxnLst/>
            <a:rect l="l" t="t" r="r" b="b"/>
            <a:pathLst>
              <a:path w="311785">
                <a:moveTo>
                  <a:pt x="311432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140040" y="5057927"/>
            <a:ext cx="516255" cy="0"/>
          </a:xfrm>
          <a:custGeom>
            <a:avLst/>
            <a:gdLst/>
            <a:ahLst/>
            <a:cxnLst/>
            <a:rect l="l" t="t" r="r" b="b"/>
            <a:pathLst>
              <a:path w="516255">
                <a:moveTo>
                  <a:pt x="515648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548473" y="6001186"/>
            <a:ext cx="1736089" cy="0"/>
          </a:xfrm>
          <a:custGeom>
            <a:avLst/>
            <a:gdLst/>
            <a:ahLst/>
            <a:cxnLst/>
            <a:rect l="l" t="t" r="r" b="b"/>
            <a:pathLst>
              <a:path w="1736089">
                <a:moveTo>
                  <a:pt x="1735817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1344257" y="6189832"/>
            <a:ext cx="1940560" cy="0"/>
          </a:xfrm>
          <a:custGeom>
            <a:avLst/>
            <a:gdLst/>
            <a:ahLst/>
            <a:cxnLst/>
            <a:rect l="l" t="t" r="r" b="b"/>
            <a:pathLst>
              <a:path w="1940560">
                <a:moveTo>
                  <a:pt x="1940033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140040" y="6347041"/>
            <a:ext cx="2144395" cy="0"/>
          </a:xfrm>
          <a:custGeom>
            <a:avLst/>
            <a:gdLst/>
            <a:ahLst/>
            <a:cxnLst/>
            <a:rect l="l" t="t" r="r" b="b"/>
            <a:pathLst>
              <a:path w="2144395">
                <a:moveTo>
                  <a:pt x="2144250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140040" y="1756582"/>
            <a:ext cx="0" cy="4591050"/>
          </a:xfrm>
          <a:custGeom>
            <a:avLst/>
            <a:gdLst/>
            <a:ahLst/>
            <a:cxnLst/>
            <a:rect l="l" t="t" r="r" b="b"/>
            <a:pathLst>
              <a:path h="4591050">
                <a:moveTo>
                  <a:pt x="0" y="4590459"/>
                </a:moveTo>
                <a:lnTo>
                  <a:pt x="0" y="0"/>
                </a:lnTo>
              </a:path>
            </a:pathLst>
          </a:custGeom>
          <a:ln w="311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1344257" y="3077093"/>
            <a:ext cx="0" cy="3112770"/>
          </a:xfrm>
          <a:custGeom>
            <a:avLst/>
            <a:gdLst/>
            <a:ahLst/>
            <a:cxnLst/>
            <a:rect l="l" t="t" r="r" b="b"/>
            <a:pathLst>
              <a:path h="3112770">
                <a:moveTo>
                  <a:pt x="0" y="3112738"/>
                </a:moveTo>
                <a:lnTo>
                  <a:pt x="0" y="0"/>
                </a:lnTo>
              </a:path>
            </a:pathLst>
          </a:custGeom>
          <a:ln w="311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344257" y="3548676"/>
            <a:ext cx="301625" cy="0"/>
          </a:xfrm>
          <a:custGeom>
            <a:avLst/>
            <a:gdLst/>
            <a:ahLst/>
            <a:cxnLst/>
            <a:rect l="l" t="t" r="r" b="b"/>
            <a:pathLst>
              <a:path w="301625">
                <a:moveTo>
                  <a:pt x="301231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140040" y="3737415"/>
            <a:ext cx="505459" cy="0"/>
          </a:xfrm>
          <a:custGeom>
            <a:avLst/>
            <a:gdLst/>
            <a:ahLst/>
            <a:cxnLst/>
            <a:rect l="l" t="t" r="r" b="b"/>
            <a:pathLst>
              <a:path w="505460">
                <a:moveTo>
                  <a:pt x="505447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4101271" y="6095502"/>
            <a:ext cx="612775" cy="0"/>
          </a:xfrm>
          <a:custGeom>
            <a:avLst/>
            <a:gdLst/>
            <a:ahLst/>
            <a:cxnLst/>
            <a:rect l="l" t="t" r="r" b="b"/>
            <a:pathLst>
              <a:path w="612775">
                <a:moveTo>
                  <a:pt x="0" y="0"/>
                </a:moveTo>
                <a:lnTo>
                  <a:pt x="612663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 txBox="1"/>
          <p:nvPr/>
        </p:nvSpPr>
        <p:spPr>
          <a:xfrm>
            <a:off x="3475271" y="5433585"/>
            <a:ext cx="1463675" cy="7683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</a:pPr>
            <a:r>
              <a:rPr sz="1450" b="1" spc="65" dirty="0">
                <a:latin typeface="Times New Roman"/>
                <a:cs typeface="Times New Roman"/>
              </a:rPr>
              <a:t>FF</a:t>
            </a:r>
            <a:r>
              <a:rPr sz="1425" b="1" spc="97" baseline="-11695" dirty="0">
                <a:latin typeface="Times New Roman"/>
                <a:cs typeface="Times New Roman"/>
              </a:rPr>
              <a:t>3</a:t>
            </a:r>
            <a:endParaRPr sz="1425" baseline="-1169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00">
              <a:latin typeface="Times New Roman"/>
              <a:cs typeface="Times New Roman"/>
            </a:endParaRPr>
          </a:p>
          <a:p>
            <a:pPr marR="17780" algn="r">
              <a:lnSpc>
                <a:spcPct val="100000"/>
              </a:lnSpc>
            </a:pPr>
            <a:r>
              <a:rPr sz="1450" b="1" i="1" spc="90" dirty="0">
                <a:latin typeface="Times New Roman"/>
                <a:cs typeface="Times New Roman"/>
              </a:rPr>
              <a:t>B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1650588" y="341700"/>
            <a:ext cx="1327785" cy="0"/>
          </a:xfrm>
          <a:custGeom>
            <a:avLst/>
            <a:gdLst/>
            <a:ahLst/>
            <a:cxnLst/>
            <a:rect l="l" t="t" r="r" b="b"/>
            <a:pathLst>
              <a:path w="1327785">
                <a:moveTo>
                  <a:pt x="1327370" y="0"/>
                </a:moveTo>
                <a:lnTo>
                  <a:pt x="0" y="0"/>
                </a:lnTo>
              </a:path>
            </a:pathLst>
          </a:custGeom>
          <a:ln w="28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 txBox="1"/>
          <p:nvPr/>
        </p:nvSpPr>
        <p:spPr>
          <a:xfrm>
            <a:off x="5235066" y="3619246"/>
            <a:ext cx="40938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5" dirty="0">
                <a:solidFill>
                  <a:srgbClr val="C00000"/>
                </a:solidFill>
                <a:latin typeface="华文楷体"/>
                <a:cs typeface="华文楷体"/>
              </a:rPr>
              <a:t>同步</a:t>
            </a:r>
            <a:r>
              <a:rPr sz="3200" b="1" dirty="0">
                <a:solidFill>
                  <a:srgbClr val="C00000"/>
                </a:solidFill>
                <a:latin typeface="华文楷体"/>
                <a:cs typeface="华文楷体"/>
              </a:rPr>
              <a:t>二进</a:t>
            </a:r>
            <a:r>
              <a:rPr sz="3200" b="1" spc="-15" dirty="0">
                <a:solidFill>
                  <a:srgbClr val="C00000"/>
                </a:solidFill>
                <a:latin typeface="华文楷体"/>
                <a:cs typeface="华文楷体"/>
              </a:rPr>
              <a:t>制</a:t>
            </a:r>
            <a:r>
              <a:rPr sz="3200" b="1" dirty="0">
                <a:solidFill>
                  <a:srgbClr val="C00000"/>
                </a:solidFill>
                <a:latin typeface="华文楷体"/>
                <a:cs typeface="华文楷体"/>
              </a:rPr>
              <a:t>减法</a:t>
            </a:r>
            <a:r>
              <a:rPr sz="3200" b="1" spc="-15" dirty="0">
                <a:solidFill>
                  <a:srgbClr val="C00000"/>
                </a:solidFill>
                <a:latin typeface="华文楷体"/>
                <a:cs typeface="华文楷体"/>
              </a:rPr>
              <a:t>计</a:t>
            </a:r>
            <a:r>
              <a:rPr sz="3200" b="1" dirty="0">
                <a:solidFill>
                  <a:srgbClr val="C00000"/>
                </a:solidFill>
                <a:latin typeface="华文楷体"/>
                <a:cs typeface="华文楷体"/>
              </a:rPr>
              <a:t>数器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5036184" y="6539775"/>
            <a:ext cx="35052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61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2314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solidFill>
                  <a:srgbClr val="FF0000"/>
                </a:solidFill>
                <a:latin typeface="华文楷体"/>
                <a:cs typeface="华文楷体"/>
              </a:rPr>
              <a:t>异步计</a:t>
            </a:r>
            <a:r>
              <a:rPr sz="3600" b="1" i="0" spc="-5" dirty="0">
                <a:solidFill>
                  <a:srgbClr val="FF0000"/>
                </a:solidFill>
                <a:latin typeface="华文楷体"/>
                <a:cs typeface="华文楷体"/>
              </a:rPr>
              <a:t>数器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64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68044" y="1271142"/>
            <a:ext cx="8421370" cy="33483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0000"/>
                </a:solidFill>
                <a:latin typeface="华文楷体"/>
                <a:cs typeface="华文楷体"/>
              </a:rPr>
              <a:t>特点：</a:t>
            </a:r>
            <a:endParaRPr sz="2800">
              <a:latin typeface="华文楷体"/>
              <a:cs typeface="华文楷体"/>
            </a:endParaRPr>
          </a:p>
          <a:p>
            <a:pPr marL="12700" marR="5080" indent="457200">
              <a:lnSpc>
                <a:spcPct val="150100"/>
              </a:lnSpc>
              <a:spcBef>
                <a:spcPts val="715"/>
              </a:spcBef>
            </a:pPr>
            <a:r>
              <a:rPr sz="2800" b="1" spc="15" dirty="0">
                <a:latin typeface="华文楷体"/>
                <a:cs typeface="华文楷体"/>
              </a:rPr>
              <a:t>各触发</a:t>
            </a:r>
            <a:r>
              <a:rPr sz="2800" b="1" dirty="0">
                <a:latin typeface="华文楷体"/>
                <a:cs typeface="华文楷体"/>
              </a:rPr>
              <a:t>器</a:t>
            </a:r>
            <a:r>
              <a:rPr sz="2800" b="1" spc="15" dirty="0">
                <a:latin typeface="华文楷体"/>
                <a:cs typeface="华文楷体"/>
              </a:rPr>
              <a:t>的</a:t>
            </a:r>
            <a:r>
              <a:rPr sz="2800" b="1" spc="-10" dirty="0">
                <a:latin typeface="华文楷体"/>
                <a:cs typeface="华文楷体"/>
              </a:rPr>
              <a:t>C</a:t>
            </a:r>
            <a:r>
              <a:rPr sz="2800" b="1" spc="15" dirty="0">
                <a:latin typeface="华文楷体"/>
                <a:cs typeface="华文楷体"/>
              </a:rPr>
              <a:t>P脉</a:t>
            </a:r>
            <a:r>
              <a:rPr sz="2800" b="1" dirty="0">
                <a:latin typeface="华文楷体"/>
                <a:cs typeface="华文楷体"/>
              </a:rPr>
              <a:t>冲</a:t>
            </a:r>
            <a:r>
              <a:rPr sz="2800" b="1" spc="15" dirty="0">
                <a:latin typeface="华文楷体"/>
                <a:cs typeface="华文楷体"/>
              </a:rPr>
              <a:t>不同，</a:t>
            </a:r>
            <a:r>
              <a:rPr sz="2800" b="1" dirty="0">
                <a:latin typeface="华文楷体"/>
                <a:cs typeface="华文楷体"/>
              </a:rPr>
              <a:t>触</a:t>
            </a:r>
            <a:r>
              <a:rPr sz="2800" b="1" spc="10" dirty="0">
                <a:latin typeface="华文楷体"/>
                <a:cs typeface="华文楷体"/>
              </a:rPr>
              <a:t>发器状</a:t>
            </a:r>
            <a:r>
              <a:rPr sz="2800" b="1" dirty="0">
                <a:latin typeface="华文楷体"/>
                <a:cs typeface="华文楷体"/>
              </a:rPr>
              <a:t>态</a:t>
            </a:r>
            <a:r>
              <a:rPr sz="2800" b="1" spc="10" dirty="0">
                <a:latin typeface="华文楷体"/>
                <a:cs typeface="华文楷体"/>
              </a:rPr>
              <a:t>刷新不</a:t>
            </a:r>
            <a:r>
              <a:rPr sz="2800" b="1" dirty="0">
                <a:latin typeface="华文楷体"/>
                <a:cs typeface="华文楷体"/>
              </a:rPr>
              <a:t>同</a:t>
            </a:r>
            <a:r>
              <a:rPr sz="2800" b="1" spc="30" dirty="0">
                <a:latin typeface="华文楷体"/>
                <a:cs typeface="华文楷体"/>
              </a:rPr>
              <a:t>步</a:t>
            </a:r>
            <a:r>
              <a:rPr sz="2800" b="1" spc="-5" dirty="0">
                <a:latin typeface="华文楷体"/>
                <a:cs typeface="华文楷体"/>
              </a:rPr>
              <a:t>。 </a:t>
            </a:r>
            <a:r>
              <a:rPr sz="2800" b="1" dirty="0">
                <a:solidFill>
                  <a:srgbClr val="FF0000"/>
                </a:solidFill>
                <a:latin typeface="华文楷体"/>
                <a:cs typeface="华文楷体"/>
              </a:rPr>
              <a:t>分类：</a:t>
            </a:r>
            <a:endParaRPr sz="2800">
              <a:latin typeface="华文楷体"/>
              <a:cs typeface="华文楷体"/>
            </a:endParaRPr>
          </a:p>
          <a:p>
            <a:pPr marL="1350645" indent="-881380">
              <a:lnSpc>
                <a:spcPct val="100000"/>
              </a:lnSpc>
              <a:spcBef>
                <a:spcPts val="2400"/>
              </a:spcBef>
              <a:buClr>
                <a:srgbClr val="000000"/>
              </a:buClr>
              <a:buSzPct val="96428"/>
              <a:buAutoNum type="arabicPlain"/>
              <a:tabLst>
                <a:tab pos="1351280" algn="l"/>
              </a:tabLst>
            </a:pP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异步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二进制计数器</a:t>
            </a:r>
            <a:endParaRPr sz="2800">
              <a:latin typeface="华文楷体"/>
              <a:cs typeface="华文楷体"/>
            </a:endParaRPr>
          </a:p>
          <a:p>
            <a:pPr marL="1350645" indent="-881380">
              <a:lnSpc>
                <a:spcPct val="100000"/>
              </a:lnSpc>
              <a:spcBef>
                <a:spcPts val="2885"/>
              </a:spcBef>
              <a:buClr>
                <a:srgbClr val="000000"/>
              </a:buClr>
              <a:buSzPct val="96428"/>
              <a:buAutoNum type="arabicPlain"/>
              <a:tabLst>
                <a:tab pos="1351280" algn="l"/>
              </a:tabLst>
            </a:pP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异步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十进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制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计数器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4600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latin typeface="华文楷体"/>
                <a:cs typeface="华文楷体"/>
              </a:rPr>
              <a:t>异步二</a:t>
            </a:r>
            <a:r>
              <a:rPr sz="3600" b="1" i="0" spc="-5" dirty="0">
                <a:latin typeface="华文楷体"/>
                <a:cs typeface="华文楷体"/>
              </a:rPr>
              <a:t>进制加法计数器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8044" y="3739134"/>
            <a:ext cx="8421370" cy="17138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华文楷体"/>
                <a:cs typeface="华文楷体"/>
              </a:rPr>
              <a:t>在末</a:t>
            </a:r>
            <a:r>
              <a:rPr sz="2800" b="1" spc="-5" dirty="0">
                <a:latin typeface="华文楷体"/>
                <a:cs typeface="华文楷体"/>
              </a:rPr>
              <a:t>位+1</a:t>
            </a:r>
            <a:r>
              <a:rPr sz="2800" b="1" dirty="0">
                <a:latin typeface="华文楷体"/>
                <a:cs typeface="华文楷体"/>
              </a:rPr>
              <a:t>时</a:t>
            </a:r>
            <a:r>
              <a:rPr sz="2800" b="1" spc="-10" dirty="0">
                <a:latin typeface="华文楷体"/>
                <a:cs typeface="华文楷体"/>
              </a:rPr>
              <a:t>，</a:t>
            </a:r>
            <a:r>
              <a:rPr sz="2800" b="1" dirty="0">
                <a:latin typeface="华文楷体"/>
                <a:cs typeface="华文楷体"/>
              </a:rPr>
              <a:t>从</a:t>
            </a:r>
            <a:r>
              <a:rPr sz="2800" b="1" spc="-10" dirty="0">
                <a:latin typeface="华文楷体"/>
                <a:cs typeface="华文楷体"/>
              </a:rPr>
              <a:t>低位</a:t>
            </a:r>
            <a:r>
              <a:rPr sz="2800" b="1" spc="5" dirty="0">
                <a:latin typeface="华文楷体"/>
                <a:cs typeface="华文楷体"/>
              </a:rPr>
              <a:t>到</a:t>
            </a:r>
            <a:r>
              <a:rPr sz="2800" b="1" spc="-10" dirty="0">
                <a:latin typeface="华文楷体"/>
                <a:cs typeface="华文楷体"/>
              </a:rPr>
              <a:t>高位</a:t>
            </a:r>
            <a:r>
              <a:rPr sz="2800" b="1" spc="5" dirty="0">
                <a:latin typeface="华文楷体"/>
                <a:cs typeface="华文楷体"/>
              </a:rPr>
              <a:t>逐</a:t>
            </a:r>
            <a:r>
              <a:rPr sz="2800" b="1" spc="-10" dirty="0">
                <a:latin typeface="华文楷体"/>
                <a:cs typeface="华文楷体"/>
              </a:rPr>
              <a:t>位进</a:t>
            </a:r>
            <a:r>
              <a:rPr sz="2800" b="1" spc="5" dirty="0">
                <a:latin typeface="华文楷体"/>
                <a:cs typeface="华文楷体"/>
              </a:rPr>
              <a:t>位</a:t>
            </a:r>
            <a:r>
              <a:rPr sz="2800" b="1" spc="-10" dirty="0">
                <a:latin typeface="华文楷体"/>
                <a:cs typeface="华文楷体"/>
              </a:rPr>
              <a:t>方式</a:t>
            </a:r>
            <a:r>
              <a:rPr sz="2800" b="1" spc="5" dirty="0">
                <a:latin typeface="华文楷体"/>
                <a:cs typeface="华文楷体"/>
              </a:rPr>
              <a:t>工</a:t>
            </a:r>
            <a:r>
              <a:rPr sz="2800" b="1" spc="-25" dirty="0">
                <a:latin typeface="华文楷体"/>
                <a:cs typeface="华文楷体"/>
              </a:rPr>
              <a:t>作</a:t>
            </a:r>
            <a:r>
              <a:rPr sz="2800" b="1" spc="-10" dirty="0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 marR="5080" indent="457200">
              <a:lnSpc>
                <a:spcPct val="130100"/>
              </a:lnSpc>
              <a:spcBef>
                <a:spcPts val="1195"/>
              </a:spcBef>
            </a:pPr>
            <a:r>
              <a:rPr sz="2800" b="1" spc="55" dirty="0">
                <a:solidFill>
                  <a:srgbClr val="0000FF"/>
                </a:solidFill>
                <a:latin typeface="华文楷体"/>
                <a:cs typeface="华文楷体"/>
              </a:rPr>
              <a:t>原则</a:t>
            </a:r>
            <a:r>
              <a:rPr sz="2800" b="1" spc="45" dirty="0">
                <a:solidFill>
                  <a:srgbClr val="0000FF"/>
                </a:solidFill>
                <a:latin typeface="华文楷体"/>
                <a:cs typeface="华文楷体"/>
              </a:rPr>
              <a:t>：</a:t>
            </a:r>
            <a:r>
              <a:rPr sz="2800" b="1" spc="35" dirty="0">
                <a:latin typeface="华文楷体"/>
                <a:cs typeface="华文楷体"/>
              </a:rPr>
              <a:t>每</a:t>
            </a:r>
            <a:r>
              <a:rPr sz="2800" b="1" spc="50" dirty="0">
                <a:latin typeface="华文楷体"/>
                <a:cs typeface="华文楷体"/>
              </a:rPr>
              <a:t>位</a:t>
            </a:r>
            <a:r>
              <a:rPr sz="2800" b="1" spc="55" dirty="0">
                <a:latin typeface="华文楷体"/>
                <a:cs typeface="华文楷体"/>
              </a:rPr>
              <a:t>从“</a:t>
            </a:r>
            <a:r>
              <a:rPr sz="2800" b="1" spc="-10" dirty="0">
                <a:latin typeface="华文楷体"/>
                <a:cs typeface="华文楷体"/>
              </a:rPr>
              <a:t>1</a:t>
            </a:r>
            <a:r>
              <a:rPr sz="2800" b="1" spc="50" dirty="0">
                <a:latin typeface="华文楷体"/>
                <a:cs typeface="华文楷体"/>
              </a:rPr>
              <a:t>”变“</a:t>
            </a:r>
            <a:r>
              <a:rPr sz="2800" b="1" spc="-10" dirty="0">
                <a:latin typeface="华文楷体"/>
                <a:cs typeface="华文楷体"/>
              </a:rPr>
              <a:t>0</a:t>
            </a:r>
            <a:r>
              <a:rPr sz="2800" b="1" spc="50" dirty="0">
                <a:latin typeface="华文楷体"/>
                <a:cs typeface="华文楷体"/>
              </a:rPr>
              <a:t>”时，</a:t>
            </a:r>
            <a:r>
              <a:rPr sz="2800" b="1" spc="35" dirty="0">
                <a:latin typeface="华文楷体"/>
                <a:cs typeface="华文楷体"/>
              </a:rPr>
              <a:t>向</a:t>
            </a:r>
            <a:r>
              <a:rPr sz="2800" b="1" spc="50" dirty="0">
                <a:latin typeface="华文楷体"/>
                <a:cs typeface="华文楷体"/>
              </a:rPr>
              <a:t>高位发</a:t>
            </a:r>
            <a:r>
              <a:rPr sz="2800" b="1" spc="35" dirty="0">
                <a:latin typeface="华文楷体"/>
                <a:cs typeface="华文楷体"/>
              </a:rPr>
              <a:t>出</a:t>
            </a:r>
            <a:r>
              <a:rPr sz="2800" b="1" spc="50" dirty="0">
                <a:latin typeface="华文楷体"/>
                <a:cs typeface="华文楷体"/>
              </a:rPr>
              <a:t>进</a:t>
            </a:r>
            <a:r>
              <a:rPr sz="2800" b="1" spc="65" dirty="0">
                <a:latin typeface="华文楷体"/>
                <a:cs typeface="华文楷体"/>
              </a:rPr>
              <a:t>位</a:t>
            </a:r>
            <a:r>
              <a:rPr sz="2800" b="1" spc="-5" dirty="0">
                <a:latin typeface="华文楷体"/>
                <a:cs typeface="华文楷体"/>
              </a:rPr>
              <a:t>， </a:t>
            </a:r>
            <a:r>
              <a:rPr sz="2800" b="1" dirty="0">
                <a:latin typeface="华文楷体"/>
                <a:cs typeface="华文楷体"/>
              </a:rPr>
              <a:t>使高位翻转</a:t>
            </a:r>
            <a:r>
              <a:rPr sz="2800" b="1" spc="-10" dirty="0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32863" y="2124934"/>
            <a:ext cx="934085" cy="1074420"/>
          </a:xfrm>
          <a:custGeom>
            <a:avLst/>
            <a:gdLst/>
            <a:ahLst/>
            <a:cxnLst/>
            <a:rect l="l" t="t" r="r" b="b"/>
            <a:pathLst>
              <a:path w="934085" h="1074420">
                <a:moveTo>
                  <a:pt x="0" y="1073800"/>
                </a:moveTo>
                <a:lnTo>
                  <a:pt x="933853" y="1073800"/>
                </a:lnTo>
                <a:lnTo>
                  <a:pt x="933853" y="0"/>
                </a:lnTo>
                <a:lnTo>
                  <a:pt x="0" y="0"/>
                </a:lnTo>
                <a:lnTo>
                  <a:pt x="0" y="1073800"/>
                </a:lnTo>
                <a:close/>
              </a:path>
            </a:pathLst>
          </a:custGeom>
          <a:ln w="34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32863" y="2554447"/>
            <a:ext cx="116839" cy="215265"/>
          </a:xfrm>
          <a:custGeom>
            <a:avLst/>
            <a:gdLst/>
            <a:ahLst/>
            <a:cxnLst/>
            <a:rect l="l" t="t" r="r" b="b"/>
            <a:pathLst>
              <a:path w="116839" h="215264">
                <a:moveTo>
                  <a:pt x="0" y="0"/>
                </a:moveTo>
                <a:lnTo>
                  <a:pt x="116737" y="107386"/>
                </a:lnTo>
                <a:lnTo>
                  <a:pt x="0" y="214756"/>
                </a:lnTo>
              </a:path>
            </a:pathLst>
          </a:custGeom>
          <a:ln w="349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32863" y="2124934"/>
            <a:ext cx="934085" cy="1074420"/>
          </a:xfrm>
          <a:prstGeom prst="rect">
            <a:avLst/>
          </a:prstGeom>
          <a:ln w="34467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9370" marR="504825" indent="31750">
              <a:lnSpc>
                <a:spcPct val="128099"/>
              </a:lnSpc>
              <a:spcBef>
                <a:spcPts val="155"/>
              </a:spcBef>
            </a:pPr>
            <a:r>
              <a:rPr sz="1650" b="1" spc="80" dirty="0">
                <a:latin typeface="Times New Roman"/>
                <a:cs typeface="Times New Roman"/>
              </a:rPr>
              <a:t>1J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66700" y="2339690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773" y="0"/>
                </a:lnTo>
              </a:path>
            </a:pathLst>
          </a:custGeom>
          <a:ln w="327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55664" y="2930791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80">
                <a:moveTo>
                  <a:pt x="115634" y="53185"/>
                </a:moveTo>
                <a:lnTo>
                  <a:pt x="111070" y="32480"/>
                </a:lnTo>
                <a:lnTo>
                  <a:pt x="98647" y="15574"/>
                </a:lnTo>
                <a:lnTo>
                  <a:pt x="80262" y="4178"/>
                </a:lnTo>
                <a:lnTo>
                  <a:pt x="57817" y="0"/>
                </a:lnTo>
                <a:lnTo>
                  <a:pt x="35301" y="4178"/>
                </a:lnTo>
                <a:lnTo>
                  <a:pt x="16925" y="15574"/>
                </a:lnTo>
                <a:lnTo>
                  <a:pt x="4540" y="32480"/>
                </a:lnTo>
                <a:lnTo>
                  <a:pt x="0" y="53185"/>
                </a:lnTo>
                <a:lnTo>
                  <a:pt x="4540" y="73884"/>
                </a:lnTo>
                <a:lnTo>
                  <a:pt x="16925" y="90790"/>
                </a:lnTo>
                <a:lnTo>
                  <a:pt x="35301" y="102190"/>
                </a:lnTo>
                <a:lnTo>
                  <a:pt x="57817" y="106370"/>
                </a:lnTo>
                <a:lnTo>
                  <a:pt x="80262" y="102190"/>
                </a:lnTo>
                <a:lnTo>
                  <a:pt x="98647" y="90790"/>
                </a:lnTo>
                <a:lnTo>
                  <a:pt x="111070" y="73884"/>
                </a:lnTo>
                <a:lnTo>
                  <a:pt x="115634" y="53185"/>
                </a:lnTo>
                <a:close/>
              </a:path>
            </a:pathLst>
          </a:custGeom>
          <a:ln w="340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98449" y="2672743"/>
            <a:ext cx="807085" cy="0"/>
          </a:xfrm>
          <a:custGeom>
            <a:avLst/>
            <a:gdLst/>
            <a:ahLst/>
            <a:cxnLst/>
            <a:rect l="l" t="t" r="r" b="b"/>
            <a:pathLst>
              <a:path w="807085">
                <a:moveTo>
                  <a:pt x="806557" y="0"/>
                </a:moveTo>
                <a:lnTo>
                  <a:pt x="0" y="0"/>
                </a:lnTo>
              </a:path>
            </a:pathLst>
          </a:custGeom>
          <a:ln w="327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787929" y="2602481"/>
            <a:ext cx="149788" cy="1405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27655" y="2124934"/>
            <a:ext cx="934085" cy="1074420"/>
          </a:xfrm>
          <a:custGeom>
            <a:avLst/>
            <a:gdLst/>
            <a:ahLst/>
            <a:cxnLst/>
            <a:rect l="l" t="t" r="r" b="b"/>
            <a:pathLst>
              <a:path w="934085" h="1074420">
                <a:moveTo>
                  <a:pt x="0" y="1073800"/>
                </a:moveTo>
                <a:lnTo>
                  <a:pt x="933853" y="1073800"/>
                </a:lnTo>
                <a:lnTo>
                  <a:pt x="933853" y="0"/>
                </a:lnTo>
                <a:lnTo>
                  <a:pt x="0" y="0"/>
                </a:lnTo>
                <a:lnTo>
                  <a:pt x="0" y="1073800"/>
                </a:lnTo>
                <a:close/>
              </a:path>
            </a:pathLst>
          </a:custGeom>
          <a:ln w="34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27655" y="2554447"/>
            <a:ext cx="116839" cy="215265"/>
          </a:xfrm>
          <a:custGeom>
            <a:avLst/>
            <a:gdLst/>
            <a:ahLst/>
            <a:cxnLst/>
            <a:rect l="l" t="t" r="r" b="b"/>
            <a:pathLst>
              <a:path w="116839" h="215264">
                <a:moveTo>
                  <a:pt x="0" y="0"/>
                </a:moveTo>
                <a:lnTo>
                  <a:pt x="116787" y="107386"/>
                </a:lnTo>
                <a:lnTo>
                  <a:pt x="0" y="214756"/>
                </a:lnTo>
              </a:path>
            </a:pathLst>
          </a:custGeom>
          <a:ln w="349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27655" y="2124934"/>
            <a:ext cx="934085" cy="1074420"/>
          </a:xfrm>
          <a:prstGeom prst="rect">
            <a:avLst/>
          </a:prstGeom>
          <a:ln w="34467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8735" marR="504825" indent="31750">
              <a:lnSpc>
                <a:spcPct val="128099"/>
              </a:lnSpc>
              <a:spcBef>
                <a:spcPts val="155"/>
              </a:spcBef>
            </a:pPr>
            <a:r>
              <a:rPr sz="1650" b="1" spc="80" dirty="0">
                <a:latin typeface="Times New Roman"/>
                <a:cs typeface="Times New Roman"/>
              </a:rPr>
              <a:t>1J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78147" y="3187875"/>
            <a:ext cx="433070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1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961460" y="2339690"/>
            <a:ext cx="339090" cy="0"/>
          </a:xfrm>
          <a:custGeom>
            <a:avLst/>
            <a:gdLst/>
            <a:ahLst/>
            <a:cxnLst/>
            <a:rect l="l" t="t" r="r" b="b"/>
            <a:pathLst>
              <a:path w="339089">
                <a:moveTo>
                  <a:pt x="0" y="0"/>
                </a:moveTo>
                <a:lnTo>
                  <a:pt x="338502" y="0"/>
                </a:lnTo>
              </a:path>
            </a:pathLst>
          </a:custGeom>
          <a:ln w="327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066058" y="2983976"/>
            <a:ext cx="257810" cy="0"/>
          </a:xfrm>
          <a:custGeom>
            <a:avLst/>
            <a:gdLst/>
            <a:ahLst/>
            <a:cxnLst/>
            <a:rect l="l" t="t" r="r" b="b"/>
            <a:pathLst>
              <a:path w="257810">
                <a:moveTo>
                  <a:pt x="0" y="0"/>
                </a:moveTo>
                <a:lnTo>
                  <a:pt x="257294" y="0"/>
                </a:lnTo>
              </a:path>
            </a:pathLst>
          </a:custGeom>
          <a:ln w="327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933346" y="2913714"/>
            <a:ext cx="149788" cy="1405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16403" y="2661834"/>
            <a:ext cx="683895" cy="0"/>
          </a:xfrm>
          <a:custGeom>
            <a:avLst/>
            <a:gdLst/>
            <a:ahLst/>
            <a:cxnLst/>
            <a:rect l="l" t="t" r="r" b="b"/>
            <a:pathLst>
              <a:path w="683895">
                <a:moveTo>
                  <a:pt x="683428" y="0"/>
                </a:moveTo>
                <a:lnTo>
                  <a:pt x="0" y="0"/>
                </a:lnTo>
              </a:path>
            </a:pathLst>
          </a:custGeom>
          <a:ln w="327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82754" y="2591571"/>
            <a:ext cx="149788" cy="1405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35263" y="2554447"/>
            <a:ext cx="116839" cy="215265"/>
          </a:xfrm>
          <a:custGeom>
            <a:avLst/>
            <a:gdLst/>
            <a:ahLst/>
            <a:cxnLst/>
            <a:rect l="l" t="t" r="r" b="b"/>
            <a:pathLst>
              <a:path w="116840" h="215264">
                <a:moveTo>
                  <a:pt x="0" y="0"/>
                </a:moveTo>
                <a:lnTo>
                  <a:pt x="116622" y="107386"/>
                </a:lnTo>
                <a:lnTo>
                  <a:pt x="0" y="214756"/>
                </a:lnTo>
              </a:path>
            </a:pathLst>
          </a:custGeom>
          <a:ln w="349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135263" y="2124934"/>
            <a:ext cx="934085" cy="1074420"/>
          </a:xfrm>
          <a:prstGeom prst="rect">
            <a:avLst/>
          </a:prstGeom>
          <a:ln w="34467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8735" marR="504825" indent="31750">
              <a:lnSpc>
                <a:spcPct val="128099"/>
              </a:lnSpc>
              <a:spcBef>
                <a:spcPts val="155"/>
              </a:spcBef>
            </a:pPr>
            <a:r>
              <a:rPr sz="1650" b="1" spc="80" dirty="0">
                <a:latin typeface="Times New Roman"/>
                <a:cs typeface="Times New Roman"/>
              </a:rPr>
              <a:t>1J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70688" y="3166399"/>
            <a:ext cx="4660900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  <a:tabLst>
                <a:tab pos="4252595" algn="l"/>
              </a:tabLst>
            </a:pP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0	</a:t>
            </a: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2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069067" y="2339690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773" y="0"/>
                </a:lnTo>
              </a:path>
            </a:pathLst>
          </a:custGeom>
          <a:ln w="327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173501" y="2983976"/>
            <a:ext cx="245745" cy="0"/>
          </a:xfrm>
          <a:custGeom>
            <a:avLst/>
            <a:gdLst/>
            <a:ahLst/>
            <a:cxnLst/>
            <a:rect l="l" t="t" r="r" b="b"/>
            <a:pathLst>
              <a:path w="245745">
                <a:moveTo>
                  <a:pt x="0" y="0"/>
                </a:moveTo>
                <a:lnTo>
                  <a:pt x="245269" y="0"/>
                </a:lnTo>
              </a:path>
            </a:pathLst>
          </a:custGeom>
          <a:ln w="327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057867" y="2930791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80">
                <a:moveTo>
                  <a:pt x="115634" y="53185"/>
                </a:moveTo>
                <a:lnTo>
                  <a:pt x="111094" y="32480"/>
                </a:lnTo>
                <a:lnTo>
                  <a:pt x="98709" y="15574"/>
                </a:lnTo>
                <a:lnTo>
                  <a:pt x="80332" y="4178"/>
                </a:lnTo>
                <a:lnTo>
                  <a:pt x="57817" y="0"/>
                </a:lnTo>
                <a:lnTo>
                  <a:pt x="35371" y="4178"/>
                </a:lnTo>
                <a:lnTo>
                  <a:pt x="16986" y="15574"/>
                </a:lnTo>
                <a:lnTo>
                  <a:pt x="4563" y="32480"/>
                </a:lnTo>
                <a:lnTo>
                  <a:pt x="0" y="53185"/>
                </a:lnTo>
                <a:lnTo>
                  <a:pt x="4563" y="73884"/>
                </a:lnTo>
                <a:lnTo>
                  <a:pt x="16986" y="90790"/>
                </a:lnTo>
                <a:lnTo>
                  <a:pt x="35371" y="102190"/>
                </a:lnTo>
                <a:lnTo>
                  <a:pt x="57817" y="106370"/>
                </a:lnTo>
                <a:lnTo>
                  <a:pt x="80332" y="102190"/>
                </a:lnTo>
                <a:lnTo>
                  <a:pt x="98709" y="90790"/>
                </a:lnTo>
                <a:lnTo>
                  <a:pt x="111094" y="73884"/>
                </a:lnTo>
                <a:lnTo>
                  <a:pt x="115634" y="53185"/>
                </a:lnTo>
                <a:close/>
              </a:path>
            </a:pathLst>
          </a:custGeom>
          <a:ln w="340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311657" y="2672743"/>
            <a:ext cx="695960" cy="0"/>
          </a:xfrm>
          <a:custGeom>
            <a:avLst/>
            <a:gdLst/>
            <a:ahLst/>
            <a:cxnLst/>
            <a:rect l="l" t="t" r="r" b="b"/>
            <a:pathLst>
              <a:path w="695959">
                <a:moveTo>
                  <a:pt x="695617" y="0"/>
                </a:moveTo>
                <a:lnTo>
                  <a:pt x="0" y="0"/>
                </a:lnTo>
              </a:path>
            </a:pathLst>
          </a:custGeom>
          <a:ln w="327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990197" y="2602481"/>
            <a:ext cx="149788" cy="1405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582122" y="2983976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5">
                <a:moveTo>
                  <a:pt x="0" y="0"/>
                </a:moveTo>
                <a:lnTo>
                  <a:pt x="350740" y="0"/>
                </a:lnTo>
              </a:path>
            </a:pathLst>
          </a:custGeom>
          <a:ln w="327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582122" y="2339690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5">
                <a:moveTo>
                  <a:pt x="0" y="0"/>
                </a:moveTo>
                <a:lnTo>
                  <a:pt x="350740" y="0"/>
                </a:lnTo>
              </a:path>
            </a:pathLst>
          </a:custGeom>
          <a:ln w="327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582122" y="1910161"/>
            <a:ext cx="0" cy="1074420"/>
          </a:xfrm>
          <a:custGeom>
            <a:avLst/>
            <a:gdLst/>
            <a:ahLst/>
            <a:cxnLst/>
            <a:rect l="l" t="t" r="r" b="b"/>
            <a:pathLst>
              <a:path h="1074420">
                <a:moveTo>
                  <a:pt x="0" y="1073815"/>
                </a:moveTo>
                <a:lnTo>
                  <a:pt x="0" y="0"/>
                </a:lnTo>
              </a:path>
            </a:pathLst>
          </a:custGeom>
          <a:ln w="355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683223" y="2983976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>
                <a:moveTo>
                  <a:pt x="0" y="0"/>
                </a:moveTo>
                <a:lnTo>
                  <a:pt x="326971" y="0"/>
                </a:lnTo>
              </a:path>
            </a:pathLst>
          </a:custGeom>
          <a:ln w="327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683223" y="2339690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>
                <a:moveTo>
                  <a:pt x="0" y="0"/>
                </a:moveTo>
                <a:lnTo>
                  <a:pt x="326971" y="0"/>
                </a:lnTo>
              </a:path>
            </a:pathLst>
          </a:custGeom>
          <a:ln w="327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683223" y="1910161"/>
            <a:ext cx="0" cy="1074420"/>
          </a:xfrm>
          <a:custGeom>
            <a:avLst/>
            <a:gdLst/>
            <a:ahLst/>
            <a:cxnLst/>
            <a:rect l="l" t="t" r="r" b="b"/>
            <a:pathLst>
              <a:path h="1074420">
                <a:moveTo>
                  <a:pt x="0" y="1073815"/>
                </a:moveTo>
                <a:lnTo>
                  <a:pt x="0" y="0"/>
                </a:lnTo>
              </a:path>
            </a:pathLst>
          </a:custGeom>
          <a:ln w="355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784407" y="2983976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>
                <a:moveTo>
                  <a:pt x="0" y="0"/>
                </a:moveTo>
                <a:lnTo>
                  <a:pt x="326971" y="0"/>
                </a:lnTo>
              </a:path>
            </a:pathLst>
          </a:custGeom>
          <a:ln w="327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784407" y="2339690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>
                <a:moveTo>
                  <a:pt x="0" y="0"/>
                </a:moveTo>
                <a:lnTo>
                  <a:pt x="326971" y="0"/>
                </a:lnTo>
              </a:path>
            </a:pathLst>
          </a:custGeom>
          <a:ln w="327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75108" y="1910161"/>
            <a:ext cx="4809490" cy="1074420"/>
          </a:xfrm>
          <a:custGeom>
            <a:avLst/>
            <a:gdLst/>
            <a:ahLst/>
            <a:cxnLst/>
            <a:rect l="l" t="t" r="r" b="b"/>
            <a:pathLst>
              <a:path w="4809490" h="1074420">
                <a:moveTo>
                  <a:pt x="4809298" y="1073815"/>
                </a:moveTo>
                <a:lnTo>
                  <a:pt x="4809298" y="0"/>
                </a:lnTo>
                <a:lnTo>
                  <a:pt x="0" y="0"/>
                </a:lnTo>
              </a:path>
            </a:pathLst>
          </a:custGeom>
          <a:ln w="328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216403" y="1588018"/>
            <a:ext cx="0" cy="1057910"/>
          </a:xfrm>
          <a:custGeom>
            <a:avLst/>
            <a:gdLst/>
            <a:ahLst/>
            <a:cxnLst/>
            <a:rect l="l" t="t" r="r" b="b"/>
            <a:pathLst>
              <a:path h="1057910">
                <a:moveTo>
                  <a:pt x="0" y="1057708"/>
                </a:moveTo>
                <a:lnTo>
                  <a:pt x="0" y="0"/>
                </a:lnTo>
              </a:path>
            </a:pathLst>
          </a:custGeom>
          <a:ln w="355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317587" y="1588018"/>
            <a:ext cx="0" cy="1085215"/>
          </a:xfrm>
          <a:custGeom>
            <a:avLst/>
            <a:gdLst/>
            <a:ahLst/>
            <a:cxnLst/>
            <a:rect l="l" t="t" r="r" b="b"/>
            <a:pathLst>
              <a:path h="1085214">
                <a:moveTo>
                  <a:pt x="0" y="1084725"/>
                </a:moveTo>
                <a:lnTo>
                  <a:pt x="0" y="0"/>
                </a:lnTo>
              </a:path>
            </a:pathLst>
          </a:custGeom>
          <a:ln w="355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412840" y="1588018"/>
            <a:ext cx="0" cy="751840"/>
          </a:xfrm>
          <a:custGeom>
            <a:avLst/>
            <a:gdLst/>
            <a:ahLst/>
            <a:cxnLst/>
            <a:rect l="l" t="t" r="r" b="b"/>
            <a:pathLst>
              <a:path h="751839">
                <a:moveTo>
                  <a:pt x="0" y="751672"/>
                </a:moveTo>
                <a:lnTo>
                  <a:pt x="0" y="0"/>
                </a:lnTo>
              </a:path>
            </a:pathLst>
          </a:custGeom>
          <a:ln w="355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034172" y="1276515"/>
            <a:ext cx="318135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0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65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6135356" y="1276515"/>
            <a:ext cx="318135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1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236539" y="1276515"/>
            <a:ext cx="318135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2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42087" y="2522115"/>
            <a:ext cx="446405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CP</a:t>
            </a:r>
            <a:r>
              <a:rPr sz="1575" b="1" spc="135" baseline="-13227" dirty="0">
                <a:latin typeface="Times New Roman"/>
                <a:cs typeface="Times New Roman"/>
              </a:rPr>
              <a:t>0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871262" y="2693929"/>
            <a:ext cx="697865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276860" algn="l"/>
              </a:tabLst>
            </a:pPr>
            <a:r>
              <a:rPr sz="1650" b="1" i="1" u="heavy" spc="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50" b="1" i="1" spc="40" dirty="0">
                <a:latin typeface="Times New Roman"/>
                <a:cs typeface="Times New Roman"/>
              </a:rPr>
              <a:t>	</a:t>
            </a:r>
            <a:r>
              <a:rPr sz="1650" b="1" i="1" u="heavy" spc="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1650" b="1" i="1" spc="90" dirty="0">
                <a:latin typeface="Times New Roman"/>
                <a:cs typeface="Times New Roman"/>
              </a:rPr>
              <a:t>P</a:t>
            </a:r>
            <a:r>
              <a:rPr sz="1575" b="1" spc="135" baseline="-13227" dirty="0">
                <a:latin typeface="Times New Roman"/>
                <a:cs typeface="Times New Roman"/>
              </a:rPr>
              <a:t>1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304689" y="2693929"/>
            <a:ext cx="446405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CP</a:t>
            </a:r>
            <a:r>
              <a:rPr sz="1575" b="1" spc="135" baseline="-13227" dirty="0">
                <a:latin typeface="Times New Roman"/>
                <a:cs typeface="Times New Roman"/>
              </a:rPr>
              <a:t>2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788034" y="1748971"/>
            <a:ext cx="140970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b="1" spc="80" dirty="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41433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latin typeface="华文楷体"/>
                <a:cs typeface="华文楷体"/>
              </a:rPr>
              <a:t>时序逻</a:t>
            </a:r>
            <a:r>
              <a:rPr sz="3600" b="1" i="0" spc="-5" dirty="0">
                <a:latin typeface="华文楷体"/>
                <a:cs typeface="华文楷体"/>
              </a:rPr>
              <a:t>辑电路小测验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5244" y="3497732"/>
            <a:ext cx="7308850" cy="234251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实现的是什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么功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能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要求：1）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写时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钟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方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程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驱动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方向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态方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程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；</a:t>
            </a:r>
            <a:endParaRPr sz="2800">
              <a:latin typeface="华文楷体"/>
              <a:cs typeface="华文楷体"/>
            </a:endParaRPr>
          </a:p>
          <a:p>
            <a:pPr marL="1692275" indent="-525145">
              <a:lnSpc>
                <a:spcPct val="100000"/>
              </a:lnSpc>
              <a:spcBef>
                <a:spcPts val="1200"/>
              </a:spcBef>
              <a:buSzPct val="96428"/>
              <a:buAutoNum type="arabicPlain" startAt="2"/>
              <a:tabLst>
                <a:tab pos="1692910" algn="l"/>
              </a:tabLst>
            </a:pP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画出状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态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转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换真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值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表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/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状态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转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换图</a:t>
            </a:r>
            <a:endParaRPr sz="2800">
              <a:latin typeface="华文楷体"/>
              <a:cs typeface="华文楷体"/>
            </a:endParaRPr>
          </a:p>
          <a:p>
            <a:pPr marL="1692275" indent="-525145">
              <a:lnSpc>
                <a:spcPct val="100000"/>
              </a:lnSpc>
              <a:spcBef>
                <a:spcPts val="1200"/>
              </a:spcBef>
              <a:buSzPct val="96428"/>
              <a:buAutoNum type="arabicPlain" startAt="2"/>
              <a:tabLst>
                <a:tab pos="1692910" algn="l"/>
              </a:tabLst>
            </a:pP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描述它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功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能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32863" y="2124279"/>
            <a:ext cx="934085" cy="1073150"/>
          </a:xfrm>
          <a:custGeom>
            <a:avLst/>
            <a:gdLst/>
            <a:ahLst/>
            <a:cxnLst/>
            <a:rect l="l" t="t" r="r" b="b"/>
            <a:pathLst>
              <a:path w="934085" h="1073150">
                <a:moveTo>
                  <a:pt x="0" y="1073129"/>
                </a:moveTo>
                <a:lnTo>
                  <a:pt x="933853" y="1073129"/>
                </a:lnTo>
                <a:lnTo>
                  <a:pt x="933853" y="0"/>
                </a:lnTo>
                <a:lnTo>
                  <a:pt x="0" y="0"/>
                </a:lnTo>
                <a:lnTo>
                  <a:pt x="0" y="1073129"/>
                </a:lnTo>
                <a:close/>
              </a:path>
            </a:pathLst>
          </a:custGeom>
          <a:ln w="343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32863" y="2553524"/>
            <a:ext cx="116839" cy="214629"/>
          </a:xfrm>
          <a:custGeom>
            <a:avLst/>
            <a:gdLst/>
            <a:ahLst/>
            <a:cxnLst/>
            <a:rect l="l" t="t" r="r" b="b"/>
            <a:pathLst>
              <a:path w="116839" h="214630">
                <a:moveTo>
                  <a:pt x="0" y="0"/>
                </a:moveTo>
                <a:lnTo>
                  <a:pt x="116737" y="107319"/>
                </a:lnTo>
                <a:lnTo>
                  <a:pt x="0" y="214622"/>
                </a:lnTo>
              </a:path>
            </a:pathLst>
          </a:custGeom>
          <a:ln w="34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32863" y="2124279"/>
            <a:ext cx="934085" cy="1073150"/>
          </a:xfrm>
          <a:prstGeom prst="rect">
            <a:avLst/>
          </a:prstGeom>
          <a:ln w="34459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9370" marR="504825" indent="31750">
              <a:lnSpc>
                <a:spcPct val="128000"/>
              </a:lnSpc>
              <a:spcBef>
                <a:spcPts val="155"/>
              </a:spcBef>
            </a:pPr>
            <a:r>
              <a:rPr sz="1650" b="1" spc="80" dirty="0">
                <a:latin typeface="Times New Roman"/>
                <a:cs typeface="Times New Roman"/>
              </a:rPr>
              <a:t>1J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66700" y="2338902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773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71298" y="2982786"/>
            <a:ext cx="239395" cy="0"/>
          </a:xfrm>
          <a:custGeom>
            <a:avLst/>
            <a:gdLst/>
            <a:ahLst/>
            <a:cxnLst/>
            <a:rect l="l" t="t" r="r" b="b"/>
            <a:pathLst>
              <a:path w="239395">
                <a:moveTo>
                  <a:pt x="0" y="0"/>
                </a:moveTo>
                <a:lnTo>
                  <a:pt x="239175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55664" y="2929633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80">
                <a:moveTo>
                  <a:pt x="115634" y="53152"/>
                </a:moveTo>
                <a:lnTo>
                  <a:pt x="111070" y="32459"/>
                </a:lnTo>
                <a:lnTo>
                  <a:pt x="98647" y="15565"/>
                </a:lnTo>
                <a:lnTo>
                  <a:pt x="80262" y="4175"/>
                </a:lnTo>
                <a:lnTo>
                  <a:pt x="57817" y="0"/>
                </a:lnTo>
                <a:lnTo>
                  <a:pt x="35301" y="4175"/>
                </a:lnTo>
                <a:lnTo>
                  <a:pt x="16925" y="15565"/>
                </a:lnTo>
                <a:lnTo>
                  <a:pt x="4540" y="32459"/>
                </a:lnTo>
                <a:lnTo>
                  <a:pt x="0" y="53152"/>
                </a:lnTo>
                <a:lnTo>
                  <a:pt x="4540" y="73838"/>
                </a:lnTo>
                <a:lnTo>
                  <a:pt x="16925" y="90733"/>
                </a:lnTo>
                <a:lnTo>
                  <a:pt x="35301" y="102126"/>
                </a:lnTo>
                <a:lnTo>
                  <a:pt x="57817" y="106304"/>
                </a:lnTo>
                <a:lnTo>
                  <a:pt x="80262" y="102126"/>
                </a:lnTo>
                <a:lnTo>
                  <a:pt x="98647" y="90733"/>
                </a:lnTo>
                <a:lnTo>
                  <a:pt x="111070" y="73838"/>
                </a:lnTo>
                <a:lnTo>
                  <a:pt x="115634" y="53152"/>
                </a:lnTo>
                <a:close/>
              </a:path>
            </a:pathLst>
          </a:custGeom>
          <a:ln w="340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98449" y="2671746"/>
            <a:ext cx="807085" cy="0"/>
          </a:xfrm>
          <a:custGeom>
            <a:avLst/>
            <a:gdLst/>
            <a:ahLst/>
            <a:cxnLst/>
            <a:rect l="l" t="t" r="r" b="b"/>
            <a:pathLst>
              <a:path w="807085">
                <a:moveTo>
                  <a:pt x="806557" y="0"/>
                </a:moveTo>
                <a:lnTo>
                  <a:pt x="0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87934" y="2601522"/>
            <a:ext cx="149778" cy="140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27655" y="2124279"/>
            <a:ext cx="934085" cy="1073150"/>
          </a:xfrm>
          <a:custGeom>
            <a:avLst/>
            <a:gdLst/>
            <a:ahLst/>
            <a:cxnLst/>
            <a:rect l="l" t="t" r="r" b="b"/>
            <a:pathLst>
              <a:path w="934085" h="1073150">
                <a:moveTo>
                  <a:pt x="0" y="1073129"/>
                </a:moveTo>
                <a:lnTo>
                  <a:pt x="933853" y="1073129"/>
                </a:lnTo>
                <a:lnTo>
                  <a:pt x="933853" y="0"/>
                </a:lnTo>
                <a:lnTo>
                  <a:pt x="0" y="0"/>
                </a:lnTo>
                <a:lnTo>
                  <a:pt x="0" y="1073129"/>
                </a:lnTo>
                <a:close/>
              </a:path>
            </a:pathLst>
          </a:custGeom>
          <a:ln w="343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27655" y="2553525"/>
            <a:ext cx="116839" cy="214629"/>
          </a:xfrm>
          <a:custGeom>
            <a:avLst/>
            <a:gdLst/>
            <a:ahLst/>
            <a:cxnLst/>
            <a:rect l="l" t="t" r="r" b="b"/>
            <a:pathLst>
              <a:path w="116839" h="214630">
                <a:moveTo>
                  <a:pt x="0" y="0"/>
                </a:moveTo>
                <a:lnTo>
                  <a:pt x="116787" y="107319"/>
                </a:lnTo>
                <a:lnTo>
                  <a:pt x="0" y="214622"/>
                </a:lnTo>
              </a:path>
            </a:pathLst>
          </a:custGeom>
          <a:ln w="349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027655" y="2124279"/>
            <a:ext cx="934085" cy="1073150"/>
          </a:xfrm>
          <a:prstGeom prst="rect">
            <a:avLst/>
          </a:prstGeom>
          <a:ln w="34459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8735" marR="504825" indent="31750">
              <a:lnSpc>
                <a:spcPct val="128000"/>
              </a:lnSpc>
              <a:spcBef>
                <a:spcPts val="155"/>
              </a:spcBef>
            </a:pPr>
            <a:r>
              <a:rPr sz="1650" b="1" spc="80" dirty="0">
                <a:latin typeface="Times New Roman"/>
                <a:cs typeface="Times New Roman"/>
              </a:rPr>
              <a:t>1J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78147" y="3186549"/>
            <a:ext cx="433070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1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961460" y="2338902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0904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66058" y="2982786"/>
            <a:ext cx="236220" cy="0"/>
          </a:xfrm>
          <a:custGeom>
            <a:avLst/>
            <a:gdLst/>
            <a:ahLst/>
            <a:cxnLst/>
            <a:rect l="l" t="t" r="r" b="b"/>
            <a:pathLst>
              <a:path w="236220">
                <a:moveTo>
                  <a:pt x="0" y="0"/>
                </a:moveTo>
                <a:lnTo>
                  <a:pt x="236210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950424" y="2929633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80">
                <a:moveTo>
                  <a:pt x="115634" y="53152"/>
                </a:moveTo>
                <a:lnTo>
                  <a:pt x="111094" y="32459"/>
                </a:lnTo>
                <a:lnTo>
                  <a:pt x="98709" y="15565"/>
                </a:lnTo>
                <a:lnTo>
                  <a:pt x="80332" y="4175"/>
                </a:lnTo>
                <a:lnTo>
                  <a:pt x="57817" y="0"/>
                </a:lnTo>
                <a:lnTo>
                  <a:pt x="35301" y="4175"/>
                </a:lnTo>
                <a:lnTo>
                  <a:pt x="16925" y="15565"/>
                </a:lnTo>
                <a:lnTo>
                  <a:pt x="4540" y="32459"/>
                </a:lnTo>
                <a:lnTo>
                  <a:pt x="0" y="53152"/>
                </a:lnTo>
                <a:lnTo>
                  <a:pt x="4540" y="73838"/>
                </a:lnTo>
                <a:lnTo>
                  <a:pt x="16925" y="90733"/>
                </a:lnTo>
                <a:lnTo>
                  <a:pt x="35301" y="102126"/>
                </a:lnTo>
                <a:lnTo>
                  <a:pt x="57817" y="106304"/>
                </a:lnTo>
                <a:lnTo>
                  <a:pt x="80332" y="102126"/>
                </a:lnTo>
                <a:lnTo>
                  <a:pt x="98709" y="90733"/>
                </a:lnTo>
                <a:lnTo>
                  <a:pt x="111094" y="73838"/>
                </a:lnTo>
                <a:lnTo>
                  <a:pt x="115634" y="53152"/>
                </a:lnTo>
                <a:close/>
              </a:path>
            </a:pathLst>
          </a:custGeom>
          <a:ln w="340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16403" y="2660844"/>
            <a:ext cx="683895" cy="0"/>
          </a:xfrm>
          <a:custGeom>
            <a:avLst/>
            <a:gdLst/>
            <a:ahLst/>
            <a:cxnLst/>
            <a:rect l="l" t="t" r="r" b="b"/>
            <a:pathLst>
              <a:path w="683895">
                <a:moveTo>
                  <a:pt x="683428" y="0"/>
                </a:moveTo>
                <a:lnTo>
                  <a:pt x="0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82760" y="2590619"/>
            <a:ext cx="149778" cy="140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35263" y="2553525"/>
            <a:ext cx="116839" cy="214629"/>
          </a:xfrm>
          <a:custGeom>
            <a:avLst/>
            <a:gdLst/>
            <a:ahLst/>
            <a:cxnLst/>
            <a:rect l="l" t="t" r="r" b="b"/>
            <a:pathLst>
              <a:path w="116840" h="214630">
                <a:moveTo>
                  <a:pt x="0" y="0"/>
                </a:moveTo>
                <a:lnTo>
                  <a:pt x="116622" y="107319"/>
                </a:lnTo>
                <a:lnTo>
                  <a:pt x="0" y="214622"/>
                </a:lnTo>
              </a:path>
            </a:pathLst>
          </a:custGeom>
          <a:ln w="349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135263" y="2124279"/>
            <a:ext cx="934085" cy="1073150"/>
          </a:xfrm>
          <a:prstGeom prst="rect">
            <a:avLst/>
          </a:prstGeom>
          <a:ln w="34459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8735" marR="504825" indent="31750">
              <a:lnSpc>
                <a:spcPct val="128000"/>
              </a:lnSpc>
              <a:spcBef>
                <a:spcPts val="155"/>
              </a:spcBef>
            </a:pPr>
            <a:r>
              <a:rPr sz="1650" b="1" spc="80" dirty="0">
                <a:latin typeface="Times New Roman"/>
                <a:cs typeface="Times New Roman"/>
              </a:rPr>
              <a:t>1J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70688" y="3165087"/>
            <a:ext cx="4660900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  <a:tabLst>
                <a:tab pos="4252595" algn="l"/>
              </a:tabLst>
            </a:pP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0	</a:t>
            </a: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2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069067" y="2338902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773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173501" y="2982786"/>
            <a:ext cx="245745" cy="0"/>
          </a:xfrm>
          <a:custGeom>
            <a:avLst/>
            <a:gdLst/>
            <a:ahLst/>
            <a:cxnLst/>
            <a:rect l="l" t="t" r="r" b="b"/>
            <a:pathLst>
              <a:path w="245745">
                <a:moveTo>
                  <a:pt x="0" y="0"/>
                </a:moveTo>
                <a:lnTo>
                  <a:pt x="245269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057867" y="2929634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80">
                <a:moveTo>
                  <a:pt x="115634" y="53152"/>
                </a:moveTo>
                <a:lnTo>
                  <a:pt x="111094" y="32459"/>
                </a:lnTo>
                <a:lnTo>
                  <a:pt x="98709" y="15565"/>
                </a:lnTo>
                <a:lnTo>
                  <a:pt x="80332" y="4175"/>
                </a:lnTo>
                <a:lnTo>
                  <a:pt x="57817" y="0"/>
                </a:lnTo>
                <a:lnTo>
                  <a:pt x="35371" y="4175"/>
                </a:lnTo>
                <a:lnTo>
                  <a:pt x="16986" y="15565"/>
                </a:lnTo>
                <a:lnTo>
                  <a:pt x="4563" y="32459"/>
                </a:lnTo>
                <a:lnTo>
                  <a:pt x="0" y="53152"/>
                </a:lnTo>
                <a:lnTo>
                  <a:pt x="4563" y="73838"/>
                </a:lnTo>
                <a:lnTo>
                  <a:pt x="16986" y="90733"/>
                </a:lnTo>
                <a:lnTo>
                  <a:pt x="35371" y="102126"/>
                </a:lnTo>
                <a:lnTo>
                  <a:pt x="57817" y="106304"/>
                </a:lnTo>
                <a:lnTo>
                  <a:pt x="80332" y="102126"/>
                </a:lnTo>
                <a:lnTo>
                  <a:pt x="98709" y="90733"/>
                </a:lnTo>
                <a:lnTo>
                  <a:pt x="111094" y="73838"/>
                </a:lnTo>
                <a:lnTo>
                  <a:pt x="115634" y="53152"/>
                </a:lnTo>
                <a:close/>
              </a:path>
            </a:pathLst>
          </a:custGeom>
          <a:ln w="340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311657" y="2671747"/>
            <a:ext cx="695960" cy="0"/>
          </a:xfrm>
          <a:custGeom>
            <a:avLst/>
            <a:gdLst/>
            <a:ahLst/>
            <a:cxnLst/>
            <a:rect l="l" t="t" r="r" b="b"/>
            <a:pathLst>
              <a:path w="695959">
                <a:moveTo>
                  <a:pt x="695617" y="0"/>
                </a:moveTo>
                <a:lnTo>
                  <a:pt x="0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990202" y="2601522"/>
            <a:ext cx="149778" cy="1404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582122" y="2982785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5">
                <a:moveTo>
                  <a:pt x="0" y="0"/>
                </a:moveTo>
                <a:lnTo>
                  <a:pt x="350740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582122" y="2338902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5">
                <a:moveTo>
                  <a:pt x="0" y="0"/>
                </a:moveTo>
                <a:lnTo>
                  <a:pt x="350740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582122" y="1909640"/>
            <a:ext cx="0" cy="1073150"/>
          </a:xfrm>
          <a:custGeom>
            <a:avLst/>
            <a:gdLst/>
            <a:ahLst/>
            <a:cxnLst/>
            <a:rect l="l" t="t" r="r" b="b"/>
            <a:pathLst>
              <a:path h="1073150">
                <a:moveTo>
                  <a:pt x="0" y="1073144"/>
                </a:moveTo>
                <a:lnTo>
                  <a:pt x="0" y="0"/>
                </a:lnTo>
              </a:path>
            </a:pathLst>
          </a:custGeom>
          <a:ln w="355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683223" y="2982786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>
                <a:moveTo>
                  <a:pt x="0" y="0"/>
                </a:moveTo>
                <a:lnTo>
                  <a:pt x="326971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683223" y="2338902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>
                <a:moveTo>
                  <a:pt x="0" y="0"/>
                </a:moveTo>
                <a:lnTo>
                  <a:pt x="326971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683223" y="1909641"/>
            <a:ext cx="0" cy="1073150"/>
          </a:xfrm>
          <a:custGeom>
            <a:avLst/>
            <a:gdLst/>
            <a:ahLst/>
            <a:cxnLst/>
            <a:rect l="l" t="t" r="r" b="b"/>
            <a:pathLst>
              <a:path h="1073150">
                <a:moveTo>
                  <a:pt x="0" y="1073144"/>
                </a:moveTo>
                <a:lnTo>
                  <a:pt x="0" y="0"/>
                </a:lnTo>
              </a:path>
            </a:pathLst>
          </a:custGeom>
          <a:ln w="355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784407" y="2982786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>
                <a:moveTo>
                  <a:pt x="0" y="0"/>
                </a:moveTo>
                <a:lnTo>
                  <a:pt x="326971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784407" y="2338902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>
                <a:moveTo>
                  <a:pt x="0" y="0"/>
                </a:moveTo>
                <a:lnTo>
                  <a:pt x="326971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75108" y="1909640"/>
            <a:ext cx="4809490" cy="1073150"/>
          </a:xfrm>
          <a:custGeom>
            <a:avLst/>
            <a:gdLst/>
            <a:ahLst/>
            <a:cxnLst/>
            <a:rect l="l" t="t" r="r" b="b"/>
            <a:pathLst>
              <a:path w="4809490" h="1073150">
                <a:moveTo>
                  <a:pt x="4809298" y="1073145"/>
                </a:moveTo>
                <a:lnTo>
                  <a:pt x="4809298" y="0"/>
                </a:lnTo>
                <a:lnTo>
                  <a:pt x="0" y="0"/>
                </a:lnTo>
              </a:path>
            </a:pathLst>
          </a:custGeom>
          <a:ln w="328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216403" y="1587699"/>
            <a:ext cx="0" cy="741045"/>
          </a:xfrm>
          <a:custGeom>
            <a:avLst/>
            <a:gdLst/>
            <a:ahLst/>
            <a:cxnLst/>
            <a:rect l="l" t="t" r="r" b="b"/>
            <a:pathLst>
              <a:path h="741044">
                <a:moveTo>
                  <a:pt x="0" y="740648"/>
                </a:moveTo>
                <a:lnTo>
                  <a:pt x="0" y="0"/>
                </a:lnTo>
              </a:path>
            </a:pathLst>
          </a:custGeom>
          <a:ln w="355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317587" y="1587699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781"/>
                </a:moveTo>
                <a:lnTo>
                  <a:pt x="0" y="0"/>
                </a:lnTo>
              </a:path>
            </a:pathLst>
          </a:custGeom>
          <a:ln w="355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412840" y="1587699"/>
            <a:ext cx="0" cy="751205"/>
          </a:xfrm>
          <a:custGeom>
            <a:avLst/>
            <a:gdLst/>
            <a:ahLst/>
            <a:cxnLst/>
            <a:rect l="l" t="t" r="r" b="b"/>
            <a:pathLst>
              <a:path h="751205">
                <a:moveTo>
                  <a:pt x="0" y="751202"/>
                </a:moveTo>
                <a:lnTo>
                  <a:pt x="0" y="0"/>
                </a:lnTo>
              </a:path>
            </a:pathLst>
          </a:custGeom>
          <a:ln w="355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034172" y="1276382"/>
            <a:ext cx="318135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0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135356" y="1276382"/>
            <a:ext cx="318135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1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236539" y="1276382"/>
            <a:ext cx="318135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2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42087" y="2521204"/>
            <a:ext cx="446405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CP</a:t>
            </a:r>
            <a:r>
              <a:rPr sz="1575" b="1" spc="135" baseline="-13227" dirty="0">
                <a:latin typeface="Times New Roman"/>
                <a:cs typeface="Times New Roman"/>
              </a:rPr>
              <a:t>0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085549" y="2939895"/>
            <a:ext cx="2573020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  <a:tabLst>
                <a:tab pos="2151380" algn="l"/>
              </a:tabLst>
            </a:pPr>
            <a:r>
              <a:rPr sz="1650" b="1" i="1" spc="90" dirty="0">
                <a:latin typeface="Times New Roman"/>
                <a:cs typeface="Times New Roman"/>
              </a:rPr>
              <a:t>CP</a:t>
            </a:r>
            <a:r>
              <a:rPr sz="1575" b="1" spc="135" baseline="-13227" dirty="0">
                <a:latin typeface="Times New Roman"/>
                <a:cs typeface="Times New Roman"/>
              </a:rPr>
              <a:t>1	</a:t>
            </a:r>
            <a:r>
              <a:rPr sz="1650" b="1" i="1" spc="90" dirty="0">
                <a:latin typeface="Times New Roman"/>
                <a:cs typeface="Times New Roman"/>
              </a:rPr>
              <a:t>CP</a:t>
            </a:r>
            <a:r>
              <a:rPr sz="1575" b="1" spc="135" baseline="-13227" dirty="0">
                <a:latin typeface="Times New Roman"/>
                <a:cs typeface="Times New Roman"/>
              </a:rPr>
              <a:t>2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788034" y="1748543"/>
            <a:ext cx="140970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b="1" spc="80" dirty="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302268" y="2671747"/>
            <a:ext cx="9525" cy="300990"/>
          </a:xfrm>
          <a:custGeom>
            <a:avLst/>
            <a:gdLst/>
            <a:ahLst/>
            <a:cxnLst/>
            <a:rect l="l" t="t" r="r" b="b"/>
            <a:pathLst>
              <a:path w="9525" h="300989">
                <a:moveTo>
                  <a:pt x="4694" y="-17788"/>
                </a:moveTo>
                <a:lnTo>
                  <a:pt x="4694" y="318257"/>
                </a:lnTo>
              </a:path>
            </a:pathLst>
          </a:custGeom>
          <a:ln w="449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216403" y="2660844"/>
            <a:ext cx="0" cy="311785"/>
          </a:xfrm>
          <a:custGeom>
            <a:avLst/>
            <a:gdLst/>
            <a:ahLst/>
            <a:cxnLst/>
            <a:rect l="l" t="t" r="r" b="b"/>
            <a:pathLst>
              <a:path h="311785">
                <a:moveTo>
                  <a:pt x="0" y="0"/>
                </a:moveTo>
                <a:lnTo>
                  <a:pt x="0" y="311372"/>
                </a:lnTo>
              </a:path>
            </a:pathLst>
          </a:custGeom>
          <a:ln w="355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66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4600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latin typeface="华文楷体"/>
                <a:cs typeface="华文楷体"/>
              </a:rPr>
              <a:t>异步二</a:t>
            </a:r>
            <a:r>
              <a:rPr sz="3600" b="1" i="0" spc="-5" dirty="0">
                <a:latin typeface="华文楷体"/>
                <a:cs typeface="华文楷体"/>
              </a:rPr>
              <a:t>进制减法计数器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8044" y="3739134"/>
            <a:ext cx="8421370" cy="17138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华文楷体"/>
                <a:cs typeface="华文楷体"/>
              </a:rPr>
              <a:t>在末</a:t>
            </a:r>
            <a:r>
              <a:rPr sz="2800" b="1" spc="-5" dirty="0">
                <a:latin typeface="华文楷体"/>
                <a:cs typeface="华文楷体"/>
              </a:rPr>
              <a:t>位-1</a:t>
            </a:r>
            <a:r>
              <a:rPr sz="2800" b="1" dirty="0">
                <a:latin typeface="华文楷体"/>
                <a:cs typeface="华文楷体"/>
              </a:rPr>
              <a:t>时</a:t>
            </a:r>
            <a:r>
              <a:rPr sz="2800" b="1" spc="-10" dirty="0">
                <a:latin typeface="华文楷体"/>
                <a:cs typeface="华文楷体"/>
              </a:rPr>
              <a:t>，从</a:t>
            </a:r>
            <a:r>
              <a:rPr sz="2800" b="1" dirty="0">
                <a:latin typeface="华文楷体"/>
                <a:cs typeface="华文楷体"/>
              </a:rPr>
              <a:t>低</a:t>
            </a:r>
            <a:r>
              <a:rPr sz="2800" b="1" spc="-10" dirty="0">
                <a:latin typeface="华文楷体"/>
                <a:cs typeface="华文楷体"/>
              </a:rPr>
              <a:t>位到</a:t>
            </a:r>
            <a:r>
              <a:rPr sz="2800" b="1" spc="5" dirty="0">
                <a:latin typeface="华文楷体"/>
                <a:cs typeface="华文楷体"/>
              </a:rPr>
              <a:t>高</a:t>
            </a:r>
            <a:r>
              <a:rPr sz="2800" b="1" spc="-10" dirty="0">
                <a:latin typeface="华文楷体"/>
                <a:cs typeface="华文楷体"/>
              </a:rPr>
              <a:t>位逐</a:t>
            </a:r>
            <a:r>
              <a:rPr sz="2800" b="1" spc="5" dirty="0">
                <a:latin typeface="华文楷体"/>
                <a:cs typeface="华文楷体"/>
              </a:rPr>
              <a:t>位</a:t>
            </a:r>
            <a:r>
              <a:rPr sz="2800" b="1" spc="-10" dirty="0">
                <a:latin typeface="华文楷体"/>
                <a:cs typeface="华文楷体"/>
              </a:rPr>
              <a:t>借位</a:t>
            </a:r>
            <a:r>
              <a:rPr sz="2800" b="1" spc="5" dirty="0">
                <a:latin typeface="华文楷体"/>
                <a:cs typeface="华文楷体"/>
              </a:rPr>
              <a:t>方</a:t>
            </a:r>
            <a:r>
              <a:rPr sz="2800" b="1" spc="-10" dirty="0">
                <a:latin typeface="华文楷体"/>
                <a:cs typeface="华文楷体"/>
              </a:rPr>
              <a:t>式工作。</a:t>
            </a:r>
            <a:endParaRPr sz="2800">
              <a:latin typeface="华文楷体"/>
              <a:cs typeface="华文楷体"/>
            </a:endParaRPr>
          </a:p>
          <a:p>
            <a:pPr marL="12700" marR="5080" indent="457200">
              <a:lnSpc>
                <a:spcPct val="130100"/>
              </a:lnSpc>
              <a:spcBef>
                <a:spcPts val="1195"/>
              </a:spcBef>
            </a:pPr>
            <a:r>
              <a:rPr sz="2800" b="1" spc="55" dirty="0">
                <a:solidFill>
                  <a:srgbClr val="0000FF"/>
                </a:solidFill>
                <a:latin typeface="华文楷体"/>
                <a:cs typeface="华文楷体"/>
              </a:rPr>
              <a:t>原则</a:t>
            </a:r>
            <a:r>
              <a:rPr sz="2800" b="1" spc="45" dirty="0">
                <a:solidFill>
                  <a:srgbClr val="0000FF"/>
                </a:solidFill>
                <a:latin typeface="华文楷体"/>
                <a:cs typeface="华文楷体"/>
              </a:rPr>
              <a:t>：</a:t>
            </a:r>
            <a:r>
              <a:rPr sz="2800" b="1" spc="35" dirty="0">
                <a:latin typeface="华文楷体"/>
                <a:cs typeface="华文楷体"/>
              </a:rPr>
              <a:t>每</a:t>
            </a:r>
            <a:r>
              <a:rPr sz="2800" b="1" spc="50" dirty="0">
                <a:latin typeface="华文楷体"/>
                <a:cs typeface="华文楷体"/>
              </a:rPr>
              <a:t>位</a:t>
            </a:r>
            <a:r>
              <a:rPr sz="2800" b="1" spc="55" dirty="0">
                <a:latin typeface="华文楷体"/>
                <a:cs typeface="华文楷体"/>
              </a:rPr>
              <a:t>从“</a:t>
            </a:r>
            <a:r>
              <a:rPr sz="2800" b="1" spc="-10" dirty="0">
                <a:latin typeface="华文楷体"/>
                <a:cs typeface="华文楷体"/>
              </a:rPr>
              <a:t>0</a:t>
            </a:r>
            <a:r>
              <a:rPr sz="2800" b="1" spc="50" dirty="0">
                <a:latin typeface="华文楷体"/>
                <a:cs typeface="华文楷体"/>
              </a:rPr>
              <a:t>”变“</a:t>
            </a:r>
            <a:r>
              <a:rPr sz="2800" b="1" spc="-10" dirty="0">
                <a:latin typeface="华文楷体"/>
                <a:cs typeface="华文楷体"/>
              </a:rPr>
              <a:t>1</a:t>
            </a:r>
            <a:r>
              <a:rPr sz="2800" b="1" spc="50" dirty="0">
                <a:latin typeface="华文楷体"/>
                <a:cs typeface="华文楷体"/>
              </a:rPr>
              <a:t>”时，</a:t>
            </a:r>
            <a:r>
              <a:rPr sz="2800" b="1" spc="35" dirty="0">
                <a:latin typeface="华文楷体"/>
                <a:cs typeface="华文楷体"/>
              </a:rPr>
              <a:t>向</a:t>
            </a:r>
            <a:r>
              <a:rPr sz="2800" b="1" spc="50" dirty="0">
                <a:latin typeface="华文楷体"/>
                <a:cs typeface="华文楷体"/>
              </a:rPr>
              <a:t>高位发</a:t>
            </a:r>
            <a:r>
              <a:rPr sz="2800" b="1" spc="35" dirty="0">
                <a:latin typeface="华文楷体"/>
                <a:cs typeface="华文楷体"/>
              </a:rPr>
              <a:t>出</a:t>
            </a:r>
            <a:r>
              <a:rPr sz="2800" b="1" spc="50" dirty="0">
                <a:latin typeface="华文楷体"/>
                <a:cs typeface="华文楷体"/>
              </a:rPr>
              <a:t>借</a:t>
            </a:r>
            <a:r>
              <a:rPr sz="2800" b="1" spc="65" dirty="0">
                <a:latin typeface="华文楷体"/>
                <a:cs typeface="华文楷体"/>
              </a:rPr>
              <a:t>位</a:t>
            </a:r>
            <a:r>
              <a:rPr sz="2800" b="1" spc="-5" dirty="0">
                <a:latin typeface="华文楷体"/>
                <a:cs typeface="华文楷体"/>
              </a:rPr>
              <a:t>， </a:t>
            </a:r>
            <a:r>
              <a:rPr sz="2800" b="1" dirty="0">
                <a:latin typeface="华文楷体"/>
                <a:cs typeface="华文楷体"/>
              </a:rPr>
              <a:t>使高位翻转</a:t>
            </a:r>
            <a:r>
              <a:rPr sz="2800" b="1" spc="-10" dirty="0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32863" y="2124279"/>
            <a:ext cx="934085" cy="1073150"/>
          </a:xfrm>
          <a:custGeom>
            <a:avLst/>
            <a:gdLst/>
            <a:ahLst/>
            <a:cxnLst/>
            <a:rect l="l" t="t" r="r" b="b"/>
            <a:pathLst>
              <a:path w="934085" h="1073150">
                <a:moveTo>
                  <a:pt x="0" y="1073129"/>
                </a:moveTo>
                <a:lnTo>
                  <a:pt x="933853" y="1073129"/>
                </a:lnTo>
                <a:lnTo>
                  <a:pt x="933853" y="0"/>
                </a:lnTo>
                <a:lnTo>
                  <a:pt x="0" y="0"/>
                </a:lnTo>
                <a:lnTo>
                  <a:pt x="0" y="1073129"/>
                </a:lnTo>
                <a:close/>
              </a:path>
            </a:pathLst>
          </a:custGeom>
          <a:ln w="343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32863" y="2553524"/>
            <a:ext cx="116839" cy="214629"/>
          </a:xfrm>
          <a:custGeom>
            <a:avLst/>
            <a:gdLst/>
            <a:ahLst/>
            <a:cxnLst/>
            <a:rect l="l" t="t" r="r" b="b"/>
            <a:pathLst>
              <a:path w="116839" h="214630">
                <a:moveTo>
                  <a:pt x="0" y="0"/>
                </a:moveTo>
                <a:lnTo>
                  <a:pt x="116737" y="107319"/>
                </a:lnTo>
                <a:lnTo>
                  <a:pt x="0" y="214622"/>
                </a:lnTo>
              </a:path>
            </a:pathLst>
          </a:custGeom>
          <a:ln w="34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32863" y="2124279"/>
            <a:ext cx="934085" cy="1073150"/>
          </a:xfrm>
          <a:prstGeom prst="rect">
            <a:avLst/>
          </a:prstGeom>
          <a:ln w="34459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9370" marR="504825" indent="31750">
              <a:lnSpc>
                <a:spcPct val="128000"/>
              </a:lnSpc>
              <a:spcBef>
                <a:spcPts val="155"/>
              </a:spcBef>
            </a:pPr>
            <a:r>
              <a:rPr sz="1650" b="1" spc="80" dirty="0">
                <a:latin typeface="Times New Roman"/>
                <a:cs typeface="Times New Roman"/>
              </a:rPr>
              <a:t>1J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66700" y="2338902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773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71298" y="2982786"/>
            <a:ext cx="239395" cy="0"/>
          </a:xfrm>
          <a:custGeom>
            <a:avLst/>
            <a:gdLst/>
            <a:ahLst/>
            <a:cxnLst/>
            <a:rect l="l" t="t" r="r" b="b"/>
            <a:pathLst>
              <a:path w="239395">
                <a:moveTo>
                  <a:pt x="0" y="0"/>
                </a:moveTo>
                <a:lnTo>
                  <a:pt x="239175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55664" y="2929633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80">
                <a:moveTo>
                  <a:pt x="115634" y="53152"/>
                </a:moveTo>
                <a:lnTo>
                  <a:pt x="111070" y="32459"/>
                </a:lnTo>
                <a:lnTo>
                  <a:pt x="98647" y="15565"/>
                </a:lnTo>
                <a:lnTo>
                  <a:pt x="80262" y="4175"/>
                </a:lnTo>
                <a:lnTo>
                  <a:pt x="57817" y="0"/>
                </a:lnTo>
                <a:lnTo>
                  <a:pt x="35301" y="4175"/>
                </a:lnTo>
                <a:lnTo>
                  <a:pt x="16925" y="15565"/>
                </a:lnTo>
                <a:lnTo>
                  <a:pt x="4540" y="32459"/>
                </a:lnTo>
                <a:lnTo>
                  <a:pt x="0" y="53152"/>
                </a:lnTo>
                <a:lnTo>
                  <a:pt x="4540" y="73838"/>
                </a:lnTo>
                <a:lnTo>
                  <a:pt x="16925" y="90733"/>
                </a:lnTo>
                <a:lnTo>
                  <a:pt x="35301" y="102126"/>
                </a:lnTo>
                <a:lnTo>
                  <a:pt x="57817" y="106304"/>
                </a:lnTo>
                <a:lnTo>
                  <a:pt x="80262" y="102126"/>
                </a:lnTo>
                <a:lnTo>
                  <a:pt x="98647" y="90733"/>
                </a:lnTo>
                <a:lnTo>
                  <a:pt x="111070" y="73838"/>
                </a:lnTo>
                <a:lnTo>
                  <a:pt x="115634" y="53152"/>
                </a:lnTo>
                <a:close/>
              </a:path>
            </a:pathLst>
          </a:custGeom>
          <a:ln w="340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98449" y="2671746"/>
            <a:ext cx="807085" cy="0"/>
          </a:xfrm>
          <a:custGeom>
            <a:avLst/>
            <a:gdLst/>
            <a:ahLst/>
            <a:cxnLst/>
            <a:rect l="l" t="t" r="r" b="b"/>
            <a:pathLst>
              <a:path w="807085">
                <a:moveTo>
                  <a:pt x="806557" y="0"/>
                </a:moveTo>
                <a:lnTo>
                  <a:pt x="0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87934" y="2601522"/>
            <a:ext cx="149778" cy="140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27655" y="2124279"/>
            <a:ext cx="934085" cy="1073150"/>
          </a:xfrm>
          <a:custGeom>
            <a:avLst/>
            <a:gdLst/>
            <a:ahLst/>
            <a:cxnLst/>
            <a:rect l="l" t="t" r="r" b="b"/>
            <a:pathLst>
              <a:path w="934085" h="1073150">
                <a:moveTo>
                  <a:pt x="0" y="1073129"/>
                </a:moveTo>
                <a:lnTo>
                  <a:pt x="933853" y="1073129"/>
                </a:lnTo>
                <a:lnTo>
                  <a:pt x="933853" y="0"/>
                </a:lnTo>
                <a:lnTo>
                  <a:pt x="0" y="0"/>
                </a:lnTo>
                <a:lnTo>
                  <a:pt x="0" y="1073129"/>
                </a:lnTo>
                <a:close/>
              </a:path>
            </a:pathLst>
          </a:custGeom>
          <a:ln w="343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27655" y="2553525"/>
            <a:ext cx="116839" cy="214629"/>
          </a:xfrm>
          <a:custGeom>
            <a:avLst/>
            <a:gdLst/>
            <a:ahLst/>
            <a:cxnLst/>
            <a:rect l="l" t="t" r="r" b="b"/>
            <a:pathLst>
              <a:path w="116839" h="214630">
                <a:moveTo>
                  <a:pt x="0" y="0"/>
                </a:moveTo>
                <a:lnTo>
                  <a:pt x="116787" y="107319"/>
                </a:lnTo>
                <a:lnTo>
                  <a:pt x="0" y="214622"/>
                </a:lnTo>
              </a:path>
            </a:pathLst>
          </a:custGeom>
          <a:ln w="349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027655" y="2124279"/>
            <a:ext cx="934085" cy="1073150"/>
          </a:xfrm>
          <a:prstGeom prst="rect">
            <a:avLst/>
          </a:prstGeom>
          <a:ln w="34459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8735" marR="504825" indent="31750">
              <a:lnSpc>
                <a:spcPct val="128000"/>
              </a:lnSpc>
              <a:spcBef>
                <a:spcPts val="155"/>
              </a:spcBef>
            </a:pPr>
            <a:r>
              <a:rPr sz="1650" b="1" spc="80" dirty="0">
                <a:latin typeface="Times New Roman"/>
                <a:cs typeface="Times New Roman"/>
              </a:rPr>
              <a:t>1J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78147" y="3186549"/>
            <a:ext cx="433070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1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961460" y="2338902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0904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66058" y="2982786"/>
            <a:ext cx="236220" cy="0"/>
          </a:xfrm>
          <a:custGeom>
            <a:avLst/>
            <a:gdLst/>
            <a:ahLst/>
            <a:cxnLst/>
            <a:rect l="l" t="t" r="r" b="b"/>
            <a:pathLst>
              <a:path w="236220">
                <a:moveTo>
                  <a:pt x="0" y="0"/>
                </a:moveTo>
                <a:lnTo>
                  <a:pt x="236210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950424" y="2929633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80">
                <a:moveTo>
                  <a:pt x="115634" y="53152"/>
                </a:moveTo>
                <a:lnTo>
                  <a:pt x="111094" y="32459"/>
                </a:lnTo>
                <a:lnTo>
                  <a:pt x="98709" y="15565"/>
                </a:lnTo>
                <a:lnTo>
                  <a:pt x="80332" y="4175"/>
                </a:lnTo>
                <a:lnTo>
                  <a:pt x="57817" y="0"/>
                </a:lnTo>
                <a:lnTo>
                  <a:pt x="35301" y="4175"/>
                </a:lnTo>
                <a:lnTo>
                  <a:pt x="16925" y="15565"/>
                </a:lnTo>
                <a:lnTo>
                  <a:pt x="4540" y="32459"/>
                </a:lnTo>
                <a:lnTo>
                  <a:pt x="0" y="53152"/>
                </a:lnTo>
                <a:lnTo>
                  <a:pt x="4540" y="73838"/>
                </a:lnTo>
                <a:lnTo>
                  <a:pt x="16925" y="90733"/>
                </a:lnTo>
                <a:lnTo>
                  <a:pt x="35301" y="102126"/>
                </a:lnTo>
                <a:lnTo>
                  <a:pt x="57817" y="106304"/>
                </a:lnTo>
                <a:lnTo>
                  <a:pt x="80332" y="102126"/>
                </a:lnTo>
                <a:lnTo>
                  <a:pt x="98709" y="90733"/>
                </a:lnTo>
                <a:lnTo>
                  <a:pt x="111094" y="73838"/>
                </a:lnTo>
                <a:lnTo>
                  <a:pt x="115634" y="53152"/>
                </a:lnTo>
                <a:close/>
              </a:path>
            </a:pathLst>
          </a:custGeom>
          <a:ln w="340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16403" y="2660844"/>
            <a:ext cx="683895" cy="0"/>
          </a:xfrm>
          <a:custGeom>
            <a:avLst/>
            <a:gdLst/>
            <a:ahLst/>
            <a:cxnLst/>
            <a:rect l="l" t="t" r="r" b="b"/>
            <a:pathLst>
              <a:path w="683895">
                <a:moveTo>
                  <a:pt x="683428" y="0"/>
                </a:moveTo>
                <a:lnTo>
                  <a:pt x="0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82760" y="2590619"/>
            <a:ext cx="149778" cy="140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35263" y="2553525"/>
            <a:ext cx="116839" cy="214629"/>
          </a:xfrm>
          <a:custGeom>
            <a:avLst/>
            <a:gdLst/>
            <a:ahLst/>
            <a:cxnLst/>
            <a:rect l="l" t="t" r="r" b="b"/>
            <a:pathLst>
              <a:path w="116840" h="214630">
                <a:moveTo>
                  <a:pt x="0" y="0"/>
                </a:moveTo>
                <a:lnTo>
                  <a:pt x="116622" y="107319"/>
                </a:lnTo>
                <a:lnTo>
                  <a:pt x="0" y="214622"/>
                </a:lnTo>
              </a:path>
            </a:pathLst>
          </a:custGeom>
          <a:ln w="349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135263" y="2124279"/>
            <a:ext cx="934085" cy="1073150"/>
          </a:xfrm>
          <a:prstGeom prst="rect">
            <a:avLst/>
          </a:prstGeom>
          <a:ln w="34459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8735" marR="504825" indent="31750">
              <a:lnSpc>
                <a:spcPct val="128000"/>
              </a:lnSpc>
              <a:spcBef>
                <a:spcPts val="155"/>
              </a:spcBef>
            </a:pPr>
            <a:r>
              <a:rPr sz="1650" b="1" spc="80" dirty="0">
                <a:latin typeface="Times New Roman"/>
                <a:cs typeface="Times New Roman"/>
              </a:rPr>
              <a:t>1J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70688" y="3165087"/>
            <a:ext cx="4660900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  <a:tabLst>
                <a:tab pos="4252595" algn="l"/>
              </a:tabLst>
            </a:pP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0	</a:t>
            </a: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2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069067" y="2338902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773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173501" y="2982786"/>
            <a:ext cx="245745" cy="0"/>
          </a:xfrm>
          <a:custGeom>
            <a:avLst/>
            <a:gdLst/>
            <a:ahLst/>
            <a:cxnLst/>
            <a:rect l="l" t="t" r="r" b="b"/>
            <a:pathLst>
              <a:path w="245745">
                <a:moveTo>
                  <a:pt x="0" y="0"/>
                </a:moveTo>
                <a:lnTo>
                  <a:pt x="245269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057867" y="2929634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80">
                <a:moveTo>
                  <a:pt x="115634" y="53152"/>
                </a:moveTo>
                <a:lnTo>
                  <a:pt x="111094" y="32459"/>
                </a:lnTo>
                <a:lnTo>
                  <a:pt x="98709" y="15565"/>
                </a:lnTo>
                <a:lnTo>
                  <a:pt x="80332" y="4175"/>
                </a:lnTo>
                <a:lnTo>
                  <a:pt x="57817" y="0"/>
                </a:lnTo>
                <a:lnTo>
                  <a:pt x="35371" y="4175"/>
                </a:lnTo>
                <a:lnTo>
                  <a:pt x="16986" y="15565"/>
                </a:lnTo>
                <a:lnTo>
                  <a:pt x="4563" y="32459"/>
                </a:lnTo>
                <a:lnTo>
                  <a:pt x="0" y="53152"/>
                </a:lnTo>
                <a:lnTo>
                  <a:pt x="4563" y="73838"/>
                </a:lnTo>
                <a:lnTo>
                  <a:pt x="16986" y="90733"/>
                </a:lnTo>
                <a:lnTo>
                  <a:pt x="35371" y="102126"/>
                </a:lnTo>
                <a:lnTo>
                  <a:pt x="57817" y="106304"/>
                </a:lnTo>
                <a:lnTo>
                  <a:pt x="80332" y="102126"/>
                </a:lnTo>
                <a:lnTo>
                  <a:pt x="98709" y="90733"/>
                </a:lnTo>
                <a:lnTo>
                  <a:pt x="111094" y="73838"/>
                </a:lnTo>
                <a:lnTo>
                  <a:pt x="115634" y="53152"/>
                </a:lnTo>
                <a:close/>
              </a:path>
            </a:pathLst>
          </a:custGeom>
          <a:ln w="340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311657" y="2671747"/>
            <a:ext cx="695960" cy="0"/>
          </a:xfrm>
          <a:custGeom>
            <a:avLst/>
            <a:gdLst/>
            <a:ahLst/>
            <a:cxnLst/>
            <a:rect l="l" t="t" r="r" b="b"/>
            <a:pathLst>
              <a:path w="695959">
                <a:moveTo>
                  <a:pt x="695617" y="0"/>
                </a:moveTo>
                <a:lnTo>
                  <a:pt x="0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990202" y="2601522"/>
            <a:ext cx="149778" cy="1404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582122" y="2982785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5">
                <a:moveTo>
                  <a:pt x="0" y="0"/>
                </a:moveTo>
                <a:lnTo>
                  <a:pt x="350740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582122" y="2338902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5">
                <a:moveTo>
                  <a:pt x="0" y="0"/>
                </a:moveTo>
                <a:lnTo>
                  <a:pt x="350740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582122" y="1909640"/>
            <a:ext cx="0" cy="1073150"/>
          </a:xfrm>
          <a:custGeom>
            <a:avLst/>
            <a:gdLst/>
            <a:ahLst/>
            <a:cxnLst/>
            <a:rect l="l" t="t" r="r" b="b"/>
            <a:pathLst>
              <a:path h="1073150">
                <a:moveTo>
                  <a:pt x="0" y="1073144"/>
                </a:moveTo>
                <a:lnTo>
                  <a:pt x="0" y="0"/>
                </a:lnTo>
              </a:path>
            </a:pathLst>
          </a:custGeom>
          <a:ln w="355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683223" y="2982786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>
                <a:moveTo>
                  <a:pt x="0" y="0"/>
                </a:moveTo>
                <a:lnTo>
                  <a:pt x="326971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683223" y="2338902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>
                <a:moveTo>
                  <a:pt x="0" y="0"/>
                </a:moveTo>
                <a:lnTo>
                  <a:pt x="326971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683223" y="1909641"/>
            <a:ext cx="0" cy="1073150"/>
          </a:xfrm>
          <a:custGeom>
            <a:avLst/>
            <a:gdLst/>
            <a:ahLst/>
            <a:cxnLst/>
            <a:rect l="l" t="t" r="r" b="b"/>
            <a:pathLst>
              <a:path h="1073150">
                <a:moveTo>
                  <a:pt x="0" y="1073144"/>
                </a:moveTo>
                <a:lnTo>
                  <a:pt x="0" y="0"/>
                </a:lnTo>
              </a:path>
            </a:pathLst>
          </a:custGeom>
          <a:ln w="355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784407" y="2982786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>
                <a:moveTo>
                  <a:pt x="0" y="0"/>
                </a:moveTo>
                <a:lnTo>
                  <a:pt x="326971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784407" y="2338902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>
                <a:moveTo>
                  <a:pt x="0" y="0"/>
                </a:moveTo>
                <a:lnTo>
                  <a:pt x="326971" y="0"/>
                </a:lnTo>
              </a:path>
            </a:pathLst>
          </a:custGeom>
          <a:ln w="32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75108" y="1909640"/>
            <a:ext cx="4809490" cy="1073150"/>
          </a:xfrm>
          <a:custGeom>
            <a:avLst/>
            <a:gdLst/>
            <a:ahLst/>
            <a:cxnLst/>
            <a:rect l="l" t="t" r="r" b="b"/>
            <a:pathLst>
              <a:path w="4809490" h="1073150">
                <a:moveTo>
                  <a:pt x="4809298" y="1073145"/>
                </a:moveTo>
                <a:lnTo>
                  <a:pt x="4809298" y="0"/>
                </a:lnTo>
                <a:lnTo>
                  <a:pt x="0" y="0"/>
                </a:lnTo>
              </a:path>
            </a:pathLst>
          </a:custGeom>
          <a:ln w="328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216403" y="1587699"/>
            <a:ext cx="0" cy="741045"/>
          </a:xfrm>
          <a:custGeom>
            <a:avLst/>
            <a:gdLst/>
            <a:ahLst/>
            <a:cxnLst/>
            <a:rect l="l" t="t" r="r" b="b"/>
            <a:pathLst>
              <a:path h="741044">
                <a:moveTo>
                  <a:pt x="0" y="740648"/>
                </a:moveTo>
                <a:lnTo>
                  <a:pt x="0" y="0"/>
                </a:lnTo>
              </a:path>
            </a:pathLst>
          </a:custGeom>
          <a:ln w="355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317587" y="1587699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781"/>
                </a:moveTo>
                <a:lnTo>
                  <a:pt x="0" y="0"/>
                </a:lnTo>
              </a:path>
            </a:pathLst>
          </a:custGeom>
          <a:ln w="355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412840" y="1587699"/>
            <a:ext cx="0" cy="751205"/>
          </a:xfrm>
          <a:custGeom>
            <a:avLst/>
            <a:gdLst/>
            <a:ahLst/>
            <a:cxnLst/>
            <a:rect l="l" t="t" r="r" b="b"/>
            <a:pathLst>
              <a:path h="751205">
                <a:moveTo>
                  <a:pt x="0" y="751202"/>
                </a:moveTo>
                <a:lnTo>
                  <a:pt x="0" y="0"/>
                </a:lnTo>
              </a:path>
            </a:pathLst>
          </a:custGeom>
          <a:ln w="355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034172" y="1276382"/>
            <a:ext cx="318135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0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135356" y="1276382"/>
            <a:ext cx="318135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1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236539" y="1276382"/>
            <a:ext cx="318135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2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42087" y="2521204"/>
            <a:ext cx="446405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CP</a:t>
            </a:r>
            <a:r>
              <a:rPr sz="1575" b="1" spc="135" baseline="-13227" dirty="0">
                <a:latin typeface="Times New Roman"/>
                <a:cs typeface="Times New Roman"/>
              </a:rPr>
              <a:t>0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085549" y="2939895"/>
            <a:ext cx="2573020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  <a:tabLst>
                <a:tab pos="2151380" algn="l"/>
              </a:tabLst>
            </a:pPr>
            <a:r>
              <a:rPr sz="1650" b="1" i="1" spc="90" dirty="0">
                <a:latin typeface="Times New Roman"/>
                <a:cs typeface="Times New Roman"/>
              </a:rPr>
              <a:t>CP</a:t>
            </a:r>
            <a:r>
              <a:rPr sz="1575" b="1" spc="135" baseline="-13227" dirty="0">
                <a:latin typeface="Times New Roman"/>
                <a:cs typeface="Times New Roman"/>
              </a:rPr>
              <a:t>1	</a:t>
            </a:r>
            <a:r>
              <a:rPr sz="1650" b="1" i="1" spc="90" dirty="0">
                <a:latin typeface="Times New Roman"/>
                <a:cs typeface="Times New Roman"/>
              </a:rPr>
              <a:t>CP</a:t>
            </a:r>
            <a:r>
              <a:rPr sz="1575" b="1" spc="135" baseline="-13227" dirty="0">
                <a:latin typeface="Times New Roman"/>
                <a:cs typeface="Times New Roman"/>
              </a:rPr>
              <a:t>2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788034" y="1748543"/>
            <a:ext cx="140970" cy="280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b="1" spc="80" dirty="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302268" y="2671747"/>
            <a:ext cx="9525" cy="300990"/>
          </a:xfrm>
          <a:custGeom>
            <a:avLst/>
            <a:gdLst/>
            <a:ahLst/>
            <a:cxnLst/>
            <a:rect l="l" t="t" r="r" b="b"/>
            <a:pathLst>
              <a:path w="9525" h="300989">
                <a:moveTo>
                  <a:pt x="4694" y="-17788"/>
                </a:moveTo>
                <a:lnTo>
                  <a:pt x="4694" y="318257"/>
                </a:lnTo>
              </a:path>
            </a:pathLst>
          </a:custGeom>
          <a:ln w="449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216403" y="2660844"/>
            <a:ext cx="0" cy="311785"/>
          </a:xfrm>
          <a:custGeom>
            <a:avLst/>
            <a:gdLst/>
            <a:ahLst/>
            <a:cxnLst/>
            <a:rect l="l" t="t" r="r" b="b"/>
            <a:pathLst>
              <a:path h="311785">
                <a:moveTo>
                  <a:pt x="0" y="0"/>
                </a:moveTo>
                <a:lnTo>
                  <a:pt x="0" y="311372"/>
                </a:lnTo>
              </a:path>
            </a:pathLst>
          </a:custGeom>
          <a:ln w="355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67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5683" y="1323674"/>
            <a:ext cx="7646670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7200">
              <a:lnSpc>
                <a:spcPct val="150000"/>
              </a:lnSpc>
              <a:spcBef>
                <a:spcPts val="95"/>
              </a:spcBef>
            </a:pPr>
            <a:r>
              <a:rPr dirty="0"/>
              <a:t>异步二进制计数器如</a:t>
            </a:r>
            <a:r>
              <a:rPr spc="-20" dirty="0"/>
              <a:t>由</a:t>
            </a:r>
            <a:r>
              <a:rPr spc="-15" dirty="0"/>
              <a:t>T</a:t>
            </a:r>
            <a:r>
              <a:rPr dirty="0"/>
              <a:t>’触</a:t>
            </a:r>
            <a:r>
              <a:rPr spc="-15" dirty="0"/>
              <a:t>发</a:t>
            </a:r>
            <a:r>
              <a:rPr dirty="0"/>
              <a:t>器组</a:t>
            </a:r>
            <a:r>
              <a:rPr spc="-15" dirty="0"/>
              <a:t>成</a:t>
            </a:r>
            <a:r>
              <a:rPr dirty="0"/>
              <a:t>， 其各级触发器的的时钟</a:t>
            </a:r>
            <a:r>
              <a:rPr spc="-15" dirty="0"/>
              <a:t>选</a:t>
            </a:r>
            <a:r>
              <a:rPr dirty="0"/>
              <a:t>择规</a:t>
            </a:r>
            <a:r>
              <a:rPr spc="-15" dirty="0"/>
              <a:t>律</a:t>
            </a:r>
            <a:r>
              <a:rPr spc="10" dirty="0"/>
              <a:t>为</a:t>
            </a:r>
            <a:r>
              <a:rPr spc="5" dirty="0"/>
              <a:t>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80183" y="3029838"/>
            <a:ext cx="14243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CP</a:t>
            </a:r>
            <a:r>
              <a:rPr sz="3150" baseline="-21164" dirty="0">
                <a:solidFill>
                  <a:srgbClr val="7E4D00"/>
                </a:solidFill>
                <a:latin typeface="华文楷体"/>
                <a:cs typeface="华文楷体"/>
              </a:rPr>
              <a:t>0</a:t>
            </a: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=CP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64182" y="4617069"/>
            <a:ext cx="205740" cy="0"/>
          </a:xfrm>
          <a:custGeom>
            <a:avLst/>
            <a:gdLst/>
            <a:ahLst/>
            <a:cxnLst/>
            <a:rect l="l" t="t" r="r" b="b"/>
            <a:pathLst>
              <a:path w="205740">
                <a:moveTo>
                  <a:pt x="0" y="0"/>
                </a:moveTo>
                <a:lnTo>
                  <a:pt x="205728" y="0"/>
                </a:lnTo>
              </a:path>
            </a:pathLst>
          </a:custGeom>
          <a:ln w="188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36728" y="5282838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>
                <a:moveTo>
                  <a:pt x="0" y="0"/>
                </a:moveTo>
                <a:lnTo>
                  <a:pt x="205569" y="0"/>
                </a:lnTo>
              </a:path>
            </a:pathLst>
          </a:custGeom>
          <a:ln w="188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679955" y="3961257"/>
          <a:ext cx="7771130" cy="1744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0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829944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800" b="1" spc="10" dirty="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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触发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5461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829944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800" b="1" spc="10" dirty="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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触发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5461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532">
                <a:tc>
                  <a:txBody>
                    <a:bodyPr/>
                    <a:lstStyle/>
                    <a:p>
                      <a:pPr marR="931544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800" b="1" spc="10" dirty="0">
                          <a:solidFill>
                            <a:srgbClr val="003366"/>
                          </a:solidFill>
                          <a:latin typeface="华文楷体"/>
                          <a:cs typeface="华文楷体"/>
                        </a:rPr>
                        <a:t>加法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501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EBEBD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20040">
                        <a:lnSpc>
                          <a:spcPts val="3304"/>
                        </a:lnSpc>
                        <a:tabLst>
                          <a:tab pos="3029585" algn="l"/>
                        </a:tabLst>
                      </a:pPr>
                      <a:r>
                        <a:rPr sz="2950" spc="13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550" i="1" spc="202" baseline="-2450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550" spc="202" baseline="-24509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550" spc="202" baseline="-24509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550" spc="667" baseline="-2450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950" spc="290" dirty="0">
                          <a:latin typeface="Symbol"/>
                          <a:cs typeface="Symbol"/>
                        </a:rPr>
                        <a:t></a:t>
                      </a:r>
                      <a:r>
                        <a:rPr sz="295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950" spc="35" dirty="0">
                          <a:latin typeface="Times New Roman"/>
                          <a:cs typeface="Times New Roman"/>
                        </a:rPr>
                        <a:t>CP</a:t>
                      </a:r>
                      <a:r>
                        <a:rPr sz="2550" i="1" spc="52" baseline="-24509" dirty="0">
                          <a:latin typeface="Times New Roman"/>
                          <a:cs typeface="Times New Roman"/>
                        </a:rPr>
                        <a:t>i	</a:t>
                      </a:r>
                      <a:r>
                        <a:rPr sz="4425" spc="202" baseline="-4708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550" i="1" spc="202" baseline="-34313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550" spc="202" baseline="-34313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550" spc="202" baseline="-34313" dirty="0"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sz="4425" spc="442" baseline="-4708" dirty="0">
                          <a:latin typeface="Symbol"/>
                          <a:cs typeface="Symbol"/>
                        </a:rPr>
                        <a:t></a:t>
                      </a:r>
                      <a:r>
                        <a:rPr sz="4425" spc="-577" baseline="-4708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425" spc="52" baseline="-4708" dirty="0">
                          <a:latin typeface="Times New Roman"/>
                          <a:cs typeface="Times New Roman"/>
                        </a:rPr>
                        <a:t>CP</a:t>
                      </a:r>
                      <a:r>
                        <a:rPr sz="2550" i="1" spc="52" baseline="-34313" dirty="0">
                          <a:latin typeface="Times New Roman"/>
                          <a:cs typeface="Times New Roman"/>
                        </a:rPr>
                        <a:t>i</a:t>
                      </a:r>
                      <a:endParaRPr sz="2550" baseline="-3431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EBEBD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583">
                <a:tc>
                  <a:txBody>
                    <a:bodyPr/>
                    <a:lstStyle/>
                    <a:p>
                      <a:pPr marR="931544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800" b="1" spc="10" dirty="0">
                          <a:solidFill>
                            <a:srgbClr val="003366"/>
                          </a:solidFill>
                          <a:latin typeface="华文楷体"/>
                          <a:cs typeface="华文楷体"/>
                        </a:rPr>
                        <a:t>减法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501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E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01955">
                        <a:lnSpc>
                          <a:spcPct val="100000"/>
                        </a:lnSpc>
                        <a:spcBef>
                          <a:spcPts val="450"/>
                        </a:spcBef>
                        <a:tabLst>
                          <a:tab pos="3091815" algn="l"/>
                        </a:tabLst>
                      </a:pPr>
                      <a:r>
                        <a:rPr sz="4425" spc="202" baseline="-4708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550" i="1" spc="202" baseline="-3267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550" spc="202" baseline="-32679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550" spc="202" baseline="-32679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550" spc="667" baseline="-3267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425" spc="442" baseline="-4708" dirty="0">
                          <a:latin typeface="Symbol"/>
                          <a:cs typeface="Symbol"/>
                        </a:rPr>
                        <a:t></a:t>
                      </a:r>
                      <a:r>
                        <a:rPr sz="4425" spc="-165" baseline="-4708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425" spc="52" baseline="-4708" dirty="0">
                          <a:latin typeface="Times New Roman"/>
                          <a:cs typeface="Times New Roman"/>
                        </a:rPr>
                        <a:t>CP</a:t>
                      </a:r>
                      <a:r>
                        <a:rPr sz="2550" i="1" spc="52" baseline="-32679" dirty="0">
                          <a:latin typeface="Times New Roman"/>
                          <a:cs typeface="Times New Roman"/>
                        </a:rPr>
                        <a:t>i	</a:t>
                      </a:r>
                      <a:r>
                        <a:rPr sz="2950" spc="13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550" i="1" spc="202" baseline="-2450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550" spc="202" baseline="-24509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550" spc="202" baseline="-24509" dirty="0"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sz="2950" spc="290" dirty="0">
                          <a:latin typeface="Symbol"/>
                          <a:cs typeface="Symbol"/>
                        </a:rPr>
                        <a:t></a:t>
                      </a:r>
                      <a:r>
                        <a:rPr sz="2950" spc="-3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950" spc="35" dirty="0">
                          <a:latin typeface="Times New Roman"/>
                          <a:cs typeface="Times New Roman"/>
                        </a:rPr>
                        <a:t>CP</a:t>
                      </a:r>
                      <a:r>
                        <a:rPr sz="2550" i="1" spc="52" baseline="-24509" dirty="0">
                          <a:latin typeface="Times New Roman"/>
                          <a:cs typeface="Times New Roman"/>
                        </a:rPr>
                        <a:t>i</a:t>
                      </a:r>
                      <a:endParaRPr sz="2550" baseline="-24509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68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4600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latin typeface="华文楷体"/>
                <a:cs typeface="华文楷体"/>
              </a:rPr>
              <a:t>异步十</a:t>
            </a:r>
            <a:r>
              <a:rPr sz="3600" b="1" i="0" spc="-5" dirty="0">
                <a:latin typeface="华文楷体"/>
                <a:cs typeface="华文楷体"/>
              </a:rPr>
              <a:t>进制加法计数器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8044" y="1271142"/>
            <a:ext cx="8079740" cy="1823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00FF"/>
                </a:solidFill>
                <a:latin typeface="华文楷体"/>
                <a:cs typeface="华文楷体"/>
              </a:rPr>
              <a:t>原理：</a:t>
            </a:r>
            <a:endParaRPr sz="2800">
              <a:latin typeface="华文楷体"/>
              <a:cs typeface="华文楷体"/>
            </a:endParaRPr>
          </a:p>
          <a:p>
            <a:pPr marL="12700" marR="5080" indent="457200">
              <a:lnSpc>
                <a:spcPct val="150100"/>
              </a:lnSpc>
              <a:spcBef>
                <a:spcPts val="715"/>
              </a:spcBef>
            </a:pPr>
            <a:r>
              <a:rPr sz="2800" b="1" spc="125" dirty="0">
                <a:solidFill>
                  <a:srgbClr val="7E4D00"/>
                </a:solidFill>
                <a:latin typeface="华文楷体"/>
                <a:cs typeface="华文楷体"/>
              </a:rPr>
              <a:t>在</a:t>
            </a: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4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位二</a:t>
            </a:r>
            <a:r>
              <a:rPr sz="2800" b="1" spc="120" dirty="0">
                <a:solidFill>
                  <a:srgbClr val="7E4D00"/>
                </a:solidFill>
                <a:latin typeface="华文楷体"/>
                <a:cs typeface="华文楷体"/>
              </a:rPr>
              <a:t>进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制异步</a:t>
            </a:r>
            <a:r>
              <a:rPr sz="2800" b="1" spc="120" dirty="0">
                <a:solidFill>
                  <a:srgbClr val="7E4D00"/>
                </a:solidFill>
                <a:latin typeface="华文楷体"/>
                <a:cs typeface="华文楷体"/>
              </a:rPr>
              <a:t>加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法计数</a:t>
            </a:r>
            <a:r>
              <a:rPr sz="2800" b="1" spc="120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上修改而</a:t>
            </a:r>
            <a:r>
              <a:rPr sz="2800" b="1" spc="175" dirty="0">
                <a:solidFill>
                  <a:srgbClr val="7E4D00"/>
                </a:solidFill>
                <a:latin typeface="华文楷体"/>
                <a:cs typeface="华文楷体"/>
              </a:rPr>
              <a:t>成</a:t>
            </a:r>
            <a:r>
              <a:rPr sz="2800" b="1" spc="114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要跳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过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1010</a:t>
            </a:r>
            <a:r>
              <a:rPr sz="2800" b="1" spc="-5" dirty="0">
                <a:solidFill>
                  <a:srgbClr val="7E4D00"/>
                </a:solidFill>
                <a:latin typeface="Symbol"/>
                <a:cs typeface="Symbol"/>
              </a:rPr>
              <a:t>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1111这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六个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状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态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76667" y="4763016"/>
            <a:ext cx="116839" cy="215265"/>
          </a:xfrm>
          <a:custGeom>
            <a:avLst/>
            <a:gdLst/>
            <a:ahLst/>
            <a:cxnLst/>
            <a:rect l="l" t="t" r="r" b="b"/>
            <a:pathLst>
              <a:path w="116839" h="215264">
                <a:moveTo>
                  <a:pt x="0" y="0"/>
                </a:moveTo>
                <a:lnTo>
                  <a:pt x="116795" y="107428"/>
                </a:lnTo>
                <a:lnTo>
                  <a:pt x="0" y="214871"/>
                </a:lnTo>
              </a:path>
            </a:pathLst>
          </a:custGeom>
          <a:ln w="34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76667" y="4333257"/>
            <a:ext cx="934719" cy="1074420"/>
          </a:xfrm>
          <a:prstGeom prst="rect">
            <a:avLst/>
          </a:prstGeom>
          <a:ln w="34485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9370" marR="504825" indent="31750">
              <a:lnSpc>
                <a:spcPct val="128200"/>
              </a:lnSpc>
              <a:spcBef>
                <a:spcPts val="155"/>
              </a:spcBef>
            </a:pPr>
            <a:r>
              <a:rPr sz="1650" b="1" spc="80" dirty="0">
                <a:latin typeface="Times New Roman"/>
                <a:cs typeface="Times New Roman"/>
              </a:rPr>
              <a:t>1J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27317" y="5375288"/>
            <a:ext cx="43307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0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11015" y="4548144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778" y="0"/>
                </a:lnTo>
              </a:path>
            </a:pathLst>
          </a:custGeom>
          <a:ln w="32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15500" y="5192760"/>
            <a:ext cx="123189" cy="0"/>
          </a:xfrm>
          <a:custGeom>
            <a:avLst/>
            <a:gdLst/>
            <a:ahLst/>
            <a:cxnLst/>
            <a:rect l="l" t="t" r="r" b="b"/>
            <a:pathLst>
              <a:path w="123189">
                <a:moveTo>
                  <a:pt x="0" y="0"/>
                </a:moveTo>
                <a:lnTo>
                  <a:pt x="122613" y="0"/>
                </a:lnTo>
              </a:path>
            </a:pathLst>
          </a:custGeom>
          <a:ln w="32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99808" y="5139546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5" h="106679">
                <a:moveTo>
                  <a:pt x="115691" y="53213"/>
                </a:moveTo>
                <a:lnTo>
                  <a:pt x="111149" y="32503"/>
                </a:lnTo>
                <a:lnTo>
                  <a:pt x="98757" y="15588"/>
                </a:lnTo>
                <a:lnTo>
                  <a:pt x="80372" y="4182"/>
                </a:lnTo>
                <a:lnTo>
                  <a:pt x="57845" y="0"/>
                </a:lnTo>
                <a:lnTo>
                  <a:pt x="35319" y="4182"/>
                </a:lnTo>
                <a:lnTo>
                  <a:pt x="16933" y="15588"/>
                </a:lnTo>
                <a:lnTo>
                  <a:pt x="4542" y="32503"/>
                </a:lnTo>
                <a:lnTo>
                  <a:pt x="0" y="53213"/>
                </a:lnTo>
                <a:lnTo>
                  <a:pt x="4542" y="73930"/>
                </a:lnTo>
                <a:lnTo>
                  <a:pt x="16933" y="90844"/>
                </a:lnTo>
                <a:lnTo>
                  <a:pt x="35319" y="102246"/>
                </a:lnTo>
                <a:lnTo>
                  <a:pt x="57845" y="106427"/>
                </a:lnTo>
                <a:lnTo>
                  <a:pt x="80372" y="102246"/>
                </a:lnTo>
                <a:lnTo>
                  <a:pt x="98757" y="90844"/>
                </a:lnTo>
                <a:lnTo>
                  <a:pt x="111149" y="73930"/>
                </a:lnTo>
                <a:lnTo>
                  <a:pt x="115691" y="53213"/>
                </a:lnTo>
                <a:close/>
              </a:path>
            </a:pathLst>
          </a:custGeom>
          <a:ln w="340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19803" y="4881360"/>
            <a:ext cx="229235" cy="0"/>
          </a:xfrm>
          <a:custGeom>
            <a:avLst/>
            <a:gdLst/>
            <a:ahLst/>
            <a:cxnLst/>
            <a:rect l="l" t="t" r="r" b="b"/>
            <a:pathLst>
              <a:path w="229235">
                <a:moveTo>
                  <a:pt x="228943" y="0"/>
                </a:moveTo>
                <a:lnTo>
                  <a:pt x="0" y="0"/>
                </a:lnTo>
              </a:path>
            </a:pathLst>
          </a:custGeom>
          <a:ln w="32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48747" y="4828146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5" h="106679">
                <a:moveTo>
                  <a:pt x="0" y="53213"/>
                </a:moveTo>
                <a:lnTo>
                  <a:pt x="4547" y="73930"/>
                </a:lnTo>
                <a:lnTo>
                  <a:pt x="16945" y="90844"/>
                </a:lnTo>
                <a:lnTo>
                  <a:pt x="35333" y="102246"/>
                </a:lnTo>
                <a:lnTo>
                  <a:pt x="57845" y="106427"/>
                </a:lnTo>
                <a:lnTo>
                  <a:pt x="80365" y="102246"/>
                </a:lnTo>
                <a:lnTo>
                  <a:pt x="98751" y="90844"/>
                </a:lnTo>
                <a:lnTo>
                  <a:pt x="111146" y="73930"/>
                </a:lnTo>
                <a:lnTo>
                  <a:pt x="115691" y="53213"/>
                </a:lnTo>
                <a:lnTo>
                  <a:pt x="111146" y="32503"/>
                </a:lnTo>
                <a:lnTo>
                  <a:pt x="98751" y="15588"/>
                </a:lnTo>
                <a:lnTo>
                  <a:pt x="80365" y="4182"/>
                </a:lnTo>
                <a:lnTo>
                  <a:pt x="57845" y="0"/>
                </a:lnTo>
                <a:lnTo>
                  <a:pt x="35333" y="4182"/>
                </a:lnTo>
                <a:lnTo>
                  <a:pt x="16945" y="15588"/>
                </a:lnTo>
                <a:lnTo>
                  <a:pt x="4547" y="32503"/>
                </a:lnTo>
                <a:lnTo>
                  <a:pt x="0" y="53213"/>
                </a:lnTo>
                <a:close/>
              </a:path>
            </a:pathLst>
          </a:custGeom>
          <a:ln w="340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38853" y="4763016"/>
            <a:ext cx="116839" cy="215265"/>
          </a:xfrm>
          <a:custGeom>
            <a:avLst/>
            <a:gdLst/>
            <a:ahLst/>
            <a:cxnLst/>
            <a:rect l="l" t="t" r="r" b="b"/>
            <a:pathLst>
              <a:path w="116839" h="215264">
                <a:moveTo>
                  <a:pt x="0" y="0"/>
                </a:moveTo>
                <a:lnTo>
                  <a:pt x="116680" y="107428"/>
                </a:lnTo>
                <a:lnTo>
                  <a:pt x="0" y="214871"/>
                </a:lnTo>
              </a:path>
            </a:pathLst>
          </a:custGeom>
          <a:ln w="349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38853" y="4333257"/>
            <a:ext cx="934719" cy="1074420"/>
          </a:xfrm>
          <a:prstGeom prst="rect">
            <a:avLst/>
          </a:prstGeom>
          <a:ln w="34485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9370" marR="505459" indent="31750">
              <a:lnSpc>
                <a:spcPct val="128200"/>
              </a:lnSpc>
              <a:spcBef>
                <a:spcPts val="155"/>
              </a:spcBef>
            </a:pPr>
            <a:r>
              <a:rPr sz="1650" b="1" spc="80" dirty="0">
                <a:latin typeface="Times New Roman"/>
                <a:cs typeface="Times New Roman"/>
              </a:rPr>
              <a:t>1J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89488" y="5396786"/>
            <a:ext cx="43307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1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79547" y="4543702"/>
            <a:ext cx="344170" cy="4445"/>
          </a:xfrm>
          <a:custGeom>
            <a:avLst/>
            <a:gdLst/>
            <a:ahLst/>
            <a:cxnLst/>
            <a:rect l="l" t="t" r="r" b="b"/>
            <a:pathLst>
              <a:path w="344170" h="4445">
                <a:moveTo>
                  <a:pt x="0" y="4442"/>
                </a:moveTo>
                <a:lnTo>
                  <a:pt x="343943" y="0"/>
                </a:lnTo>
              </a:path>
            </a:pathLst>
          </a:custGeom>
          <a:ln w="32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84031" y="5192760"/>
            <a:ext cx="123189" cy="0"/>
          </a:xfrm>
          <a:custGeom>
            <a:avLst/>
            <a:gdLst/>
            <a:ahLst/>
            <a:cxnLst/>
            <a:rect l="l" t="t" r="r" b="b"/>
            <a:pathLst>
              <a:path w="123189">
                <a:moveTo>
                  <a:pt x="0" y="0"/>
                </a:moveTo>
                <a:lnTo>
                  <a:pt x="122613" y="0"/>
                </a:lnTo>
              </a:path>
            </a:pathLst>
          </a:custGeom>
          <a:ln w="32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68340" y="5139546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79">
                <a:moveTo>
                  <a:pt x="115691" y="53213"/>
                </a:moveTo>
                <a:lnTo>
                  <a:pt x="111149" y="32503"/>
                </a:lnTo>
                <a:lnTo>
                  <a:pt x="98757" y="15588"/>
                </a:lnTo>
                <a:lnTo>
                  <a:pt x="80372" y="4182"/>
                </a:lnTo>
                <a:lnTo>
                  <a:pt x="57845" y="0"/>
                </a:lnTo>
                <a:lnTo>
                  <a:pt x="35319" y="4182"/>
                </a:lnTo>
                <a:lnTo>
                  <a:pt x="16933" y="15588"/>
                </a:lnTo>
                <a:lnTo>
                  <a:pt x="4542" y="32503"/>
                </a:lnTo>
                <a:lnTo>
                  <a:pt x="0" y="53213"/>
                </a:lnTo>
                <a:lnTo>
                  <a:pt x="4542" y="73930"/>
                </a:lnTo>
                <a:lnTo>
                  <a:pt x="16933" y="90844"/>
                </a:lnTo>
                <a:lnTo>
                  <a:pt x="35319" y="102246"/>
                </a:lnTo>
                <a:lnTo>
                  <a:pt x="57845" y="106427"/>
                </a:lnTo>
                <a:lnTo>
                  <a:pt x="80372" y="102246"/>
                </a:lnTo>
                <a:lnTo>
                  <a:pt x="98757" y="90844"/>
                </a:lnTo>
                <a:lnTo>
                  <a:pt x="111149" y="73930"/>
                </a:lnTo>
                <a:lnTo>
                  <a:pt x="115691" y="53213"/>
                </a:lnTo>
                <a:close/>
              </a:path>
            </a:pathLst>
          </a:custGeom>
          <a:ln w="340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60726" y="4870444"/>
            <a:ext cx="450850" cy="0"/>
          </a:xfrm>
          <a:custGeom>
            <a:avLst/>
            <a:gdLst/>
            <a:ahLst/>
            <a:cxnLst/>
            <a:rect l="l" t="t" r="r" b="b"/>
            <a:pathLst>
              <a:path w="450850">
                <a:moveTo>
                  <a:pt x="450240" y="0"/>
                </a:moveTo>
                <a:lnTo>
                  <a:pt x="0" y="0"/>
                </a:lnTo>
              </a:path>
            </a:pathLst>
          </a:custGeom>
          <a:ln w="32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793881" y="4800144"/>
            <a:ext cx="149863" cy="140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819416" y="4763016"/>
            <a:ext cx="116839" cy="215265"/>
          </a:xfrm>
          <a:custGeom>
            <a:avLst/>
            <a:gdLst/>
            <a:ahLst/>
            <a:cxnLst/>
            <a:rect l="l" t="t" r="r" b="b"/>
            <a:pathLst>
              <a:path w="116839" h="215264">
                <a:moveTo>
                  <a:pt x="0" y="0"/>
                </a:moveTo>
                <a:lnTo>
                  <a:pt x="116845" y="107428"/>
                </a:lnTo>
                <a:lnTo>
                  <a:pt x="0" y="214871"/>
                </a:lnTo>
              </a:path>
            </a:pathLst>
          </a:custGeom>
          <a:ln w="349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819416" y="4333257"/>
            <a:ext cx="934719" cy="1074420"/>
          </a:xfrm>
          <a:prstGeom prst="rect">
            <a:avLst/>
          </a:prstGeom>
          <a:ln w="34485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9370" marR="505459" indent="31750">
              <a:lnSpc>
                <a:spcPct val="128200"/>
              </a:lnSpc>
              <a:spcBef>
                <a:spcPts val="155"/>
              </a:spcBef>
            </a:pPr>
            <a:r>
              <a:rPr sz="1650" b="1" spc="80" dirty="0">
                <a:latin typeface="Times New Roman"/>
                <a:cs typeface="Times New Roman"/>
              </a:rPr>
              <a:t>1J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70050" y="5375289"/>
            <a:ext cx="43307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2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765053" y="4548144"/>
            <a:ext cx="537845" cy="0"/>
          </a:xfrm>
          <a:custGeom>
            <a:avLst/>
            <a:gdLst/>
            <a:ahLst/>
            <a:cxnLst/>
            <a:rect l="l" t="t" r="r" b="b"/>
            <a:pathLst>
              <a:path w="537845">
                <a:moveTo>
                  <a:pt x="0" y="0"/>
                </a:moveTo>
                <a:lnTo>
                  <a:pt x="537256" y="0"/>
                </a:lnTo>
              </a:path>
            </a:pathLst>
          </a:custGeom>
          <a:ln w="32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869703" y="5192760"/>
            <a:ext cx="106045" cy="0"/>
          </a:xfrm>
          <a:custGeom>
            <a:avLst/>
            <a:gdLst/>
            <a:ahLst/>
            <a:cxnLst/>
            <a:rect l="l" t="t" r="r" b="b"/>
            <a:pathLst>
              <a:path w="106045">
                <a:moveTo>
                  <a:pt x="0" y="0"/>
                </a:moveTo>
                <a:lnTo>
                  <a:pt x="105638" y="0"/>
                </a:lnTo>
              </a:path>
            </a:pathLst>
          </a:custGeom>
          <a:ln w="32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754011" y="5139546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79">
                <a:moveTo>
                  <a:pt x="115691" y="53213"/>
                </a:moveTo>
                <a:lnTo>
                  <a:pt x="111149" y="32503"/>
                </a:lnTo>
                <a:lnTo>
                  <a:pt x="98757" y="15588"/>
                </a:lnTo>
                <a:lnTo>
                  <a:pt x="80372" y="4182"/>
                </a:lnTo>
                <a:lnTo>
                  <a:pt x="57845" y="0"/>
                </a:lnTo>
                <a:lnTo>
                  <a:pt x="35319" y="4182"/>
                </a:lnTo>
                <a:lnTo>
                  <a:pt x="16933" y="15588"/>
                </a:lnTo>
                <a:lnTo>
                  <a:pt x="4542" y="32503"/>
                </a:lnTo>
                <a:lnTo>
                  <a:pt x="0" y="53213"/>
                </a:lnTo>
                <a:lnTo>
                  <a:pt x="4542" y="73930"/>
                </a:lnTo>
                <a:lnTo>
                  <a:pt x="16933" y="90844"/>
                </a:lnTo>
                <a:lnTo>
                  <a:pt x="35319" y="102246"/>
                </a:lnTo>
                <a:lnTo>
                  <a:pt x="57845" y="106427"/>
                </a:lnTo>
                <a:lnTo>
                  <a:pt x="80372" y="102246"/>
                </a:lnTo>
                <a:lnTo>
                  <a:pt x="98757" y="90844"/>
                </a:lnTo>
                <a:lnTo>
                  <a:pt x="111149" y="73930"/>
                </a:lnTo>
                <a:lnTo>
                  <a:pt x="115691" y="53213"/>
                </a:lnTo>
                <a:close/>
              </a:path>
            </a:pathLst>
          </a:custGeom>
          <a:ln w="340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23490" y="4881360"/>
            <a:ext cx="479425" cy="0"/>
          </a:xfrm>
          <a:custGeom>
            <a:avLst/>
            <a:gdLst/>
            <a:ahLst/>
            <a:cxnLst/>
            <a:rect l="l" t="t" r="r" b="b"/>
            <a:pathLst>
              <a:path w="479425">
                <a:moveTo>
                  <a:pt x="479410" y="0"/>
                </a:moveTo>
                <a:lnTo>
                  <a:pt x="0" y="0"/>
                </a:lnTo>
              </a:path>
            </a:pathLst>
          </a:custGeom>
          <a:ln w="32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685814" y="4811060"/>
            <a:ext cx="149863" cy="140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711096" y="4548144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757" y="0"/>
                </a:lnTo>
              </a:path>
            </a:pathLst>
          </a:custGeom>
          <a:ln w="32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699230" y="4553511"/>
            <a:ext cx="0" cy="1377315"/>
          </a:xfrm>
          <a:custGeom>
            <a:avLst/>
            <a:gdLst/>
            <a:ahLst/>
            <a:cxnLst/>
            <a:rect l="l" t="t" r="r" b="b"/>
            <a:pathLst>
              <a:path h="1377314">
                <a:moveTo>
                  <a:pt x="0" y="1376990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960718" y="3806880"/>
            <a:ext cx="0" cy="737235"/>
          </a:xfrm>
          <a:custGeom>
            <a:avLst/>
            <a:gdLst/>
            <a:ahLst/>
            <a:cxnLst/>
            <a:rect l="l" t="t" r="r" b="b"/>
            <a:pathLst>
              <a:path h="737235">
                <a:moveTo>
                  <a:pt x="0" y="736822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699230" y="5944827"/>
            <a:ext cx="5144770" cy="0"/>
          </a:xfrm>
          <a:custGeom>
            <a:avLst/>
            <a:gdLst/>
            <a:ahLst/>
            <a:cxnLst/>
            <a:rect l="l" t="t" r="r" b="b"/>
            <a:pathLst>
              <a:path w="5144770">
                <a:moveTo>
                  <a:pt x="5144642" y="0"/>
                </a:moveTo>
                <a:lnTo>
                  <a:pt x="0" y="0"/>
                </a:lnTo>
              </a:path>
            </a:pathLst>
          </a:custGeom>
          <a:ln w="32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354793" y="3796115"/>
            <a:ext cx="0" cy="1934210"/>
          </a:xfrm>
          <a:custGeom>
            <a:avLst/>
            <a:gdLst/>
            <a:ahLst/>
            <a:cxnLst/>
            <a:rect l="l" t="t" r="r" b="b"/>
            <a:pathLst>
              <a:path h="1934210">
                <a:moveTo>
                  <a:pt x="0" y="1933832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223490" y="3796115"/>
            <a:ext cx="0" cy="1080135"/>
          </a:xfrm>
          <a:custGeom>
            <a:avLst/>
            <a:gdLst/>
            <a:ahLst/>
            <a:cxnLst/>
            <a:rect l="l" t="t" r="r" b="b"/>
            <a:pathLst>
              <a:path h="1080135">
                <a:moveTo>
                  <a:pt x="0" y="1079711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92186" y="3796115"/>
            <a:ext cx="0" cy="752475"/>
          </a:xfrm>
          <a:custGeom>
            <a:avLst/>
            <a:gdLst/>
            <a:ahLst/>
            <a:cxnLst/>
            <a:rect l="l" t="t" r="r" b="b"/>
            <a:pathLst>
              <a:path h="752475">
                <a:moveTo>
                  <a:pt x="0" y="752028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195893" y="3478995"/>
            <a:ext cx="31813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0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64589" y="3473688"/>
            <a:ext cx="31813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1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933286" y="3473688"/>
            <a:ext cx="31813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2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63235" y="4720091"/>
            <a:ext cx="44640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CP</a:t>
            </a:r>
            <a:r>
              <a:rPr sz="1575" b="1" spc="135" baseline="-13227" dirty="0">
                <a:latin typeface="Times New Roman"/>
                <a:cs typeface="Times New Roman"/>
              </a:rPr>
              <a:t>0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676082" y="4763016"/>
            <a:ext cx="116839" cy="215265"/>
          </a:xfrm>
          <a:custGeom>
            <a:avLst/>
            <a:gdLst/>
            <a:ahLst/>
            <a:cxnLst/>
            <a:rect l="l" t="t" r="r" b="b"/>
            <a:pathLst>
              <a:path w="116840" h="215264">
                <a:moveTo>
                  <a:pt x="0" y="0"/>
                </a:moveTo>
                <a:lnTo>
                  <a:pt x="116845" y="107428"/>
                </a:lnTo>
                <a:lnTo>
                  <a:pt x="0" y="214871"/>
                </a:lnTo>
              </a:path>
            </a:pathLst>
          </a:custGeom>
          <a:ln w="349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676082" y="4333257"/>
            <a:ext cx="934719" cy="1074420"/>
          </a:xfrm>
          <a:prstGeom prst="rect">
            <a:avLst/>
          </a:prstGeom>
          <a:ln w="34485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9370" marR="505459" indent="31750">
              <a:lnSpc>
                <a:spcPct val="128200"/>
              </a:lnSpc>
              <a:spcBef>
                <a:spcPts val="155"/>
              </a:spcBef>
            </a:pPr>
            <a:r>
              <a:rPr sz="1650" b="1" spc="80" dirty="0">
                <a:latin typeface="Times New Roman"/>
                <a:cs typeface="Times New Roman"/>
              </a:rPr>
              <a:t>1J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926716" y="5396786"/>
            <a:ext cx="43307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3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616775" y="4543702"/>
            <a:ext cx="344170" cy="4445"/>
          </a:xfrm>
          <a:custGeom>
            <a:avLst/>
            <a:gdLst/>
            <a:ahLst/>
            <a:cxnLst/>
            <a:rect l="l" t="t" r="r" b="b"/>
            <a:pathLst>
              <a:path w="344170" h="4445">
                <a:moveTo>
                  <a:pt x="0" y="4442"/>
                </a:moveTo>
                <a:lnTo>
                  <a:pt x="343943" y="0"/>
                </a:lnTo>
              </a:path>
            </a:pathLst>
          </a:custGeom>
          <a:ln w="32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721260" y="5192760"/>
            <a:ext cx="123189" cy="0"/>
          </a:xfrm>
          <a:custGeom>
            <a:avLst/>
            <a:gdLst/>
            <a:ahLst/>
            <a:cxnLst/>
            <a:rect l="l" t="t" r="r" b="b"/>
            <a:pathLst>
              <a:path w="123190">
                <a:moveTo>
                  <a:pt x="0" y="0"/>
                </a:moveTo>
                <a:lnTo>
                  <a:pt x="122613" y="0"/>
                </a:lnTo>
              </a:path>
            </a:pathLst>
          </a:custGeom>
          <a:ln w="32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605569" y="5139546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79">
                <a:moveTo>
                  <a:pt x="115691" y="53213"/>
                </a:moveTo>
                <a:lnTo>
                  <a:pt x="111149" y="32503"/>
                </a:lnTo>
                <a:lnTo>
                  <a:pt x="98757" y="15588"/>
                </a:lnTo>
                <a:lnTo>
                  <a:pt x="80372" y="4182"/>
                </a:lnTo>
                <a:lnTo>
                  <a:pt x="57845" y="0"/>
                </a:lnTo>
                <a:lnTo>
                  <a:pt x="35319" y="4182"/>
                </a:lnTo>
                <a:lnTo>
                  <a:pt x="16933" y="15588"/>
                </a:lnTo>
                <a:lnTo>
                  <a:pt x="4542" y="32503"/>
                </a:lnTo>
                <a:lnTo>
                  <a:pt x="0" y="53213"/>
                </a:lnTo>
                <a:lnTo>
                  <a:pt x="4542" y="73930"/>
                </a:lnTo>
                <a:lnTo>
                  <a:pt x="16933" y="90844"/>
                </a:lnTo>
                <a:lnTo>
                  <a:pt x="35319" y="102246"/>
                </a:lnTo>
                <a:lnTo>
                  <a:pt x="57845" y="106427"/>
                </a:lnTo>
                <a:lnTo>
                  <a:pt x="80372" y="102246"/>
                </a:lnTo>
                <a:lnTo>
                  <a:pt x="98757" y="90844"/>
                </a:lnTo>
                <a:lnTo>
                  <a:pt x="111149" y="73930"/>
                </a:lnTo>
                <a:lnTo>
                  <a:pt x="115691" y="53213"/>
                </a:lnTo>
                <a:close/>
              </a:path>
            </a:pathLst>
          </a:custGeom>
          <a:ln w="340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337412" y="4870445"/>
            <a:ext cx="234315" cy="0"/>
          </a:xfrm>
          <a:custGeom>
            <a:avLst/>
            <a:gdLst/>
            <a:ahLst/>
            <a:cxnLst/>
            <a:rect l="l" t="t" r="r" b="b"/>
            <a:pathLst>
              <a:path w="234315">
                <a:moveTo>
                  <a:pt x="234019" y="0"/>
                </a:moveTo>
                <a:lnTo>
                  <a:pt x="0" y="0"/>
                </a:lnTo>
              </a:path>
            </a:pathLst>
          </a:custGeom>
          <a:ln w="32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571432" y="4817231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79">
                <a:moveTo>
                  <a:pt x="0" y="53213"/>
                </a:moveTo>
                <a:lnTo>
                  <a:pt x="4565" y="73930"/>
                </a:lnTo>
                <a:lnTo>
                  <a:pt x="16995" y="90844"/>
                </a:lnTo>
                <a:lnTo>
                  <a:pt x="35388" y="102246"/>
                </a:lnTo>
                <a:lnTo>
                  <a:pt x="57845" y="106427"/>
                </a:lnTo>
                <a:lnTo>
                  <a:pt x="80372" y="102246"/>
                </a:lnTo>
                <a:lnTo>
                  <a:pt x="98757" y="90844"/>
                </a:lnTo>
                <a:lnTo>
                  <a:pt x="111149" y="73930"/>
                </a:lnTo>
                <a:lnTo>
                  <a:pt x="115691" y="53213"/>
                </a:lnTo>
                <a:lnTo>
                  <a:pt x="111149" y="32503"/>
                </a:lnTo>
                <a:lnTo>
                  <a:pt x="98757" y="15588"/>
                </a:lnTo>
                <a:lnTo>
                  <a:pt x="80372" y="4182"/>
                </a:lnTo>
                <a:lnTo>
                  <a:pt x="57845" y="0"/>
                </a:lnTo>
                <a:lnTo>
                  <a:pt x="35388" y="4182"/>
                </a:lnTo>
                <a:lnTo>
                  <a:pt x="16995" y="15588"/>
                </a:lnTo>
                <a:lnTo>
                  <a:pt x="4565" y="32503"/>
                </a:lnTo>
                <a:lnTo>
                  <a:pt x="0" y="53213"/>
                </a:lnTo>
                <a:close/>
              </a:path>
            </a:pathLst>
          </a:custGeom>
          <a:ln w="340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278908" y="4454088"/>
            <a:ext cx="198755" cy="0"/>
          </a:xfrm>
          <a:custGeom>
            <a:avLst/>
            <a:gdLst/>
            <a:ahLst/>
            <a:cxnLst/>
            <a:rect l="l" t="t" r="r" b="b"/>
            <a:pathLst>
              <a:path w="198754">
                <a:moveTo>
                  <a:pt x="0" y="0"/>
                </a:moveTo>
                <a:lnTo>
                  <a:pt x="198587" y="0"/>
                </a:lnTo>
              </a:path>
            </a:pathLst>
          </a:custGeom>
          <a:ln w="32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278908" y="4545446"/>
            <a:ext cx="198755" cy="0"/>
          </a:xfrm>
          <a:custGeom>
            <a:avLst/>
            <a:gdLst/>
            <a:ahLst/>
            <a:cxnLst/>
            <a:rect l="l" t="t" r="r" b="b"/>
            <a:pathLst>
              <a:path w="198754">
                <a:moveTo>
                  <a:pt x="0" y="0"/>
                </a:moveTo>
                <a:lnTo>
                  <a:pt x="198587" y="0"/>
                </a:lnTo>
              </a:path>
            </a:pathLst>
          </a:custGeom>
          <a:ln w="32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477495" y="4499797"/>
            <a:ext cx="198755" cy="0"/>
          </a:xfrm>
          <a:custGeom>
            <a:avLst/>
            <a:gdLst/>
            <a:ahLst/>
            <a:cxnLst/>
            <a:rect l="l" t="t" r="r" b="b"/>
            <a:pathLst>
              <a:path w="198754">
                <a:moveTo>
                  <a:pt x="198587" y="0"/>
                </a:moveTo>
                <a:lnTo>
                  <a:pt x="0" y="0"/>
                </a:lnTo>
              </a:path>
            </a:pathLst>
          </a:custGeom>
          <a:ln w="32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348455" y="4408454"/>
            <a:ext cx="258445" cy="182880"/>
          </a:xfrm>
          <a:custGeom>
            <a:avLst/>
            <a:gdLst/>
            <a:ahLst/>
            <a:cxnLst/>
            <a:rect l="l" t="t" r="r" b="b"/>
            <a:pathLst>
              <a:path w="258445" h="182879">
                <a:moveTo>
                  <a:pt x="77457" y="0"/>
                </a:moveTo>
                <a:lnTo>
                  <a:pt x="0" y="0"/>
                </a:lnTo>
                <a:lnTo>
                  <a:pt x="26976" y="44832"/>
                </a:lnTo>
                <a:lnTo>
                  <a:pt x="35967" y="91342"/>
                </a:lnTo>
                <a:lnTo>
                  <a:pt x="26976" y="137840"/>
                </a:lnTo>
                <a:lnTo>
                  <a:pt x="0" y="182655"/>
                </a:lnTo>
                <a:lnTo>
                  <a:pt x="77457" y="182655"/>
                </a:lnTo>
                <a:lnTo>
                  <a:pt x="136247" y="169488"/>
                </a:lnTo>
                <a:lnTo>
                  <a:pt x="187236" y="149222"/>
                </a:lnTo>
                <a:lnTo>
                  <a:pt x="228491" y="122845"/>
                </a:lnTo>
                <a:lnTo>
                  <a:pt x="258077" y="91339"/>
                </a:lnTo>
                <a:lnTo>
                  <a:pt x="228722" y="59748"/>
                </a:lnTo>
                <a:lnTo>
                  <a:pt x="187483" y="33306"/>
                </a:lnTo>
                <a:lnTo>
                  <a:pt x="136387" y="13046"/>
                </a:lnTo>
                <a:lnTo>
                  <a:pt x="774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348454" y="4408454"/>
            <a:ext cx="258445" cy="182880"/>
          </a:xfrm>
          <a:custGeom>
            <a:avLst/>
            <a:gdLst/>
            <a:ahLst/>
            <a:cxnLst/>
            <a:rect l="l" t="t" r="r" b="b"/>
            <a:pathLst>
              <a:path w="258445" h="182879">
                <a:moveTo>
                  <a:pt x="258080" y="91342"/>
                </a:moveTo>
                <a:lnTo>
                  <a:pt x="228491" y="122845"/>
                </a:lnTo>
                <a:lnTo>
                  <a:pt x="187236" y="149222"/>
                </a:lnTo>
                <a:lnTo>
                  <a:pt x="136247" y="169488"/>
                </a:lnTo>
                <a:lnTo>
                  <a:pt x="77457" y="182655"/>
                </a:lnTo>
                <a:lnTo>
                  <a:pt x="0" y="182655"/>
                </a:lnTo>
                <a:lnTo>
                  <a:pt x="26976" y="137840"/>
                </a:lnTo>
                <a:lnTo>
                  <a:pt x="35968" y="91339"/>
                </a:lnTo>
                <a:lnTo>
                  <a:pt x="26976" y="44832"/>
                </a:lnTo>
                <a:lnTo>
                  <a:pt x="0" y="0"/>
                </a:lnTo>
                <a:lnTo>
                  <a:pt x="77457" y="0"/>
                </a:lnTo>
                <a:lnTo>
                  <a:pt x="136387" y="13046"/>
                </a:lnTo>
                <a:lnTo>
                  <a:pt x="187483" y="33306"/>
                </a:lnTo>
                <a:lnTo>
                  <a:pt x="228722" y="59748"/>
                </a:lnTo>
                <a:lnTo>
                  <a:pt x="258080" y="91342"/>
                </a:lnTo>
                <a:close/>
              </a:path>
            </a:pathLst>
          </a:custGeom>
          <a:ln w="336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348455" y="4408454"/>
            <a:ext cx="258445" cy="182880"/>
          </a:xfrm>
          <a:custGeom>
            <a:avLst/>
            <a:gdLst/>
            <a:ahLst/>
            <a:cxnLst/>
            <a:rect l="l" t="t" r="r" b="b"/>
            <a:pathLst>
              <a:path w="258445" h="182879">
                <a:moveTo>
                  <a:pt x="158869" y="0"/>
                </a:moveTo>
                <a:lnTo>
                  <a:pt x="0" y="0"/>
                </a:lnTo>
                <a:lnTo>
                  <a:pt x="0" y="182655"/>
                </a:lnTo>
                <a:lnTo>
                  <a:pt x="158869" y="182655"/>
                </a:lnTo>
                <a:lnTo>
                  <a:pt x="197523" y="175478"/>
                </a:lnTo>
                <a:lnTo>
                  <a:pt x="229055" y="155908"/>
                </a:lnTo>
                <a:lnTo>
                  <a:pt x="250296" y="126883"/>
                </a:lnTo>
                <a:lnTo>
                  <a:pt x="258080" y="91342"/>
                </a:lnTo>
                <a:lnTo>
                  <a:pt x="250296" y="55804"/>
                </a:lnTo>
                <a:lnTo>
                  <a:pt x="229055" y="26768"/>
                </a:lnTo>
                <a:lnTo>
                  <a:pt x="197523" y="7183"/>
                </a:lnTo>
                <a:lnTo>
                  <a:pt x="1588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348454" y="4408454"/>
            <a:ext cx="258445" cy="182880"/>
          </a:xfrm>
          <a:custGeom>
            <a:avLst/>
            <a:gdLst/>
            <a:ahLst/>
            <a:cxnLst/>
            <a:rect l="l" t="t" r="r" b="b"/>
            <a:pathLst>
              <a:path w="258445" h="182879">
                <a:moveTo>
                  <a:pt x="158869" y="182655"/>
                </a:moveTo>
                <a:lnTo>
                  <a:pt x="0" y="182655"/>
                </a:lnTo>
                <a:lnTo>
                  <a:pt x="0" y="0"/>
                </a:lnTo>
                <a:lnTo>
                  <a:pt x="158869" y="0"/>
                </a:lnTo>
                <a:lnTo>
                  <a:pt x="197523" y="7183"/>
                </a:lnTo>
                <a:lnTo>
                  <a:pt x="250296" y="55804"/>
                </a:lnTo>
                <a:lnTo>
                  <a:pt x="258080" y="91342"/>
                </a:lnTo>
                <a:lnTo>
                  <a:pt x="250296" y="126883"/>
                </a:lnTo>
                <a:lnTo>
                  <a:pt x="229055" y="155908"/>
                </a:lnTo>
                <a:lnTo>
                  <a:pt x="197523" y="175478"/>
                </a:lnTo>
                <a:lnTo>
                  <a:pt x="158869" y="182655"/>
                </a:lnTo>
                <a:close/>
              </a:path>
            </a:pathLst>
          </a:custGeom>
          <a:ln w="336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843873" y="5192760"/>
            <a:ext cx="0" cy="752475"/>
          </a:xfrm>
          <a:custGeom>
            <a:avLst/>
            <a:gdLst/>
            <a:ahLst/>
            <a:cxnLst/>
            <a:rect l="l" t="t" r="r" b="b"/>
            <a:pathLst>
              <a:path h="752475">
                <a:moveTo>
                  <a:pt x="0" y="0"/>
                </a:moveTo>
                <a:lnTo>
                  <a:pt x="0" y="752066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360726" y="5729947"/>
            <a:ext cx="3965575" cy="0"/>
          </a:xfrm>
          <a:custGeom>
            <a:avLst/>
            <a:gdLst/>
            <a:ahLst/>
            <a:cxnLst/>
            <a:rect l="l" t="t" r="r" b="b"/>
            <a:pathLst>
              <a:path w="3965575">
                <a:moveTo>
                  <a:pt x="3964985" y="0"/>
                </a:moveTo>
                <a:lnTo>
                  <a:pt x="0" y="0"/>
                </a:lnTo>
              </a:path>
            </a:pathLst>
          </a:custGeom>
          <a:ln w="32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343181" y="4870445"/>
            <a:ext cx="0" cy="854710"/>
          </a:xfrm>
          <a:custGeom>
            <a:avLst/>
            <a:gdLst/>
            <a:ahLst/>
            <a:cxnLst/>
            <a:rect l="l" t="t" r="r" b="b"/>
            <a:pathLst>
              <a:path h="854710">
                <a:moveTo>
                  <a:pt x="0" y="854135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278908" y="4123737"/>
            <a:ext cx="0" cy="330835"/>
          </a:xfrm>
          <a:custGeom>
            <a:avLst/>
            <a:gdLst/>
            <a:ahLst/>
            <a:cxnLst/>
            <a:rect l="l" t="t" r="r" b="b"/>
            <a:pathLst>
              <a:path h="330835">
                <a:moveTo>
                  <a:pt x="0" y="330350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8801818" y="3473688"/>
            <a:ext cx="31813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3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229258" y="4118431"/>
            <a:ext cx="2049780" cy="0"/>
          </a:xfrm>
          <a:custGeom>
            <a:avLst/>
            <a:gdLst/>
            <a:ahLst/>
            <a:cxnLst/>
            <a:rect l="l" t="t" r="r" b="b"/>
            <a:pathLst>
              <a:path w="2049779">
                <a:moveTo>
                  <a:pt x="0" y="0"/>
                </a:moveTo>
                <a:lnTo>
                  <a:pt x="2049649" y="0"/>
                </a:lnTo>
              </a:path>
            </a:pathLst>
          </a:custGeom>
          <a:ln w="32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69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35833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5" dirty="0">
                <a:latin typeface="华文楷体"/>
                <a:cs typeface="华文楷体"/>
              </a:rPr>
              <a:t>异步N</a:t>
            </a:r>
            <a:r>
              <a:rPr sz="3600" b="1" i="0" spc="-5" dirty="0">
                <a:latin typeface="华文楷体"/>
                <a:cs typeface="华文楷体"/>
              </a:rPr>
              <a:t>进制计数器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70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25244" y="1210061"/>
            <a:ext cx="5720080" cy="19456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分析方法与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之前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介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绍方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法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完全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相</a:t>
            </a:r>
            <a:r>
              <a:rPr sz="2800" b="1" spc="-15" dirty="0">
                <a:solidFill>
                  <a:srgbClr val="7E4D00"/>
                </a:solidFill>
                <a:latin typeface="华文楷体"/>
                <a:cs typeface="华文楷体"/>
              </a:rPr>
              <a:t>同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。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异步六进制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计数器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（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自己分析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一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下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）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8044" y="1210061"/>
            <a:ext cx="8063865" cy="3226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7200" algn="just">
              <a:lnSpc>
                <a:spcPct val="150000"/>
              </a:lnSpc>
              <a:spcBef>
                <a:spcPts val="95"/>
              </a:spcBef>
            </a:pPr>
            <a:r>
              <a:rPr sz="2800" b="1" i="0" spc="40" dirty="0">
                <a:latin typeface="华文楷体"/>
                <a:cs typeface="华文楷体"/>
              </a:rPr>
              <a:t>异步计数器由于触发器逐级翻</a:t>
            </a:r>
            <a:r>
              <a:rPr sz="2800" b="1" i="0" spc="10" dirty="0">
                <a:latin typeface="华文楷体"/>
                <a:cs typeface="华文楷体"/>
              </a:rPr>
              <a:t>转</a:t>
            </a:r>
            <a:r>
              <a:rPr sz="2800" b="1" i="0" spc="35" dirty="0">
                <a:latin typeface="华文楷体"/>
                <a:cs typeface="华文楷体"/>
              </a:rPr>
              <a:t>，</a:t>
            </a:r>
            <a:r>
              <a:rPr sz="2800" b="1" i="0" spc="30" dirty="0">
                <a:latin typeface="华文楷体"/>
                <a:cs typeface="华文楷体"/>
              </a:rPr>
              <a:t>工作速度</a:t>
            </a:r>
            <a:r>
              <a:rPr sz="2800" b="1" i="0" spc="45" dirty="0">
                <a:latin typeface="华文楷体"/>
                <a:cs typeface="华文楷体"/>
              </a:rPr>
              <a:t>低</a:t>
            </a:r>
            <a:r>
              <a:rPr sz="2800" b="1" i="0" spc="-10" dirty="0">
                <a:latin typeface="华文楷体"/>
                <a:cs typeface="华文楷体"/>
              </a:rPr>
              <a:t>；  </a:t>
            </a:r>
            <a:r>
              <a:rPr sz="2800" b="1" i="0" spc="75" dirty="0">
                <a:latin typeface="华文楷体"/>
                <a:cs typeface="华文楷体"/>
              </a:rPr>
              <a:t>将某些状态译码</a:t>
            </a:r>
            <a:r>
              <a:rPr sz="2800" b="1" i="0" spc="80" dirty="0">
                <a:latin typeface="华文楷体"/>
                <a:cs typeface="华文楷体"/>
              </a:rPr>
              <a:t>时</a:t>
            </a:r>
            <a:r>
              <a:rPr sz="2800" b="1" i="0" spc="75" dirty="0">
                <a:latin typeface="华文楷体"/>
                <a:cs typeface="华文楷体"/>
              </a:rPr>
              <a:t>，译码器输出端会有竞争冒</a:t>
            </a:r>
            <a:r>
              <a:rPr sz="2800" b="1" i="0" spc="85" dirty="0">
                <a:latin typeface="华文楷体"/>
                <a:cs typeface="华文楷体"/>
              </a:rPr>
              <a:t>险</a:t>
            </a:r>
            <a:r>
              <a:rPr sz="2800" b="1" i="0" spc="-5" dirty="0">
                <a:latin typeface="华文楷体"/>
                <a:cs typeface="华文楷体"/>
              </a:rPr>
              <a:t>产 生的尖峰脉</a:t>
            </a:r>
            <a:r>
              <a:rPr sz="2800" b="1" i="0" spc="-10" dirty="0">
                <a:latin typeface="华文楷体"/>
                <a:cs typeface="华文楷体"/>
              </a:rPr>
              <a:t>冲；</a:t>
            </a:r>
            <a:r>
              <a:rPr sz="2800" b="1" i="0" spc="-5" dirty="0">
                <a:latin typeface="华文楷体"/>
                <a:cs typeface="华文楷体"/>
              </a:rPr>
              <a:t>但</a:t>
            </a:r>
            <a:r>
              <a:rPr sz="2800" b="1" i="0" spc="-10" dirty="0">
                <a:latin typeface="华文楷体"/>
                <a:cs typeface="华文楷体"/>
              </a:rPr>
              <a:t>其结</a:t>
            </a:r>
            <a:r>
              <a:rPr sz="2800" b="1" i="0" spc="-5" dirty="0">
                <a:latin typeface="华文楷体"/>
                <a:cs typeface="华文楷体"/>
              </a:rPr>
              <a:t>构</a:t>
            </a:r>
            <a:r>
              <a:rPr sz="2800" b="1" i="0" spc="-10" dirty="0">
                <a:latin typeface="华文楷体"/>
                <a:cs typeface="华文楷体"/>
              </a:rPr>
              <a:t>简</a:t>
            </a:r>
            <a:r>
              <a:rPr sz="2800" b="1" i="0" spc="20" dirty="0">
                <a:latin typeface="华文楷体"/>
                <a:cs typeface="华文楷体"/>
              </a:rPr>
              <a:t>单</a:t>
            </a:r>
            <a:r>
              <a:rPr sz="2800" b="1" i="0" dirty="0">
                <a:latin typeface="华文楷体"/>
                <a:cs typeface="华文楷体"/>
              </a:rPr>
              <a:t>，</a:t>
            </a:r>
            <a:r>
              <a:rPr sz="2800" b="1" i="0" spc="-10" dirty="0">
                <a:latin typeface="华文楷体"/>
                <a:cs typeface="华文楷体"/>
              </a:rPr>
              <a:t>可自</a:t>
            </a:r>
            <a:r>
              <a:rPr sz="2800" b="1" i="0" spc="-5" dirty="0">
                <a:latin typeface="华文楷体"/>
                <a:cs typeface="华文楷体"/>
              </a:rPr>
              <a:t>启</a:t>
            </a:r>
            <a:r>
              <a:rPr sz="2800" b="1" i="0" spc="-10" dirty="0">
                <a:latin typeface="华文楷体"/>
                <a:cs typeface="华文楷体"/>
              </a:rPr>
              <a:t>动。</a:t>
            </a:r>
            <a:endParaRPr sz="2800">
              <a:latin typeface="华文楷体"/>
              <a:cs typeface="华文楷体"/>
            </a:endParaRPr>
          </a:p>
          <a:p>
            <a:pPr marL="12700" marR="5080" indent="457200">
              <a:lnSpc>
                <a:spcPts val="5040"/>
              </a:lnSpc>
              <a:spcBef>
                <a:spcPts val="450"/>
              </a:spcBef>
            </a:pPr>
            <a:r>
              <a:rPr sz="2800" b="1" i="0" spc="40" dirty="0">
                <a:latin typeface="华文楷体"/>
                <a:cs typeface="华文楷体"/>
              </a:rPr>
              <a:t>同步计数器工作频率较</a:t>
            </a:r>
            <a:r>
              <a:rPr sz="2800" b="1" i="0" spc="20" dirty="0">
                <a:latin typeface="华文楷体"/>
                <a:cs typeface="华文楷体"/>
              </a:rPr>
              <a:t>高</a:t>
            </a:r>
            <a:r>
              <a:rPr sz="2800" b="1" i="0" spc="40" dirty="0">
                <a:latin typeface="华文楷体"/>
                <a:cs typeface="华文楷体"/>
              </a:rPr>
              <a:t>，传输延迟</a:t>
            </a:r>
            <a:r>
              <a:rPr sz="2800" b="1" i="0" spc="30" dirty="0">
                <a:latin typeface="华文楷体"/>
                <a:cs typeface="华文楷体"/>
              </a:rPr>
              <a:t>短</a:t>
            </a:r>
            <a:r>
              <a:rPr sz="2800" b="1" i="0" spc="40" dirty="0">
                <a:latin typeface="华文楷体"/>
                <a:cs typeface="华文楷体"/>
              </a:rPr>
              <a:t>，</a:t>
            </a:r>
            <a:r>
              <a:rPr sz="2800" b="1" i="0" spc="35" dirty="0">
                <a:latin typeface="华文楷体"/>
                <a:cs typeface="华文楷体"/>
              </a:rPr>
              <a:t>但</a:t>
            </a:r>
            <a:r>
              <a:rPr sz="2800" b="1" i="0" spc="50" dirty="0">
                <a:latin typeface="华文楷体"/>
                <a:cs typeface="华文楷体"/>
              </a:rPr>
              <a:t>结</a:t>
            </a:r>
            <a:r>
              <a:rPr sz="2800" b="1" i="0" spc="-5" dirty="0">
                <a:latin typeface="华文楷体"/>
                <a:cs typeface="华文楷体"/>
              </a:rPr>
              <a:t>构 </a:t>
            </a:r>
            <a:r>
              <a:rPr sz="2800" b="1" i="0" dirty="0">
                <a:latin typeface="华文楷体"/>
                <a:cs typeface="华文楷体"/>
              </a:rPr>
              <a:t>复杂</a:t>
            </a:r>
            <a:r>
              <a:rPr sz="2800" b="1" i="0" spc="-10" dirty="0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71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4600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solidFill>
                  <a:srgbClr val="FF0000"/>
                </a:solidFill>
                <a:latin typeface="华文楷体"/>
                <a:cs typeface="华文楷体"/>
              </a:rPr>
              <a:t>常用中</a:t>
            </a:r>
            <a:r>
              <a:rPr sz="3600" b="1" i="0" spc="-5" dirty="0">
                <a:solidFill>
                  <a:srgbClr val="FF0000"/>
                </a:solidFill>
                <a:latin typeface="华文楷体"/>
                <a:cs typeface="华文楷体"/>
              </a:rPr>
              <a:t>规模集成计数器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85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25244" y="1583562"/>
            <a:ext cx="5771515" cy="3470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同步十进制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加法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计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数器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74160</a:t>
            </a:r>
            <a:endParaRPr sz="2800">
              <a:latin typeface="华文楷体"/>
              <a:cs typeface="华文楷体"/>
            </a:endParaRPr>
          </a:p>
          <a:p>
            <a:pPr marL="12700" marR="422909">
              <a:lnSpc>
                <a:spcPct val="235800"/>
              </a:lnSpc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同步四位二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进制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加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法计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r>
              <a:rPr sz="2800" b="1" spc="-15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74161 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异步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二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-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五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-</a:t>
            </a:r>
            <a:r>
              <a:rPr sz="2800" i="1" spc="-5" dirty="0">
                <a:solidFill>
                  <a:srgbClr val="7E4D00"/>
                </a:solidFill>
                <a:latin typeface="华文楷体"/>
                <a:cs typeface="华文楷体"/>
              </a:rPr>
              <a:t>十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进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制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加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法计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r>
              <a:rPr sz="2800" b="1" spc="-15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74290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75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同步四位二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进制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加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减法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计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数器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CC4516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47605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latin typeface="华文楷体"/>
                <a:cs typeface="华文楷体"/>
              </a:rPr>
              <a:t>同步十</a:t>
            </a:r>
            <a:r>
              <a:rPr sz="3600" b="1" i="0" spc="-5" dirty="0">
                <a:latin typeface="华文楷体"/>
                <a:cs typeface="华文楷体"/>
              </a:rPr>
              <a:t>进制计数</a:t>
            </a:r>
            <a:r>
              <a:rPr sz="3600" b="1" i="0" spc="10" dirty="0">
                <a:latin typeface="华文楷体"/>
                <a:cs typeface="华文楷体"/>
              </a:rPr>
              <a:t>器</a:t>
            </a:r>
            <a:r>
              <a:rPr sz="3600" b="1" i="0" spc="-5" dirty="0">
                <a:solidFill>
                  <a:srgbClr val="C00000"/>
                </a:solidFill>
                <a:latin typeface="华文楷体"/>
                <a:cs typeface="华文楷体"/>
              </a:rPr>
              <a:t>74160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92162" y="1484307"/>
            <a:ext cx="4861363" cy="4767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97695" y="2989862"/>
            <a:ext cx="2916555" cy="1433195"/>
          </a:xfrm>
          <a:custGeom>
            <a:avLst/>
            <a:gdLst/>
            <a:ahLst/>
            <a:cxnLst/>
            <a:rect l="l" t="t" r="r" b="b"/>
            <a:pathLst>
              <a:path w="2916554" h="1433195">
                <a:moveTo>
                  <a:pt x="0" y="1432805"/>
                </a:moveTo>
                <a:lnTo>
                  <a:pt x="2916083" y="1432805"/>
                </a:lnTo>
                <a:lnTo>
                  <a:pt x="2916083" y="0"/>
                </a:lnTo>
                <a:lnTo>
                  <a:pt x="0" y="0"/>
                </a:lnTo>
                <a:lnTo>
                  <a:pt x="0" y="1432805"/>
                </a:lnTo>
                <a:close/>
              </a:path>
            </a:pathLst>
          </a:custGeom>
          <a:ln w="27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93569" y="3348096"/>
            <a:ext cx="204470" cy="0"/>
          </a:xfrm>
          <a:custGeom>
            <a:avLst/>
            <a:gdLst/>
            <a:ahLst/>
            <a:cxnLst/>
            <a:rect l="l" t="t" r="r" b="b"/>
            <a:pathLst>
              <a:path w="204469">
                <a:moveTo>
                  <a:pt x="204125" y="0"/>
                </a:moveTo>
                <a:lnTo>
                  <a:pt x="0" y="0"/>
                </a:lnTo>
              </a:path>
            </a:pathLst>
          </a:custGeom>
          <a:ln w="272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93569" y="3706291"/>
            <a:ext cx="204470" cy="0"/>
          </a:xfrm>
          <a:custGeom>
            <a:avLst/>
            <a:gdLst/>
            <a:ahLst/>
            <a:cxnLst/>
            <a:rect l="l" t="t" r="r" b="b"/>
            <a:pathLst>
              <a:path w="204469">
                <a:moveTo>
                  <a:pt x="204125" y="0"/>
                </a:moveTo>
                <a:lnTo>
                  <a:pt x="0" y="0"/>
                </a:lnTo>
              </a:path>
            </a:pathLst>
          </a:custGeom>
          <a:ln w="272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93569" y="4064473"/>
            <a:ext cx="204470" cy="0"/>
          </a:xfrm>
          <a:custGeom>
            <a:avLst/>
            <a:gdLst/>
            <a:ahLst/>
            <a:cxnLst/>
            <a:rect l="l" t="t" r="r" b="b"/>
            <a:pathLst>
              <a:path w="204469">
                <a:moveTo>
                  <a:pt x="204125" y="0"/>
                </a:moveTo>
                <a:lnTo>
                  <a:pt x="0" y="0"/>
                </a:lnTo>
              </a:path>
            </a:pathLst>
          </a:custGeom>
          <a:ln w="272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213820" y="3348096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4098" y="0"/>
                </a:moveTo>
                <a:lnTo>
                  <a:pt x="0" y="0"/>
                </a:lnTo>
              </a:path>
            </a:pathLst>
          </a:custGeom>
          <a:ln w="272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20258" y="3706291"/>
            <a:ext cx="83185" cy="0"/>
          </a:xfrm>
          <a:custGeom>
            <a:avLst/>
            <a:gdLst/>
            <a:ahLst/>
            <a:cxnLst/>
            <a:rect l="l" t="t" r="r" b="b"/>
            <a:pathLst>
              <a:path w="83185">
                <a:moveTo>
                  <a:pt x="82983" y="0"/>
                </a:moveTo>
                <a:lnTo>
                  <a:pt x="0" y="0"/>
                </a:lnTo>
              </a:path>
            </a:pathLst>
          </a:custGeom>
          <a:ln w="272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3970" y="3661938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288" y="44352"/>
                </a:moveTo>
                <a:lnTo>
                  <a:pt x="92507" y="27086"/>
                </a:lnTo>
                <a:lnTo>
                  <a:pt x="82194" y="12988"/>
                </a:lnTo>
                <a:lnTo>
                  <a:pt x="66892" y="3484"/>
                </a:lnTo>
                <a:lnTo>
                  <a:pt x="48144" y="0"/>
                </a:lnTo>
                <a:lnTo>
                  <a:pt x="29395" y="3484"/>
                </a:lnTo>
                <a:lnTo>
                  <a:pt x="14093" y="12988"/>
                </a:lnTo>
                <a:lnTo>
                  <a:pt x="3780" y="27086"/>
                </a:lnTo>
                <a:lnTo>
                  <a:pt x="0" y="44352"/>
                </a:lnTo>
                <a:lnTo>
                  <a:pt x="3780" y="61613"/>
                </a:lnTo>
                <a:lnTo>
                  <a:pt x="14093" y="75712"/>
                </a:lnTo>
                <a:lnTo>
                  <a:pt x="29395" y="85218"/>
                </a:lnTo>
                <a:lnTo>
                  <a:pt x="48144" y="88705"/>
                </a:lnTo>
                <a:lnTo>
                  <a:pt x="66892" y="85218"/>
                </a:lnTo>
                <a:lnTo>
                  <a:pt x="82194" y="75712"/>
                </a:lnTo>
                <a:lnTo>
                  <a:pt x="92507" y="61613"/>
                </a:lnTo>
                <a:lnTo>
                  <a:pt x="96288" y="44352"/>
                </a:lnTo>
                <a:close/>
              </a:path>
            </a:pathLst>
          </a:custGeom>
          <a:ln w="283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80912" y="2819781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70081"/>
                </a:moveTo>
                <a:lnTo>
                  <a:pt x="0" y="0"/>
                </a:lnTo>
              </a:path>
            </a:pathLst>
          </a:custGeom>
          <a:ln w="296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64170" y="2819781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70081"/>
                </a:moveTo>
                <a:lnTo>
                  <a:pt x="0" y="0"/>
                </a:lnTo>
              </a:path>
            </a:pathLst>
          </a:custGeom>
          <a:ln w="296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47387" y="2819781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70081"/>
                </a:moveTo>
                <a:lnTo>
                  <a:pt x="0" y="0"/>
                </a:lnTo>
              </a:path>
            </a:pathLst>
          </a:custGeom>
          <a:ln w="296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30603" y="2819781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70081"/>
                </a:moveTo>
                <a:lnTo>
                  <a:pt x="0" y="0"/>
                </a:lnTo>
              </a:path>
            </a:pathLst>
          </a:custGeom>
          <a:ln w="296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80912" y="4431615"/>
            <a:ext cx="0" cy="170180"/>
          </a:xfrm>
          <a:custGeom>
            <a:avLst/>
            <a:gdLst/>
            <a:ahLst/>
            <a:cxnLst/>
            <a:rect l="l" t="t" r="r" b="b"/>
            <a:pathLst>
              <a:path h="170179">
                <a:moveTo>
                  <a:pt x="0" y="170143"/>
                </a:moveTo>
                <a:lnTo>
                  <a:pt x="0" y="0"/>
                </a:lnTo>
              </a:path>
            </a:pathLst>
          </a:custGeom>
          <a:ln w="296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64170" y="4431615"/>
            <a:ext cx="0" cy="170180"/>
          </a:xfrm>
          <a:custGeom>
            <a:avLst/>
            <a:gdLst/>
            <a:ahLst/>
            <a:cxnLst/>
            <a:rect l="l" t="t" r="r" b="b"/>
            <a:pathLst>
              <a:path h="170179">
                <a:moveTo>
                  <a:pt x="0" y="170143"/>
                </a:moveTo>
                <a:lnTo>
                  <a:pt x="0" y="0"/>
                </a:lnTo>
              </a:path>
            </a:pathLst>
          </a:custGeom>
          <a:ln w="296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47387" y="4431615"/>
            <a:ext cx="0" cy="170180"/>
          </a:xfrm>
          <a:custGeom>
            <a:avLst/>
            <a:gdLst/>
            <a:ahLst/>
            <a:cxnLst/>
            <a:rect l="l" t="t" r="r" b="b"/>
            <a:pathLst>
              <a:path h="170179">
                <a:moveTo>
                  <a:pt x="0" y="170143"/>
                </a:moveTo>
                <a:lnTo>
                  <a:pt x="0" y="0"/>
                </a:lnTo>
              </a:path>
            </a:pathLst>
          </a:custGeom>
          <a:ln w="296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30603" y="4431615"/>
            <a:ext cx="0" cy="170180"/>
          </a:xfrm>
          <a:custGeom>
            <a:avLst/>
            <a:gdLst/>
            <a:ahLst/>
            <a:cxnLst/>
            <a:rect l="l" t="t" r="r" b="b"/>
            <a:pathLst>
              <a:path h="170179">
                <a:moveTo>
                  <a:pt x="0" y="170143"/>
                </a:moveTo>
                <a:lnTo>
                  <a:pt x="0" y="0"/>
                </a:lnTo>
              </a:path>
            </a:pathLst>
          </a:custGeom>
          <a:ln w="296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753090" y="4178599"/>
            <a:ext cx="102235" cy="2228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300" spc="50" dirty="0"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297695" y="3974934"/>
            <a:ext cx="97790" cy="179705"/>
          </a:xfrm>
          <a:custGeom>
            <a:avLst/>
            <a:gdLst/>
            <a:ahLst/>
            <a:cxnLst/>
            <a:rect l="l" t="t" r="r" b="b"/>
            <a:pathLst>
              <a:path w="97790" h="179704">
                <a:moveTo>
                  <a:pt x="0" y="0"/>
                </a:moveTo>
                <a:lnTo>
                  <a:pt x="97207" y="89539"/>
                </a:lnTo>
                <a:lnTo>
                  <a:pt x="0" y="179091"/>
                </a:lnTo>
              </a:path>
            </a:pathLst>
          </a:custGeom>
          <a:ln w="29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25059" y="4064473"/>
            <a:ext cx="83185" cy="0"/>
          </a:xfrm>
          <a:custGeom>
            <a:avLst/>
            <a:gdLst/>
            <a:ahLst/>
            <a:cxnLst/>
            <a:rect l="l" t="t" r="r" b="b"/>
            <a:pathLst>
              <a:path w="83185">
                <a:moveTo>
                  <a:pt x="83120" y="0"/>
                </a:moveTo>
                <a:lnTo>
                  <a:pt x="0" y="0"/>
                </a:lnTo>
              </a:path>
            </a:pathLst>
          </a:custGeom>
          <a:ln w="272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228771" y="4020120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288" y="44352"/>
                </a:moveTo>
                <a:lnTo>
                  <a:pt x="92507" y="27091"/>
                </a:lnTo>
                <a:lnTo>
                  <a:pt x="82194" y="12993"/>
                </a:lnTo>
                <a:lnTo>
                  <a:pt x="66892" y="3486"/>
                </a:lnTo>
                <a:lnTo>
                  <a:pt x="48144" y="0"/>
                </a:lnTo>
                <a:lnTo>
                  <a:pt x="29395" y="3486"/>
                </a:lnTo>
                <a:lnTo>
                  <a:pt x="14093" y="12993"/>
                </a:lnTo>
                <a:lnTo>
                  <a:pt x="3780" y="27091"/>
                </a:lnTo>
                <a:lnTo>
                  <a:pt x="0" y="44352"/>
                </a:lnTo>
                <a:lnTo>
                  <a:pt x="3780" y="61619"/>
                </a:lnTo>
                <a:lnTo>
                  <a:pt x="14093" y="75717"/>
                </a:lnTo>
                <a:lnTo>
                  <a:pt x="29395" y="85220"/>
                </a:lnTo>
                <a:lnTo>
                  <a:pt x="48144" y="88705"/>
                </a:lnTo>
                <a:lnTo>
                  <a:pt x="66892" y="85220"/>
                </a:lnTo>
                <a:lnTo>
                  <a:pt x="82194" y="75717"/>
                </a:lnTo>
                <a:lnTo>
                  <a:pt x="92507" y="61619"/>
                </a:lnTo>
                <a:lnTo>
                  <a:pt x="96288" y="44352"/>
                </a:lnTo>
                <a:close/>
              </a:path>
            </a:pathLst>
          </a:custGeom>
          <a:ln w="283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529489" y="3892784"/>
            <a:ext cx="711200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0"/>
              </a:spcBef>
            </a:pPr>
            <a:r>
              <a:rPr sz="2925" spc="225" baseline="-35612" dirty="0">
                <a:latin typeface="Times New Roman"/>
                <a:cs typeface="Times New Roman"/>
              </a:rPr>
              <a:t>D</a:t>
            </a:r>
            <a:r>
              <a:rPr sz="2925" spc="142" baseline="-35612" dirty="0">
                <a:latin typeface="Times New Roman"/>
                <a:cs typeface="Times New Roman"/>
              </a:rPr>
              <a:t> </a:t>
            </a:r>
            <a:r>
              <a:rPr sz="1950" spc="140" dirty="0">
                <a:latin typeface="Times New Roman"/>
                <a:cs typeface="Times New Roman"/>
              </a:rPr>
              <a:t>CR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824963" y="3580928"/>
            <a:ext cx="316230" cy="0"/>
          </a:xfrm>
          <a:custGeom>
            <a:avLst/>
            <a:gdLst/>
            <a:ahLst/>
            <a:cxnLst/>
            <a:rect l="l" t="t" r="r" b="b"/>
            <a:pathLst>
              <a:path w="316229">
                <a:moveTo>
                  <a:pt x="0" y="0"/>
                </a:moveTo>
                <a:lnTo>
                  <a:pt x="315886" y="0"/>
                </a:lnTo>
              </a:path>
            </a:pathLst>
          </a:custGeom>
          <a:ln w="272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24963" y="3939111"/>
            <a:ext cx="316230" cy="0"/>
          </a:xfrm>
          <a:custGeom>
            <a:avLst/>
            <a:gdLst/>
            <a:ahLst/>
            <a:cxnLst/>
            <a:rect l="l" t="t" r="r" b="b"/>
            <a:pathLst>
              <a:path w="316229">
                <a:moveTo>
                  <a:pt x="0" y="0"/>
                </a:moveTo>
                <a:lnTo>
                  <a:pt x="315886" y="0"/>
                </a:lnTo>
              </a:path>
            </a:pathLst>
          </a:custGeom>
          <a:ln w="272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321483" y="2943549"/>
            <a:ext cx="2932430" cy="143954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42545" marR="55880" indent="411480">
              <a:lnSpc>
                <a:spcPct val="72300"/>
              </a:lnSpc>
              <a:spcBef>
                <a:spcPts val="785"/>
              </a:spcBef>
              <a:tabLst>
                <a:tab pos="1037590" algn="l"/>
                <a:tab pos="1640205" algn="l"/>
                <a:tab pos="2223135" algn="l"/>
                <a:tab pos="2487295" algn="l"/>
              </a:tabLst>
            </a:pPr>
            <a:r>
              <a:rPr sz="1950" spc="100" dirty="0">
                <a:latin typeface="Times New Roman"/>
                <a:cs typeface="Times New Roman"/>
              </a:rPr>
              <a:t>Q</a:t>
            </a:r>
            <a:r>
              <a:rPr sz="1950" spc="150" baseline="-12820" dirty="0">
                <a:latin typeface="Times New Roman"/>
                <a:cs typeface="Times New Roman"/>
              </a:rPr>
              <a:t>0	</a:t>
            </a:r>
            <a:r>
              <a:rPr sz="1950" spc="100" dirty="0">
                <a:latin typeface="Times New Roman"/>
                <a:cs typeface="Times New Roman"/>
              </a:rPr>
              <a:t>Q</a:t>
            </a:r>
            <a:r>
              <a:rPr sz="1950" spc="150" baseline="-12820" dirty="0">
                <a:latin typeface="Times New Roman"/>
                <a:cs typeface="Times New Roman"/>
              </a:rPr>
              <a:t>1	</a:t>
            </a:r>
            <a:r>
              <a:rPr sz="1950" spc="100" dirty="0">
                <a:latin typeface="Times New Roman"/>
                <a:cs typeface="Times New Roman"/>
              </a:rPr>
              <a:t>Q</a:t>
            </a:r>
            <a:r>
              <a:rPr sz="1950" spc="150" baseline="-12820" dirty="0">
                <a:latin typeface="Times New Roman"/>
                <a:cs typeface="Times New Roman"/>
              </a:rPr>
              <a:t>2	</a:t>
            </a:r>
            <a:r>
              <a:rPr sz="1950" spc="100" dirty="0">
                <a:latin typeface="Times New Roman"/>
                <a:cs typeface="Times New Roman"/>
              </a:rPr>
              <a:t>Q</a:t>
            </a:r>
            <a:r>
              <a:rPr sz="1950" spc="150" baseline="-12820" dirty="0">
                <a:latin typeface="Times New Roman"/>
                <a:cs typeface="Times New Roman"/>
              </a:rPr>
              <a:t>3  </a:t>
            </a:r>
            <a:r>
              <a:rPr sz="1950" spc="130" dirty="0">
                <a:latin typeface="Times New Roman"/>
                <a:cs typeface="Times New Roman"/>
              </a:rPr>
              <a:t>CT</a:t>
            </a:r>
            <a:r>
              <a:rPr sz="1950" spc="82" baseline="-12820" dirty="0">
                <a:latin typeface="Times New Roman"/>
                <a:cs typeface="Times New Roman"/>
              </a:rPr>
              <a:t>P</a:t>
            </a:r>
            <a:r>
              <a:rPr sz="1950" baseline="-12820" dirty="0">
                <a:latin typeface="Times New Roman"/>
                <a:cs typeface="Times New Roman"/>
              </a:rPr>
              <a:t>				</a:t>
            </a:r>
            <a:r>
              <a:rPr sz="1950" spc="140" dirty="0">
                <a:latin typeface="Times New Roman"/>
                <a:cs typeface="Times New Roman"/>
              </a:rPr>
              <a:t>C</a:t>
            </a:r>
            <a:r>
              <a:rPr sz="1950" spc="150" dirty="0">
                <a:latin typeface="Times New Roman"/>
                <a:cs typeface="Times New Roman"/>
              </a:rPr>
              <a:t>O</a:t>
            </a:r>
            <a:endParaRPr sz="19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0"/>
              </a:spcBef>
              <a:tabLst>
                <a:tab pos="1022350" algn="l"/>
                <a:tab pos="2494915" algn="l"/>
              </a:tabLst>
            </a:pPr>
            <a:r>
              <a:rPr sz="1950" spc="105" dirty="0">
                <a:latin typeface="Times New Roman"/>
                <a:cs typeface="Times New Roman"/>
              </a:rPr>
              <a:t>CT</a:t>
            </a:r>
            <a:r>
              <a:rPr sz="1950" spc="157" baseline="-12820" dirty="0">
                <a:latin typeface="Times New Roman"/>
                <a:cs typeface="Times New Roman"/>
              </a:rPr>
              <a:t>T	</a:t>
            </a:r>
            <a:r>
              <a:rPr sz="2350" b="1" spc="120" dirty="0">
                <a:solidFill>
                  <a:srgbClr val="FF0000"/>
                </a:solidFill>
                <a:latin typeface="Times New Roman"/>
                <a:cs typeface="Times New Roman"/>
              </a:rPr>
              <a:t>74160	</a:t>
            </a:r>
            <a:r>
              <a:rPr sz="2925" spc="202" baseline="-4273" dirty="0">
                <a:latin typeface="Times New Roman"/>
                <a:cs typeface="Times New Roman"/>
              </a:rPr>
              <a:t>LD</a:t>
            </a:r>
            <a:endParaRPr sz="2925" baseline="-4273">
              <a:latin typeface="Times New Roman"/>
              <a:cs typeface="Times New Roman"/>
            </a:endParaRPr>
          </a:p>
          <a:p>
            <a:pPr marL="99695">
              <a:lnSpc>
                <a:spcPct val="100000"/>
              </a:lnSpc>
              <a:spcBef>
                <a:spcPts val="1815"/>
              </a:spcBef>
              <a:tabLst>
                <a:tab pos="1047115" algn="l"/>
                <a:tab pos="1649730" algn="l"/>
              </a:tabLst>
            </a:pPr>
            <a:r>
              <a:rPr sz="2925" spc="254" baseline="35612" dirty="0">
                <a:latin typeface="Times New Roman"/>
                <a:cs typeface="Times New Roman"/>
              </a:rPr>
              <a:t>CP</a:t>
            </a:r>
            <a:r>
              <a:rPr sz="1950" spc="170" dirty="0">
                <a:latin typeface="Times New Roman"/>
                <a:cs typeface="Times New Roman"/>
              </a:rPr>
              <a:t>D</a:t>
            </a:r>
            <a:r>
              <a:rPr sz="1950" spc="254" baseline="-12820" dirty="0">
                <a:latin typeface="Times New Roman"/>
                <a:cs typeface="Times New Roman"/>
              </a:rPr>
              <a:t>0	</a:t>
            </a:r>
            <a:r>
              <a:rPr sz="1950" spc="100" dirty="0">
                <a:latin typeface="Times New Roman"/>
                <a:cs typeface="Times New Roman"/>
              </a:rPr>
              <a:t>D</a:t>
            </a:r>
            <a:r>
              <a:rPr sz="1950" spc="150" baseline="-12820" dirty="0">
                <a:latin typeface="Times New Roman"/>
                <a:cs typeface="Times New Roman"/>
              </a:rPr>
              <a:t>1	</a:t>
            </a:r>
            <a:r>
              <a:rPr sz="1950" spc="100" dirty="0">
                <a:latin typeface="Times New Roman"/>
                <a:cs typeface="Times New Roman"/>
              </a:rPr>
              <a:t>D</a:t>
            </a:r>
            <a:r>
              <a:rPr sz="1950" spc="150" baseline="-12820" dirty="0">
                <a:latin typeface="Times New Roman"/>
                <a:cs typeface="Times New Roman"/>
              </a:rPr>
              <a:t>2</a:t>
            </a:r>
            <a:endParaRPr sz="1950" baseline="-1282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86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39341" y="524636"/>
            <a:ext cx="25882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C00000"/>
                </a:solidFill>
                <a:latin typeface="华文楷体"/>
                <a:cs typeface="华文楷体"/>
              </a:rPr>
              <a:t>74160</a:t>
            </a:r>
            <a:r>
              <a:rPr sz="3600" b="1" spc="-120" dirty="0">
                <a:solidFill>
                  <a:srgbClr val="C00000"/>
                </a:solidFill>
                <a:latin typeface="华文楷体"/>
                <a:cs typeface="华文楷体"/>
              </a:rPr>
              <a:t> </a:t>
            </a:r>
            <a:r>
              <a:rPr sz="3600" b="1" spc="5" dirty="0">
                <a:solidFill>
                  <a:srgbClr val="7E4D00"/>
                </a:solidFill>
                <a:latin typeface="华文楷体"/>
                <a:cs typeface="华文楷体"/>
              </a:rPr>
              <a:t>功能表</a:t>
            </a:r>
            <a:endParaRPr sz="3600">
              <a:latin typeface="华文楷体"/>
              <a:cs typeface="华文楷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22083" y="1863598"/>
          <a:ext cx="6605269" cy="44329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7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9759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CP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CT</a:t>
                      </a:r>
                      <a:r>
                        <a:rPr sz="2775" b="1" spc="-7" baseline="-2102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CT</a:t>
                      </a:r>
                      <a:r>
                        <a:rPr sz="2775" b="1" spc="-7" baseline="-2102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工作状态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1111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1250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1250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12509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12509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800" b="1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异步清零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1111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↑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12509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12509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800" b="1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同步预置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1111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1250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800" b="1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保持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1111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60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2489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70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70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960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24892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9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701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800" b="1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保持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800" b="1" spc="-5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（</a:t>
                      </a:r>
                      <a:r>
                        <a:rPr sz="2800" b="1" spc="-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CO=0</a:t>
                      </a:r>
                      <a:r>
                        <a:rPr sz="2800" b="1" spc="-5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184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6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↑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800" b="1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计数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1117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2230373" y="2030729"/>
            <a:ext cx="670560" cy="1905"/>
          </a:xfrm>
          <a:custGeom>
            <a:avLst/>
            <a:gdLst/>
            <a:ahLst/>
            <a:cxnLst/>
            <a:rect l="l" t="t" r="r" b="b"/>
            <a:pathLst>
              <a:path w="670560" h="1905">
                <a:moveTo>
                  <a:pt x="0" y="0"/>
                </a:moveTo>
                <a:lnTo>
                  <a:pt x="670051" y="165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37154" y="2035301"/>
            <a:ext cx="670560" cy="1905"/>
          </a:xfrm>
          <a:custGeom>
            <a:avLst/>
            <a:gdLst/>
            <a:ahLst/>
            <a:cxnLst/>
            <a:rect l="l" t="t" r="r" b="b"/>
            <a:pathLst>
              <a:path w="670560" h="1905">
                <a:moveTo>
                  <a:pt x="0" y="0"/>
                </a:moveTo>
                <a:lnTo>
                  <a:pt x="670051" y="165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97679" y="0"/>
            <a:ext cx="5608320" cy="864235"/>
          </a:xfrm>
          <a:custGeom>
            <a:avLst/>
            <a:gdLst/>
            <a:ahLst/>
            <a:cxnLst/>
            <a:rect l="l" t="t" r="r" b="b"/>
            <a:pathLst>
              <a:path w="5608320" h="864235">
                <a:moveTo>
                  <a:pt x="0" y="864108"/>
                </a:moveTo>
                <a:lnTo>
                  <a:pt x="5608320" y="864108"/>
                </a:lnTo>
                <a:lnTo>
                  <a:pt x="5608320" y="0"/>
                </a:lnTo>
                <a:lnTo>
                  <a:pt x="0" y="0"/>
                </a:lnTo>
                <a:lnTo>
                  <a:pt x="0" y="864108"/>
                </a:lnTo>
                <a:close/>
              </a:path>
            </a:pathLst>
          </a:custGeom>
          <a:solidFill>
            <a:srgbClr val="C4F4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376673" y="0"/>
            <a:ext cx="5370195" cy="818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0100"/>
              </a:lnSpc>
              <a:spcBef>
                <a:spcPts val="95"/>
              </a:spcBef>
            </a:pPr>
            <a:r>
              <a:rPr sz="2000" dirty="0">
                <a:solidFill>
                  <a:srgbClr val="C00000"/>
                </a:solidFill>
              </a:rPr>
              <a:t>要求根据功能表，看出</a:t>
            </a:r>
            <a:r>
              <a:rPr sz="2000" spc="-10" dirty="0">
                <a:solidFill>
                  <a:srgbClr val="C00000"/>
                </a:solidFill>
              </a:rPr>
              <a:t>电</a:t>
            </a:r>
            <a:r>
              <a:rPr sz="2000" dirty="0">
                <a:solidFill>
                  <a:srgbClr val="C00000"/>
                </a:solidFill>
              </a:rPr>
              <a:t>路的</a:t>
            </a:r>
            <a:r>
              <a:rPr sz="2000" spc="-10" dirty="0">
                <a:solidFill>
                  <a:srgbClr val="C00000"/>
                </a:solidFill>
              </a:rPr>
              <a:t>逻</a:t>
            </a:r>
            <a:r>
              <a:rPr sz="2000" dirty="0">
                <a:solidFill>
                  <a:srgbClr val="C00000"/>
                </a:solidFill>
              </a:rPr>
              <a:t>辑功</a:t>
            </a:r>
            <a:r>
              <a:rPr sz="2000" spc="-10" dirty="0">
                <a:solidFill>
                  <a:srgbClr val="C00000"/>
                </a:solidFill>
              </a:rPr>
              <a:t>能</a:t>
            </a:r>
            <a:r>
              <a:rPr sz="2000" dirty="0">
                <a:solidFill>
                  <a:srgbClr val="C00000"/>
                </a:solidFill>
              </a:rPr>
              <a:t>、功</a:t>
            </a:r>
            <a:r>
              <a:rPr sz="2000" spc="-10" dirty="0">
                <a:solidFill>
                  <a:srgbClr val="C00000"/>
                </a:solidFill>
              </a:rPr>
              <a:t>能</a:t>
            </a:r>
            <a:r>
              <a:rPr sz="2000" dirty="0">
                <a:solidFill>
                  <a:srgbClr val="C00000"/>
                </a:solidFill>
              </a:rPr>
              <a:t>端 的有效电平、异</a:t>
            </a:r>
            <a:r>
              <a:rPr sz="2000" spc="-15" dirty="0">
                <a:solidFill>
                  <a:srgbClr val="C00000"/>
                </a:solidFill>
              </a:rPr>
              <a:t>步</a:t>
            </a:r>
            <a:r>
              <a:rPr sz="2000" i="0" spc="5" dirty="0">
                <a:solidFill>
                  <a:srgbClr val="C00000"/>
                </a:solidFill>
                <a:latin typeface="华文楷体"/>
                <a:cs typeface="华文楷体"/>
              </a:rPr>
              <a:t>/</a:t>
            </a:r>
            <a:r>
              <a:rPr sz="2000" spc="-10" dirty="0">
                <a:solidFill>
                  <a:srgbClr val="C00000"/>
                </a:solidFill>
              </a:rPr>
              <a:t>同</a:t>
            </a:r>
            <a:r>
              <a:rPr sz="2000" dirty="0">
                <a:solidFill>
                  <a:srgbClr val="C00000"/>
                </a:solidFill>
              </a:rPr>
              <a:t>步作用端。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87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773161" y="4932762"/>
            <a:ext cx="12160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i="1" spc="-5" dirty="0">
                <a:latin typeface="Arial"/>
                <a:cs typeface="Arial"/>
              </a:rPr>
              <a:t>CO</a:t>
            </a:r>
            <a:r>
              <a:rPr sz="1800" spc="-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CT </a:t>
            </a:r>
            <a:r>
              <a:rPr sz="1900" spc="-50" dirty="0">
                <a:latin typeface="宋体"/>
                <a:cs typeface="宋体"/>
              </a:rPr>
              <a:t>Q</a:t>
            </a:r>
            <a:r>
              <a:rPr sz="1900" spc="-605" dirty="0">
                <a:latin typeface="宋体"/>
                <a:cs typeface="宋体"/>
              </a:rPr>
              <a:t> </a:t>
            </a:r>
            <a:r>
              <a:rPr sz="1900" spc="-50" dirty="0">
                <a:latin typeface="宋体"/>
                <a:cs typeface="宋体"/>
              </a:rPr>
              <a:t>Q</a:t>
            </a:r>
            <a:endParaRPr sz="19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54973" y="5077714"/>
            <a:ext cx="5187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T </a:t>
            </a:r>
            <a:r>
              <a:rPr sz="1200" spc="-5" dirty="0">
                <a:latin typeface="Arial"/>
                <a:cs typeface="Arial"/>
              </a:rPr>
              <a:t>3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81118" y="2463208"/>
            <a:ext cx="4371975" cy="2149475"/>
          </a:xfrm>
          <a:custGeom>
            <a:avLst/>
            <a:gdLst/>
            <a:ahLst/>
            <a:cxnLst/>
            <a:rect l="l" t="t" r="r" b="b"/>
            <a:pathLst>
              <a:path w="4371975" h="2149475">
                <a:moveTo>
                  <a:pt x="0" y="2149208"/>
                </a:moveTo>
                <a:lnTo>
                  <a:pt x="4371538" y="2149209"/>
                </a:lnTo>
                <a:lnTo>
                  <a:pt x="4371538" y="0"/>
                </a:lnTo>
                <a:lnTo>
                  <a:pt x="0" y="0"/>
                </a:lnTo>
                <a:lnTo>
                  <a:pt x="0" y="2149208"/>
                </a:lnTo>
                <a:close/>
              </a:path>
            </a:pathLst>
          </a:custGeom>
          <a:ln w="416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75110" y="3000557"/>
            <a:ext cx="306070" cy="0"/>
          </a:xfrm>
          <a:custGeom>
            <a:avLst/>
            <a:gdLst/>
            <a:ahLst/>
            <a:cxnLst/>
            <a:rect l="l" t="t" r="r" b="b"/>
            <a:pathLst>
              <a:path w="306069">
                <a:moveTo>
                  <a:pt x="306007" y="0"/>
                </a:moveTo>
                <a:lnTo>
                  <a:pt x="0" y="0"/>
                </a:lnTo>
              </a:path>
            </a:pathLst>
          </a:custGeom>
          <a:ln w="40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75110" y="3537850"/>
            <a:ext cx="306070" cy="0"/>
          </a:xfrm>
          <a:custGeom>
            <a:avLst/>
            <a:gdLst/>
            <a:ahLst/>
            <a:cxnLst/>
            <a:rect l="l" t="t" r="r" b="b"/>
            <a:pathLst>
              <a:path w="306069">
                <a:moveTo>
                  <a:pt x="306007" y="0"/>
                </a:moveTo>
                <a:lnTo>
                  <a:pt x="0" y="0"/>
                </a:lnTo>
              </a:path>
            </a:pathLst>
          </a:custGeom>
          <a:ln w="40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75110" y="4075124"/>
            <a:ext cx="306070" cy="0"/>
          </a:xfrm>
          <a:custGeom>
            <a:avLst/>
            <a:gdLst/>
            <a:ahLst/>
            <a:cxnLst/>
            <a:rect l="l" t="t" r="r" b="b"/>
            <a:pathLst>
              <a:path w="306069">
                <a:moveTo>
                  <a:pt x="306007" y="0"/>
                </a:moveTo>
                <a:lnTo>
                  <a:pt x="0" y="0"/>
                </a:lnTo>
              </a:path>
            </a:pathLst>
          </a:custGeom>
          <a:ln w="40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52718" y="3000558"/>
            <a:ext cx="306070" cy="0"/>
          </a:xfrm>
          <a:custGeom>
            <a:avLst/>
            <a:gdLst/>
            <a:ahLst/>
            <a:cxnLst/>
            <a:rect l="l" t="t" r="r" b="b"/>
            <a:pathLst>
              <a:path w="306070">
                <a:moveTo>
                  <a:pt x="305966" y="0"/>
                </a:moveTo>
                <a:lnTo>
                  <a:pt x="0" y="0"/>
                </a:lnTo>
              </a:path>
            </a:pathLst>
          </a:custGeom>
          <a:ln w="40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12281" y="3537850"/>
            <a:ext cx="124460" cy="0"/>
          </a:xfrm>
          <a:custGeom>
            <a:avLst/>
            <a:gdLst/>
            <a:ahLst/>
            <a:cxnLst/>
            <a:rect l="l" t="t" r="r" b="b"/>
            <a:pathLst>
              <a:path w="124459">
                <a:moveTo>
                  <a:pt x="124401" y="0"/>
                </a:moveTo>
                <a:lnTo>
                  <a:pt x="0" y="0"/>
                </a:lnTo>
              </a:path>
            </a:pathLst>
          </a:custGeom>
          <a:ln w="40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67934" y="3471321"/>
            <a:ext cx="144780" cy="133350"/>
          </a:xfrm>
          <a:custGeom>
            <a:avLst/>
            <a:gdLst/>
            <a:ahLst/>
            <a:cxnLst/>
            <a:rect l="l" t="t" r="r" b="b"/>
            <a:pathLst>
              <a:path w="144779" h="133350">
                <a:moveTo>
                  <a:pt x="144347" y="66529"/>
                </a:moveTo>
                <a:lnTo>
                  <a:pt x="138679" y="40629"/>
                </a:lnTo>
                <a:lnTo>
                  <a:pt x="123219" y="19482"/>
                </a:lnTo>
                <a:lnTo>
                  <a:pt x="100279" y="5226"/>
                </a:lnTo>
                <a:lnTo>
                  <a:pt x="72173" y="0"/>
                </a:lnTo>
                <a:lnTo>
                  <a:pt x="44067" y="5226"/>
                </a:lnTo>
                <a:lnTo>
                  <a:pt x="21127" y="19482"/>
                </a:lnTo>
                <a:lnTo>
                  <a:pt x="5667" y="40629"/>
                </a:lnTo>
                <a:lnTo>
                  <a:pt x="0" y="66528"/>
                </a:lnTo>
                <a:lnTo>
                  <a:pt x="5667" y="92420"/>
                </a:lnTo>
                <a:lnTo>
                  <a:pt x="21127" y="113568"/>
                </a:lnTo>
                <a:lnTo>
                  <a:pt x="44067" y="127828"/>
                </a:lnTo>
                <a:lnTo>
                  <a:pt x="72173" y="133058"/>
                </a:lnTo>
                <a:lnTo>
                  <a:pt x="100279" y="127828"/>
                </a:lnTo>
                <a:lnTo>
                  <a:pt x="123219" y="113568"/>
                </a:lnTo>
                <a:lnTo>
                  <a:pt x="138679" y="92420"/>
                </a:lnTo>
                <a:lnTo>
                  <a:pt x="144347" y="66529"/>
                </a:lnTo>
                <a:close/>
              </a:path>
            </a:pathLst>
          </a:custGeom>
          <a:ln w="425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55426" y="2208085"/>
            <a:ext cx="0" cy="255270"/>
          </a:xfrm>
          <a:custGeom>
            <a:avLst/>
            <a:gdLst/>
            <a:ahLst/>
            <a:cxnLst/>
            <a:rect l="l" t="t" r="r" b="b"/>
            <a:pathLst>
              <a:path h="255269">
                <a:moveTo>
                  <a:pt x="0" y="255122"/>
                </a:moveTo>
                <a:lnTo>
                  <a:pt x="0" y="0"/>
                </a:lnTo>
              </a:path>
            </a:pathLst>
          </a:custGeom>
          <a:ln w="44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29795" y="2208085"/>
            <a:ext cx="0" cy="255270"/>
          </a:xfrm>
          <a:custGeom>
            <a:avLst/>
            <a:gdLst/>
            <a:ahLst/>
            <a:cxnLst/>
            <a:rect l="l" t="t" r="r" b="b"/>
            <a:pathLst>
              <a:path h="255269">
                <a:moveTo>
                  <a:pt x="0" y="255122"/>
                </a:moveTo>
                <a:lnTo>
                  <a:pt x="0" y="0"/>
                </a:lnTo>
              </a:path>
            </a:pathLst>
          </a:custGeom>
          <a:ln w="44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604103" y="2208085"/>
            <a:ext cx="0" cy="255270"/>
          </a:xfrm>
          <a:custGeom>
            <a:avLst/>
            <a:gdLst/>
            <a:ahLst/>
            <a:cxnLst/>
            <a:rect l="l" t="t" r="r" b="b"/>
            <a:pathLst>
              <a:path h="255269">
                <a:moveTo>
                  <a:pt x="0" y="255122"/>
                </a:moveTo>
                <a:lnTo>
                  <a:pt x="0" y="0"/>
                </a:lnTo>
              </a:path>
            </a:pathLst>
          </a:custGeom>
          <a:ln w="44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78411" y="2208085"/>
            <a:ext cx="0" cy="255270"/>
          </a:xfrm>
          <a:custGeom>
            <a:avLst/>
            <a:gdLst/>
            <a:ahLst/>
            <a:cxnLst/>
            <a:rect l="l" t="t" r="r" b="b"/>
            <a:pathLst>
              <a:path h="255269">
                <a:moveTo>
                  <a:pt x="0" y="255122"/>
                </a:moveTo>
                <a:lnTo>
                  <a:pt x="0" y="0"/>
                </a:lnTo>
              </a:path>
            </a:pathLst>
          </a:custGeom>
          <a:ln w="44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55426" y="4625836"/>
            <a:ext cx="0" cy="255270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255215"/>
                </a:moveTo>
                <a:lnTo>
                  <a:pt x="0" y="0"/>
                </a:lnTo>
              </a:path>
            </a:pathLst>
          </a:custGeom>
          <a:ln w="44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729795" y="4625837"/>
            <a:ext cx="0" cy="255270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255215"/>
                </a:moveTo>
                <a:lnTo>
                  <a:pt x="0" y="0"/>
                </a:lnTo>
              </a:path>
            </a:pathLst>
          </a:custGeom>
          <a:ln w="44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604103" y="4625837"/>
            <a:ext cx="0" cy="255270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255215"/>
                </a:moveTo>
                <a:lnTo>
                  <a:pt x="0" y="0"/>
                </a:lnTo>
              </a:path>
            </a:pathLst>
          </a:custGeom>
          <a:ln w="44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78411" y="4625837"/>
            <a:ext cx="0" cy="255270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255215"/>
                </a:moveTo>
                <a:lnTo>
                  <a:pt x="0" y="0"/>
                </a:lnTo>
              </a:path>
            </a:pathLst>
          </a:custGeom>
          <a:ln w="44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662032" y="4252664"/>
            <a:ext cx="146685" cy="3213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1900" spc="100" dirty="0"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81118" y="3940815"/>
            <a:ext cx="146050" cy="269240"/>
          </a:xfrm>
          <a:custGeom>
            <a:avLst/>
            <a:gdLst/>
            <a:ahLst/>
            <a:cxnLst/>
            <a:rect l="l" t="t" r="r" b="b"/>
            <a:pathLst>
              <a:path w="146050" h="269239">
                <a:moveTo>
                  <a:pt x="0" y="0"/>
                </a:moveTo>
                <a:lnTo>
                  <a:pt x="145724" y="134308"/>
                </a:lnTo>
                <a:lnTo>
                  <a:pt x="0" y="268636"/>
                </a:lnTo>
              </a:path>
            </a:pathLst>
          </a:custGeom>
          <a:ln w="4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519479" y="4075124"/>
            <a:ext cx="125095" cy="0"/>
          </a:xfrm>
          <a:custGeom>
            <a:avLst/>
            <a:gdLst/>
            <a:ahLst/>
            <a:cxnLst/>
            <a:rect l="l" t="t" r="r" b="b"/>
            <a:pathLst>
              <a:path w="125095">
                <a:moveTo>
                  <a:pt x="124607" y="0"/>
                </a:moveTo>
                <a:lnTo>
                  <a:pt x="0" y="0"/>
                </a:lnTo>
              </a:path>
            </a:pathLst>
          </a:custGeom>
          <a:ln w="40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375132" y="4008595"/>
            <a:ext cx="144780" cy="133350"/>
          </a:xfrm>
          <a:custGeom>
            <a:avLst/>
            <a:gdLst/>
            <a:ahLst/>
            <a:cxnLst/>
            <a:rect l="l" t="t" r="r" b="b"/>
            <a:pathLst>
              <a:path w="144779" h="133350">
                <a:moveTo>
                  <a:pt x="144347" y="66529"/>
                </a:moveTo>
                <a:lnTo>
                  <a:pt x="138679" y="40637"/>
                </a:lnTo>
                <a:lnTo>
                  <a:pt x="123219" y="19489"/>
                </a:lnTo>
                <a:lnTo>
                  <a:pt x="100279" y="5229"/>
                </a:lnTo>
                <a:lnTo>
                  <a:pt x="72173" y="0"/>
                </a:lnTo>
                <a:lnTo>
                  <a:pt x="44067" y="5229"/>
                </a:lnTo>
                <a:lnTo>
                  <a:pt x="21127" y="19489"/>
                </a:lnTo>
                <a:lnTo>
                  <a:pt x="5667" y="40637"/>
                </a:lnTo>
                <a:lnTo>
                  <a:pt x="0" y="66528"/>
                </a:lnTo>
                <a:lnTo>
                  <a:pt x="5667" y="92428"/>
                </a:lnTo>
                <a:lnTo>
                  <a:pt x="21127" y="113575"/>
                </a:lnTo>
                <a:lnTo>
                  <a:pt x="44067" y="127831"/>
                </a:lnTo>
                <a:lnTo>
                  <a:pt x="72173" y="133058"/>
                </a:lnTo>
                <a:lnTo>
                  <a:pt x="100279" y="127831"/>
                </a:lnTo>
                <a:lnTo>
                  <a:pt x="123219" y="113575"/>
                </a:lnTo>
                <a:lnTo>
                  <a:pt x="138679" y="92428"/>
                </a:lnTo>
                <a:lnTo>
                  <a:pt x="144347" y="66529"/>
                </a:lnTo>
                <a:close/>
              </a:path>
            </a:pathLst>
          </a:custGeom>
          <a:ln w="425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339507" y="3823940"/>
            <a:ext cx="1034415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4425" spc="307" baseline="-35781" dirty="0">
                <a:latin typeface="Times New Roman"/>
                <a:cs typeface="Times New Roman"/>
              </a:rPr>
              <a:t>D</a:t>
            </a:r>
            <a:r>
              <a:rPr sz="4425" spc="254" baseline="-35781" dirty="0">
                <a:latin typeface="Times New Roman"/>
                <a:cs typeface="Times New Roman"/>
              </a:rPr>
              <a:t> </a:t>
            </a:r>
            <a:r>
              <a:rPr sz="2950" spc="190" dirty="0">
                <a:latin typeface="Times New Roman"/>
                <a:cs typeface="Times New Roman"/>
              </a:rPr>
              <a:t>CR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769778" y="3349806"/>
            <a:ext cx="473709" cy="0"/>
          </a:xfrm>
          <a:custGeom>
            <a:avLst/>
            <a:gdLst/>
            <a:ahLst/>
            <a:cxnLst/>
            <a:rect l="l" t="t" r="r" b="b"/>
            <a:pathLst>
              <a:path w="473709">
                <a:moveTo>
                  <a:pt x="0" y="0"/>
                </a:moveTo>
                <a:lnTo>
                  <a:pt x="473549" y="0"/>
                </a:lnTo>
              </a:path>
            </a:pathLst>
          </a:custGeom>
          <a:ln w="40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769778" y="3887080"/>
            <a:ext cx="473709" cy="0"/>
          </a:xfrm>
          <a:custGeom>
            <a:avLst/>
            <a:gdLst/>
            <a:ahLst/>
            <a:cxnLst/>
            <a:rect l="l" t="t" r="r" b="b"/>
            <a:pathLst>
              <a:path w="473709">
                <a:moveTo>
                  <a:pt x="0" y="0"/>
                </a:moveTo>
                <a:lnTo>
                  <a:pt x="473549" y="0"/>
                </a:lnTo>
              </a:path>
            </a:pathLst>
          </a:custGeom>
          <a:ln w="40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035795" y="2400087"/>
            <a:ext cx="4345305" cy="214630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45085" marR="55880" indent="616585">
              <a:lnSpc>
                <a:spcPct val="71700"/>
              </a:lnSpc>
              <a:spcBef>
                <a:spcPts val="1135"/>
              </a:spcBef>
              <a:tabLst>
                <a:tab pos="1536700" algn="l"/>
                <a:tab pos="2440305" algn="l"/>
                <a:tab pos="3314065" algn="l"/>
                <a:tab pos="3710304" algn="l"/>
              </a:tabLst>
            </a:pPr>
            <a:r>
              <a:rPr sz="2950" spc="150" dirty="0">
                <a:latin typeface="Times New Roman"/>
                <a:cs typeface="Times New Roman"/>
              </a:rPr>
              <a:t>Q</a:t>
            </a:r>
            <a:r>
              <a:rPr sz="2850" spc="225" baseline="-13157" dirty="0">
                <a:latin typeface="Times New Roman"/>
                <a:cs typeface="Times New Roman"/>
              </a:rPr>
              <a:t>0	</a:t>
            </a:r>
            <a:r>
              <a:rPr sz="2950" spc="150" dirty="0">
                <a:latin typeface="Times New Roman"/>
                <a:cs typeface="Times New Roman"/>
              </a:rPr>
              <a:t>Q</a:t>
            </a:r>
            <a:r>
              <a:rPr sz="2850" spc="225" baseline="-13157" dirty="0">
                <a:latin typeface="Times New Roman"/>
                <a:cs typeface="Times New Roman"/>
              </a:rPr>
              <a:t>1	</a:t>
            </a:r>
            <a:r>
              <a:rPr sz="2950" spc="150" dirty="0">
                <a:latin typeface="Times New Roman"/>
                <a:cs typeface="Times New Roman"/>
              </a:rPr>
              <a:t>Q</a:t>
            </a:r>
            <a:r>
              <a:rPr sz="2850" spc="225" baseline="-13157" dirty="0">
                <a:latin typeface="Times New Roman"/>
                <a:cs typeface="Times New Roman"/>
              </a:rPr>
              <a:t>2	</a:t>
            </a:r>
            <a:r>
              <a:rPr sz="2950" spc="150" dirty="0">
                <a:latin typeface="Times New Roman"/>
                <a:cs typeface="Times New Roman"/>
              </a:rPr>
              <a:t>Q</a:t>
            </a:r>
            <a:r>
              <a:rPr sz="2850" spc="225" baseline="-13157" dirty="0">
                <a:latin typeface="Times New Roman"/>
                <a:cs typeface="Times New Roman"/>
              </a:rPr>
              <a:t>3  </a:t>
            </a:r>
            <a:r>
              <a:rPr sz="2950" spc="180" dirty="0">
                <a:latin typeface="Times New Roman"/>
                <a:cs typeface="Times New Roman"/>
              </a:rPr>
              <a:t>CT</a:t>
            </a:r>
            <a:r>
              <a:rPr sz="2850" spc="165" baseline="-13157" dirty="0">
                <a:latin typeface="Times New Roman"/>
                <a:cs typeface="Times New Roman"/>
              </a:rPr>
              <a:t>P</a:t>
            </a:r>
            <a:r>
              <a:rPr sz="2850" baseline="-13157" dirty="0">
                <a:latin typeface="Times New Roman"/>
                <a:cs typeface="Times New Roman"/>
              </a:rPr>
              <a:t>				</a:t>
            </a:r>
            <a:r>
              <a:rPr sz="2950" spc="190" dirty="0">
                <a:latin typeface="Times New Roman"/>
                <a:cs typeface="Times New Roman"/>
              </a:rPr>
              <a:t>C</a:t>
            </a:r>
            <a:r>
              <a:rPr sz="2950" spc="204" dirty="0">
                <a:latin typeface="Times New Roman"/>
                <a:cs typeface="Times New Roman"/>
              </a:rPr>
              <a:t>O</a:t>
            </a:r>
            <a:endParaRPr sz="29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513840" algn="l"/>
                <a:tab pos="3721735" algn="l"/>
              </a:tabLst>
            </a:pPr>
            <a:r>
              <a:rPr sz="2950" spc="160" dirty="0">
                <a:latin typeface="Times New Roman"/>
                <a:cs typeface="Times New Roman"/>
              </a:rPr>
              <a:t>CT</a:t>
            </a:r>
            <a:r>
              <a:rPr sz="2850" spc="240" baseline="-13157" dirty="0">
                <a:latin typeface="Times New Roman"/>
                <a:cs typeface="Times New Roman"/>
              </a:rPr>
              <a:t>T	</a:t>
            </a:r>
            <a:r>
              <a:rPr sz="3550" b="1" spc="165" dirty="0">
                <a:solidFill>
                  <a:srgbClr val="FF0000"/>
                </a:solidFill>
                <a:latin typeface="Times New Roman"/>
                <a:cs typeface="Times New Roman"/>
              </a:rPr>
              <a:t>74160	</a:t>
            </a:r>
            <a:r>
              <a:rPr sz="4425" spc="284" baseline="-3766" dirty="0">
                <a:latin typeface="Times New Roman"/>
                <a:cs typeface="Times New Roman"/>
              </a:rPr>
              <a:t>LD</a:t>
            </a:r>
            <a:endParaRPr sz="4425" baseline="-3766">
              <a:latin typeface="Times New Roman"/>
              <a:cs typeface="Times New Roman"/>
            </a:endParaRPr>
          </a:p>
          <a:p>
            <a:pPr marL="130810">
              <a:lnSpc>
                <a:spcPct val="100000"/>
              </a:lnSpc>
              <a:spcBef>
                <a:spcPts val="2685"/>
              </a:spcBef>
              <a:tabLst>
                <a:tab pos="1551305" algn="l"/>
                <a:tab pos="2454910" algn="l"/>
              </a:tabLst>
            </a:pPr>
            <a:r>
              <a:rPr sz="4425" spc="375" baseline="35781" dirty="0">
                <a:latin typeface="Times New Roman"/>
                <a:cs typeface="Times New Roman"/>
              </a:rPr>
              <a:t>CP</a:t>
            </a:r>
            <a:r>
              <a:rPr sz="2950" spc="250" dirty="0">
                <a:latin typeface="Times New Roman"/>
                <a:cs typeface="Times New Roman"/>
              </a:rPr>
              <a:t>D</a:t>
            </a:r>
            <a:r>
              <a:rPr sz="2850" spc="375" baseline="-13157" dirty="0">
                <a:latin typeface="Times New Roman"/>
                <a:cs typeface="Times New Roman"/>
              </a:rPr>
              <a:t>0	</a:t>
            </a:r>
            <a:r>
              <a:rPr sz="2950" spc="150" dirty="0">
                <a:latin typeface="Times New Roman"/>
                <a:cs typeface="Times New Roman"/>
              </a:rPr>
              <a:t>D</a:t>
            </a:r>
            <a:r>
              <a:rPr sz="2850" spc="225" baseline="-13157" dirty="0">
                <a:latin typeface="Times New Roman"/>
                <a:cs typeface="Times New Roman"/>
              </a:rPr>
              <a:t>1	</a:t>
            </a:r>
            <a:r>
              <a:rPr sz="2950" spc="150" dirty="0">
                <a:latin typeface="Times New Roman"/>
                <a:cs typeface="Times New Roman"/>
              </a:rPr>
              <a:t>D</a:t>
            </a:r>
            <a:r>
              <a:rPr sz="2850" spc="225" baseline="-13157" dirty="0">
                <a:latin typeface="Times New Roman"/>
                <a:cs typeface="Times New Roman"/>
              </a:rPr>
              <a:t>2</a:t>
            </a:r>
            <a:endParaRPr sz="2850" baseline="-13157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623047" y="2605277"/>
            <a:ext cx="2094864" cy="1402080"/>
          </a:xfrm>
          <a:custGeom>
            <a:avLst/>
            <a:gdLst/>
            <a:ahLst/>
            <a:cxnLst/>
            <a:rect l="l" t="t" r="r" b="b"/>
            <a:pathLst>
              <a:path w="2094865" h="1402079">
                <a:moveTo>
                  <a:pt x="1861057" y="0"/>
                </a:moveTo>
                <a:lnTo>
                  <a:pt x="560577" y="0"/>
                </a:lnTo>
                <a:lnTo>
                  <a:pt x="513490" y="4748"/>
                </a:lnTo>
                <a:lnTo>
                  <a:pt x="469630" y="18367"/>
                </a:lnTo>
                <a:lnTo>
                  <a:pt x="429936" y="39915"/>
                </a:lnTo>
                <a:lnTo>
                  <a:pt x="395350" y="68453"/>
                </a:lnTo>
                <a:lnTo>
                  <a:pt x="366813" y="103038"/>
                </a:lnTo>
                <a:lnTo>
                  <a:pt x="345265" y="142732"/>
                </a:lnTo>
                <a:lnTo>
                  <a:pt x="331646" y="186592"/>
                </a:lnTo>
                <a:lnTo>
                  <a:pt x="326898" y="233680"/>
                </a:lnTo>
                <a:lnTo>
                  <a:pt x="326898" y="817880"/>
                </a:lnTo>
                <a:lnTo>
                  <a:pt x="0" y="931799"/>
                </a:lnTo>
                <a:lnTo>
                  <a:pt x="326898" y="1168400"/>
                </a:lnTo>
                <a:lnTo>
                  <a:pt x="331646" y="1215487"/>
                </a:lnTo>
                <a:lnTo>
                  <a:pt x="345265" y="1259347"/>
                </a:lnTo>
                <a:lnTo>
                  <a:pt x="366813" y="1299041"/>
                </a:lnTo>
                <a:lnTo>
                  <a:pt x="395350" y="1333627"/>
                </a:lnTo>
                <a:lnTo>
                  <a:pt x="429936" y="1362164"/>
                </a:lnTo>
                <a:lnTo>
                  <a:pt x="469630" y="1383712"/>
                </a:lnTo>
                <a:lnTo>
                  <a:pt x="513490" y="1397331"/>
                </a:lnTo>
                <a:lnTo>
                  <a:pt x="560577" y="1402080"/>
                </a:lnTo>
                <a:lnTo>
                  <a:pt x="1861057" y="1402080"/>
                </a:lnTo>
                <a:lnTo>
                  <a:pt x="1908145" y="1397331"/>
                </a:lnTo>
                <a:lnTo>
                  <a:pt x="1952005" y="1383712"/>
                </a:lnTo>
                <a:lnTo>
                  <a:pt x="1991699" y="1362164"/>
                </a:lnTo>
                <a:lnTo>
                  <a:pt x="2026285" y="1333627"/>
                </a:lnTo>
                <a:lnTo>
                  <a:pt x="2054822" y="1299041"/>
                </a:lnTo>
                <a:lnTo>
                  <a:pt x="2076370" y="1259347"/>
                </a:lnTo>
                <a:lnTo>
                  <a:pt x="2089989" y="1215487"/>
                </a:lnTo>
                <a:lnTo>
                  <a:pt x="2094737" y="1168400"/>
                </a:lnTo>
                <a:lnTo>
                  <a:pt x="2094737" y="233680"/>
                </a:lnTo>
                <a:lnTo>
                  <a:pt x="2089989" y="186592"/>
                </a:lnTo>
                <a:lnTo>
                  <a:pt x="2076370" y="142732"/>
                </a:lnTo>
                <a:lnTo>
                  <a:pt x="2054822" y="103038"/>
                </a:lnTo>
                <a:lnTo>
                  <a:pt x="2026284" y="68453"/>
                </a:lnTo>
                <a:lnTo>
                  <a:pt x="1991699" y="39915"/>
                </a:lnTo>
                <a:lnTo>
                  <a:pt x="1952005" y="18367"/>
                </a:lnTo>
                <a:lnTo>
                  <a:pt x="1908145" y="4748"/>
                </a:lnTo>
                <a:lnTo>
                  <a:pt x="1861057" y="0"/>
                </a:lnTo>
                <a:close/>
              </a:path>
            </a:pathLst>
          </a:custGeom>
          <a:solidFill>
            <a:srgbClr val="C4F4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623047" y="2605277"/>
            <a:ext cx="2094864" cy="1402080"/>
          </a:xfrm>
          <a:custGeom>
            <a:avLst/>
            <a:gdLst/>
            <a:ahLst/>
            <a:cxnLst/>
            <a:rect l="l" t="t" r="r" b="b"/>
            <a:pathLst>
              <a:path w="2094865" h="1402079">
                <a:moveTo>
                  <a:pt x="326898" y="233680"/>
                </a:moveTo>
                <a:lnTo>
                  <a:pt x="331646" y="186592"/>
                </a:lnTo>
                <a:lnTo>
                  <a:pt x="345265" y="142732"/>
                </a:lnTo>
                <a:lnTo>
                  <a:pt x="366813" y="103038"/>
                </a:lnTo>
                <a:lnTo>
                  <a:pt x="395350" y="68453"/>
                </a:lnTo>
                <a:lnTo>
                  <a:pt x="429936" y="39915"/>
                </a:lnTo>
                <a:lnTo>
                  <a:pt x="469630" y="18367"/>
                </a:lnTo>
                <a:lnTo>
                  <a:pt x="513490" y="4748"/>
                </a:lnTo>
                <a:lnTo>
                  <a:pt x="560577" y="0"/>
                </a:lnTo>
                <a:lnTo>
                  <a:pt x="621537" y="0"/>
                </a:lnTo>
                <a:lnTo>
                  <a:pt x="1063498" y="0"/>
                </a:lnTo>
                <a:lnTo>
                  <a:pt x="1861057" y="0"/>
                </a:lnTo>
                <a:lnTo>
                  <a:pt x="1908145" y="4748"/>
                </a:lnTo>
                <a:lnTo>
                  <a:pt x="1952005" y="18367"/>
                </a:lnTo>
                <a:lnTo>
                  <a:pt x="1991699" y="39915"/>
                </a:lnTo>
                <a:lnTo>
                  <a:pt x="2026284" y="68453"/>
                </a:lnTo>
                <a:lnTo>
                  <a:pt x="2054822" y="103038"/>
                </a:lnTo>
                <a:lnTo>
                  <a:pt x="2076370" y="142732"/>
                </a:lnTo>
                <a:lnTo>
                  <a:pt x="2089989" y="186592"/>
                </a:lnTo>
                <a:lnTo>
                  <a:pt x="2094737" y="233680"/>
                </a:lnTo>
                <a:lnTo>
                  <a:pt x="2094737" y="817880"/>
                </a:lnTo>
                <a:lnTo>
                  <a:pt x="2094737" y="1168400"/>
                </a:lnTo>
                <a:lnTo>
                  <a:pt x="2089989" y="1215487"/>
                </a:lnTo>
                <a:lnTo>
                  <a:pt x="2076370" y="1259347"/>
                </a:lnTo>
                <a:lnTo>
                  <a:pt x="2054822" y="1299041"/>
                </a:lnTo>
                <a:lnTo>
                  <a:pt x="2026285" y="1333627"/>
                </a:lnTo>
                <a:lnTo>
                  <a:pt x="1991699" y="1362164"/>
                </a:lnTo>
                <a:lnTo>
                  <a:pt x="1952005" y="1383712"/>
                </a:lnTo>
                <a:lnTo>
                  <a:pt x="1908145" y="1397331"/>
                </a:lnTo>
                <a:lnTo>
                  <a:pt x="1861057" y="1402080"/>
                </a:lnTo>
                <a:lnTo>
                  <a:pt x="1063498" y="1402080"/>
                </a:lnTo>
                <a:lnTo>
                  <a:pt x="621537" y="1402080"/>
                </a:lnTo>
                <a:lnTo>
                  <a:pt x="560577" y="1402080"/>
                </a:lnTo>
                <a:lnTo>
                  <a:pt x="513490" y="1397331"/>
                </a:lnTo>
                <a:lnTo>
                  <a:pt x="469630" y="1383712"/>
                </a:lnTo>
                <a:lnTo>
                  <a:pt x="429936" y="1362164"/>
                </a:lnTo>
                <a:lnTo>
                  <a:pt x="395350" y="1333627"/>
                </a:lnTo>
                <a:lnTo>
                  <a:pt x="366813" y="1299041"/>
                </a:lnTo>
                <a:lnTo>
                  <a:pt x="345265" y="1259347"/>
                </a:lnTo>
                <a:lnTo>
                  <a:pt x="331646" y="1215487"/>
                </a:lnTo>
                <a:lnTo>
                  <a:pt x="326898" y="1168400"/>
                </a:lnTo>
                <a:lnTo>
                  <a:pt x="0" y="931799"/>
                </a:lnTo>
                <a:lnTo>
                  <a:pt x="326898" y="817880"/>
                </a:lnTo>
                <a:lnTo>
                  <a:pt x="326898" y="233680"/>
                </a:lnTo>
                <a:close/>
              </a:path>
            </a:pathLst>
          </a:custGeom>
          <a:ln w="2590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107426" y="2626613"/>
            <a:ext cx="145224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华文楷体"/>
                <a:cs typeface="华文楷体"/>
              </a:rPr>
              <a:t>预置端 低电平有 </a:t>
            </a:r>
            <a:r>
              <a:rPr sz="2800" b="1" spc="-10" dirty="0">
                <a:latin typeface="华文楷体"/>
                <a:cs typeface="华文楷体"/>
              </a:rPr>
              <a:t>效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695056" y="4074795"/>
            <a:ext cx="1905635" cy="1990089"/>
          </a:xfrm>
          <a:custGeom>
            <a:avLst/>
            <a:gdLst/>
            <a:ahLst/>
            <a:cxnLst/>
            <a:rect l="l" t="t" r="r" b="b"/>
            <a:pathLst>
              <a:path w="1905634" h="1990089">
                <a:moveTo>
                  <a:pt x="1660778" y="522350"/>
                </a:moveTo>
                <a:lnTo>
                  <a:pt x="315087" y="522350"/>
                </a:lnTo>
                <a:lnTo>
                  <a:pt x="265780" y="527318"/>
                </a:lnTo>
                <a:lnTo>
                  <a:pt x="219860" y="541567"/>
                </a:lnTo>
                <a:lnTo>
                  <a:pt x="178310" y="564115"/>
                </a:lnTo>
                <a:lnTo>
                  <a:pt x="142113" y="593978"/>
                </a:lnTo>
                <a:lnTo>
                  <a:pt x="112249" y="630176"/>
                </a:lnTo>
                <a:lnTo>
                  <a:pt x="89701" y="671726"/>
                </a:lnTo>
                <a:lnTo>
                  <a:pt x="75452" y="717646"/>
                </a:lnTo>
                <a:lnTo>
                  <a:pt x="70485" y="766952"/>
                </a:lnTo>
                <a:lnTo>
                  <a:pt x="70485" y="1745360"/>
                </a:lnTo>
                <a:lnTo>
                  <a:pt x="75452" y="1794656"/>
                </a:lnTo>
                <a:lnTo>
                  <a:pt x="89701" y="1840571"/>
                </a:lnTo>
                <a:lnTo>
                  <a:pt x="112249" y="1882120"/>
                </a:lnTo>
                <a:lnTo>
                  <a:pt x="142113" y="1918320"/>
                </a:lnTo>
                <a:lnTo>
                  <a:pt x="178310" y="1948188"/>
                </a:lnTo>
                <a:lnTo>
                  <a:pt x="219860" y="1970740"/>
                </a:lnTo>
                <a:lnTo>
                  <a:pt x="265780" y="1984993"/>
                </a:lnTo>
                <a:lnTo>
                  <a:pt x="315087" y="1989962"/>
                </a:lnTo>
                <a:lnTo>
                  <a:pt x="1660778" y="1989962"/>
                </a:lnTo>
                <a:lnTo>
                  <a:pt x="1710085" y="1984993"/>
                </a:lnTo>
                <a:lnTo>
                  <a:pt x="1756005" y="1970740"/>
                </a:lnTo>
                <a:lnTo>
                  <a:pt x="1797555" y="1948188"/>
                </a:lnTo>
                <a:lnTo>
                  <a:pt x="1833752" y="1918320"/>
                </a:lnTo>
                <a:lnTo>
                  <a:pt x="1863616" y="1882120"/>
                </a:lnTo>
                <a:lnTo>
                  <a:pt x="1886164" y="1840571"/>
                </a:lnTo>
                <a:lnTo>
                  <a:pt x="1900413" y="1794656"/>
                </a:lnTo>
                <a:lnTo>
                  <a:pt x="1905381" y="1745360"/>
                </a:lnTo>
                <a:lnTo>
                  <a:pt x="1905381" y="766952"/>
                </a:lnTo>
                <a:lnTo>
                  <a:pt x="1900413" y="717646"/>
                </a:lnTo>
                <a:lnTo>
                  <a:pt x="1886164" y="671726"/>
                </a:lnTo>
                <a:lnTo>
                  <a:pt x="1863616" y="630176"/>
                </a:lnTo>
                <a:lnTo>
                  <a:pt x="1833752" y="593978"/>
                </a:lnTo>
                <a:lnTo>
                  <a:pt x="1797555" y="564115"/>
                </a:lnTo>
                <a:lnTo>
                  <a:pt x="1756005" y="541567"/>
                </a:lnTo>
                <a:lnTo>
                  <a:pt x="1710085" y="527318"/>
                </a:lnTo>
                <a:lnTo>
                  <a:pt x="1660778" y="522350"/>
                </a:lnTo>
                <a:close/>
              </a:path>
              <a:path w="1905634" h="1990089">
                <a:moveTo>
                  <a:pt x="0" y="0"/>
                </a:moveTo>
                <a:lnTo>
                  <a:pt x="376300" y="522350"/>
                </a:lnTo>
                <a:lnTo>
                  <a:pt x="835025" y="522350"/>
                </a:lnTo>
                <a:lnTo>
                  <a:pt x="0" y="0"/>
                </a:lnTo>
                <a:close/>
              </a:path>
            </a:pathLst>
          </a:custGeom>
          <a:solidFill>
            <a:srgbClr val="C4F4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95056" y="4074795"/>
            <a:ext cx="1905635" cy="1990089"/>
          </a:xfrm>
          <a:custGeom>
            <a:avLst/>
            <a:gdLst/>
            <a:ahLst/>
            <a:cxnLst/>
            <a:rect l="l" t="t" r="r" b="b"/>
            <a:pathLst>
              <a:path w="1905634" h="1990089">
                <a:moveTo>
                  <a:pt x="70485" y="766952"/>
                </a:moveTo>
                <a:lnTo>
                  <a:pt x="75452" y="717646"/>
                </a:lnTo>
                <a:lnTo>
                  <a:pt x="89701" y="671726"/>
                </a:lnTo>
                <a:lnTo>
                  <a:pt x="112249" y="630176"/>
                </a:lnTo>
                <a:lnTo>
                  <a:pt x="142113" y="593978"/>
                </a:lnTo>
                <a:lnTo>
                  <a:pt x="178310" y="564115"/>
                </a:lnTo>
                <a:lnTo>
                  <a:pt x="219860" y="541567"/>
                </a:lnTo>
                <a:lnTo>
                  <a:pt x="265780" y="527318"/>
                </a:lnTo>
                <a:lnTo>
                  <a:pt x="315087" y="522350"/>
                </a:lnTo>
                <a:lnTo>
                  <a:pt x="376300" y="522350"/>
                </a:lnTo>
                <a:lnTo>
                  <a:pt x="0" y="0"/>
                </a:lnTo>
                <a:lnTo>
                  <a:pt x="835025" y="522350"/>
                </a:lnTo>
                <a:lnTo>
                  <a:pt x="1660778" y="522350"/>
                </a:lnTo>
                <a:lnTo>
                  <a:pt x="1710085" y="527318"/>
                </a:lnTo>
                <a:lnTo>
                  <a:pt x="1756005" y="541567"/>
                </a:lnTo>
                <a:lnTo>
                  <a:pt x="1797555" y="564115"/>
                </a:lnTo>
                <a:lnTo>
                  <a:pt x="1833752" y="593978"/>
                </a:lnTo>
                <a:lnTo>
                  <a:pt x="1863616" y="630176"/>
                </a:lnTo>
                <a:lnTo>
                  <a:pt x="1886164" y="671726"/>
                </a:lnTo>
                <a:lnTo>
                  <a:pt x="1900413" y="717646"/>
                </a:lnTo>
                <a:lnTo>
                  <a:pt x="1905381" y="766952"/>
                </a:lnTo>
                <a:lnTo>
                  <a:pt x="1905381" y="1133855"/>
                </a:lnTo>
                <a:lnTo>
                  <a:pt x="1905381" y="1745360"/>
                </a:lnTo>
                <a:lnTo>
                  <a:pt x="1900413" y="1794656"/>
                </a:lnTo>
                <a:lnTo>
                  <a:pt x="1886164" y="1840571"/>
                </a:lnTo>
                <a:lnTo>
                  <a:pt x="1863616" y="1882120"/>
                </a:lnTo>
                <a:lnTo>
                  <a:pt x="1833752" y="1918320"/>
                </a:lnTo>
                <a:lnTo>
                  <a:pt x="1797555" y="1948188"/>
                </a:lnTo>
                <a:lnTo>
                  <a:pt x="1756005" y="1970740"/>
                </a:lnTo>
                <a:lnTo>
                  <a:pt x="1710085" y="1984993"/>
                </a:lnTo>
                <a:lnTo>
                  <a:pt x="1660778" y="1989962"/>
                </a:lnTo>
                <a:lnTo>
                  <a:pt x="835025" y="1989962"/>
                </a:lnTo>
                <a:lnTo>
                  <a:pt x="376300" y="1989962"/>
                </a:lnTo>
                <a:lnTo>
                  <a:pt x="315087" y="1989962"/>
                </a:lnTo>
                <a:lnTo>
                  <a:pt x="265780" y="1984993"/>
                </a:lnTo>
                <a:lnTo>
                  <a:pt x="219860" y="1970740"/>
                </a:lnTo>
                <a:lnTo>
                  <a:pt x="178310" y="1948188"/>
                </a:lnTo>
                <a:lnTo>
                  <a:pt x="142113" y="1918320"/>
                </a:lnTo>
                <a:lnTo>
                  <a:pt x="112249" y="1882120"/>
                </a:lnTo>
                <a:lnTo>
                  <a:pt x="89701" y="1840571"/>
                </a:lnTo>
                <a:lnTo>
                  <a:pt x="75452" y="1794656"/>
                </a:lnTo>
                <a:lnTo>
                  <a:pt x="70485" y="1745360"/>
                </a:lnTo>
                <a:lnTo>
                  <a:pt x="70485" y="1133855"/>
                </a:lnTo>
                <a:lnTo>
                  <a:pt x="70485" y="766952"/>
                </a:lnTo>
                <a:close/>
              </a:path>
            </a:pathLst>
          </a:custGeom>
          <a:ln w="2590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957819" y="4651375"/>
            <a:ext cx="145224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华文楷体"/>
                <a:cs typeface="华文楷体"/>
              </a:rPr>
              <a:t>清零端 低电平有 </a:t>
            </a:r>
            <a:r>
              <a:rPr sz="2800" b="1" spc="-5" dirty="0">
                <a:latin typeface="华文楷体"/>
                <a:cs typeface="华文楷体"/>
              </a:rPr>
              <a:t>效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60297" y="485394"/>
            <a:ext cx="1737360" cy="2764155"/>
          </a:xfrm>
          <a:custGeom>
            <a:avLst/>
            <a:gdLst/>
            <a:ahLst/>
            <a:cxnLst/>
            <a:rect l="l" t="t" r="r" b="b"/>
            <a:pathLst>
              <a:path w="1737360" h="2764155">
                <a:moveTo>
                  <a:pt x="1395730" y="0"/>
                </a:moveTo>
                <a:lnTo>
                  <a:pt x="279146" y="0"/>
                </a:lnTo>
                <a:lnTo>
                  <a:pt x="233867" y="3653"/>
                </a:lnTo>
                <a:lnTo>
                  <a:pt x="190915" y="14230"/>
                </a:lnTo>
                <a:lnTo>
                  <a:pt x="150863" y="31155"/>
                </a:lnTo>
                <a:lnTo>
                  <a:pt x="114287" y="53856"/>
                </a:lnTo>
                <a:lnTo>
                  <a:pt x="81761" y="81756"/>
                </a:lnTo>
                <a:lnTo>
                  <a:pt x="53859" y="114281"/>
                </a:lnTo>
                <a:lnTo>
                  <a:pt x="31158" y="150857"/>
                </a:lnTo>
                <a:lnTo>
                  <a:pt x="14231" y="190910"/>
                </a:lnTo>
                <a:lnTo>
                  <a:pt x="3653" y="233864"/>
                </a:lnTo>
                <a:lnTo>
                  <a:pt x="0" y="279145"/>
                </a:lnTo>
                <a:lnTo>
                  <a:pt x="0" y="1598421"/>
                </a:lnTo>
                <a:lnTo>
                  <a:pt x="3653" y="1643703"/>
                </a:lnTo>
                <a:lnTo>
                  <a:pt x="14231" y="1686657"/>
                </a:lnTo>
                <a:lnTo>
                  <a:pt x="31158" y="1726710"/>
                </a:lnTo>
                <a:lnTo>
                  <a:pt x="53859" y="1763286"/>
                </a:lnTo>
                <a:lnTo>
                  <a:pt x="81761" y="1795811"/>
                </a:lnTo>
                <a:lnTo>
                  <a:pt x="114287" y="1823711"/>
                </a:lnTo>
                <a:lnTo>
                  <a:pt x="150863" y="1846412"/>
                </a:lnTo>
                <a:lnTo>
                  <a:pt x="190915" y="1863337"/>
                </a:lnTo>
                <a:lnTo>
                  <a:pt x="233867" y="1873914"/>
                </a:lnTo>
                <a:lnTo>
                  <a:pt x="279146" y="1877567"/>
                </a:lnTo>
                <a:lnTo>
                  <a:pt x="977010" y="1877567"/>
                </a:lnTo>
                <a:lnTo>
                  <a:pt x="1736852" y="2764028"/>
                </a:lnTo>
                <a:lnTo>
                  <a:pt x="1395730" y="1877567"/>
                </a:lnTo>
                <a:lnTo>
                  <a:pt x="1441011" y="1873914"/>
                </a:lnTo>
                <a:lnTo>
                  <a:pt x="1483965" y="1863337"/>
                </a:lnTo>
                <a:lnTo>
                  <a:pt x="1524018" y="1846412"/>
                </a:lnTo>
                <a:lnTo>
                  <a:pt x="1560594" y="1823711"/>
                </a:lnTo>
                <a:lnTo>
                  <a:pt x="1593119" y="1795811"/>
                </a:lnTo>
                <a:lnTo>
                  <a:pt x="1621019" y="1763286"/>
                </a:lnTo>
                <a:lnTo>
                  <a:pt x="1643720" y="1726710"/>
                </a:lnTo>
                <a:lnTo>
                  <a:pt x="1660645" y="1686657"/>
                </a:lnTo>
                <a:lnTo>
                  <a:pt x="1671222" y="1643703"/>
                </a:lnTo>
                <a:lnTo>
                  <a:pt x="1674876" y="1598421"/>
                </a:lnTo>
                <a:lnTo>
                  <a:pt x="1674876" y="279145"/>
                </a:lnTo>
                <a:lnTo>
                  <a:pt x="1671222" y="233864"/>
                </a:lnTo>
                <a:lnTo>
                  <a:pt x="1660645" y="190910"/>
                </a:lnTo>
                <a:lnTo>
                  <a:pt x="1643720" y="150857"/>
                </a:lnTo>
                <a:lnTo>
                  <a:pt x="1621019" y="114281"/>
                </a:lnTo>
                <a:lnTo>
                  <a:pt x="1593119" y="81756"/>
                </a:lnTo>
                <a:lnTo>
                  <a:pt x="1560594" y="53856"/>
                </a:lnTo>
                <a:lnTo>
                  <a:pt x="1524018" y="31155"/>
                </a:lnTo>
                <a:lnTo>
                  <a:pt x="1483965" y="14230"/>
                </a:lnTo>
                <a:lnTo>
                  <a:pt x="1441011" y="3653"/>
                </a:lnTo>
                <a:lnTo>
                  <a:pt x="1395730" y="0"/>
                </a:lnTo>
                <a:close/>
              </a:path>
            </a:pathLst>
          </a:custGeom>
          <a:solidFill>
            <a:srgbClr val="C4F4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60297" y="485394"/>
            <a:ext cx="1737360" cy="2764155"/>
          </a:xfrm>
          <a:custGeom>
            <a:avLst/>
            <a:gdLst/>
            <a:ahLst/>
            <a:cxnLst/>
            <a:rect l="l" t="t" r="r" b="b"/>
            <a:pathLst>
              <a:path w="1737360" h="2764155">
                <a:moveTo>
                  <a:pt x="0" y="279145"/>
                </a:moveTo>
                <a:lnTo>
                  <a:pt x="3653" y="233864"/>
                </a:lnTo>
                <a:lnTo>
                  <a:pt x="14231" y="190910"/>
                </a:lnTo>
                <a:lnTo>
                  <a:pt x="31158" y="150857"/>
                </a:lnTo>
                <a:lnTo>
                  <a:pt x="53859" y="114281"/>
                </a:lnTo>
                <a:lnTo>
                  <a:pt x="81761" y="81756"/>
                </a:lnTo>
                <a:lnTo>
                  <a:pt x="114287" y="53856"/>
                </a:lnTo>
                <a:lnTo>
                  <a:pt x="150863" y="31155"/>
                </a:lnTo>
                <a:lnTo>
                  <a:pt x="190915" y="14230"/>
                </a:lnTo>
                <a:lnTo>
                  <a:pt x="233867" y="3653"/>
                </a:lnTo>
                <a:lnTo>
                  <a:pt x="279146" y="0"/>
                </a:lnTo>
                <a:lnTo>
                  <a:pt x="977010" y="0"/>
                </a:lnTo>
                <a:lnTo>
                  <a:pt x="1395730" y="0"/>
                </a:lnTo>
                <a:lnTo>
                  <a:pt x="1441011" y="3653"/>
                </a:lnTo>
                <a:lnTo>
                  <a:pt x="1483965" y="14230"/>
                </a:lnTo>
                <a:lnTo>
                  <a:pt x="1524018" y="31155"/>
                </a:lnTo>
                <a:lnTo>
                  <a:pt x="1560594" y="53856"/>
                </a:lnTo>
                <a:lnTo>
                  <a:pt x="1593119" y="81756"/>
                </a:lnTo>
                <a:lnTo>
                  <a:pt x="1621019" y="114281"/>
                </a:lnTo>
                <a:lnTo>
                  <a:pt x="1643720" y="150857"/>
                </a:lnTo>
                <a:lnTo>
                  <a:pt x="1660645" y="190910"/>
                </a:lnTo>
                <a:lnTo>
                  <a:pt x="1671222" y="233864"/>
                </a:lnTo>
                <a:lnTo>
                  <a:pt x="1674876" y="279145"/>
                </a:lnTo>
                <a:lnTo>
                  <a:pt x="1674876" y="1095247"/>
                </a:lnTo>
                <a:lnTo>
                  <a:pt x="1674876" y="1564639"/>
                </a:lnTo>
                <a:lnTo>
                  <a:pt x="1674876" y="1598421"/>
                </a:lnTo>
                <a:lnTo>
                  <a:pt x="1671222" y="1643703"/>
                </a:lnTo>
                <a:lnTo>
                  <a:pt x="1660645" y="1686657"/>
                </a:lnTo>
                <a:lnTo>
                  <a:pt x="1643720" y="1726710"/>
                </a:lnTo>
                <a:lnTo>
                  <a:pt x="1621019" y="1763286"/>
                </a:lnTo>
                <a:lnTo>
                  <a:pt x="1593119" y="1795811"/>
                </a:lnTo>
                <a:lnTo>
                  <a:pt x="1560594" y="1823711"/>
                </a:lnTo>
                <a:lnTo>
                  <a:pt x="1524018" y="1846412"/>
                </a:lnTo>
                <a:lnTo>
                  <a:pt x="1483965" y="1863337"/>
                </a:lnTo>
                <a:lnTo>
                  <a:pt x="1441011" y="1873914"/>
                </a:lnTo>
                <a:lnTo>
                  <a:pt x="1395730" y="1877567"/>
                </a:lnTo>
                <a:lnTo>
                  <a:pt x="1736852" y="2764028"/>
                </a:lnTo>
                <a:lnTo>
                  <a:pt x="977010" y="1877567"/>
                </a:lnTo>
                <a:lnTo>
                  <a:pt x="279146" y="1877567"/>
                </a:lnTo>
                <a:lnTo>
                  <a:pt x="233867" y="1873914"/>
                </a:lnTo>
                <a:lnTo>
                  <a:pt x="190915" y="1863337"/>
                </a:lnTo>
                <a:lnTo>
                  <a:pt x="150863" y="1846412"/>
                </a:lnTo>
                <a:lnTo>
                  <a:pt x="114287" y="1823711"/>
                </a:lnTo>
                <a:lnTo>
                  <a:pt x="81761" y="1795811"/>
                </a:lnTo>
                <a:lnTo>
                  <a:pt x="53859" y="1763286"/>
                </a:lnTo>
                <a:lnTo>
                  <a:pt x="31158" y="1726710"/>
                </a:lnTo>
                <a:lnTo>
                  <a:pt x="14231" y="1686657"/>
                </a:lnTo>
                <a:lnTo>
                  <a:pt x="3653" y="1643703"/>
                </a:lnTo>
                <a:lnTo>
                  <a:pt x="0" y="1598421"/>
                </a:lnTo>
                <a:lnTo>
                  <a:pt x="0" y="1564639"/>
                </a:lnTo>
                <a:lnTo>
                  <a:pt x="0" y="1095247"/>
                </a:lnTo>
                <a:lnTo>
                  <a:pt x="0" y="279145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148892" y="572769"/>
            <a:ext cx="10953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华文楷体"/>
                <a:cs typeface="华文楷体"/>
              </a:rPr>
              <a:t>计数控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48892" y="999490"/>
            <a:ext cx="109537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华文楷体"/>
                <a:cs typeface="华文楷体"/>
              </a:rPr>
              <a:t>制端 高电平 有效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27353" y="4130166"/>
            <a:ext cx="1709420" cy="1760855"/>
          </a:xfrm>
          <a:custGeom>
            <a:avLst/>
            <a:gdLst/>
            <a:ahLst/>
            <a:cxnLst/>
            <a:rect l="l" t="t" r="r" b="b"/>
            <a:pathLst>
              <a:path w="1709420" h="1760854">
                <a:moveTo>
                  <a:pt x="1403350" y="186562"/>
                </a:moveTo>
                <a:lnTo>
                  <a:pt x="262382" y="186562"/>
                </a:lnTo>
                <a:lnTo>
                  <a:pt x="215219" y="190790"/>
                </a:lnTo>
                <a:lnTo>
                  <a:pt x="170829" y="202978"/>
                </a:lnTo>
                <a:lnTo>
                  <a:pt x="129953" y="222386"/>
                </a:lnTo>
                <a:lnTo>
                  <a:pt x="93333" y="248272"/>
                </a:lnTo>
                <a:lnTo>
                  <a:pt x="61709" y="279896"/>
                </a:lnTo>
                <a:lnTo>
                  <a:pt x="35823" y="316516"/>
                </a:lnTo>
                <a:lnTo>
                  <a:pt x="16415" y="357392"/>
                </a:lnTo>
                <a:lnTo>
                  <a:pt x="4227" y="401782"/>
                </a:lnTo>
                <a:lnTo>
                  <a:pt x="0" y="448944"/>
                </a:lnTo>
                <a:lnTo>
                  <a:pt x="0" y="1498472"/>
                </a:lnTo>
                <a:lnTo>
                  <a:pt x="4227" y="1545635"/>
                </a:lnTo>
                <a:lnTo>
                  <a:pt x="16415" y="1590025"/>
                </a:lnTo>
                <a:lnTo>
                  <a:pt x="35823" y="1630901"/>
                </a:lnTo>
                <a:lnTo>
                  <a:pt x="61709" y="1667521"/>
                </a:lnTo>
                <a:lnTo>
                  <a:pt x="93333" y="1699145"/>
                </a:lnTo>
                <a:lnTo>
                  <a:pt x="129953" y="1725031"/>
                </a:lnTo>
                <a:lnTo>
                  <a:pt x="170829" y="1744439"/>
                </a:lnTo>
                <a:lnTo>
                  <a:pt x="215219" y="1756627"/>
                </a:lnTo>
                <a:lnTo>
                  <a:pt x="262382" y="1760854"/>
                </a:lnTo>
                <a:lnTo>
                  <a:pt x="1403350" y="1760854"/>
                </a:lnTo>
                <a:lnTo>
                  <a:pt x="1450512" y="1756627"/>
                </a:lnTo>
                <a:lnTo>
                  <a:pt x="1494902" y="1744439"/>
                </a:lnTo>
                <a:lnTo>
                  <a:pt x="1535778" y="1725031"/>
                </a:lnTo>
                <a:lnTo>
                  <a:pt x="1572398" y="1699145"/>
                </a:lnTo>
                <a:lnTo>
                  <a:pt x="1604022" y="1667521"/>
                </a:lnTo>
                <a:lnTo>
                  <a:pt x="1629908" y="1630901"/>
                </a:lnTo>
                <a:lnTo>
                  <a:pt x="1649316" y="1590025"/>
                </a:lnTo>
                <a:lnTo>
                  <a:pt x="1661504" y="1545635"/>
                </a:lnTo>
                <a:lnTo>
                  <a:pt x="1665732" y="1498472"/>
                </a:lnTo>
                <a:lnTo>
                  <a:pt x="1665732" y="448944"/>
                </a:lnTo>
                <a:lnTo>
                  <a:pt x="1661504" y="401782"/>
                </a:lnTo>
                <a:lnTo>
                  <a:pt x="1649316" y="357392"/>
                </a:lnTo>
                <a:lnTo>
                  <a:pt x="1629908" y="316516"/>
                </a:lnTo>
                <a:lnTo>
                  <a:pt x="1604022" y="279896"/>
                </a:lnTo>
                <a:lnTo>
                  <a:pt x="1572398" y="248272"/>
                </a:lnTo>
                <a:lnTo>
                  <a:pt x="1535778" y="222386"/>
                </a:lnTo>
                <a:lnTo>
                  <a:pt x="1494902" y="202978"/>
                </a:lnTo>
                <a:lnTo>
                  <a:pt x="1450512" y="190790"/>
                </a:lnTo>
                <a:lnTo>
                  <a:pt x="1403350" y="186562"/>
                </a:lnTo>
                <a:close/>
              </a:path>
              <a:path w="1709420" h="1760854">
                <a:moveTo>
                  <a:pt x="1709165" y="0"/>
                </a:moveTo>
                <a:lnTo>
                  <a:pt x="971677" y="186562"/>
                </a:lnTo>
                <a:lnTo>
                  <a:pt x="1388110" y="186562"/>
                </a:lnTo>
                <a:lnTo>
                  <a:pt x="1709165" y="0"/>
                </a:lnTo>
                <a:close/>
              </a:path>
            </a:pathLst>
          </a:custGeom>
          <a:solidFill>
            <a:srgbClr val="C4F4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27353" y="4130166"/>
            <a:ext cx="1709420" cy="1760855"/>
          </a:xfrm>
          <a:custGeom>
            <a:avLst/>
            <a:gdLst/>
            <a:ahLst/>
            <a:cxnLst/>
            <a:rect l="l" t="t" r="r" b="b"/>
            <a:pathLst>
              <a:path w="1709420" h="1760854">
                <a:moveTo>
                  <a:pt x="0" y="448944"/>
                </a:moveTo>
                <a:lnTo>
                  <a:pt x="4227" y="401782"/>
                </a:lnTo>
                <a:lnTo>
                  <a:pt x="16415" y="357392"/>
                </a:lnTo>
                <a:lnTo>
                  <a:pt x="35823" y="316516"/>
                </a:lnTo>
                <a:lnTo>
                  <a:pt x="61709" y="279896"/>
                </a:lnTo>
                <a:lnTo>
                  <a:pt x="93333" y="248272"/>
                </a:lnTo>
                <a:lnTo>
                  <a:pt x="129953" y="222386"/>
                </a:lnTo>
                <a:lnTo>
                  <a:pt x="170829" y="202978"/>
                </a:lnTo>
                <a:lnTo>
                  <a:pt x="215219" y="190790"/>
                </a:lnTo>
                <a:lnTo>
                  <a:pt x="262382" y="186562"/>
                </a:lnTo>
                <a:lnTo>
                  <a:pt x="971677" y="186562"/>
                </a:lnTo>
                <a:lnTo>
                  <a:pt x="1709165" y="0"/>
                </a:lnTo>
                <a:lnTo>
                  <a:pt x="1388110" y="186562"/>
                </a:lnTo>
                <a:lnTo>
                  <a:pt x="1403350" y="186562"/>
                </a:lnTo>
                <a:lnTo>
                  <a:pt x="1450512" y="190790"/>
                </a:lnTo>
                <a:lnTo>
                  <a:pt x="1494902" y="202978"/>
                </a:lnTo>
                <a:lnTo>
                  <a:pt x="1535778" y="222386"/>
                </a:lnTo>
                <a:lnTo>
                  <a:pt x="1572398" y="248272"/>
                </a:lnTo>
                <a:lnTo>
                  <a:pt x="1604022" y="279896"/>
                </a:lnTo>
                <a:lnTo>
                  <a:pt x="1629908" y="316516"/>
                </a:lnTo>
                <a:lnTo>
                  <a:pt x="1649316" y="357392"/>
                </a:lnTo>
                <a:lnTo>
                  <a:pt x="1661504" y="401782"/>
                </a:lnTo>
                <a:lnTo>
                  <a:pt x="1665732" y="448944"/>
                </a:lnTo>
                <a:lnTo>
                  <a:pt x="1665732" y="842517"/>
                </a:lnTo>
                <a:lnTo>
                  <a:pt x="1665732" y="1498472"/>
                </a:lnTo>
                <a:lnTo>
                  <a:pt x="1661504" y="1545635"/>
                </a:lnTo>
                <a:lnTo>
                  <a:pt x="1649316" y="1590025"/>
                </a:lnTo>
                <a:lnTo>
                  <a:pt x="1629908" y="1630901"/>
                </a:lnTo>
                <a:lnTo>
                  <a:pt x="1604022" y="1667521"/>
                </a:lnTo>
                <a:lnTo>
                  <a:pt x="1572398" y="1699145"/>
                </a:lnTo>
                <a:lnTo>
                  <a:pt x="1535778" y="1725031"/>
                </a:lnTo>
                <a:lnTo>
                  <a:pt x="1494902" y="1744439"/>
                </a:lnTo>
                <a:lnTo>
                  <a:pt x="1450512" y="1756627"/>
                </a:lnTo>
                <a:lnTo>
                  <a:pt x="1403350" y="1760854"/>
                </a:lnTo>
                <a:lnTo>
                  <a:pt x="1388110" y="1760854"/>
                </a:lnTo>
                <a:lnTo>
                  <a:pt x="971677" y="1760854"/>
                </a:lnTo>
                <a:lnTo>
                  <a:pt x="262382" y="1760854"/>
                </a:lnTo>
                <a:lnTo>
                  <a:pt x="215219" y="1756627"/>
                </a:lnTo>
                <a:lnTo>
                  <a:pt x="170829" y="1744439"/>
                </a:lnTo>
                <a:lnTo>
                  <a:pt x="129953" y="1725031"/>
                </a:lnTo>
                <a:lnTo>
                  <a:pt x="93333" y="1699145"/>
                </a:lnTo>
                <a:lnTo>
                  <a:pt x="61709" y="1667521"/>
                </a:lnTo>
                <a:lnTo>
                  <a:pt x="35823" y="1630901"/>
                </a:lnTo>
                <a:lnTo>
                  <a:pt x="16415" y="1590025"/>
                </a:lnTo>
                <a:lnTo>
                  <a:pt x="4227" y="1545635"/>
                </a:lnTo>
                <a:lnTo>
                  <a:pt x="0" y="1498472"/>
                </a:lnTo>
                <a:lnTo>
                  <a:pt x="0" y="842517"/>
                </a:lnTo>
                <a:lnTo>
                  <a:pt x="0" y="448944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212900" y="4401058"/>
            <a:ext cx="109537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华文楷体"/>
                <a:cs typeface="华文楷体"/>
              </a:rPr>
              <a:t>计数脉 冲上升 沿计数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798570" y="4827396"/>
            <a:ext cx="2806065" cy="1434465"/>
          </a:xfrm>
          <a:custGeom>
            <a:avLst/>
            <a:gdLst/>
            <a:ahLst/>
            <a:cxnLst/>
            <a:rect l="l" t="t" r="r" b="b"/>
            <a:pathLst>
              <a:path w="2806065" h="1434464">
                <a:moveTo>
                  <a:pt x="2709672" y="857884"/>
                </a:moveTo>
                <a:lnTo>
                  <a:pt x="96012" y="857884"/>
                </a:lnTo>
                <a:lnTo>
                  <a:pt x="58614" y="865430"/>
                </a:lnTo>
                <a:lnTo>
                  <a:pt x="28098" y="886007"/>
                </a:lnTo>
                <a:lnTo>
                  <a:pt x="7536" y="916526"/>
                </a:lnTo>
                <a:lnTo>
                  <a:pt x="0" y="953896"/>
                </a:lnTo>
                <a:lnTo>
                  <a:pt x="0" y="1337945"/>
                </a:lnTo>
                <a:lnTo>
                  <a:pt x="7536" y="1375315"/>
                </a:lnTo>
                <a:lnTo>
                  <a:pt x="28098" y="1405834"/>
                </a:lnTo>
                <a:lnTo>
                  <a:pt x="58614" y="1426411"/>
                </a:lnTo>
                <a:lnTo>
                  <a:pt x="96012" y="1433957"/>
                </a:lnTo>
                <a:lnTo>
                  <a:pt x="2709672" y="1433957"/>
                </a:lnTo>
                <a:lnTo>
                  <a:pt x="2747069" y="1426411"/>
                </a:lnTo>
                <a:lnTo>
                  <a:pt x="2777585" y="1405834"/>
                </a:lnTo>
                <a:lnTo>
                  <a:pt x="2798147" y="1375315"/>
                </a:lnTo>
                <a:lnTo>
                  <a:pt x="2805683" y="1337945"/>
                </a:lnTo>
                <a:lnTo>
                  <a:pt x="2805683" y="953896"/>
                </a:lnTo>
                <a:lnTo>
                  <a:pt x="2798147" y="916526"/>
                </a:lnTo>
                <a:lnTo>
                  <a:pt x="2777585" y="886007"/>
                </a:lnTo>
                <a:lnTo>
                  <a:pt x="2747069" y="865430"/>
                </a:lnTo>
                <a:lnTo>
                  <a:pt x="2709672" y="857884"/>
                </a:lnTo>
                <a:close/>
              </a:path>
              <a:path w="2806065" h="1434464">
                <a:moveTo>
                  <a:pt x="1374013" y="0"/>
                </a:moveTo>
                <a:lnTo>
                  <a:pt x="467613" y="857884"/>
                </a:lnTo>
                <a:lnTo>
                  <a:pt x="1169034" y="857884"/>
                </a:lnTo>
                <a:lnTo>
                  <a:pt x="1374013" y="0"/>
                </a:lnTo>
                <a:close/>
              </a:path>
            </a:pathLst>
          </a:custGeom>
          <a:solidFill>
            <a:srgbClr val="C4F4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798570" y="4827396"/>
            <a:ext cx="2806065" cy="1434465"/>
          </a:xfrm>
          <a:custGeom>
            <a:avLst/>
            <a:gdLst/>
            <a:ahLst/>
            <a:cxnLst/>
            <a:rect l="l" t="t" r="r" b="b"/>
            <a:pathLst>
              <a:path w="2806065" h="1434464">
                <a:moveTo>
                  <a:pt x="0" y="953896"/>
                </a:moveTo>
                <a:lnTo>
                  <a:pt x="7536" y="916526"/>
                </a:lnTo>
                <a:lnTo>
                  <a:pt x="28098" y="886007"/>
                </a:lnTo>
                <a:lnTo>
                  <a:pt x="58614" y="865430"/>
                </a:lnTo>
                <a:lnTo>
                  <a:pt x="96012" y="857884"/>
                </a:lnTo>
                <a:lnTo>
                  <a:pt x="467613" y="857884"/>
                </a:lnTo>
                <a:lnTo>
                  <a:pt x="1374013" y="0"/>
                </a:lnTo>
                <a:lnTo>
                  <a:pt x="1169034" y="857884"/>
                </a:lnTo>
                <a:lnTo>
                  <a:pt x="2709672" y="857884"/>
                </a:lnTo>
                <a:lnTo>
                  <a:pt x="2747069" y="865430"/>
                </a:lnTo>
                <a:lnTo>
                  <a:pt x="2777585" y="886007"/>
                </a:lnTo>
                <a:lnTo>
                  <a:pt x="2798147" y="916526"/>
                </a:lnTo>
                <a:lnTo>
                  <a:pt x="2805683" y="953896"/>
                </a:lnTo>
                <a:lnTo>
                  <a:pt x="2805683" y="1097914"/>
                </a:lnTo>
                <a:lnTo>
                  <a:pt x="2805683" y="1337945"/>
                </a:lnTo>
                <a:lnTo>
                  <a:pt x="2798147" y="1375315"/>
                </a:lnTo>
                <a:lnTo>
                  <a:pt x="2777585" y="1405834"/>
                </a:lnTo>
                <a:lnTo>
                  <a:pt x="2747069" y="1426411"/>
                </a:lnTo>
                <a:lnTo>
                  <a:pt x="2709672" y="1433957"/>
                </a:lnTo>
                <a:lnTo>
                  <a:pt x="1169034" y="1433957"/>
                </a:lnTo>
                <a:lnTo>
                  <a:pt x="467613" y="1433957"/>
                </a:lnTo>
                <a:lnTo>
                  <a:pt x="96012" y="1433957"/>
                </a:lnTo>
                <a:lnTo>
                  <a:pt x="58614" y="1426411"/>
                </a:lnTo>
                <a:lnTo>
                  <a:pt x="28098" y="1405834"/>
                </a:lnTo>
                <a:lnTo>
                  <a:pt x="7536" y="1375315"/>
                </a:lnTo>
                <a:lnTo>
                  <a:pt x="0" y="1337945"/>
                </a:lnTo>
                <a:lnTo>
                  <a:pt x="0" y="1097914"/>
                </a:lnTo>
                <a:lnTo>
                  <a:pt x="0" y="953896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118228" y="5720283"/>
            <a:ext cx="2167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华文楷体"/>
                <a:cs typeface="华文楷体"/>
              </a:rPr>
              <a:t>预置数输入端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740658" y="767333"/>
            <a:ext cx="2807335" cy="1517015"/>
          </a:xfrm>
          <a:custGeom>
            <a:avLst/>
            <a:gdLst/>
            <a:ahLst/>
            <a:cxnLst/>
            <a:rect l="l" t="t" r="r" b="b"/>
            <a:pathLst>
              <a:path w="2807334" h="1517014">
                <a:moveTo>
                  <a:pt x="1169669" y="571500"/>
                </a:moveTo>
                <a:lnTo>
                  <a:pt x="467867" y="571500"/>
                </a:lnTo>
                <a:lnTo>
                  <a:pt x="1391539" y="1517014"/>
                </a:lnTo>
                <a:lnTo>
                  <a:pt x="1169669" y="571500"/>
                </a:lnTo>
                <a:close/>
              </a:path>
              <a:path w="2807334" h="1517014">
                <a:moveTo>
                  <a:pt x="2711957" y="0"/>
                </a:moveTo>
                <a:lnTo>
                  <a:pt x="95250" y="0"/>
                </a:lnTo>
                <a:lnTo>
                  <a:pt x="58185" y="7489"/>
                </a:lnTo>
                <a:lnTo>
                  <a:pt x="27908" y="27908"/>
                </a:lnTo>
                <a:lnTo>
                  <a:pt x="7489" y="58185"/>
                </a:lnTo>
                <a:lnTo>
                  <a:pt x="0" y="95250"/>
                </a:lnTo>
                <a:lnTo>
                  <a:pt x="0" y="476250"/>
                </a:lnTo>
                <a:lnTo>
                  <a:pt x="7489" y="513314"/>
                </a:lnTo>
                <a:lnTo>
                  <a:pt x="27908" y="543591"/>
                </a:lnTo>
                <a:lnTo>
                  <a:pt x="58185" y="564010"/>
                </a:lnTo>
                <a:lnTo>
                  <a:pt x="95250" y="571500"/>
                </a:lnTo>
                <a:lnTo>
                  <a:pt x="2711957" y="571500"/>
                </a:lnTo>
                <a:lnTo>
                  <a:pt x="2749022" y="564010"/>
                </a:lnTo>
                <a:lnTo>
                  <a:pt x="2779299" y="543591"/>
                </a:lnTo>
                <a:lnTo>
                  <a:pt x="2799718" y="513314"/>
                </a:lnTo>
                <a:lnTo>
                  <a:pt x="2807208" y="476250"/>
                </a:lnTo>
                <a:lnTo>
                  <a:pt x="2807208" y="95250"/>
                </a:lnTo>
                <a:lnTo>
                  <a:pt x="2799718" y="58185"/>
                </a:lnTo>
                <a:lnTo>
                  <a:pt x="2779299" y="27908"/>
                </a:lnTo>
                <a:lnTo>
                  <a:pt x="2749022" y="7489"/>
                </a:lnTo>
                <a:lnTo>
                  <a:pt x="2711957" y="0"/>
                </a:lnTo>
                <a:close/>
              </a:path>
            </a:pathLst>
          </a:custGeom>
          <a:solidFill>
            <a:srgbClr val="C4F4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740658" y="767333"/>
            <a:ext cx="2807335" cy="1517015"/>
          </a:xfrm>
          <a:custGeom>
            <a:avLst/>
            <a:gdLst/>
            <a:ahLst/>
            <a:cxnLst/>
            <a:rect l="l" t="t" r="r" b="b"/>
            <a:pathLst>
              <a:path w="2807334" h="1517014">
                <a:moveTo>
                  <a:pt x="0" y="95250"/>
                </a:moveTo>
                <a:lnTo>
                  <a:pt x="7489" y="58185"/>
                </a:lnTo>
                <a:lnTo>
                  <a:pt x="27908" y="27908"/>
                </a:lnTo>
                <a:lnTo>
                  <a:pt x="58185" y="7489"/>
                </a:lnTo>
                <a:lnTo>
                  <a:pt x="95250" y="0"/>
                </a:lnTo>
                <a:lnTo>
                  <a:pt x="467867" y="0"/>
                </a:lnTo>
                <a:lnTo>
                  <a:pt x="1169669" y="0"/>
                </a:lnTo>
                <a:lnTo>
                  <a:pt x="2711957" y="0"/>
                </a:lnTo>
                <a:lnTo>
                  <a:pt x="2749022" y="7489"/>
                </a:lnTo>
                <a:lnTo>
                  <a:pt x="2779299" y="27908"/>
                </a:lnTo>
                <a:lnTo>
                  <a:pt x="2799718" y="58185"/>
                </a:lnTo>
                <a:lnTo>
                  <a:pt x="2807208" y="95250"/>
                </a:lnTo>
                <a:lnTo>
                  <a:pt x="2807208" y="333375"/>
                </a:lnTo>
                <a:lnTo>
                  <a:pt x="2807208" y="476250"/>
                </a:lnTo>
                <a:lnTo>
                  <a:pt x="2799718" y="513314"/>
                </a:lnTo>
                <a:lnTo>
                  <a:pt x="2779299" y="543591"/>
                </a:lnTo>
                <a:lnTo>
                  <a:pt x="2749022" y="564010"/>
                </a:lnTo>
                <a:lnTo>
                  <a:pt x="2711957" y="571500"/>
                </a:lnTo>
                <a:lnTo>
                  <a:pt x="1169669" y="571500"/>
                </a:lnTo>
                <a:lnTo>
                  <a:pt x="1391539" y="1517014"/>
                </a:lnTo>
                <a:lnTo>
                  <a:pt x="467867" y="571500"/>
                </a:lnTo>
                <a:lnTo>
                  <a:pt x="95250" y="571500"/>
                </a:lnTo>
                <a:lnTo>
                  <a:pt x="58185" y="564010"/>
                </a:lnTo>
                <a:lnTo>
                  <a:pt x="27908" y="543591"/>
                </a:lnTo>
                <a:lnTo>
                  <a:pt x="7489" y="513314"/>
                </a:lnTo>
                <a:lnTo>
                  <a:pt x="0" y="476250"/>
                </a:lnTo>
                <a:lnTo>
                  <a:pt x="0" y="333375"/>
                </a:lnTo>
                <a:lnTo>
                  <a:pt x="0" y="95250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240148" y="801369"/>
            <a:ext cx="18084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华文楷体"/>
                <a:cs typeface="华文楷体"/>
              </a:rPr>
              <a:t>状态输出端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675244" y="1009650"/>
            <a:ext cx="1649730" cy="1950720"/>
          </a:xfrm>
          <a:custGeom>
            <a:avLst/>
            <a:gdLst/>
            <a:ahLst/>
            <a:cxnLst/>
            <a:rect l="l" t="t" r="r" b="b"/>
            <a:pathLst>
              <a:path w="1649729" h="1950720">
                <a:moveTo>
                  <a:pt x="738124" y="957072"/>
                </a:moveTo>
                <a:lnTo>
                  <a:pt x="347599" y="957072"/>
                </a:lnTo>
                <a:lnTo>
                  <a:pt x="0" y="1950212"/>
                </a:lnTo>
                <a:lnTo>
                  <a:pt x="738124" y="957072"/>
                </a:lnTo>
                <a:close/>
              </a:path>
              <a:path w="1649729" h="1950720">
                <a:moveTo>
                  <a:pt x="1489836" y="0"/>
                </a:moveTo>
                <a:lnTo>
                  <a:pt x="246760" y="0"/>
                </a:lnTo>
                <a:lnTo>
                  <a:pt x="196326" y="8128"/>
                </a:lnTo>
                <a:lnTo>
                  <a:pt x="152537" y="30764"/>
                </a:lnTo>
                <a:lnTo>
                  <a:pt x="118013" y="65288"/>
                </a:lnTo>
                <a:lnTo>
                  <a:pt x="95376" y="109077"/>
                </a:lnTo>
                <a:lnTo>
                  <a:pt x="87249" y="159512"/>
                </a:lnTo>
                <a:lnTo>
                  <a:pt x="87249" y="797560"/>
                </a:lnTo>
                <a:lnTo>
                  <a:pt x="95376" y="847994"/>
                </a:lnTo>
                <a:lnTo>
                  <a:pt x="118013" y="891783"/>
                </a:lnTo>
                <a:lnTo>
                  <a:pt x="152537" y="926307"/>
                </a:lnTo>
                <a:lnTo>
                  <a:pt x="196326" y="948944"/>
                </a:lnTo>
                <a:lnTo>
                  <a:pt x="246760" y="957072"/>
                </a:lnTo>
                <a:lnTo>
                  <a:pt x="1489836" y="957072"/>
                </a:lnTo>
                <a:lnTo>
                  <a:pt x="1540271" y="948944"/>
                </a:lnTo>
                <a:lnTo>
                  <a:pt x="1584060" y="926307"/>
                </a:lnTo>
                <a:lnTo>
                  <a:pt x="1618584" y="891783"/>
                </a:lnTo>
                <a:lnTo>
                  <a:pt x="1641221" y="847994"/>
                </a:lnTo>
                <a:lnTo>
                  <a:pt x="1649349" y="797560"/>
                </a:lnTo>
                <a:lnTo>
                  <a:pt x="1649349" y="159512"/>
                </a:lnTo>
                <a:lnTo>
                  <a:pt x="1641221" y="109077"/>
                </a:lnTo>
                <a:lnTo>
                  <a:pt x="1618584" y="65288"/>
                </a:lnTo>
                <a:lnTo>
                  <a:pt x="1584060" y="30764"/>
                </a:lnTo>
                <a:lnTo>
                  <a:pt x="1540271" y="8128"/>
                </a:lnTo>
                <a:lnTo>
                  <a:pt x="1489836" y="0"/>
                </a:lnTo>
                <a:close/>
              </a:path>
            </a:pathLst>
          </a:custGeom>
          <a:solidFill>
            <a:srgbClr val="C4F4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675244" y="1009650"/>
            <a:ext cx="1649730" cy="1950720"/>
          </a:xfrm>
          <a:custGeom>
            <a:avLst/>
            <a:gdLst/>
            <a:ahLst/>
            <a:cxnLst/>
            <a:rect l="l" t="t" r="r" b="b"/>
            <a:pathLst>
              <a:path w="1649729" h="1950720">
                <a:moveTo>
                  <a:pt x="87249" y="159512"/>
                </a:moveTo>
                <a:lnTo>
                  <a:pt x="95376" y="109077"/>
                </a:lnTo>
                <a:lnTo>
                  <a:pt x="118013" y="65288"/>
                </a:lnTo>
                <a:lnTo>
                  <a:pt x="152537" y="30764"/>
                </a:lnTo>
                <a:lnTo>
                  <a:pt x="196326" y="8128"/>
                </a:lnTo>
                <a:lnTo>
                  <a:pt x="246760" y="0"/>
                </a:lnTo>
                <a:lnTo>
                  <a:pt x="347599" y="0"/>
                </a:lnTo>
                <a:lnTo>
                  <a:pt x="738124" y="0"/>
                </a:lnTo>
                <a:lnTo>
                  <a:pt x="1489836" y="0"/>
                </a:lnTo>
                <a:lnTo>
                  <a:pt x="1540271" y="8127"/>
                </a:lnTo>
                <a:lnTo>
                  <a:pt x="1584060" y="30764"/>
                </a:lnTo>
                <a:lnTo>
                  <a:pt x="1618584" y="65288"/>
                </a:lnTo>
                <a:lnTo>
                  <a:pt x="1641221" y="109077"/>
                </a:lnTo>
                <a:lnTo>
                  <a:pt x="1649349" y="159512"/>
                </a:lnTo>
                <a:lnTo>
                  <a:pt x="1649349" y="558291"/>
                </a:lnTo>
                <a:lnTo>
                  <a:pt x="1649349" y="797560"/>
                </a:lnTo>
                <a:lnTo>
                  <a:pt x="1641221" y="847994"/>
                </a:lnTo>
                <a:lnTo>
                  <a:pt x="1618584" y="891783"/>
                </a:lnTo>
                <a:lnTo>
                  <a:pt x="1584060" y="926307"/>
                </a:lnTo>
                <a:lnTo>
                  <a:pt x="1540271" y="948943"/>
                </a:lnTo>
                <a:lnTo>
                  <a:pt x="1489836" y="957072"/>
                </a:lnTo>
                <a:lnTo>
                  <a:pt x="738124" y="957072"/>
                </a:lnTo>
                <a:lnTo>
                  <a:pt x="0" y="1950212"/>
                </a:lnTo>
                <a:lnTo>
                  <a:pt x="347599" y="957072"/>
                </a:lnTo>
                <a:lnTo>
                  <a:pt x="246760" y="957072"/>
                </a:lnTo>
                <a:lnTo>
                  <a:pt x="196326" y="948944"/>
                </a:lnTo>
                <a:lnTo>
                  <a:pt x="152537" y="926307"/>
                </a:lnTo>
                <a:lnTo>
                  <a:pt x="118013" y="891783"/>
                </a:lnTo>
                <a:lnTo>
                  <a:pt x="95376" y="847994"/>
                </a:lnTo>
                <a:lnTo>
                  <a:pt x="87249" y="797560"/>
                </a:lnTo>
                <a:lnTo>
                  <a:pt x="87249" y="558291"/>
                </a:lnTo>
                <a:lnTo>
                  <a:pt x="87249" y="159512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7995666" y="1020572"/>
            <a:ext cx="109537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0" marR="5080" indent="-17843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华文楷体"/>
                <a:cs typeface="华文楷体"/>
              </a:rPr>
              <a:t>进位输 出端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88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06432" y="2924963"/>
            <a:ext cx="4667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latin typeface="Times New Roman"/>
                <a:cs typeface="Times New Roman"/>
              </a:rPr>
              <a:t>0000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3743" y="2924963"/>
            <a:ext cx="4667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latin typeface="Times New Roman"/>
                <a:cs typeface="Times New Roman"/>
              </a:rPr>
              <a:t>0001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38433" y="2924963"/>
            <a:ext cx="4667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latin typeface="Times New Roman"/>
                <a:cs typeface="Times New Roman"/>
              </a:rPr>
              <a:t>0011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63325" y="1819975"/>
            <a:ext cx="5572090" cy="42909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394545" y="3846222"/>
            <a:ext cx="4667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latin typeface="Times New Roman"/>
                <a:cs typeface="Times New Roman"/>
              </a:rPr>
              <a:t>1100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89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83743" y="4748137"/>
            <a:ext cx="4667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latin typeface="Times New Roman"/>
                <a:cs typeface="Times New Roman"/>
              </a:rPr>
              <a:t>0111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1068" y="4748137"/>
            <a:ext cx="4667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latin typeface="Times New Roman"/>
                <a:cs typeface="Times New Roman"/>
              </a:rPr>
              <a:t>0110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38434" y="4748137"/>
            <a:ext cx="4667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latin typeface="Times New Roman"/>
                <a:cs typeface="Times New Roman"/>
              </a:rPr>
              <a:t>0101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15662" y="3855258"/>
            <a:ext cx="4667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latin typeface="Times New Roman"/>
                <a:cs typeface="Times New Roman"/>
              </a:rPr>
              <a:t>1101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41330" y="3826751"/>
            <a:ext cx="4667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latin typeface="Times New Roman"/>
                <a:cs typeface="Times New Roman"/>
              </a:rPr>
              <a:t>0100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85246" y="5640978"/>
            <a:ext cx="4667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latin typeface="Times New Roman"/>
                <a:cs typeface="Times New Roman"/>
              </a:rPr>
              <a:t>1010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10779" y="2478270"/>
            <a:ext cx="94297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spc="70" dirty="0">
                <a:latin typeface="Times New Roman"/>
                <a:cs typeface="Times New Roman"/>
              </a:rPr>
              <a:t>Q</a:t>
            </a:r>
            <a:r>
              <a:rPr sz="1425" spc="104" baseline="-11695" dirty="0">
                <a:latin typeface="Times New Roman"/>
                <a:cs typeface="Times New Roman"/>
              </a:rPr>
              <a:t>3</a:t>
            </a:r>
            <a:r>
              <a:rPr sz="1500" spc="70" dirty="0">
                <a:latin typeface="Times New Roman"/>
                <a:cs typeface="Times New Roman"/>
              </a:rPr>
              <a:t>Q</a:t>
            </a:r>
            <a:r>
              <a:rPr sz="1425" spc="104" baseline="-11695" dirty="0">
                <a:latin typeface="Times New Roman"/>
                <a:cs typeface="Times New Roman"/>
              </a:rPr>
              <a:t>2</a:t>
            </a:r>
            <a:r>
              <a:rPr sz="1500" spc="70" dirty="0">
                <a:latin typeface="Times New Roman"/>
                <a:cs typeface="Times New Roman"/>
              </a:rPr>
              <a:t>Q</a:t>
            </a:r>
            <a:r>
              <a:rPr sz="1425" spc="104" baseline="-11695" dirty="0">
                <a:latin typeface="Times New Roman"/>
                <a:cs typeface="Times New Roman"/>
              </a:rPr>
              <a:t>1</a:t>
            </a:r>
            <a:r>
              <a:rPr sz="1500" spc="70" dirty="0">
                <a:latin typeface="Times New Roman"/>
                <a:cs typeface="Times New Roman"/>
              </a:rPr>
              <a:t>Q</a:t>
            </a:r>
            <a:r>
              <a:rPr sz="1425" spc="104" baseline="-11695" dirty="0">
                <a:latin typeface="Times New Roman"/>
                <a:cs typeface="Times New Roman"/>
              </a:rPr>
              <a:t>0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50276" y="2619151"/>
            <a:ext cx="1911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1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27586" y="2619151"/>
            <a:ext cx="1911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1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80508" y="3567517"/>
            <a:ext cx="1911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1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11602" y="3322662"/>
            <a:ext cx="1911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1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35668" y="2240284"/>
            <a:ext cx="1024890" cy="955040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marL="470534">
              <a:lnSpc>
                <a:spcPct val="100000"/>
              </a:lnSpc>
              <a:spcBef>
                <a:spcPts val="1605"/>
              </a:spcBef>
              <a:tabLst>
                <a:tab pos="820419" algn="l"/>
              </a:tabLst>
            </a:pPr>
            <a:r>
              <a:rPr sz="2400" b="1" spc="100" dirty="0">
                <a:latin typeface="Times New Roman"/>
                <a:cs typeface="Times New Roman"/>
              </a:rPr>
              <a:t>1	</a:t>
            </a:r>
            <a:r>
              <a:rPr sz="3600" b="1" spc="150" baseline="-34722" dirty="0">
                <a:latin typeface="Times New Roman"/>
                <a:cs typeface="Times New Roman"/>
              </a:rPr>
              <a:t>0</a:t>
            </a:r>
            <a:endParaRPr sz="3600" baseline="-34722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010"/>
              </a:spcBef>
            </a:pPr>
            <a:r>
              <a:rPr sz="1600" spc="65" dirty="0">
                <a:latin typeface="Times New Roman"/>
                <a:cs typeface="Times New Roman"/>
              </a:rPr>
              <a:t>0010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59846" y="1931675"/>
            <a:ext cx="151257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762000" algn="l"/>
              </a:tabLst>
            </a:pPr>
            <a:r>
              <a:rPr sz="1600" spc="65" dirty="0">
                <a:latin typeface="Times New Roman"/>
                <a:cs typeface="Times New Roman"/>
              </a:rPr>
              <a:t>1110	</a:t>
            </a:r>
            <a:r>
              <a:rPr sz="3600" b="1" spc="150" baseline="24305" dirty="0">
                <a:latin typeface="Times New Roman"/>
                <a:cs typeface="Times New Roman"/>
              </a:rPr>
              <a:t>0</a:t>
            </a:r>
            <a:r>
              <a:rPr sz="3600" b="1" spc="97" baseline="24305" dirty="0">
                <a:latin typeface="Times New Roman"/>
                <a:cs typeface="Times New Roman"/>
              </a:rPr>
              <a:t> </a:t>
            </a:r>
            <a:r>
              <a:rPr sz="1600" spc="65" dirty="0">
                <a:latin typeface="Times New Roman"/>
                <a:cs typeface="Times New Roman"/>
              </a:rPr>
              <a:t>1111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10085" y="4235012"/>
            <a:ext cx="1911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1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62585" y="5155815"/>
            <a:ext cx="582930" cy="75501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65"/>
              </a:spcBef>
            </a:pPr>
            <a:r>
              <a:rPr sz="2400" b="1" spc="1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600" spc="65" dirty="0">
                <a:latin typeface="Times New Roman"/>
                <a:cs typeface="Times New Roman"/>
              </a:rPr>
              <a:t>1011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86886" y="4938409"/>
            <a:ext cx="1911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1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49392" y="4947432"/>
            <a:ext cx="1911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1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72095" y="4947432"/>
            <a:ext cx="1911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1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06432" y="4127725"/>
            <a:ext cx="466725" cy="890269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5"/>
              </a:spcBef>
            </a:pPr>
            <a:r>
              <a:rPr sz="2400" b="1" spc="1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600" spc="65" dirty="0">
                <a:latin typeface="Times New Roman"/>
                <a:cs typeface="Times New Roman"/>
              </a:rPr>
              <a:t>1000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31326" y="5807087"/>
            <a:ext cx="1911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1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22864" y="3567517"/>
            <a:ext cx="1911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1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506432" y="3161161"/>
            <a:ext cx="466725" cy="935355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515"/>
              </a:spcBef>
            </a:pPr>
            <a:r>
              <a:rPr sz="2400" b="1" spc="1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600" spc="65" dirty="0">
                <a:latin typeface="Times New Roman"/>
                <a:cs typeface="Times New Roman"/>
              </a:rPr>
              <a:t>1001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22204" y="3154926"/>
            <a:ext cx="3981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10" dirty="0">
                <a:latin typeface="Times New Roman"/>
                <a:cs typeface="Times New Roman"/>
              </a:rPr>
              <a:t>C</a:t>
            </a:r>
            <a:r>
              <a:rPr sz="1800" b="1" spc="120" dirty="0">
                <a:latin typeface="Times New Roman"/>
                <a:cs typeface="Times New Roman"/>
              </a:rPr>
              <a:t>O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35013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solidFill>
                  <a:srgbClr val="C00000"/>
                </a:solidFill>
                <a:latin typeface="华文楷体"/>
                <a:cs typeface="华文楷体"/>
              </a:rPr>
              <a:t>74160</a:t>
            </a:r>
            <a:r>
              <a:rPr sz="3600" b="1" i="0" spc="-120" dirty="0">
                <a:solidFill>
                  <a:srgbClr val="C00000"/>
                </a:solidFill>
                <a:latin typeface="华文楷体"/>
                <a:cs typeface="华文楷体"/>
              </a:rPr>
              <a:t> </a:t>
            </a:r>
            <a:r>
              <a:rPr sz="3600" b="1" i="0" spc="5" dirty="0">
                <a:latin typeface="华文楷体"/>
                <a:cs typeface="华文楷体"/>
              </a:rPr>
              <a:t>状态转</a:t>
            </a:r>
            <a:r>
              <a:rPr sz="3600" b="1" i="0" spc="-5" dirty="0">
                <a:latin typeface="华文楷体"/>
                <a:cs typeface="华文楷体"/>
              </a:rPr>
              <a:t>换图</a:t>
            </a:r>
            <a:endParaRPr sz="36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56749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latin typeface="华文楷体"/>
                <a:cs typeface="华文楷体"/>
              </a:rPr>
              <a:t>同步四</a:t>
            </a:r>
            <a:r>
              <a:rPr sz="3600" b="1" i="0" spc="-5" dirty="0">
                <a:latin typeface="华文楷体"/>
                <a:cs typeface="华文楷体"/>
              </a:rPr>
              <a:t>位二进制计数</a:t>
            </a:r>
            <a:r>
              <a:rPr sz="3600" b="1" i="0" spc="10" dirty="0">
                <a:latin typeface="华文楷体"/>
                <a:cs typeface="华文楷体"/>
              </a:rPr>
              <a:t>器</a:t>
            </a:r>
            <a:r>
              <a:rPr sz="3600" b="1" i="0" spc="-5" dirty="0">
                <a:solidFill>
                  <a:srgbClr val="C00000"/>
                </a:solidFill>
                <a:latin typeface="华文楷体"/>
                <a:cs typeface="华文楷体"/>
              </a:rPr>
              <a:t>74161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8044" y="1210061"/>
            <a:ext cx="8064500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7200">
              <a:lnSpc>
                <a:spcPct val="150000"/>
              </a:lnSpc>
              <a:spcBef>
                <a:spcPts val="95"/>
              </a:spcBef>
            </a:pPr>
            <a:r>
              <a:rPr sz="2800" b="1" spc="40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74161（</a:t>
            </a:r>
            <a:r>
              <a:rPr sz="2800" b="1" spc="40" dirty="0">
                <a:solidFill>
                  <a:srgbClr val="C000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16</a:t>
            </a:r>
            <a:r>
              <a:rPr sz="2800" b="1" spc="120" dirty="0">
                <a:solidFill>
                  <a:srgbClr val="C000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进制</a:t>
            </a:r>
            <a:r>
              <a:rPr sz="2800" b="1" spc="110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）</a:t>
            </a:r>
            <a:r>
              <a:rPr sz="2800" b="1" spc="114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除了进</a:t>
            </a:r>
            <a:r>
              <a:rPr sz="2800" b="1" spc="105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制</a:t>
            </a:r>
            <a:r>
              <a:rPr sz="2800" b="1" spc="135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与</a:t>
            </a:r>
            <a:r>
              <a:rPr sz="2800" b="1" spc="40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74160（</a:t>
            </a:r>
            <a:r>
              <a:rPr sz="2800" b="1" spc="40" dirty="0">
                <a:solidFill>
                  <a:srgbClr val="C000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10</a:t>
            </a:r>
            <a:r>
              <a:rPr sz="2800" b="1" spc="110" dirty="0">
                <a:solidFill>
                  <a:srgbClr val="C000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进制</a:t>
            </a:r>
            <a:r>
              <a:rPr sz="2800" b="1" spc="120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）</a:t>
            </a:r>
            <a:r>
              <a:rPr sz="2800" b="1" spc="-10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不 </a:t>
            </a:r>
            <a:r>
              <a:rPr sz="2800" b="1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同之</a:t>
            </a:r>
            <a:r>
              <a:rPr sz="2800" b="1" spc="5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外</a:t>
            </a:r>
            <a:r>
              <a:rPr sz="2800" b="1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，其</a:t>
            </a:r>
            <a:r>
              <a:rPr sz="2800" b="1" spc="-5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他功能</a:t>
            </a:r>
            <a:r>
              <a:rPr sz="2800" b="1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与</a:t>
            </a:r>
            <a:r>
              <a:rPr sz="2800" b="1" spc="-5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74160</a:t>
            </a:r>
            <a:r>
              <a:rPr sz="2800" b="1" spc="-10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相</a:t>
            </a:r>
            <a:r>
              <a:rPr sz="2800" b="1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同</a:t>
            </a:r>
            <a:r>
              <a:rPr sz="2800" b="1" spc="-5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。</a:t>
            </a:r>
            <a:endParaRPr sz="2800" dirty="0">
              <a:highlight>
                <a:srgbClr val="FFFF00"/>
              </a:highlight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94940" y="3351555"/>
            <a:ext cx="4373245" cy="2148205"/>
          </a:xfrm>
          <a:custGeom>
            <a:avLst/>
            <a:gdLst/>
            <a:ahLst/>
            <a:cxnLst/>
            <a:rect l="l" t="t" r="r" b="b"/>
            <a:pathLst>
              <a:path w="4373245" h="2148204">
                <a:moveTo>
                  <a:pt x="0" y="2148020"/>
                </a:moveTo>
                <a:lnTo>
                  <a:pt x="4372774" y="2148020"/>
                </a:lnTo>
                <a:lnTo>
                  <a:pt x="4372773" y="0"/>
                </a:lnTo>
                <a:lnTo>
                  <a:pt x="0" y="0"/>
                </a:lnTo>
                <a:lnTo>
                  <a:pt x="0" y="2148020"/>
                </a:lnTo>
                <a:close/>
              </a:path>
            </a:pathLst>
          </a:custGeom>
          <a:ln w="416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88845" y="3888607"/>
            <a:ext cx="306705" cy="0"/>
          </a:xfrm>
          <a:custGeom>
            <a:avLst/>
            <a:gdLst/>
            <a:ahLst/>
            <a:cxnLst/>
            <a:rect l="l" t="t" r="r" b="b"/>
            <a:pathLst>
              <a:path w="306705">
                <a:moveTo>
                  <a:pt x="306094" y="0"/>
                </a:moveTo>
                <a:lnTo>
                  <a:pt x="0" y="0"/>
                </a:lnTo>
              </a:path>
            </a:pathLst>
          </a:custGeom>
          <a:ln w="409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88846" y="4425603"/>
            <a:ext cx="306705" cy="0"/>
          </a:xfrm>
          <a:custGeom>
            <a:avLst/>
            <a:gdLst/>
            <a:ahLst/>
            <a:cxnLst/>
            <a:rect l="l" t="t" r="r" b="b"/>
            <a:pathLst>
              <a:path w="306705">
                <a:moveTo>
                  <a:pt x="306094" y="0"/>
                </a:moveTo>
                <a:lnTo>
                  <a:pt x="0" y="0"/>
                </a:lnTo>
              </a:path>
            </a:pathLst>
          </a:custGeom>
          <a:ln w="409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88846" y="4962580"/>
            <a:ext cx="306705" cy="0"/>
          </a:xfrm>
          <a:custGeom>
            <a:avLst/>
            <a:gdLst/>
            <a:ahLst/>
            <a:cxnLst/>
            <a:rect l="l" t="t" r="r" b="b"/>
            <a:pathLst>
              <a:path w="306705">
                <a:moveTo>
                  <a:pt x="306094" y="0"/>
                </a:moveTo>
                <a:lnTo>
                  <a:pt x="0" y="0"/>
                </a:lnTo>
              </a:path>
            </a:pathLst>
          </a:custGeom>
          <a:ln w="409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67775" y="3888607"/>
            <a:ext cx="306070" cy="0"/>
          </a:xfrm>
          <a:custGeom>
            <a:avLst/>
            <a:gdLst/>
            <a:ahLst/>
            <a:cxnLst/>
            <a:rect l="l" t="t" r="r" b="b"/>
            <a:pathLst>
              <a:path w="306070">
                <a:moveTo>
                  <a:pt x="306053" y="0"/>
                </a:moveTo>
                <a:lnTo>
                  <a:pt x="0" y="0"/>
                </a:lnTo>
              </a:path>
            </a:pathLst>
          </a:custGeom>
          <a:ln w="409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27383" y="4425603"/>
            <a:ext cx="124460" cy="0"/>
          </a:xfrm>
          <a:custGeom>
            <a:avLst/>
            <a:gdLst/>
            <a:ahLst/>
            <a:cxnLst/>
            <a:rect l="l" t="t" r="r" b="b"/>
            <a:pathLst>
              <a:path w="124459">
                <a:moveTo>
                  <a:pt x="124436" y="0"/>
                </a:moveTo>
                <a:lnTo>
                  <a:pt x="0" y="0"/>
                </a:lnTo>
              </a:path>
            </a:pathLst>
          </a:custGeom>
          <a:ln w="409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382995" y="4359111"/>
            <a:ext cx="144780" cy="133350"/>
          </a:xfrm>
          <a:custGeom>
            <a:avLst/>
            <a:gdLst/>
            <a:ahLst/>
            <a:cxnLst/>
            <a:rect l="l" t="t" r="r" b="b"/>
            <a:pathLst>
              <a:path w="144779" h="133350">
                <a:moveTo>
                  <a:pt x="144387" y="66492"/>
                </a:moveTo>
                <a:lnTo>
                  <a:pt x="138718" y="40606"/>
                </a:lnTo>
                <a:lnTo>
                  <a:pt x="123254" y="19471"/>
                </a:lnTo>
                <a:lnTo>
                  <a:pt x="100307" y="5224"/>
                </a:lnTo>
                <a:lnTo>
                  <a:pt x="72193" y="0"/>
                </a:lnTo>
                <a:lnTo>
                  <a:pt x="44079" y="5224"/>
                </a:lnTo>
                <a:lnTo>
                  <a:pt x="21133" y="19471"/>
                </a:lnTo>
                <a:lnTo>
                  <a:pt x="5669" y="40606"/>
                </a:lnTo>
                <a:lnTo>
                  <a:pt x="0" y="66492"/>
                </a:lnTo>
                <a:lnTo>
                  <a:pt x="5669" y="92369"/>
                </a:lnTo>
                <a:lnTo>
                  <a:pt x="21133" y="113505"/>
                </a:lnTo>
                <a:lnTo>
                  <a:pt x="44079" y="127757"/>
                </a:lnTo>
                <a:lnTo>
                  <a:pt x="72193" y="132984"/>
                </a:lnTo>
                <a:lnTo>
                  <a:pt x="100307" y="127757"/>
                </a:lnTo>
                <a:lnTo>
                  <a:pt x="123254" y="113505"/>
                </a:lnTo>
                <a:lnTo>
                  <a:pt x="138718" y="92369"/>
                </a:lnTo>
                <a:lnTo>
                  <a:pt x="144387" y="66492"/>
                </a:lnTo>
                <a:close/>
              </a:path>
            </a:pathLst>
          </a:custGeom>
          <a:ln w="425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69494" y="3096573"/>
            <a:ext cx="0" cy="255270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254981"/>
                </a:moveTo>
                <a:lnTo>
                  <a:pt x="0" y="0"/>
                </a:lnTo>
              </a:path>
            </a:pathLst>
          </a:custGeom>
          <a:ln w="4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744111" y="3096573"/>
            <a:ext cx="0" cy="255270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254981"/>
                </a:moveTo>
                <a:lnTo>
                  <a:pt x="0" y="0"/>
                </a:lnTo>
              </a:path>
            </a:pathLst>
          </a:custGeom>
          <a:ln w="4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18666" y="3096573"/>
            <a:ext cx="0" cy="255270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254981"/>
                </a:moveTo>
                <a:lnTo>
                  <a:pt x="0" y="0"/>
                </a:lnTo>
              </a:path>
            </a:pathLst>
          </a:custGeom>
          <a:ln w="4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93221" y="3096573"/>
            <a:ext cx="0" cy="255270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254981"/>
                </a:moveTo>
                <a:lnTo>
                  <a:pt x="0" y="0"/>
                </a:lnTo>
              </a:path>
            </a:pathLst>
          </a:custGeom>
          <a:ln w="4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69495" y="5512988"/>
            <a:ext cx="0" cy="255270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255074"/>
                </a:moveTo>
                <a:lnTo>
                  <a:pt x="0" y="0"/>
                </a:lnTo>
              </a:path>
            </a:pathLst>
          </a:custGeom>
          <a:ln w="4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44111" y="5512988"/>
            <a:ext cx="0" cy="255270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255074"/>
                </a:moveTo>
                <a:lnTo>
                  <a:pt x="0" y="0"/>
                </a:lnTo>
              </a:path>
            </a:pathLst>
          </a:custGeom>
          <a:ln w="4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618666" y="5512988"/>
            <a:ext cx="0" cy="255270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255074"/>
                </a:moveTo>
                <a:lnTo>
                  <a:pt x="0" y="0"/>
                </a:lnTo>
              </a:path>
            </a:pathLst>
          </a:custGeom>
          <a:ln w="4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93221" y="5512988"/>
            <a:ext cx="0" cy="255270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255074"/>
                </a:moveTo>
                <a:lnTo>
                  <a:pt x="0" y="0"/>
                </a:lnTo>
              </a:path>
            </a:pathLst>
          </a:custGeom>
          <a:ln w="4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676894" y="5140014"/>
            <a:ext cx="14668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00" spc="100" dirty="0"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94940" y="4828345"/>
            <a:ext cx="146050" cy="268605"/>
          </a:xfrm>
          <a:custGeom>
            <a:avLst/>
            <a:gdLst/>
            <a:ahLst/>
            <a:cxnLst/>
            <a:rect l="l" t="t" r="r" b="b"/>
            <a:pathLst>
              <a:path w="146050" h="268604">
                <a:moveTo>
                  <a:pt x="0" y="0"/>
                </a:moveTo>
                <a:lnTo>
                  <a:pt x="145765" y="134234"/>
                </a:lnTo>
                <a:lnTo>
                  <a:pt x="0" y="268488"/>
                </a:lnTo>
              </a:path>
            </a:pathLst>
          </a:custGeom>
          <a:ln w="4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534582" y="4962580"/>
            <a:ext cx="125095" cy="0"/>
          </a:xfrm>
          <a:custGeom>
            <a:avLst/>
            <a:gdLst/>
            <a:ahLst/>
            <a:cxnLst/>
            <a:rect l="l" t="t" r="r" b="b"/>
            <a:pathLst>
              <a:path w="125095">
                <a:moveTo>
                  <a:pt x="124642" y="0"/>
                </a:moveTo>
                <a:lnTo>
                  <a:pt x="0" y="0"/>
                </a:lnTo>
              </a:path>
            </a:pathLst>
          </a:custGeom>
          <a:ln w="409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390195" y="4896088"/>
            <a:ext cx="144780" cy="133350"/>
          </a:xfrm>
          <a:custGeom>
            <a:avLst/>
            <a:gdLst/>
            <a:ahLst/>
            <a:cxnLst/>
            <a:rect l="l" t="t" r="r" b="b"/>
            <a:pathLst>
              <a:path w="144779" h="133350">
                <a:moveTo>
                  <a:pt x="144387" y="66492"/>
                </a:moveTo>
                <a:lnTo>
                  <a:pt x="138718" y="40614"/>
                </a:lnTo>
                <a:lnTo>
                  <a:pt x="123254" y="19478"/>
                </a:lnTo>
                <a:lnTo>
                  <a:pt x="100307" y="5226"/>
                </a:lnTo>
                <a:lnTo>
                  <a:pt x="72193" y="0"/>
                </a:lnTo>
                <a:lnTo>
                  <a:pt x="44079" y="5226"/>
                </a:lnTo>
                <a:lnTo>
                  <a:pt x="21133" y="19478"/>
                </a:lnTo>
                <a:lnTo>
                  <a:pt x="5669" y="40614"/>
                </a:lnTo>
                <a:lnTo>
                  <a:pt x="0" y="66492"/>
                </a:lnTo>
                <a:lnTo>
                  <a:pt x="5669" y="92377"/>
                </a:lnTo>
                <a:lnTo>
                  <a:pt x="21133" y="113512"/>
                </a:lnTo>
                <a:lnTo>
                  <a:pt x="44079" y="127760"/>
                </a:lnTo>
                <a:lnTo>
                  <a:pt x="72193" y="132984"/>
                </a:lnTo>
                <a:lnTo>
                  <a:pt x="100307" y="127760"/>
                </a:lnTo>
                <a:lnTo>
                  <a:pt x="123254" y="113512"/>
                </a:lnTo>
                <a:lnTo>
                  <a:pt x="138718" y="92377"/>
                </a:lnTo>
                <a:lnTo>
                  <a:pt x="144387" y="66492"/>
                </a:lnTo>
                <a:close/>
              </a:path>
            </a:pathLst>
          </a:custGeom>
          <a:ln w="425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354285" y="4711528"/>
            <a:ext cx="1034415" cy="480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4425" spc="307" baseline="-35781" dirty="0">
                <a:latin typeface="Times New Roman"/>
                <a:cs typeface="Times New Roman"/>
              </a:rPr>
              <a:t>D</a:t>
            </a:r>
            <a:r>
              <a:rPr sz="4425" spc="262" baseline="-35781" dirty="0">
                <a:latin typeface="Times New Roman"/>
                <a:cs typeface="Times New Roman"/>
              </a:rPr>
              <a:t> </a:t>
            </a:r>
            <a:r>
              <a:rPr sz="2950" spc="190" dirty="0">
                <a:latin typeface="Times New Roman"/>
                <a:cs typeface="Times New Roman"/>
              </a:rPr>
              <a:t>CR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784670" y="4237663"/>
            <a:ext cx="473709" cy="0"/>
          </a:xfrm>
          <a:custGeom>
            <a:avLst/>
            <a:gdLst/>
            <a:ahLst/>
            <a:cxnLst/>
            <a:rect l="l" t="t" r="r" b="b"/>
            <a:pathLst>
              <a:path w="473709">
                <a:moveTo>
                  <a:pt x="0" y="0"/>
                </a:moveTo>
                <a:lnTo>
                  <a:pt x="473682" y="0"/>
                </a:lnTo>
              </a:path>
            </a:pathLst>
          </a:custGeom>
          <a:ln w="409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784671" y="4774640"/>
            <a:ext cx="473709" cy="0"/>
          </a:xfrm>
          <a:custGeom>
            <a:avLst/>
            <a:gdLst/>
            <a:ahLst/>
            <a:cxnLst/>
            <a:rect l="l" t="t" r="r" b="b"/>
            <a:pathLst>
              <a:path w="473709">
                <a:moveTo>
                  <a:pt x="0" y="0"/>
                </a:moveTo>
                <a:lnTo>
                  <a:pt x="473682" y="0"/>
                </a:lnTo>
              </a:path>
            </a:pathLst>
          </a:custGeom>
          <a:ln w="409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049643" y="3288462"/>
            <a:ext cx="4346575" cy="214503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45085" marR="55880" indent="617220">
              <a:lnSpc>
                <a:spcPct val="71700"/>
              </a:lnSpc>
              <a:spcBef>
                <a:spcPts val="1135"/>
              </a:spcBef>
              <a:tabLst>
                <a:tab pos="1536700" algn="l"/>
                <a:tab pos="2440940" algn="l"/>
                <a:tab pos="3315335" algn="l"/>
                <a:tab pos="3710940" algn="l"/>
              </a:tabLst>
            </a:pPr>
            <a:r>
              <a:rPr sz="2950" spc="155" dirty="0">
                <a:latin typeface="Times New Roman"/>
                <a:cs typeface="Times New Roman"/>
              </a:rPr>
              <a:t>Q</a:t>
            </a:r>
            <a:r>
              <a:rPr sz="2850" spc="232" baseline="-13157" dirty="0">
                <a:latin typeface="Times New Roman"/>
                <a:cs typeface="Times New Roman"/>
              </a:rPr>
              <a:t>0	</a:t>
            </a:r>
            <a:r>
              <a:rPr sz="2950" spc="155" dirty="0">
                <a:latin typeface="Times New Roman"/>
                <a:cs typeface="Times New Roman"/>
              </a:rPr>
              <a:t>Q</a:t>
            </a:r>
            <a:r>
              <a:rPr sz="2850" spc="232" baseline="-13157" dirty="0">
                <a:latin typeface="Times New Roman"/>
                <a:cs typeface="Times New Roman"/>
              </a:rPr>
              <a:t>1	</a:t>
            </a:r>
            <a:r>
              <a:rPr sz="2950" spc="155" dirty="0">
                <a:latin typeface="Times New Roman"/>
                <a:cs typeface="Times New Roman"/>
              </a:rPr>
              <a:t>Q</a:t>
            </a:r>
            <a:r>
              <a:rPr sz="2850" spc="232" baseline="-13157" dirty="0">
                <a:latin typeface="Times New Roman"/>
                <a:cs typeface="Times New Roman"/>
              </a:rPr>
              <a:t>2	</a:t>
            </a:r>
            <a:r>
              <a:rPr sz="2950" spc="155" dirty="0">
                <a:latin typeface="Times New Roman"/>
                <a:cs typeface="Times New Roman"/>
              </a:rPr>
              <a:t>Q</a:t>
            </a:r>
            <a:r>
              <a:rPr sz="2850" spc="232" baseline="-13157" dirty="0">
                <a:latin typeface="Times New Roman"/>
                <a:cs typeface="Times New Roman"/>
              </a:rPr>
              <a:t>3  </a:t>
            </a:r>
            <a:r>
              <a:rPr sz="2950" spc="180" dirty="0">
                <a:latin typeface="Times New Roman"/>
                <a:cs typeface="Times New Roman"/>
              </a:rPr>
              <a:t>CT</a:t>
            </a:r>
            <a:r>
              <a:rPr sz="2850" spc="165" baseline="-13157" dirty="0">
                <a:latin typeface="Times New Roman"/>
                <a:cs typeface="Times New Roman"/>
              </a:rPr>
              <a:t>P</a:t>
            </a:r>
            <a:r>
              <a:rPr sz="2850" baseline="-13157" dirty="0">
                <a:latin typeface="Times New Roman"/>
                <a:cs typeface="Times New Roman"/>
              </a:rPr>
              <a:t>				</a:t>
            </a:r>
            <a:r>
              <a:rPr sz="2950" spc="190" dirty="0">
                <a:latin typeface="Times New Roman"/>
                <a:cs typeface="Times New Roman"/>
              </a:rPr>
              <a:t>C</a:t>
            </a:r>
            <a:r>
              <a:rPr sz="2950" spc="204" dirty="0">
                <a:latin typeface="Times New Roman"/>
                <a:cs typeface="Times New Roman"/>
              </a:rPr>
              <a:t>O</a:t>
            </a:r>
            <a:endParaRPr sz="29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5"/>
              </a:spcBef>
              <a:tabLst>
                <a:tab pos="1514475" algn="l"/>
                <a:tab pos="3723004" algn="l"/>
              </a:tabLst>
            </a:pPr>
            <a:r>
              <a:rPr sz="2950" spc="160" dirty="0">
                <a:latin typeface="Times New Roman"/>
                <a:cs typeface="Times New Roman"/>
              </a:rPr>
              <a:t>CT</a:t>
            </a:r>
            <a:r>
              <a:rPr sz="2850" spc="240" baseline="-13157" dirty="0">
                <a:latin typeface="Times New Roman"/>
                <a:cs typeface="Times New Roman"/>
              </a:rPr>
              <a:t>T	</a:t>
            </a:r>
            <a:r>
              <a:rPr sz="3550" b="1" spc="165" dirty="0">
                <a:solidFill>
                  <a:srgbClr val="FF0000"/>
                </a:solidFill>
                <a:latin typeface="Times New Roman"/>
                <a:cs typeface="Times New Roman"/>
              </a:rPr>
              <a:t>74161	</a:t>
            </a:r>
            <a:r>
              <a:rPr sz="4425" spc="284" baseline="-3766" dirty="0">
                <a:latin typeface="Times New Roman"/>
                <a:cs typeface="Times New Roman"/>
              </a:rPr>
              <a:t>LD</a:t>
            </a:r>
            <a:endParaRPr sz="4425" baseline="-3766">
              <a:latin typeface="Times New Roman"/>
              <a:cs typeface="Times New Roman"/>
            </a:endParaRPr>
          </a:p>
          <a:p>
            <a:pPr marL="130810">
              <a:lnSpc>
                <a:spcPct val="100000"/>
              </a:lnSpc>
              <a:spcBef>
                <a:spcPts val="2685"/>
              </a:spcBef>
              <a:tabLst>
                <a:tab pos="1551305" algn="l"/>
                <a:tab pos="2455545" algn="l"/>
              </a:tabLst>
            </a:pPr>
            <a:r>
              <a:rPr sz="4425" spc="375" baseline="35781" dirty="0">
                <a:latin typeface="Times New Roman"/>
                <a:cs typeface="Times New Roman"/>
              </a:rPr>
              <a:t>CP</a:t>
            </a:r>
            <a:r>
              <a:rPr sz="2950" spc="250" dirty="0">
                <a:latin typeface="Times New Roman"/>
                <a:cs typeface="Times New Roman"/>
              </a:rPr>
              <a:t>D</a:t>
            </a:r>
            <a:r>
              <a:rPr sz="2850" spc="375" baseline="-13157" dirty="0">
                <a:latin typeface="Times New Roman"/>
                <a:cs typeface="Times New Roman"/>
              </a:rPr>
              <a:t>0	</a:t>
            </a:r>
            <a:r>
              <a:rPr sz="2950" spc="155" dirty="0">
                <a:latin typeface="Times New Roman"/>
                <a:cs typeface="Times New Roman"/>
              </a:rPr>
              <a:t>D</a:t>
            </a:r>
            <a:r>
              <a:rPr sz="2850" spc="232" baseline="-13157" dirty="0">
                <a:latin typeface="Times New Roman"/>
                <a:cs typeface="Times New Roman"/>
              </a:rPr>
              <a:t>1	</a:t>
            </a:r>
            <a:r>
              <a:rPr sz="2950" spc="155" dirty="0">
                <a:latin typeface="Times New Roman"/>
                <a:cs typeface="Times New Roman"/>
              </a:rPr>
              <a:t>D</a:t>
            </a:r>
            <a:r>
              <a:rPr sz="2850" spc="232" baseline="-13157" dirty="0">
                <a:latin typeface="Times New Roman"/>
                <a:cs typeface="Times New Roman"/>
              </a:rPr>
              <a:t>2</a:t>
            </a:r>
            <a:endParaRPr sz="2850" baseline="-13157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90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25882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solidFill>
                  <a:srgbClr val="C000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74161</a:t>
            </a:r>
            <a:r>
              <a:rPr sz="3600" b="1" i="0" spc="-120" dirty="0">
                <a:solidFill>
                  <a:srgbClr val="C00000"/>
                </a:solidFill>
                <a:latin typeface="华文楷体"/>
                <a:cs typeface="华文楷体"/>
              </a:rPr>
              <a:t> </a:t>
            </a:r>
            <a:r>
              <a:rPr sz="3600" b="1" i="0" spc="5" dirty="0">
                <a:latin typeface="华文楷体"/>
                <a:cs typeface="华文楷体"/>
              </a:rPr>
              <a:t>功能表</a:t>
            </a:r>
            <a:endParaRPr sz="3600" dirty="0">
              <a:latin typeface="华文楷体"/>
              <a:cs typeface="华文楷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55216" y="1540763"/>
          <a:ext cx="6605269" cy="44330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7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97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CP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CT</a:t>
                      </a:r>
                      <a:r>
                        <a:rPr sz="2775" b="1" spc="-7" baseline="-2102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CT</a:t>
                      </a:r>
                      <a:r>
                        <a:rPr sz="2775" b="1" spc="-7" baseline="-2102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工作状态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1111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6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1244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1244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1244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1244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800" b="1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异步清零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1111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↑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12509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12509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800" b="1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同步预置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1111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6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1250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800" b="1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保持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1111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8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5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2482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70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70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955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24828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9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701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800" b="1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保持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800" b="1" spc="-5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（</a:t>
                      </a:r>
                      <a:r>
                        <a:rPr sz="2800" b="1" spc="-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CO=0</a:t>
                      </a:r>
                      <a:r>
                        <a:rPr sz="2800" b="1" spc="-5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184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623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↑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800" b="1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计数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1117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2462022" y="1709166"/>
            <a:ext cx="670560" cy="1905"/>
          </a:xfrm>
          <a:custGeom>
            <a:avLst/>
            <a:gdLst/>
            <a:ahLst/>
            <a:cxnLst/>
            <a:rect l="l" t="t" r="r" b="b"/>
            <a:pathLst>
              <a:path w="670560" h="1905">
                <a:moveTo>
                  <a:pt x="0" y="0"/>
                </a:moveTo>
                <a:lnTo>
                  <a:pt x="670051" y="165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0326" y="1713738"/>
            <a:ext cx="670560" cy="1905"/>
          </a:xfrm>
          <a:custGeom>
            <a:avLst/>
            <a:gdLst/>
            <a:ahLst/>
            <a:cxnLst/>
            <a:rect l="l" t="t" r="r" b="b"/>
            <a:pathLst>
              <a:path w="670560" h="1905">
                <a:moveTo>
                  <a:pt x="0" y="0"/>
                </a:moveTo>
                <a:lnTo>
                  <a:pt x="670051" y="165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185404" y="5346191"/>
            <a:ext cx="1461770" cy="512320"/>
          </a:xfrm>
          <a:prstGeom prst="rect">
            <a:avLst/>
          </a:prstGeom>
          <a:solidFill>
            <a:srgbClr val="C4F4DF"/>
          </a:solidFill>
        </p:spPr>
        <p:txBody>
          <a:bodyPr vert="horz" wrap="square" lIns="0" tIns="1968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155"/>
              </a:spcBef>
            </a:pPr>
            <a:r>
              <a:rPr sz="3200" spc="-10" dirty="0">
                <a:solidFill>
                  <a:srgbClr val="C00000"/>
                </a:solidFill>
                <a:highlight>
                  <a:srgbClr val="FFFF00"/>
                </a:highlight>
                <a:latin typeface="Arial"/>
                <a:cs typeface="Arial"/>
              </a:rPr>
              <a:t>16</a:t>
            </a:r>
            <a:r>
              <a:rPr sz="3200" i="1" dirty="0">
                <a:solidFill>
                  <a:srgbClr val="C000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进制</a:t>
            </a:r>
            <a:endParaRPr sz="3200" dirty="0">
              <a:highlight>
                <a:srgbClr val="FFFF00"/>
              </a:highlight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91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68745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5" dirty="0">
                <a:latin typeface="华文楷体"/>
                <a:cs typeface="华文楷体"/>
              </a:rPr>
              <a:t>异步</a:t>
            </a:r>
            <a:r>
              <a:rPr sz="3600" b="1" i="0" spc="10" dirty="0">
                <a:latin typeface="华文楷体"/>
                <a:cs typeface="华文楷体"/>
              </a:rPr>
              <a:t>二</a:t>
            </a:r>
            <a:r>
              <a:rPr sz="3600" b="1" i="0" spc="-5" dirty="0">
                <a:latin typeface="华文楷体"/>
                <a:cs typeface="华文楷体"/>
              </a:rPr>
              <a:t>-五-</a:t>
            </a:r>
            <a:r>
              <a:rPr sz="3600" dirty="0"/>
              <a:t>十</a:t>
            </a:r>
            <a:r>
              <a:rPr sz="3600" b="1" i="0" spc="-5" dirty="0">
                <a:latin typeface="华文楷体"/>
                <a:cs typeface="华文楷体"/>
              </a:rPr>
              <a:t>进制加法计数</a:t>
            </a:r>
            <a:r>
              <a:rPr sz="3600" b="1" i="0" dirty="0">
                <a:latin typeface="华文楷体"/>
                <a:cs typeface="华文楷体"/>
              </a:rPr>
              <a:t>器</a:t>
            </a:r>
            <a:r>
              <a:rPr sz="3600" b="1" i="0" spc="-10" dirty="0">
                <a:solidFill>
                  <a:srgbClr val="C00000"/>
                </a:solidFill>
                <a:latin typeface="华文楷体"/>
                <a:cs typeface="华文楷体"/>
              </a:rPr>
              <a:t>74290</a:t>
            </a:r>
            <a:endParaRPr sz="3600" dirty="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43711" y="3401746"/>
            <a:ext cx="116839" cy="215265"/>
          </a:xfrm>
          <a:custGeom>
            <a:avLst/>
            <a:gdLst/>
            <a:ahLst/>
            <a:cxnLst/>
            <a:rect l="l" t="t" r="r" b="b"/>
            <a:pathLst>
              <a:path w="116839" h="215264">
                <a:moveTo>
                  <a:pt x="0" y="0"/>
                </a:moveTo>
                <a:lnTo>
                  <a:pt x="116845" y="107609"/>
                </a:lnTo>
                <a:lnTo>
                  <a:pt x="0" y="215219"/>
                </a:lnTo>
              </a:path>
            </a:pathLst>
          </a:custGeom>
          <a:ln w="34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672320" y="2670842"/>
            <a:ext cx="43370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0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78146" y="3186678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779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82631" y="3832034"/>
            <a:ext cx="123189" cy="0"/>
          </a:xfrm>
          <a:custGeom>
            <a:avLst/>
            <a:gdLst/>
            <a:ahLst/>
            <a:cxnLst/>
            <a:rect l="l" t="t" r="r" b="b"/>
            <a:pathLst>
              <a:path w="123189">
                <a:moveTo>
                  <a:pt x="0" y="0"/>
                </a:moveTo>
                <a:lnTo>
                  <a:pt x="122613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66939" y="3778760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79">
                <a:moveTo>
                  <a:pt x="115691" y="53273"/>
                </a:moveTo>
                <a:lnTo>
                  <a:pt x="111149" y="32527"/>
                </a:lnTo>
                <a:lnTo>
                  <a:pt x="98758" y="15595"/>
                </a:lnTo>
                <a:lnTo>
                  <a:pt x="80372" y="4183"/>
                </a:lnTo>
                <a:lnTo>
                  <a:pt x="57845" y="0"/>
                </a:lnTo>
                <a:lnTo>
                  <a:pt x="35319" y="4183"/>
                </a:lnTo>
                <a:lnTo>
                  <a:pt x="16933" y="15595"/>
                </a:lnTo>
                <a:lnTo>
                  <a:pt x="4542" y="32527"/>
                </a:lnTo>
                <a:lnTo>
                  <a:pt x="0" y="53273"/>
                </a:lnTo>
                <a:lnTo>
                  <a:pt x="4542" y="74019"/>
                </a:lnTo>
                <a:lnTo>
                  <a:pt x="16933" y="90952"/>
                </a:lnTo>
                <a:lnTo>
                  <a:pt x="35319" y="102364"/>
                </a:lnTo>
                <a:lnTo>
                  <a:pt x="57845" y="106547"/>
                </a:lnTo>
                <a:lnTo>
                  <a:pt x="80372" y="102364"/>
                </a:lnTo>
                <a:lnTo>
                  <a:pt x="98758" y="90952"/>
                </a:lnTo>
                <a:lnTo>
                  <a:pt x="111149" y="74019"/>
                </a:lnTo>
                <a:lnTo>
                  <a:pt x="115691" y="53273"/>
                </a:lnTo>
                <a:close/>
              </a:path>
            </a:pathLst>
          </a:custGeom>
          <a:ln w="34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18887" y="3520284"/>
            <a:ext cx="1297305" cy="0"/>
          </a:xfrm>
          <a:custGeom>
            <a:avLst/>
            <a:gdLst/>
            <a:ahLst/>
            <a:cxnLst/>
            <a:rect l="l" t="t" r="r" b="b"/>
            <a:pathLst>
              <a:path w="1297305">
                <a:moveTo>
                  <a:pt x="1296936" y="0"/>
                </a:moveTo>
                <a:lnTo>
                  <a:pt x="0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98728" y="3449915"/>
            <a:ext cx="149882" cy="1407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05989" y="3401746"/>
            <a:ext cx="116839" cy="215265"/>
          </a:xfrm>
          <a:custGeom>
            <a:avLst/>
            <a:gdLst/>
            <a:ahLst/>
            <a:cxnLst/>
            <a:rect l="l" t="t" r="r" b="b"/>
            <a:pathLst>
              <a:path w="116839" h="215264">
                <a:moveTo>
                  <a:pt x="0" y="0"/>
                </a:moveTo>
                <a:lnTo>
                  <a:pt x="116680" y="107609"/>
                </a:lnTo>
                <a:lnTo>
                  <a:pt x="0" y="215219"/>
                </a:lnTo>
              </a:path>
            </a:pathLst>
          </a:custGeom>
          <a:ln w="349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541026" y="2670842"/>
            <a:ext cx="43307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1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46521" y="3182277"/>
            <a:ext cx="344170" cy="4445"/>
          </a:xfrm>
          <a:custGeom>
            <a:avLst/>
            <a:gdLst/>
            <a:ahLst/>
            <a:cxnLst/>
            <a:rect l="l" t="t" r="r" b="b"/>
            <a:pathLst>
              <a:path w="344170" h="4444">
                <a:moveTo>
                  <a:pt x="0" y="4401"/>
                </a:moveTo>
                <a:lnTo>
                  <a:pt x="344109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51172" y="3832034"/>
            <a:ext cx="123189" cy="0"/>
          </a:xfrm>
          <a:custGeom>
            <a:avLst/>
            <a:gdLst/>
            <a:ahLst/>
            <a:cxnLst/>
            <a:rect l="l" t="t" r="r" b="b"/>
            <a:pathLst>
              <a:path w="123189">
                <a:moveTo>
                  <a:pt x="0" y="0"/>
                </a:moveTo>
                <a:lnTo>
                  <a:pt x="122613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35479" y="3778760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79">
                <a:moveTo>
                  <a:pt x="115691" y="53273"/>
                </a:moveTo>
                <a:lnTo>
                  <a:pt x="111149" y="32527"/>
                </a:lnTo>
                <a:lnTo>
                  <a:pt x="98758" y="15595"/>
                </a:lnTo>
                <a:lnTo>
                  <a:pt x="80372" y="4183"/>
                </a:lnTo>
                <a:lnTo>
                  <a:pt x="57845" y="0"/>
                </a:lnTo>
                <a:lnTo>
                  <a:pt x="35319" y="4183"/>
                </a:lnTo>
                <a:lnTo>
                  <a:pt x="16933" y="15595"/>
                </a:lnTo>
                <a:lnTo>
                  <a:pt x="4542" y="32527"/>
                </a:lnTo>
                <a:lnTo>
                  <a:pt x="0" y="53273"/>
                </a:lnTo>
                <a:lnTo>
                  <a:pt x="4542" y="74019"/>
                </a:lnTo>
                <a:lnTo>
                  <a:pt x="16933" y="90952"/>
                </a:lnTo>
                <a:lnTo>
                  <a:pt x="35319" y="102364"/>
                </a:lnTo>
                <a:lnTo>
                  <a:pt x="57845" y="106547"/>
                </a:lnTo>
                <a:lnTo>
                  <a:pt x="80372" y="102364"/>
                </a:lnTo>
                <a:lnTo>
                  <a:pt x="98758" y="90952"/>
                </a:lnTo>
                <a:lnTo>
                  <a:pt x="111149" y="74019"/>
                </a:lnTo>
                <a:lnTo>
                  <a:pt x="115691" y="53273"/>
                </a:lnTo>
                <a:close/>
              </a:path>
            </a:pathLst>
          </a:custGeom>
          <a:ln w="34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26905" y="3509356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>
                <a:moveTo>
                  <a:pt x="351031" y="0"/>
                </a:moveTo>
                <a:lnTo>
                  <a:pt x="0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60841" y="3438987"/>
            <a:ext cx="149882" cy="1407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86560" y="3401746"/>
            <a:ext cx="116839" cy="215265"/>
          </a:xfrm>
          <a:custGeom>
            <a:avLst/>
            <a:gdLst/>
            <a:ahLst/>
            <a:cxnLst/>
            <a:rect l="l" t="t" r="r" b="b"/>
            <a:pathLst>
              <a:path w="116840" h="215264">
                <a:moveTo>
                  <a:pt x="0" y="0"/>
                </a:moveTo>
                <a:lnTo>
                  <a:pt x="116680" y="107609"/>
                </a:lnTo>
                <a:lnTo>
                  <a:pt x="0" y="215219"/>
                </a:lnTo>
              </a:path>
            </a:pathLst>
          </a:custGeom>
          <a:ln w="349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432968" y="2670842"/>
            <a:ext cx="43370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2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32202" y="3186678"/>
            <a:ext cx="537845" cy="0"/>
          </a:xfrm>
          <a:custGeom>
            <a:avLst/>
            <a:gdLst/>
            <a:ahLst/>
            <a:cxnLst/>
            <a:rect l="l" t="t" r="r" b="b"/>
            <a:pathLst>
              <a:path w="537845">
                <a:moveTo>
                  <a:pt x="0" y="0"/>
                </a:moveTo>
                <a:lnTo>
                  <a:pt x="537258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536852" y="3832034"/>
            <a:ext cx="106045" cy="0"/>
          </a:xfrm>
          <a:custGeom>
            <a:avLst/>
            <a:gdLst/>
            <a:ahLst/>
            <a:cxnLst/>
            <a:rect l="l" t="t" r="r" b="b"/>
            <a:pathLst>
              <a:path w="106045">
                <a:moveTo>
                  <a:pt x="0" y="0"/>
                </a:moveTo>
                <a:lnTo>
                  <a:pt x="105638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421160" y="3778760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79">
                <a:moveTo>
                  <a:pt x="115691" y="53273"/>
                </a:moveTo>
                <a:lnTo>
                  <a:pt x="111126" y="32527"/>
                </a:lnTo>
                <a:lnTo>
                  <a:pt x="98696" y="15595"/>
                </a:lnTo>
                <a:lnTo>
                  <a:pt x="80303" y="4183"/>
                </a:lnTo>
                <a:lnTo>
                  <a:pt x="57845" y="0"/>
                </a:lnTo>
                <a:lnTo>
                  <a:pt x="35319" y="4183"/>
                </a:lnTo>
                <a:lnTo>
                  <a:pt x="16933" y="15595"/>
                </a:lnTo>
                <a:lnTo>
                  <a:pt x="4542" y="32527"/>
                </a:lnTo>
                <a:lnTo>
                  <a:pt x="0" y="53273"/>
                </a:lnTo>
                <a:lnTo>
                  <a:pt x="4542" y="74019"/>
                </a:lnTo>
                <a:lnTo>
                  <a:pt x="16933" y="90952"/>
                </a:lnTo>
                <a:lnTo>
                  <a:pt x="35319" y="102364"/>
                </a:lnTo>
                <a:lnTo>
                  <a:pt x="57845" y="106547"/>
                </a:lnTo>
                <a:lnTo>
                  <a:pt x="80303" y="102364"/>
                </a:lnTo>
                <a:lnTo>
                  <a:pt x="98696" y="90952"/>
                </a:lnTo>
                <a:lnTo>
                  <a:pt x="111126" y="74019"/>
                </a:lnTo>
                <a:lnTo>
                  <a:pt x="115691" y="53273"/>
                </a:lnTo>
                <a:close/>
              </a:path>
            </a:pathLst>
          </a:custGeom>
          <a:ln w="34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890631" y="3520284"/>
            <a:ext cx="479425" cy="0"/>
          </a:xfrm>
          <a:custGeom>
            <a:avLst/>
            <a:gdLst/>
            <a:ahLst/>
            <a:cxnLst/>
            <a:rect l="l" t="t" r="r" b="b"/>
            <a:pathLst>
              <a:path w="479425">
                <a:moveTo>
                  <a:pt x="479412" y="0"/>
                </a:moveTo>
                <a:lnTo>
                  <a:pt x="0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352949" y="3449915"/>
            <a:ext cx="149882" cy="1407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378230" y="3186678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758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366364" y="3191990"/>
            <a:ext cx="0" cy="1759585"/>
          </a:xfrm>
          <a:custGeom>
            <a:avLst/>
            <a:gdLst/>
            <a:ahLst/>
            <a:cxnLst/>
            <a:rect l="l" t="t" r="r" b="b"/>
            <a:pathLst>
              <a:path h="1759585">
                <a:moveTo>
                  <a:pt x="0" y="1758958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627877" y="2201190"/>
            <a:ext cx="0" cy="981710"/>
          </a:xfrm>
          <a:custGeom>
            <a:avLst/>
            <a:gdLst/>
            <a:ahLst/>
            <a:cxnLst/>
            <a:rect l="l" t="t" r="r" b="b"/>
            <a:pathLst>
              <a:path h="981710">
                <a:moveTo>
                  <a:pt x="0" y="981086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366364" y="4950949"/>
            <a:ext cx="5144770" cy="0"/>
          </a:xfrm>
          <a:custGeom>
            <a:avLst/>
            <a:gdLst/>
            <a:ahLst/>
            <a:cxnLst/>
            <a:rect l="l" t="t" r="r" b="b"/>
            <a:pathLst>
              <a:path w="5144770">
                <a:moveTo>
                  <a:pt x="5144666" y="0"/>
                </a:moveTo>
                <a:lnTo>
                  <a:pt x="0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021925" y="2229876"/>
            <a:ext cx="0" cy="956944"/>
          </a:xfrm>
          <a:custGeom>
            <a:avLst/>
            <a:gdLst/>
            <a:ahLst/>
            <a:cxnLst/>
            <a:rect l="l" t="t" r="r" b="b"/>
            <a:pathLst>
              <a:path h="956944">
                <a:moveTo>
                  <a:pt x="0" y="956801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890631" y="2208324"/>
            <a:ext cx="0" cy="1306830"/>
          </a:xfrm>
          <a:custGeom>
            <a:avLst/>
            <a:gdLst/>
            <a:ahLst/>
            <a:cxnLst/>
            <a:rect l="l" t="t" r="r" b="b"/>
            <a:pathLst>
              <a:path h="1306829">
                <a:moveTo>
                  <a:pt x="0" y="1306344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759172" y="2237010"/>
            <a:ext cx="0" cy="949960"/>
          </a:xfrm>
          <a:custGeom>
            <a:avLst/>
            <a:gdLst/>
            <a:ahLst/>
            <a:cxnLst/>
            <a:rect l="l" t="t" r="r" b="b"/>
            <a:pathLst>
              <a:path h="949960">
                <a:moveTo>
                  <a:pt x="0" y="949668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863025" y="1891013"/>
            <a:ext cx="31813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0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31730" y="1885549"/>
            <a:ext cx="31813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1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600270" y="1885549"/>
            <a:ext cx="31813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2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43623" y="3358848"/>
            <a:ext cx="44640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CP</a:t>
            </a:r>
            <a:r>
              <a:rPr sz="1575" b="1" spc="135" baseline="-13227" dirty="0">
                <a:latin typeface="Times New Roman"/>
                <a:cs typeface="Times New Roman"/>
              </a:rPr>
              <a:t>0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343234" y="3401746"/>
            <a:ext cx="116839" cy="215265"/>
          </a:xfrm>
          <a:custGeom>
            <a:avLst/>
            <a:gdLst/>
            <a:ahLst/>
            <a:cxnLst/>
            <a:rect l="l" t="t" r="r" b="b"/>
            <a:pathLst>
              <a:path w="116840" h="215264">
                <a:moveTo>
                  <a:pt x="0" y="0"/>
                </a:moveTo>
                <a:lnTo>
                  <a:pt x="116680" y="107609"/>
                </a:lnTo>
                <a:lnTo>
                  <a:pt x="0" y="215219"/>
                </a:lnTo>
              </a:path>
            </a:pathLst>
          </a:custGeom>
          <a:ln w="349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8278272" y="2670842"/>
            <a:ext cx="43370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3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9283932" y="3182277"/>
            <a:ext cx="344170" cy="4445"/>
          </a:xfrm>
          <a:custGeom>
            <a:avLst/>
            <a:gdLst/>
            <a:ahLst/>
            <a:cxnLst/>
            <a:rect l="l" t="t" r="r" b="b"/>
            <a:pathLst>
              <a:path w="344170" h="4444">
                <a:moveTo>
                  <a:pt x="0" y="4401"/>
                </a:moveTo>
                <a:lnTo>
                  <a:pt x="343944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388417" y="3832034"/>
            <a:ext cx="123189" cy="0"/>
          </a:xfrm>
          <a:custGeom>
            <a:avLst/>
            <a:gdLst/>
            <a:ahLst/>
            <a:cxnLst/>
            <a:rect l="l" t="t" r="r" b="b"/>
            <a:pathLst>
              <a:path w="123190">
                <a:moveTo>
                  <a:pt x="0" y="0"/>
                </a:moveTo>
                <a:lnTo>
                  <a:pt x="122613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272726" y="3778760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79">
                <a:moveTo>
                  <a:pt x="115691" y="53273"/>
                </a:moveTo>
                <a:lnTo>
                  <a:pt x="111149" y="32527"/>
                </a:lnTo>
                <a:lnTo>
                  <a:pt x="98758" y="15595"/>
                </a:lnTo>
                <a:lnTo>
                  <a:pt x="80372" y="4183"/>
                </a:lnTo>
                <a:lnTo>
                  <a:pt x="57845" y="0"/>
                </a:lnTo>
                <a:lnTo>
                  <a:pt x="35319" y="4183"/>
                </a:lnTo>
                <a:lnTo>
                  <a:pt x="16933" y="15595"/>
                </a:lnTo>
                <a:lnTo>
                  <a:pt x="4542" y="32527"/>
                </a:lnTo>
                <a:lnTo>
                  <a:pt x="0" y="53273"/>
                </a:lnTo>
                <a:lnTo>
                  <a:pt x="4542" y="74019"/>
                </a:lnTo>
                <a:lnTo>
                  <a:pt x="16933" y="90952"/>
                </a:lnTo>
                <a:lnTo>
                  <a:pt x="35319" y="102364"/>
                </a:lnTo>
                <a:lnTo>
                  <a:pt x="57845" y="106547"/>
                </a:lnTo>
                <a:lnTo>
                  <a:pt x="80372" y="102364"/>
                </a:lnTo>
                <a:lnTo>
                  <a:pt x="98758" y="90952"/>
                </a:lnTo>
                <a:lnTo>
                  <a:pt x="111149" y="74019"/>
                </a:lnTo>
                <a:lnTo>
                  <a:pt x="115691" y="53273"/>
                </a:lnTo>
                <a:close/>
              </a:path>
            </a:pathLst>
          </a:custGeom>
          <a:ln w="34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004564" y="3509356"/>
            <a:ext cx="234315" cy="0"/>
          </a:xfrm>
          <a:custGeom>
            <a:avLst/>
            <a:gdLst/>
            <a:ahLst/>
            <a:cxnLst/>
            <a:rect l="l" t="t" r="r" b="b"/>
            <a:pathLst>
              <a:path w="234315">
                <a:moveTo>
                  <a:pt x="234020" y="0"/>
                </a:moveTo>
                <a:lnTo>
                  <a:pt x="0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238584" y="3456082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79">
                <a:moveTo>
                  <a:pt x="0" y="53273"/>
                </a:moveTo>
                <a:lnTo>
                  <a:pt x="4542" y="74019"/>
                </a:lnTo>
                <a:lnTo>
                  <a:pt x="16933" y="90952"/>
                </a:lnTo>
                <a:lnTo>
                  <a:pt x="35319" y="102364"/>
                </a:lnTo>
                <a:lnTo>
                  <a:pt x="57845" y="106547"/>
                </a:lnTo>
                <a:lnTo>
                  <a:pt x="80372" y="102364"/>
                </a:lnTo>
                <a:lnTo>
                  <a:pt x="98758" y="90952"/>
                </a:lnTo>
                <a:lnTo>
                  <a:pt x="111149" y="74019"/>
                </a:lnTo>
                <a:lnTo>
                  <a:pt x="115691" y="53273"/>
                </a:lnTo>
                <a:lnTo>
                  <a:pt x="111149" y="32527"/>
                </a:lnTo>
                <a:lnTo>
                  <a:pt x="98758" y="15595"/>
                </a:lnTo>
                <a:lnTo>
                  <a:pt x="80372" y="4183"/>
                </a:lnTo>
                <a:lnTo>
                  <a:pt x="57845" y="0"/>
                </a:lnTo>
                <a:lnTo>
                  <a:pt x="35319" y="4183"/>
                </a:lnTo>
                <a:lnTo>
                  <a:pt x="16933" y="15595"/>
                </a:lnTo>
                <a:lnTo>
                  <a:pt x="4542" y="32527"/>
                </a:lnTo>
                <a:lnTo>
                  <a:pt x="0" y="53273"/>
                </a:lnTo>
                <a:close/>
              </a:path>
            </a:pathLst>
          </a:custGeom>
          <a:ln w="34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946059" y="3092576"/>
            <a:ext cx="198755" cy="0"/>
          </a:xfrm>
          <a:custGeom>
            <a:avLst/>
            <a:gdLst/>
            <a:ahLst/>
            <a:cxnLst/>
            <a:rect l="l" t="t" r="r" b="b"/>
            <a:pathLst>
              <a:path w="198754">
                <a:moveTo>
                  <a:pt x="0" y="0"/>
                </a:moveTo>
                <a:lnTo>
                  <a:pt x="198588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946059" y="3183946"/>
            <a:ext cx="198755" cy="0"/>
          </a:xfrm>
          <a:custGeom>
            <a:avLst/>
            <a:gdLst/>
            <a:ahLst/>
            <a:cxnLst/>
            <a:rect l="l" t="t" r="r" b="b"/>
            <a:pathLst>
              <a:path w="198754">
                <a:moveTo>
                  <a:pt x="0" y="0"/>
                </a:moveTo>
                <a:lnTo>
                  <a:pt x="198588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144647" y="3138261"/>
            <a:ext cx="198755" cy="0"/>
          </a:xfrm>
          <a:custGeom>
            <a:avLst/>
            <a:gdLst/>
            <a:ahLst/>
            <a:cxnLst/>
            <a:rect l="l" t="t" r="r" b="b"/>
            <a:pathLst>
              <a:path w="198754">
                <a:moveTo>
                  <a:pt x="198588" y="0"/>
                </a:moveTo>
                <a:lnTo>
                  <a:pt x="0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015606" y="3046892"/>
            <a:ext cx="258445" cy="182880"/>
          </a:xfrm>
          <a:custGeom>
            <a:avLst/>
            <a:gdLst/>
            <a:ahLst/>
            <a:cxnLst/>
            <a:rect l="l" t="t" r="r" b="b"/>
            <a:pathLst>
              <a:path w="258445" h="182880">
                <a:moveTo>
                  <a:pt x="77457" y="0"/>
                </a:moveTo>
                <a:lnTo>
                  <a:pt x="0" y="0"/>
                </a:lnTo>
                <a:lnTo>
                  <a:pt x="26976" y="44816"/>
                </a:lnTo>
                <a:lnTo>
                  <a:pt x="35968" y="91369"/>
                </a:lnTo>
                <a:lnTo>
                  <a:pt x="26976" y="137922"/>
                </a:lnTo>
                <a:lnTo>
                  <a:pt x="0" y="182739"/>
                </a:lnTo>
                <a:lnTo>
                  <a:pt x="77457" y="182739"/>
                </a:lnTo>
                <a:lnTo>
                  <a:pt x="136179" y="169615"/>
                </a:lnTo>
                <a:lnTo>
                  <a:pt x="187175" y="149348"/>
                </a:lnTo>
                <a:lnTo>
                  <a:pt x="228468" y="122934"/>
                </a:lnTo>
                <a:lnTo>
                  <a:pt x="258082" y="91369"/>
                </a:lnTo>
                <a:lnTo>
                  <a:pt x="228723" y="59698"/>
                </a:lnTo>
                <a:lnTo>
                  <a:pt x="187484" y="33220"/>
                </a:lnTo>
                <a:lnTo>
                  <a:pt x="136387" y="12974"/>
                </a:lnTo>
                <a:lnTo>
                  <a:pt x="774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015606" y="3046891"/>
            <a:ext cx="258445" cy="182880"/>
          </a:xfrm>
          <a:custGeom>
            <a:avLst/>
            <a:gdLst/>
            <a:ahLst/>
            <a:cxnLst/>
            <a:rect l="l" t="t" r="r" b="b"/>
            <a:pathLst>
              <a:path w="258445" h="182880">
                <a:moveTo>
                  <a:pt x="258082" y="91369"/>
                </a:moveTo>
                <a:lnTo>
                  <a:pt x="228468" y="122934"/>
                </a:lnTo>
                <a:lnTo>
                  <a:pt x="187175" y="149348"/>
                </a:lnTo>
                <a:lnTo>
                  <a:pt x="136179" y="169615"/>
                </a:lnTo>
                <a:lnTo>
                  <a:pt x="77457" y="182739"/>
                </a:lnTo>
                <a:lnTo>
                  <a:pt x="0" y="182739"/>
                </a:lnTo>
                <a:lnTo>
                  <a:pt x="26976" y="137922"/>
                </a:lnTo>
                <a:lnTo>
                  <a:pt x="35968" y="91369"/>
                </a:lnTo>
                <a:lnTo>
                  <a:pt x="26976" y="44816"/>
                </a:lnTo>
                <a:lnTo>
                  <a:pt x="0" y="0"/>
                </a:lnTo>
                <a:lnTo>
                  <a:pt x="77457" y="0"/>
                </a:lnTo>
                <a:lnTo>
                  <a:pt x="136387" y="12974"/>
                </a:lnTo>
                <a:lnTo>
                  <a:pt x="187484" y="33220"/>
                </a:lnTo>
                <a:lnTo>
                  <a:pt x="228723" y="59698"/>
                </a:lnTo>
                <a:lnTo>
                  <a:pt x="258082" y="91369"/>
                </a:lnTo>
                <a:close/>
              </a:path>
            </a:pathLst>
          </a:custGeom>
          <a:ln w="337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015606" y="3046892"/>
            <a:ext cx="258445" cy="182880"/>
          </a:xfrm>
          <a:custGeom>
            <a:avLst/>
            <a:gdLst/>
            <a:ahLst/>
            <a:cxnLst/>
            <a:rect l="l" t="t" r="r" b="b"/>
            <a:pathLst>
              <a:path w="258445" h="182880">
                <a:moveTo>
                  <a:pt x="158870" y="0"/>
                </a:moveTo>
                <a:lnTo>
                  <a:pt x="0" y="0"/>
                </a:lnTo>
                <a:lnTo>
                  <a:pt x="0" y="182739"/>
                </a:lnTo>
                <a:lnTo>
                  <a:pt x="158870" y="182739"/>
                </a:lnTo>
                <a:lnTo>
                  <a:pt x="197455" y="175570"/>
                </a:lnTo>
                <a:lnTo>
                  <a:pt x="228994" y="156007"/>
                </a:lnTo>
                <a:lnTo>
                  <a:pt x="250274" y="126968"/>
                </a:lnTo>
                <a:lnTo>
                  <a:pt x="258082" y="91369"/>
                </a:lnTo>
                <a:lnTo>
                  <a:pt x="250274" y="55770"/>
                </a:lnTo>
                <a:lnTo>
                  <a:pt x="228994" y="26731"/>
                </a:lnTo>
                <a:lnTo>
                  <a:pt x="197455" y="7169"/>
                </a:lnTo>
                <a:lnTo>
                  <a:pt x="1588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015606" y="3046891"/>
            <a:ext cx="258445" cy="182880"/>
          </a:xfrm>
          <a:custGeom>
            <a:avLst/>
            <a:gdLst/>
            <a:ahLst/>
            <a:cxnLst/>
            <a:rect l="l" t="t" r="r" b="b"/>
            <a:pathLst>
              <a:path w="258445" h="182880">
                <a:moveTo>
                  <a:pt x="158870" y="182739"/>
                </a:moveTo>
                <a:lnTo>
                  <a:pt x="0" y="182739"/>
                </a:lnTo>
                <a:lnTo>
                  <a:pt x="0" y="0"/>
                </a:lnTo>
                <a:lnTo>
                  <a:pt x="158870" y="0"/>
                </a:lnTo>
                <a:lnTo>
                  <a:pt x="197455" y="7169"/>
                </a:lnTo>
                <a:lnTo>
                  <a:pt x="228994" y="26731"/>
                </a:lnTo>
                <a:lnTo>
                  <a:pt x="250274" y="55770"/>
                </a:lnTo>
                <a:lnTo>
                  <a:pt x="258082" y="91369"/>
                </a:lnTo>
                <a:lnTo>
                  <a:pt x="250274" y="126968"/>
                </a:lnTo>
                <a:lnTo>
                  <a:pt x="228994" y="156007"/>
                </a:lnTo>
                <a:lnTo>
                  <a:pt x="197455" y="175570"/>
                </a:lnTo>
                <a:lnTo>
                  <a:pt x="158870" y="182739"/>
                </a:lnTo>
                <a:close/>
              </a:path>
            </a:pathLst>
          </a:custGeom>
          <a:ln w="337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511031" y="3832034"/>
            <a:ext cx="0" cy="1104900"/>
          </a:xfrm>
          <a:custGeom>
            <a:avLst/>
            <a:gdLst/>
            <a:ahLst/>
            <a:cxnLst/>
            <a:rect l="l" t="t" r="r" b="b"/>
            <a:pathLst>
              <a:path h="1104900">
                <a:moveTo>
                  <a:pt x="0" y="0"/>
                </a:moveTo>
                <a:lnTo>
                  <a:pt x="0" y="1104572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318887" y="4757342"/>
            <a:ext cx="6674484" cy="0"/>
          </a:xfrm>
          <a:custGeom>
            <a:avLst/>
            <a:gdLst/>
            <a:ahLst/>
            <a:cxnLst/>
            <a:rect l="l" t="t" r="r" b="b"/>
            <a:pathLst>
              <a:path w="6674484">
                <a:moveTo>
                  <a:pt x="6673975" y="0"/>
                </a:moveTo>
                <a:lnTo>
                  <a:pt x="0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010331" y="3509356"/>
            <a:ext cx="0" cy="1255395"/>
          </a:xfrm>
          <a:custGeom>
            <a:avLst/>
            <a:gdLst/>
            <a:ahLst/>
            <a:cxnLst/>
            <a:rect l="l" t="t" r="r" b="b"/>
            <a:pathLst>
              <a:path h="1255395">
                <a:moveTo>
                  <a:pt x="0" y="1255149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946059" y="2681716"/>
            <a:ext cx="0" cy="411480"/>
          </a:xfrm>
          <a:custGeom>
            <a:avLst/>
            <a:gdLst/>
            <a:ahLst/>
            <a:cxnLst/>
            <a:rect l="l" t="t" r="r" b="b"/>
            <a:pathLst>
              <a:path h="411480">
                <a:moveTo>
                  <a:pt x="0" y="410860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9468976" y="1885548"/>
            <a:ext cx="31813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3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5896399" y="2681716"/>
            <a:ext cx="2049780" cy="0"/>
          </a:xfrm>
          <a:custGeom>
            <a:avLst/>
            <a:gdLst/>
            <a:ahLst/>
            <a:cxnLst/>
            <a:rect l="l" t="t" r="r" b="b"/>
            <a:pathLst>
              <a:path w="2049779">
                <a:moveTo>
                  <a:pt x="0" y="0"/>
                </a:moveTo>
                <a:lnTo>
                  <a:pt x="2049659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91248" y="3370025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>
                <a:moveTo>
                  <a:pt x="0" y="0"/>
                </a:moveTo>
                <a:lnTo>
                  <a:pt x="327009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126905" y="3509356"/>
            <a:ext cx="0" cy="1241425"/>
          </a:xfrm>
          <a:custGeom>
            <a:avLst/>
            <a:gdLst/>
            <a:ahLst/>
            <a:cxnLst/>
            <a:rect l="l" t="t" r="r" b="b"/>
            <a:pathLst>
              <a:path h="1241425">
                <a:moveTo>
                  <a:pt x="0" y="0"/>
                </a:moveTo>
                <a:lnTo>
                  <a:pt x="0" y="1240807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14794" y="4607098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>
                <a:moveTo>
                  <a:pt x="0" y="0"/>
                </a:moveTo>
                <a:lnTo>
                  <a:pt x="327014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498737" y="5300704"/>
            <a:ext cx="350520" cy="0"/>
          </a:xfrm>
          <a:custGeom>
            <a:avLst/>
            <a:gdLst/>
            <a:ahLst/>
            <a:cxnLst/>
            <a:rect l="l" t="t" r="r" b="b"/>
            <a:pathLst>
              <a:path w="350519">
                <a:moveTo>
                  <a:pt x="0" y="0"/>
                </a:moveTo>
                <a:lnTo>
                  <a:pt x="350371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498737" y="5462043"/>
            <a:ext cx="350520" cy="0"/>
          </a:xfrm>
          <a:custGeom>
            <a:avLst/>
            <a:gdLst/>
            <a:ahLst/>
            <a:cxnLst/>
            <a:rect l="l" t="t" r="r" b="b"/>
            <a:pathLst>
              <a:path w="350519">
                <a:moveTo>
                  <a:pt x="0" y="0"/>
                </a:moveTo>
                <a:lnTo>
                  <a:pt x="350371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849109" y="5381373"/>
            <a:ext cx="350520" cy="0"/>
          </a:xfrm>
          <a:custGeom>
            <a:avLst/>
            <a:gdLst/>
            <a:ahLst/>
            <a:cxnLst/>
            <a:rect l="l" t="t" r="r" b="b"/>
            <a:pathLst>
              <a:path w="350519">
                <a:moveTo>
                  <a:pt x="350371" y="0"/>
                </a:moveTo>
                <a:lnTo>
                  <a:pt x="0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621367" y="5220034"/>
            <a:ext cx="455930" cy="323215"/>
          </a:xfrm>
          <a:custGeom>
            <a:avLst/>
            <a:gdLst/>
            <a:ahLst/>
            <a:cxnLst/>
            <a:rect l="l" t="t" r="r" b="b"/>
            <a:pathLst>
              <a:path w="455930" h="323214">
                <a:moveTo>
                  <a:pt x="136654" y="0"/>
                </a:moveTo>
                <a:lnTo>
                  <a:pt x="0" y="0"/>
                </a:lnTo>
                <a:lnTo>
                  <a:pt x="27762" y="39028"/>
                </a:lnTo>
                <a:lnTo>
                  <a:pt x="47593" y="79174"/>
                </a:lnTo>
                <a:lnTo>
                  <a:pt x="59491" y="120067"/>
                </a:lnTo>
                <a:lnTo>
                  <a:pt x="63455" y="161354"/>
                </a:lnTo>
                <a:lnTo>
                  <a:pt x="59491" y="202598"/>
                </a:lnTo>
                <a:lnTo>
                  <a:pt x="47593" y="243492"/>
                </a:lnTo>
                <a:lnTo>
                  <a:pt x="27762" y="283641"/>
                </a:lnTo>
                <a:lnTo>
                  <a:pt x="0" y="322673"/>
                </a:lnTo>
                <a:lnTo>
                  <a:pt x="136654" y="322673"/>
                </a:lnTo>
                <a:lnTo>
                  <a:pt x="197400" y="311014"/>
                </a:lnTo>
                <a:lnTo>
                  <a:pt x="254151" y="295017"/>
                </a:lnTo>
                <a:lnTo>
                  <a:pt x="306264" y="275007"/>
                </a:lnTo>
                <a:lnTo>
                  <a:pt x="353097" y="251311"/>
                </a:lnTo>
                <a:lnTo>
                  <a:pt x="394006" y="224253"/>
                </a:lnTo>
                <a:lnTo>
                  <a:pt x="428349" y="194159"/>
                </a:lnTo>
                <a:lnTo>
                  <a:pt x="455483" y="161354"/>
                </a:lnTo>
                <a:lnTo>
                  <a:pt x="428657" y="128404"/>
                </a:lnTo>
                <a:lnTo>
                  <a:pt x="394488" y="98194"/>
                </a:lnTo>
                <a:lnTo>
                  <a:pt x="353637" y="71061"/>
                </a:lnTo>
                <a:lnTo>
                  <a:pt x="306766" y="47339"/>
                </a:lnTo>
                <a:lnTo>
                  <a:pt x="254537" y="27364"/>
                </a:lnTo>
                <a:lnTo>
                  <a:pt x="197613" y="11473"/>
                </a:lnTo>
                <a:lnTo>
                  <a:pt x="1366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621367" y="5220034"/>
            <a:ext cx="455930" cy="323215"/>
          </a:xfrm>
          <a:custGeom>
            <a:avLst/>
            <a:gdLst/>
            <a:ahLst/>
            <a:cxnLst/>
            <a:rect l="l" t="t" r="r" b="b"/>
            <a:pathLst>
              <a:path w="455930" h="323214">
                <a:moveTo>
                  <a:pt x="455483" y="161354"/>
                </a:moveTo>
                <a:lnTo>
                  <a:pt x="428349" y="194159"/>
                </a:lnTo>
                <a:lnTo>
                  <a:pt x="394006" y="224253"/>
                </a:lnTo>
                <a:lnTo>
                  <a:pt x="353097" y="251311"/>
                </a:lnTo>
                <a:lnTo>
                  <a:pt x="306264" y="275007"/>
                </a:lnTo>
                <a:lnTo>
                  <a:pt x="254151" y="295017"/>
                </a:lnTo>
                <a:lnTo>
                  <a:pt x="197400" y="311014"/>
                </a:lnTo>
                <a:lnTo>
                  <a:pt x="136654" y="322673"/>
                </a:lnTo>
                <a:lnTo>
                  <a:pt x="0" y="322673"/>
                </a:lnTo>
                <a:lnTo>
                  <a:pt x="27762" y="283641"/>
                </a:lnTo>
                <a:lnTo>
                  <a:pt x="47593" y="243492"/>
                </a:lnTo>
                <a:lnTo>
                  <a:pt x="59491" y="202598"/>
                </a:lnTo>
                <a:lnTo>
                  <a:pt x="63457" y="161332"/>
                </a:lnTo>
                <a:lnTo>
                  <a:pt x="59491" y="120067"/>
                </a:lnTo>
                <a:lnTo>
                  <a:pt x="47593" y="79174"/>
                </a:lnTo>
                <a:lnTo>
                  <a:pt x="27762" y="39028"/>
                </a:lnTo>
                <a:lnTo>
                  <a:pt x="0" y="0"/>
                </a:lnTo>
                <a:lnTo>
                  <a:pt x="136654" y="0"/>
                </a:lnTo>
                <a:lnTo>
                  <a:pt x="197613" y="11473"/>
                </a:lnTo>
                <a:lnTo>
                  <a:pt x="254537" y="27364"/>
                </a:lnTo>
                <a:lnTo>
                  <a:pt x="306766" y="47339"/>
                </a:lnTo>
                <a:lnTo>
                  <a:pt x="353637" y="71061"/>
                </a:lnTo>
                <a:lnTo>
                  <a:pt x="394488" y="98194"/>
                </a:lnTo>
                <a:lnTo>
                  <a:pt x="428657" y="128404"/>
                </a:lnTo>
                <a:lnTo>
                  <a:pt x="455483" y="161354"/>
                </a:lnTo>
                <a:close/>
              </a:path>
            </a:pathLst>
          </a:custGeom>
          <a:ln w="337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058403" y="5340115"/>
            <a:ext cx="86648" cy="825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621367" y="5220034"/>
            <a:ext cx="455930" cy="323215"/>
          </a:xfrm>
          <a:custGeom>
            <a:avLst/>
            <a:gdLst/>
            <a:ahLst/>
            <a:cxnLst/>
            <a:rect l="l" t="t" r="r" b="b"/>
            <a:pathLst>
              <a:path w="455930" h="323214">
                <a:moveTo>
                  <a:pt x="280297" y="0"/>
                </a:moveTo>
                <a:lnTo>
                  <a:pt x="0" y="0"/>
                </a:lnTo>
                <a:lnTo>
                  <a:pt x="0" y="322673"/>
                </a:lnTo>
                <a:lnTo>
                  <a:pt x="280297" y="322673"/>
                </a:lnTo>
                <a:lnTo>
                  <a:pt x="326870" y="316910"/>
                </a:lnTo>
                <a:lnTo>
                  <a:pt x="368718" y="300647"/>
                </a:lnTo>
                <a:lnTo>
                  <a:pt x="404174" y="275421"/>
                </a:lnTo>
                <a:lnTo>
                  <a:pt x="431566" y="242770"/>
                </a:lnTo>
                <a:lnTo>
                  <a:pt x="449225" y="204229"/>
                </a:lnTo>
                <a:lnTo>
                  <a:pt x="455483" y="161338"/>
                </a:lnTo>
                <a:lnTo>
                  <a:pt x="449225" y="118447"/>
                </a:lnTo>
                <a:lnTo>
                  <a:pt x="431566" y="79906"/>
                </a:lnTo>
                <a:lnTo>
                  <a:pt x="404174" y="47253"/>
                </a:lnTo>
                <a:lnTo>
                  <a:pt x="368718" y="22026"/>
                </a:lnTo>
                <a:lnTo>
                  <a:pt x="326870" y="5762"/>
                </a:lnTo>
                <a:lnTo>
                  <a:pt x="280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621367" y="5220034"/>
            <a:ext cx="455930" cy="323215"/>
          </a:xfrm>
          <a:custGeom>
            <a:avLst/>
            <a:gdLst/>
            <a:ahLst/>
            <a:cxnLst/>
            <a:rect l="l" t="t" r="r" b="b"/>
            <a:pathLst>
              <a:path w="455930" h="323214">
                <a:moveTo>
                  <a:pt x="280297" y="322673"/>
                </a:moveTo>
                <a:lnTo>
                  <a:pt x="0" y="322673"/>
                </a:lnTo>
                <a:lnTo>
                  <a:pt x="0" y="0"/>
                </a:lnTo>
                <a:lnTo>
                  <a:pt x="280297" y="0"/>
                </a:lnTo>
                <a:lnTo>
                  <a:pt x="326870" y="5762"/>
                </a:lnTo>
                <a:lnTo>
                  <a:pt x="368718" y="22026"/>
                </a:lnTo>
                <a:lnTo>
                  <a:pt x="404174" y="47253"/>
                </a:lnTo>
                <a:lnTo>
                  <a:pt x="431566" y="79906"/>
                </a:lnTo>
                <a:lnTo>
                  <a:pt x="449225" y="118447"/>
                </a:lnTo>
                <a:lnTo>
                  <a:pt x="455483" y="161338"/>
                </a:lnTo>
                <a:lnTo>
                  <a:pt x="449225" y="204229"/>
                </a:lnTo>
                <a:lnTo>
                  <a:pt x="431566" y="242770"/>
                </a:lnTo>
                <a:lnTo>
                  <a:pt x="404174" y="275421"/>
                </a:lnTo>
                <a:lnTo>
                  <a:pt x="368718" y="300647"/>
                </a:lnTo>
                <a:lnTo>
                  <a:pt x="326870" y="316910"/>
                </a:lnTo>
                <a:lnTo>
                  <a:pt x="280297" y="322673"/>
                </a:lnTo>
                <a:close/>
              </a:path>
            </a:pathLst>
          </a:custGeom>
          <a:ln w="337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498736" y="2385903"/>
            <a:ext cx="350520" cy="0"/>
          </a:xfrm>
          <a:custGeom>
            <a:avLst/>
            <a:gdLst/>
            <a:ahLst/>
            <a:cxnLst/>
            <a:rect l="l" t="t" r="r" b="b"/>
            <a:pathLst>
              <a:path w="350519">
                <a:moveTo>
                  <a:pt x="0" y="0"/>
                </a:moveTo>
                <a:lnTo>
                  <a:pt x="350371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498736" y="2547242"/>
            <a:ext cx="350520" cy="0"/>
          </a:xfrm>
          <a:custGeom>
            <a:avLst/>
            <a:gdLst/>
            <a:ahLst/>
            <a:cxnLst/>
            <a:rect l="l" t="t" r="r" b="b"/>
            <a:pathLst>
              <a:path w="350519">
                <a:moveTo>
                  <a:pt x="0" y="0"/>
                </a:moveTo>
                <a:lnTo>
                  <a:pt x="350371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849108" y="2466497"/>
            <a:ext cx="350520" cy="0"/>
          </a:xfrm>
          <a:custGeom>
            <a:avLst/>
            <a:gdLst/>
            <a:ahLst/>
            <a:cxnLst/>
            <a:rect l="l" t="t" r="r" b="b"/>
            <a:pathLst>
              <a:path w="350519">
                <a:moveTo>
                  <a:pt x="350371" y="0"/>
                </a:moveTo>
                <a:lnTo>
                  <a:pt x="0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621367" y="2305158"/>
            <a:ext cx="455930" cy="323215"/>
          </a:xfrm>
          <a:custGeom>
            <a:avLst/>
            <a:gdLst/>
            <a:ahLst/>
            <a:cxnLst/>
            <a:rect l="l" t="t" r="r" b="b"/>
            <a:pathLst>
              <a:path w="455930" h="323214">
                <a:moveTo>
                  <a:pt x="136654" y="0"/>
                </a:moveTo>
                <a:lnTo>
                  <a:pt x="0" y="0"/>
                </a:lnTo>
                <a:lnTo>
                  <a:pt x="27762" y="39039"/>
                </a:lnTo>
                <a:lnTo>
                  <a:pt x="47593" y="79189"/>
                </a:lnTo>
                <a:lnTo>
                  <a:pt x="59491" y="120079"/>
                </a:lnTo>
                <a:lnTo>
                  <a:pt x="63457" y="161338"/>
                </a:lnTo>
                <a:lnTo>
                  <a:pt x="59491" y="202598"/>
                </a:lnTo>
                <a:lnTo>
                  <a:pt x="47593" y="243488"/>
                </a:lnTo>
                <a:lnTo>
                  <a:pt x="27762" y="283637"/>
                </a:lnTo>
                <a:lnTo>
                  <a:pt x="0" y="322677"/>
                </a:lnTo>
                <a:lnTo>
                  <a:pt x="136654" y="322677"/>
                </a:lnTo>
                <a:lnTo>
                  <a:pt x="197400" y="311032"/>
                </a:lnTo>
                <a:lnTo>
                  <a:pt x="254151" y="295046"/>
                </a:lnTo>
                <a:lnTo>
                  <a:pt x="306264" y="275043"/>
                </a:lnTo>
                <a:lnTo>
                  <a:pt x="353097" y="251347"/>
                </a:lnTo>
                <a:lnTo>
                  <a:pt x="394006" y="224281"/>
                </a:lnTo>
                <a:lnTo>
                  <a:pt x="428349" y="194170"/>
                </a:lnTo>
                <a:lnTo>
                  <a:pt x="455483" y="161338"/>
                </a:lnTo>
                <a:lnTo>
                  <a:pt x="428657" y="128387"/>
                </a:lnTo>
                <a:lnTo>
                  <a:pt x="394488" y="98183"/>
                </a:lnTo>
                <a:lnTo>
                  <a:pt x="353637" y="71059"/>
                </a:lnTo>
                <a:lnTo>
                  <a:pt x="306766" y="47347"/>
                </a:lnTo>
                <a:lnTo>
                  <a:pt x="254537" y="27379"/>
                </a:lnTo>
                <a:lnTo>
                  <a:pt x="197613" y="11485"/>
                </a:lnTo>
                <a:lnTo>
                  <a:pt x="1366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621367" y="2305158"/>
            <a:ext cx="455930" cy="323215"/>
          </a:xfrm>
          <a:custGeom>
            <a:avLst/>
            <a:gdLst/>
            <a:ahLst/>
            <a:cxnLst/>
            <a:rect l="l" t="t" r="r" b="b"/>
            <a:pathLst>
              <a:path w="455930" h="323214">
                <a:moveTo>
                  <a:pt x="455483" y="161338"/>
                </a:moveTo>
                <a:lnTo>
                  <a:pt x="428349" y="194170"/>
                </a:lnTo>
                <a:lnTo>
                  <a:pt x="394006" y="224281"/>
                </a:lnTo>
                <a:lnTo>
                  <a:pt x="353097" y="251347"/>
                </a:lnTo>
                <a:lnTo>
                  <a:pt x="306264" y="275043"/>
                </a:lnTo>
                <a:lnTo>
                  <a:pt x="254151" y="295046"/>
                </a:lnTo>
                <a:lnTo>
                  <a:pt x="197400" y="311032"/>
                </a:lnTo>
                <a:lnTo>
                  <a:pt x="136654" y="322677"/>
                </a:lnTo>
                <a:lnTo>
                  <a:pt x="0" y="322677"/>
                </a:lnTo>
                <a:lnTo>
                  <a:pt x="27762" y="283637"/>
                </a:lnTo>
                <a:lnTo>
                  <a:pt x="47593" y="243488"/>
                </a:lnTo>
                <a:lnTo>
                  <a:pt x="59491" y="202598"/>
                </a:lnTo>
                <a:lnTo>
                  <a:pt x="63457" y="161338"/>
                </a:lnTo>
                <a:lnTo>
                  <a:pt x="59491" y="120079"/>
                </a:lnTo>
                <a:lnTo>
                  <a:pt x="47593" y="79189"/>
                </a:lnTo>
                <a:lnTo>
                  <a:pt x="27762" y="39039"/>
                </a:lnTo>
                <a:lnTo>
                  <a:pt x="0" y="0"/>
                </a:lnTo>
                <a:lnTo>
                  <a:pt x="136654" y="0"/>
                </a:lnTo>
                <a:lnTo>
                  <a:pt x="197613" y="11485"/>
                </a:lnTo>
                <a:lnTo>
                  <a:pt x="254537" y="27379"/>
                </a:lnTo>
                <a:lnTo>
                  <a:pt x="306766" y="47347"/>
                </a:lnTo>
                <a:lnTo>
                  <a:pt x="353637" y="71059"/>
                </a:lnTo>
                <a:lnTo>
                  <a:pt x="394488" y="98183"/>
                </a:lnTo>
                <a:lnTo>
                  <a:pt x="428657" y="128387"/>
                </a:lnTo>
                <a:lnTo>
                  <a:pt x="455483" y="161338"/>
                </a:lnTo>
                <a:close/>
              </a:path>
            </a:pathLst>
          </a:custGeom>
          <a:ln w="337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058404" y="2425269"/>
            <a:ext cx="86646" cy="824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621367" y="2305158"/>
            <a:ext cx="455930" cy="323215"/>
          </a:xfrm>
          <a:custGeom>
            <a:avLst/>
            <a:gdLst/>
            <a:ahLst/>
            <a:cxnLst/>
            <a:rect l="l" t="t" r="r" b="b"/>
            <a:pathLst>
              <a:path w="455930" h="323214">
                <a:moveTo>
                  <a:pt x="280297" y="0"/>
                </a:moveTo>
                <a:lnTo>
                  <a:pt x="0" y="0"/>
                </a:lnTo>
                <a:lnTo>
                  <a:pt x="0" y="322677"/>
                </a:lnTo>
                <a:lnTo>
                  <a:pt x="280297" y="322677"/>
                </a:lnTo>
                <a:lnTo>
                  <a:pt x="326870" y="316913"/>
                </a:lnTo>
                <a:lnTo>
                  <a:pt x="368718" y="300647"/>
                </a:lnTo>
                <a:lnTo>
                  <a:pt x="404174" y="275418"/>
                </a:lnTo>
                <a:lnTo>
                  <a:pt x="431566" y="242764"/>
                </a:lnTo>
                <a:lnTo>
                  <a:pt x="449225" y="204225"/>
                </a:lnTo>
                <a:lnTo>
                  <a:pt x="455483" y="161338"/>
                </a:lnTo>
                <a:lnTo>
                  <a:pt x="449225" y="118452"/>
                </a:lnTo>
                <a:lnTo>
                  <a:pt x="431566" y="79913"/>
                </a:lnTo>
                <a:lnTo>
                  <a:pt x="404174" y="47259"/>
                </a:lnTo>
                <a:lnTo>
                  <a:pt x="368718" y="22030"/>
                </a:lnTo>
                <a:lnTo>
                  <a:pt x="326870" y="5764"/>
                </a:lnTo>
                <a:lnTo>
                  <a:pt x="280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621367" y="2305158"/>
            <a:ext cx="455930" cy="323215"/>
          </a:xfrm>
          <a:custGeom>
            <a:avLst/>
            <a:gdLst/>
            <a:ahLst/>
            <a:cxnLst/>
            <a:rect l="l" t="t" r="r" b="b"/>
            <a:pathLst>
              <a:path w="455930" h="323214">
                <a:moveTo>
                  <a:pt x="280297" y="322677"/>
                </a:moveTo>
                <a:lnTo>
                  <a:pt x="0" y="322677"/>
                </a:lnTo>
                <a:lnTo>
                  <a:pt x="0" y="0"/>
                </a:lnTo>
                <a:lnTo>
                  <a:pt x="280297" y="0"/>
                </a:lnTo>
                <a:lnTo>
                  <a:pt x="326870" y="5764"/>
                </a:lnTo>
                <a:lnTo>
                  <a:pt x="368718" y="22030"/>
                </a:lnTo>
                <a:lnTo>
                  <a:pt x="404174" y="47259"/>
                </a:lnTo>
                <a:lnTo>
                  <a:pt x="431566" y="79913"/>
                </a:lnTo>
                <a:lnTo>
                  <a:pt x="449225" y="118452"/>
                </a:lnTo>
                <a:lnTo>
                  <a:pt x="455483" y="161338"/>
                </a:lnTo>
                <a:lnTo>
                  <a:pt x="449225" y="204225"/>
                </a:lnTo>
                <a:lnTo>
                  <a:pt x="431566" y="242764"/>
                </a:lnTo>
                <a:lnTo>
                  <a:pt x="404174" y="275418"/>
                </a:lnTo>
                <a:lnTo>
                  <a:pt x="368718" y="300647"/>
                </a:lnTo>
                <a:lnTo>
                  <a:pt x="326870" y="316913"/>
                </a:lnTo>
                <a:lnTo>
                  <a:pt x="280297" y="322677"/>
                </a:lnTo>
                <a:close/>
              </a:path>
            </a:pathLst>
          </a:custGeom>
          <a:ln w="337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199480" y="2466496"/>
            <a:ext cx="6602730" cy="0"/>
          </a:xfrm>
          <a:custGeom>
            <a:avLst/>
            <a:gdLst/>
            <a:ahLst/>
            <a:cxnLst/>
            <a:rect l="l" t="t" r="r" b="b"/>
            <a:pathLst>
              <a:path w="6602730">
                <a:moveTo>
                  <a:pt x="0" y="0"/>
                </a:moveTo>
                <a:lnTo>
                  <a:pt x="6602731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809958" y="2466496"/>
            <a:ext cx="0" cy="398780"/>
          </a:xfrm>
          <a:custGeom>
            <a:avLst/>
            <a:gdLst/>
            <a:ahLst/>
            <a:cxnLst/>
            <a:rect l="l" t="t" r="r" b="b"/>
            <a:pathLst>
              <a:path h="398780">
                <a:moveTo>
                  <a:pt x="0" y="398566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735016" y="2847967"/>
            <a:ext cx="149882" cy="14073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204006" y="2466497"/>
            <a:ext cx="0" cy="398780"/>
          </a:xfrm>
          <a:custGeom>
            <a:avLst/>
            <a:gdLst/>
            <a:ahLst/>
            <a:cxnLst/>
            <a:rect l="l" t="t" r="r" b="b"/>
            <a:pathLst>
              <a:path h="398780">
                <a:moveTo>
                  <a:pt x="0" y="398566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129065" y="2847968"/>
            <a:ext cx="149882" cy="1407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199480" y="5381176"/>
            <a:ext cx="6610984" cy="0"/>
          </a:xfrm>
          <a:custGeom>
            <a:avLst/>
            <a:gdLst/>
            <a:ahLst/>
            <a:cxnLst/>
            <a:rect l="l" t="t" r="r" b="b"/>
            <a:pathLst>
              <a:path w="6610984">
                <a:moveTo>
                  <a:pt x="0" y="0"/>
                </a:moveTo>
                <a:lnTo>
                  <a:pt x="6610477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809958" y="4154696"/>
            <a:ext cx="0" cy="1226820"/>
          </a:xfrm>
          <a:custGeom>
            <a:avLst/>
            <a:gdLst/>
            <a:ahLst/>
            <a:cxnLst/>
            <a:rect l="l" t="t" r="r" b="b"/>
            <a:pathLst>
              <a:path h="1226820">
                <a:moveTo>
                  <a:pt x="0" y="0"/>
                </a:moveTo>
                <a:lnTo>
                  <a:pt x="0" y="1226479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8735017" y="4031069"/>
            <a:ext cx="149882" cy="14072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204006" y="4158279"/>
            <a:ext cx="0" cy="1214755"/>
          </a:xfrm>
          <a:custGeom>
            <a:avLst/>
            <a:gdLst/>
            <a:ahLst/>
            <a:cxnLst/>
            <a:rect l="l" t="t" r="r" b="b"/>
            <a:pathLst>
              <a:path h="1214754">
                <a:moveTo>
                  <a:pt x="0" y="0"/>
                </a:moveTo>
                <a:lnTo>
                  <a:pt x="0" y="1214291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129065" y="4034712"/>
            <a:ext cx="149881" cy="14066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288513" y="2385903"/>
            <a:ext cx="210820" cy="0"/>
          </a:xfrm>
          <a:custGeom>
            <a:avLst/>
            <a:gdLst/>
            <a:ahLst/>
            <a:cxnLst/>
            <a:rect l="l" t="t" r="r" b="b"/>
            <a:pathLst>
              <a:path w="210819">
                <a:moveTo>
                  <a:pt x="210223" y="0"/>
                </a:moveTo>
                <a:lnTo>
                  <a:pt x="0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288513" y="2547242"/>
            <a:ext cx="210820" cy="0"/>
          </a:xfrm>
          <a:custGeom>
            <a:avLst/>
            <a:gdLst/>
            <a:ahLst/>
            <a:cxnLst/>
            <a:rect l="l" t="t" r="r" b="b"/>
            <a:pathLst>
              <a:path w="210819">
                <a:moveTo>
                  <a:pt x="210223" y="0"/>
                </a:moveTo>
                <a:lnTo>
                  <a:pt x="0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288513" y="5300704"/>
            <a:ext cx="210820" cy="0"/>
          </a:xfrm>
          <a:custGeom>
            <a:avLst/>
            <a:gdLst/>
            <a:ahLst/>
            <a:cxnLst/>
            <a:rect l="l" t="t" r="r" b="b"/>
            <a:pathLst>
              <a:path w="210819">
                <a:moveTo>
                  <a:pt x="210223" y="0"/>
                </a:moveTo>
                <a:lnTo>
                  <a:pt x="0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288513" y="5462043"/>
            <a:ext cx="210820" cy="0"/>
          </a:xfrm>
          <a:custGeom>
            <a:avLst/>
            <a:gdLst/>
            <a:ahLst/>
            <a:cxnLst/>
            <a:rect l="l" t="t" r="r" b="b"/>
            <a:pathLst>
              <a:path w="210819">
                <a:moveTo>
                  <a:pt x="210223" y="0"/>
                </a:moveTo>
                <a:lnTo>
                  <a:pt x="0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827780" y="2173925"/>
            <a:ext cx="454659" cy="5391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475" b="1" i="1" spc="89" baseline="8417" dirty="0">
                <a:latin typeface="Times New Roman"/>
                <a:cs typeface="Times New Roman"/>
              </a:rPr>
              <a:t>S</a:t>
            </a:r>
            <a:r>
              <a:rPr sz="1050" b="1" spc="60" dirty="0">
                <a:latin typeface="Times New Roman"/>
                <a:cs typeface="Times New Roman"/>
              </a:rPr>
              <a:t>9(1)</a:t>
            </a:r>
            <a:endParaRPr sz="10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sz="2475" b="1" i="1" spc="89" baseline="8417" dirty="0">
                <a:latin typeface="Times New Roman"/>
                <a:cs typeface="Times New Roman"/>
              </a:rPr>
              <a:t>S</a:t>
            </a:r>
            <a:r>
              <a:rPr sz="1050" b="1" spc="60" dirty="0">
                <a:latin typeface="Times New Roman"/>
                <a:cs typeface="Times New Roman"/>
              </a:rPr>
              <a:t>9(2)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814993" y="4595906"/>
            <a:ext cx="498475" cy="10210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CP</a:t>
            </a:r>
            <a:r>
              <a:rPr sz="1575" b="1" spc="135" baseline="-13227" dirty="0">
                <a:latin typeface="Times New Roman"/>
                <a:cs typeface="Times New Roman"/>
              </a:rPr>
              <a:t>1</a:t>
            </a:r>
            <a:endParaRPr sz="1575" baseline="-13227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2475" b="1" i="1" spc="97" baseline="8417" dirty="0">
                <a:latin typeface="Times New Roman"/>
                <a:cs typeface="Times New Roman"/>
              </a:rPr>
              <a:t>R</a:t>
            </a:r>
            <a:r>
              <a:rPr sz="1050" b="1" spc="65" dirty="0">
                <a:latin typeface="Times New Roman"/>
                <a:cs typeface="Times New Roman"/>
              </a:rPr>
              <a:t>0(1)</a:t>
            </a:r>
            <a:endParaRPr sz="10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sz="2475" b="1" i="1" spc="97" baseline="8417" dirty="0">
                <a:latin typeface="Times New Roman"/>
                <a:cs typeface="Times New Roman"/>
              </a:rPr>
              <a:t>R</a:t>
            </a:r>
            <a:r>
              <a:rPr sz="1050" b="1" spc="65" dirty="0">
                <a:latin typeface="Times New Roman"/>
                <a:cs typeface="Times New Roman"/>
              </a:rPr>
              <a:t>0(2)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4996737" y="4370129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322677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171923" y="4370129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322677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084413" y="4047406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0"/>
                </a:moveTo>
                <a:lnTo>
                  <a:pt x="0" y="322723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909227" y="4160388"/>
            <a:ext cx="350520" cy="419734"/>
          </a:xfrm>
          <a:custGeom>
            <a:avLst/>
            <a:gdLst/>
            <a:ahLst/>
            <a:cxnLst/>
            <a:rect l="l" t="t" r="r" b="b"/>
            <a:pathLst>
              <a:path w="350520" h="419735">
                <a:moveTo>
                  <a:pt x="175185" y="0"/>
                </a:moveTo>
                <a:lnTo>
                  <a:pt x="139406" y="24706"/>
                </a:lnTo>
                <a:lnTo>
                  <a:pt x="106610" y="56177"/>
                </a:lnTo>
                <a:lnTo>
                  <a:pt x="77158" y="93802"/>
                </a:lnTo>
                <a:lnTo>
                  <a:pt x="51411" y="136971"/>
                </a:lnTo>
                <a:lnTo>
                  <a:pt x="29728" y="185074"/>
                </a:lnTo>
                <a:lnTo>
                  <a:pt x="12471" y="237501"/>
                </a:lnTo>
                <a:lnTo>
                  <a:pt x="0" y="293642"/>
                </a:lnTo>
                <a:lnTo>
                  <a:pt x="0" y="419481"/>
                </a:lnTo>
                <a:lnTo>
                  <a:pt x="42390" y="393912"/>
                </a:lnTo>
                <a:lnTo>
                  <a:pt x="85986" y="375649"/>
                </a:lnTo>
                <a:lnTo>
                  <a:pt x="130385" y="364692"/>
                </a:lnTo>
                <a:lnTo>
                  <a:pt x="175185" y="361039"/>
                </a:lnTo>
                <a:lnTo>
                  <a:pt x="350371" y="361039"/>
                </a:lnTo>
                <a:lnTo>
                  <a:pt x="350371" y="293642"/>
                </a:lnTo>
                <a:lnTo>
                  <a:pt x="337718" y="237693"/>
                </a:lnTo>
                <a:lnTo>
                  <a:pt x="320340" y="185426"/>
                </a:lnTo>
                <a:lnTo>
                  <a:pt x="298597" y="137431"/>
                </a:lnTo>
                <a:lnTo>
                  <a:pt x="272849" y="94300"/>
                </a:lnTo>
                <a:lnTo>
                  <a:pt x="243458" y="56624"/>
                </a:lnTo>
                <a:lnTo>
                  <a:pt x="210783" y="24993"/>
                </a:lnTo>
                <a:lnTo>
                  <a:pt x="175185" y="0"/>
                </a:lnTo>
                <a:close/>
              </a:path>
              <a:path w="350520" h="419735">
                <a:moveTo>
                  <a:pt x="350371" y="361039"/>
                </a:moveTo>
                <a:lnTo>
                  <a:pt x="175185" y="361039"/>
                </a:lnTo>
                <a:lnTo>
                  <a:pt x="219986" y="364692"/>
                </a:lnTo>
                <a:lnTo>
                  <a:pt x="264385" y="375649"/>
                </a:lnTo>
                <a:lnTo>
                  <a:pt x="307981" y="393912"/>
                </a:lnTo>
                <a:lnTo>
                  <a:pt x="350371" y="419481"/>
                </a:lnTo>
                <a:lnTo>
                  <a:pt x="350371" y="36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4909227" y="4160388"/>
            <a:ext cx="350520" cy="419734"/>
          </a:xfrm>
          <a:custGeom>
            <a:avLst/>
            <a:gdLst/>
            <a:ahLst/>
            <a:cxnLst/>
            <a:rect l="l" t="t" r="r" b="b"/>
            <a:pathLst>
              <a:path w="350520" h="419735">
                <a:moveTo>
                  <a:pt x="175185" y="0"/>
                </a:moveTo>
                <a:lnTo>
                  <a:pt x="210783" y="24993"/>
                </a:lnTo>
                <a:lnTo>
                  <a:pt x="243458" y="56624"/>
                </a:lnTo>
                <a:lnTo>
                  <a:pt x="272849" y="94300"/>
                </a:lnTo>
                <a:lnTo>
                  <a:pt x="298597" y="137431"/>
                </a:lnTo>
                <a:lnTo>
                  <a:pt x="320340" y="185426"/>
                </a:lnTo>
                <a:lnTo>
                  <a:pt x="337718" y="237693"/>
                </a:lnTo>
                <a:lnTo>
                  <a:pt x="350371" y="293642"/>
                </a:lnTo>
                <a:lnTo>
                  <a:pt x="350371" y="419481"/>
                </a:lnTo>
                <a:lnTo>
                  <a:pt x="307981" y="393912"/>
                </a:lnTo>
                <a:lnTo>
                  <a:pt x="264385" y="375649"/>
                </a:lnTo>
                <a:lnTo>
                  <a:pt x="219986" y="364692"/>
                </a:lnTo>
                <a:lnTo>
                  <a:pt x="175185" y="361039"/>
                </a:lnTo>
                <a:lnTo>
                  <a:pt x="130385" y="364692"/>
                </a:lnTo>
                <a:lnTo>
                  <a:pt x="85986" y="375649"/>
                </a:lnTo>
                <a:lnTo>
                  <a:pt x="42390" y="393912"/>
                </a:lnTo>
                <a:lnTo>
                  <a:pt x="0" y="419481"/>
                </a:lnTo>
                <a:lnTo>
                  <a:pt x="0" y="293642"/>
                </a:lnTo>
                <a:lnTo>
                  <a:pt x="12471" y="237501"/>
                </a:lnTo>
                <a:lnTo>
                  <a:pt x="29728" y="185074"/>
                </a:lnTo>
                <a:lnTo>
                  <a:pt x="51411" y="136971"/>
                </a:lnTo>
                <a:lnTo>
                  <a:pt x="77158" y="93802"/>
                </a:lnTo>
                <a:lnTo>
                  <a:pt x="106610" y="56177"/>
                </a:lnTo>
                <a:lnTo>
                  <a:pt x="139406" y="24706"/>
                </a:lnTo>
                <a:lnTo>
                  <a:pt x="175185" y="0"/>
                </a:lnTo>
                <a:close/>
              </a:path>
            </a:pathLst>
          </a:custGeom>
          <a:ln w="344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171923" y="4599782"/>
            <a:ext cx="0" cy="764540"/>
          </a:xfrm>
          <a:custGeom>
            <a:avLst/>
            <a:gdLst/>
            <a:ahLst/>
            <a:cxnLst/>
            <a:rect l="l" t="t" r="r" b="b"/>
            <a:pathLst>
              <a:path h="764539">
                <a:moveTo>
                  <a:pt x="0" y="0"/>
                </a:moveTo>
                <a:lnTo>
                  <a:pt x="0" y="764181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4996737" y="4692806"/>
            <a:ext cx="0" cy="490855"/>
          </a:xfrm>
          <a:custGeom>
            <a:avLst/>
            <a:gdLst/>
            <a:ahLst/>
            <a:cxnLst/>
            <a:rect l="l" t="t" r="r" b="b"/>
            <a:pathLst>
              <a:path h="490854">
                <a:moveTo>
                  <a:pt x="0" y="0"/>
                </a:moveTo>
                <a:lnTo>
                  <a:pt x="0" y="490467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133256" y="4537026"/>
            <a:ext cx="75028" cy="7062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955762" y="4537026"/>
            <a:ext cx="75028" cy="7062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6853742" y="4370128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322677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028928" y="4370128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322677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6941253" y="4047405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0"/>
                </a:moveTo>
                <a:lnTo>
                  <a:pt x="0" y="322723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766231" y="4160388"/>
            <a:ext cx="350520" cy="419734"/>
          </a:xfrm>
          <a:custGeom>
            <a:avLst/>
            <a:gdLst/>
            <a:ahLst/>
            <a:cxnLst/>
            <a:rect l="l" t="t" r="r" b="b"/>
            <a:pathLst>
              <a:path w="350520" h="419735">
                <a:moveTo>
                  <a:pt x="175185" y="0"/>
                </a:moveTo>
                <a:lnTo>
                  <a:pt x="139397" y="24706"/>
                </a:lnTo>
                <a:lnTo>
                  <a:pt x="106581" y="56177"/>
                </a:lnTo>
                <a:lnTo>
                  <a:pt x="77106" y="93802"/>
                </a:lnTo>
                <a:lnTo>
                  <a:pt x="51342" y="136971"/>
                </a:lnTo>
                <a:lnTo>
                  <a:pt x="29656" y="185074"/>
                </a:lnTo>
                <a:lnTo>
                  <a:pt x="12419" y="237501"/>
                </a:lnTo>
                <a:lnTo>
                  <a:pt x="0" y="293642"/>
                </a:lnTo>
                <a:lnTo>
                  <a:pt x="0" y="419481"/>
                </a:lnTo>
                <a:lnTo>
                  <a:pt x="42342" y="393912"/>
                </a:lnTo>
                <a:lnTo>
                  <a:pt x="85914" y="375649"/>
                </a:lnTo>
                <a:lnTo>
                  <a:pt x="130304" y="364692"/>
                </a:lnTo>
                <a:lnTo>
                  <a:pt x="175103" y="361039"/>
                </a:lnTo>
                <a:lnTo>
                  <a:pt x="350207" y="361039"/>
                </a:lnTo>
                <a:lnTo>
                  <a:pt x="350207" y="293642"/>
                </a:lnTo>
                <a:lnTo>
                  <a:pt x="337562" y="237693"/>
                </a:lnTo>
                <a:lnTo>
                  <a:pt x="320208" y="185426"/>
                </a:lnTo>
                <a:lnTo>
                  <a:pt x="298497" y="137431"/>
                </a:lnTo>
                <a:lnTo>
                  <a:pt x="272785" y="94300"/>
                </a:lnTo>
                <a:lnTo>
                  <a:pt x="243426" y="56624"/>
                </a:lnTo>
                <a:lnTo>
                  <a:pt x="210774" y="24993"/>
                </a:lnTo>
                <a:lnTo>
                  <a:pt x="175185" y="0"/>
                </a:lnTo>
                <a:close/>
              </a:path>
              <a:path w="350520" h="419735">
                <a:moveTo>
                  <a:pt x="350207" y="361039"/>
                </a:moveTo>
                <a:lnTo>
                  <a:pt x="175103" y="361039"/>
                </a:lnTo>
                <a:lnTo>
                  <a:pt x="219903" y="364692"/>
                </a:lnTo>
                <a:lnTo>
                  <a:pt x="264293" y="375649"/>
                </a:lnTo>
                <a:lnTo>
                  <a:pt x="307864" y="393912"/>
                </a:lnTo>
                <a:lnTo>
                  <a:pt x="350207" y="419481"/>
                </a:lnTo>
                <a:lnTo>
                  <a:pt x="350207" y="36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766231" y="4160388"/>
            <a:ext cx="350520" cy="419734"/>
          </a:xfrm>
          <a:custGeom>
            <a:avLst/>
            <a:gdLst/>
            <a:ahLst/>
            <a:cxnLst/>
            <a:rect l="l" t="t" r="r" b="b"/>
            <a:pathLst>
              <a:path w="350520" h="419735">
                <a:moveTo>
                  <a:pt x="175185" y="0"/>
                </a:moveTo>
                <a:lnTo>
                  <a:pt x="210774" y="24993"/>
                </a:lnTo>
                <a:lnTo>
                  <a:pt x="243426" y="56624"/>
                </a:lnTo>
                <a:lnTo>
                  <a:pt x="272785" y="94300"/>
                </a:lnTo>
                <a:lnTo>
                  <a:pt x="298497" y="137431"/>
                </a:lnTo>
                <a:lnTo>
                  <a:pt x="320208" y="185426"/>
                </a:lnTo>
                <a:lnTo>
                  <a:pt x="337562" y="237693"/>
                </a:lnTo>
                <a:lnTo>
                  <a:pt x="350207" y="293642"/>
                </a:lnTo>
                <a:lnTo>
                  <a:pt x="350207" y="419481"/>
                </a:lnTo>
                <a:lnTo>
                  <a:pt x="307864" y="393912"/>
                </a:lnTo>
                <a:lnTo>
                  <a:pt x="264293" y="375649"/>
                </a:lnTo>
                <a:lnTo>
                  <a:pt x="219903" y="364692"/>
                </a:lnTo>
                <a:lnTo>
                  <a:pt x="175103" y="361039"/>
                </a:lnTo>
                <a:lnTo>
                  <a:pt x="130304" y="364692"/>
                </a:lnTo>
                <a:lnTo>
                  <a:pt x="85914" y="375649"/>
                </a:lnTo>
                <a:lnTo>
                  <a:pt x="42342" y="393912"/>
                </a:lnTo>
                <a:lnTo>
                  <a:pt x="0" y="419481"/>
                </a:lnTo>
                <a:lnTo>
                  <a:pt x="0" y="293642"/>
                </a:lnTo>
                <a:lnTo>
                  <a:pt x="12419" y="237501"/>
                </a:lnTo>
                <a:lnTo>
                  <a:pt x="29656" y="185074"/>
                </a:lnTo>
                <a:lnTo>
                  <a:pt x="51342" y="136971"/>
                </a:lnTo>
                <a:lnTo>
                  <a:pt x="77106" y="93802"/>
                </a:lnTo>
                <a:lnTo>
                  <a:pt x="106581" y="56177"/>
                </a:lnTo>
                <a:lnTo>
                  <a:pt x="139397" y="24706"/>
                </a:lnTo>
                <a:lnTo>
                  <a:pt x="175185" y="0"/>
                </a:lnTo>
                <a:close/>
              </a:path>
            </a:pathLst>
          </a:custGeom>
          <a:ln w="344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7028928" y="4599782"/>
            <a:ext cx="0" cy="772795"/>
          </a:xfrm>
          <a:custGeom>
            <a:avLst/>
            <a:gdLst/>
            <a:ahLst/>
            <a:cxnLst/>
            <a:rect l="l" t="t" r="r" b="b"/>
            <a:pathLst>
              <a:path h="772795">
                <a:moveTo>
                  <a:pt x="0" y="0"/>
                </a:moveTo>
                <a:lnTo>
                  <a:pt x="0" y="772787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6853742" y="4692806"/>
            <a:ext cx="0" cy="495300"/>
          </a:xfrm>
          <a:custGeom>
            <a:avLst/>
            <a:gdLst/>
            <a:ahLst/>
            <a:cxnLst/>
            <a:rect l="l" t="t" r="r" b="b"/>
            <a:pathLst>
              <a:path h="495300">
                <a:moveTo>
                  <a:pt x="0" y="0"/>
                </a:moveTo>
                <a:lnTo>
                  <a:pt x="0" y="494762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6990260" y="4537026"/>
            <a:ext cx="75028" cy="7062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812767" y="4537026"/>
            <a:ext cx="75028" cy="7062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 txBox="1"/>
          <p:nvPr/>
        </p:nvSpPr>
        <p:spPr>
          <a:xfrm>
            <a:off x="4605989" y="2971519"/>
            <a:ext cx="934719" cy="1075690"/>
          </a:xfrm>
          <a:prstGeom prst="rect">
            <a:avLst/>
          </a:prstGeom>
          <a:ln w="34499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9370" marR="353060" indent="31750">
              <a:lnSpc>
                <a:spcPct val="128299"/>
              </a:lnSpc>
              <a:spcBef>
                <a:spcPts val="155"/>
              </a:spcBef>
            </a:pPr>
            <a:r>
              <a:rPr sz="1650" b="1" spc="80" dirty="0">
                <a:latin typeface="Times New Roman"/>
                <a:cs typeface="Times New Roman"/>
              </a:rPr>
              <a:t>1J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r>
              <a:rPr sz="1650" b="1" spc="60" dirty="0">
                <a:latin typeface="Times New Roman"/>
                <a:cs typeface="Times New Roman"/>
              </a:rPr>
              <a:t> </a:t>
            </a:r>
            <a:r>
              <a:rPr sz="2475" b="1" spc="179" baseline="-23569" dirty="0">
                <a:latin typeface="Times New Roman"/>
                <a:cs typeface="Times New Roman"/>
              </a:rPr>
              <a:t>R</a:t>
            </a:r>
            <a:endParaRPr sz="2475" baseline="-23569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6486560" y="2971519"/>
            <a:ext cx="934719" cy="1075690"/>
          </a:xfrm>
          <a:prstGeom prst="rect">
            <a:avLst/>
          </a:prstGeom>
          <a:ln w="34499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9370" marR="388620" indent="31750">
              <a:lnSpc>
                <a:spcPct val="128299"/>
              </a:lnSpc>
              <a:spcBef>
                <a:spcPts val="155"/>
              </a:spcBef>
            </a:pPr>
            <a:r>
              <a:rPr sz="1650" b="1" spc="80" dirty="0">
                <a:latin typeface="Times New Roman"/>
                <a:cs typeface="Times New Roman"/>
              </a:rPr>
              <a:t>1J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r>
              <a:rPr sz="1650" b="1" spc="-215" dirty="0">
                <a:latin typeface="Times New Roman"/>
                <a:cs typeface="Times New Roman"/>
              </a:rPr>
              <a:t> </a:t>
            </a:r>
            <a:r>
              <a:rPr sz="2475" b="1" spc="179" baseline="-23569" dirty="0">
                <a:latin typeface="Times New Roman"/>
                <a:cs typeface="Times New Roman"/>
              </a:rPr>
              <a:t>R</a:t>
            </a:r>
            <a:endParaRPr sz="2475" baseline="-23569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8343234" y="2971519"/>
            <a:ext cx="934719" cy="1075690"/>
          </a:xfrm>
          <a:prstGeom prst="rect">
            <a:avLst/>
          </a:prstGeom>
          <a:ln w="34499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9370" marR="376555" indent="12700" algn="ctr">
              <a:lnSpc>
                <a:spcPct val="128299"/>
              </a:lnSpc>
              <a:spcBef>
                <a:spcPts val="155"/>
              </a:spcBef>
            </a:pPr>
            <a:r>
              <a:rPr sz="1650" b="1" spc="80" dirty="0">
                <a:latin typeface="Times New Roman"/>
                <a:cs typeface="Times New Roman"/>
              </a:rPr>
              <a:t>1J </a:t>
            </a:r>
            <a:r>
              <a:rPr sz="2475" b="1" spc="135" baseline="28619" dirty="0">
                <a:latin typeface="Times New Roman"/>
                <a:cs typeface="Times New Roman"/>
              </a:rPr>
              <a:t>S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r>
              <a:rPr sz="1650" b="1" spc="-125" dirty="0">
                <a:latin typeface="Times New Roman"/>
                <a:cs typeface="Times New Roman"/>
              </a:rPr>
              <a:t> </a:t>
            </a:r>
            <a:r>
              <a:rPr sz="2475" b="1" spc="179" baseline="-23569" dirty="0">
                <a:latin typeface="Times New Roman"/>
                <a:cs typeface="Times New Roman"/>
              </a:rPr>
              <a:t>R</a:t>
            </a:r>
            <a:endParaRPr sz="2475" baseline="-23569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743711" y="2971519"/>
            <a:ext cx="934719" cy="1075690"/>
          </a:xfrm>
          <a:prstGeom prst="rect">
            <a:avLst/>
          </a:prstGeom>
          <a:ln w="34499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9370" marR="382905" indent="12700" algn="ctr">
              <a:lnSpc>
                <a:spcPct val="128299"/>
              </a:lnSpc>
              <a:spcBef>
                <a:spcPts val="155"/>
              </a:spcBef>
            </a:pPr>
            <a:r>
              <a:rPr sz="1650" b="1" spc="80" dirty="0">
                <a:latin typeface="Times New Roman"/>
                <a:cs typeface="Times New Roman"/>
              </a:rPr>
              <a:t>1J </a:t>
            </a:r>
            <a:r>
              <a:rPr sz="2475" b="1" spc="135" baseline="28619" dirty="0">
                <a:latin typeface="Times New Roman"/>
                <a:cs typeface="Times New Roman"/>
              </a:rPr>
              <a:t>S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r>
              <a:rPr sz="1650" b="1" spc="-175" dirty="0">
                <a:latin typeface="Times New Roman"/>
                <a:cs typeface="Times New Roman"/>
              </a:rPr>
              <a:t> </a:t>
            </a:r>
            <a:r>
              <a:rPr sz="2475" b="1" spc="179" baseline="-23569" dirty="0">
                <a:latin typeface="Times New Roman"/>
                <a:cs typeface="Times New Roman"/>
              </a:rPr>
              <a:t>R</a:t>
            </a:r>
            <a:endParaRPr sz="2475" baseline="-23569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2444757" y="5187569"/>
            <a:ext cx="4409440" cy="0"/>
          </a:xfrm>
          <a:custGeom>
            <a:avLst/>
            <a:gdLst/>
            <a:ahLst/>
            <a:cxnLst/>
            <a:rect l="l" t="t" r="r" b="b"/>
            <a:pathLst>
              <a:path w="4409440">
                <a:moveTo>
                  <a:pt x="4408984" y="0"/>
                </a:moveTo>
                <a:lnTo>
                  <a:pt x="0" y="0"/>
                </a:lnTo>
              </a:path>
            </a:pathLst>
          </a:custGeom>
          <a:ln w="327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2444757" y="2466497"/>
            <a:ext cx="0" cy="2721610"/>
          </a:xfrm>
          <a:custGeom>
            <a:avLst/>
            <a:gdLst/>
            <a:ahLst/>
            <a:cxnLst/>
            <a:rect l="l" t="t" r="r" b="b"/>
            <a:pathLst>
              <a:path h="2721610">
                <a:moveTo>
                  <a:pt x="0" y="2721072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92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7B218B80-CD2B-C953-6274-2687CE589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60" y="152400"/>
            <a:ext cx="9602540" cy="5858693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24739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5" dirty="0">
                <a:solidFill>
                  <a:srgbClr val="C00000"/>
                </a:solidFill>
                <a:latin typeface="华文楷体"/>
                <a:cs typeface="华文楷体"/>
              </a:rPr>
              <a:t>74</a:t>
            </a:r>
            <a:r>
              <a:rPr sz="3600" b="1" i="0" spc="-5" dirty="0">
                <a:solidFill>
                  <a:srgbClr val="C00000"/>
                </a:solidFill>
                <a:latin typeface="华文楷体"/>
                <a:cs typeface="华文楷体"/>
              </a:rPr>
              <a:t>29</a:t>
            </a:r>
            <a:r>
              <a:rPr sz="3600" b="1" i="0" dirty="0">
                <a:solidFill>
                  <a:srgbClr val="C00000"/>
                </a:solidFill>
                <a:latin typeface="华文楷体"/>
                <a:cs typeface="华文楷体"/>
              </a:rPr>
              <a:t>0</a:t>
            </a:r>
            <a:r>
              <a:rPr sz="3600" b="1" i="0" spc="-5" dirty="0">
                <a:latin typeface="华文楷体"/>
                <a:cs typeface="华文楷体"/>
              </a:rPr>
              <a:t>功能表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9162" y="3412139"/>
            <a:ext cx="138430" cy="0"/>
          </a:xfrm>
          <a:custGeom>
            <a:avLst/>
            <a:gdLst/>
            <a:ahLst/>
            <a:cxnLst/>
            <a:rect l="l" t="t" r="r" b="b"/>
            <a:pathLst>
              <a:path w="138430">
                <a:moveTo>
                  <a:pt x="138049" y="0"/>
                </a:moveTo>
                <a:lnTo>
                  <a:pt x="0" y="0"/>
                </a:lnTo>
              </a:path>
            </a:pathLst>
          </a:custGeom>
          <a:ln w="327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7212" y="3358987"/>
            <a:ext cx="115570" cy="106680"/>
          </a:xfrm>
          <a:custGeom>
            <a:avLst/>
            <a:gdLst/>
            <a:ahLst/>
            <a:cxnLst/>
            <a:rect l="l" t="t" r="r" b="b"/>
            <a:pathLst>
              <a:path w="115569" h="106679">
                <a:moveTo>
                  <a:pt x="0" y="53151"/>
                </a:moveTo>
                <a:lnTo>
                  <a:pt x="4537" y="73843"/>
                </a:lnTo>
                <a:lnTo>
                  <a:pt x="16908" y="90738"/>
                </a:lnTo>
                <a:lnTo>
                  <a:pt x="35255" y="102127"/>
                </a:lnTo>
                <a:lnTo>
                  <a:pt x="57718" y="106303"/>
                </a:lnTo>
                <a:lnTo>
                  <a:pt x="80188" y="102127"/>
                </a:lnTo>
                <a:lnTo>
                  <a:pt x="98535" y="90738"/>
                </a:lnTo>
                <a:lnTo>
                  <a:pt x="110902" y="73843"/>
                </a:lnTo>
                <a:lnTo>
                  <a:pt x="115437" y="53151"/>
                </a:lnTo>
                <a:lnTo>
                  <a:pt x="110902" y="32466"/>
                </a:lnTo>
                <a:lnTo>
                  <a:pt x="98535" y="15570"/>
                </a:lnTo>
                <a:lnTo>
                  <a:pt x="80188" y="4178"/>
                </a:lnTo>
                <a:lnTo>
                  <a:pt x="57718" y="0"/>
                </a:lnTo>
                <a:lnTo>
                  <a:pt x="35255" y="4178"/>
                </a:lnTo>
                <a:lnTo>
                  <a:pt x="16908" y="15570"/>
                </a:lnTo>
                <a:lnTo>
                  <a:pt x="4537" y="32466"/>
                </a:lnTo>
                <a:lnTo>
                  <a:pt x="0" y="53151"/>
                </a:lnTo>
                <a:close/>
              </a:path>
            </a:pathLst>
          </a:custGeom>
          <a:ln w="339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40080" y="3837096"/>
            <a:ext cx="116839" cy="214629"/>
          </a:xfrm>
          <a:custGeom>
            <a:avLst/>
            <a:gdLst/>
            <a:ahLst/>
            <a:cxnLst/>
            <a:rect l="l" t="t" r="r" b="b"/>
            <a:pathLst>
              <a:path w="116840" h="214629">
                <a:moveTo>
                  <a:pt x="0" y="0"/>
                </a:moveTo>
                <a:lnTo>
                  <a:pt x="116522" y="107318"/>
                </a:lnTo>
                <a:lnTo>
                  <a:pt x="0" y="214621"/>
                </a:lnTo>
              </a:path>
            </a:pathLst>
          </a:custGeom>
          <a:ln w="348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62823" y="3300536"/>
            <a:ext cx="116839" cy="214629"/>
          </a:xfrm>
          <a:custGeom>
            <a:avLst/>
            <a:gdLst/>
            <a:ahLst/>
            <a:cxnLst/>
            <a:rect l="l" t="t" r="r" b="b"/>
            <a:pathLst>
              <a:path w="116840" h="214629">
                <a:moveTo>
                  <a:pt x="0" y="0"/>
                </a:moveTo>
                <a:lnTo>
                  <a:pt x="116539" y="107318"/>
                </a:lnTo>
                <a:lnTo>
                  <a:pt x="0" y="214621"/>
                </a:lnTo>
              </a:path>
            </a:pathLst>
          </a:custGeom>
          <a:ln w="348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9162" y="3953000"/>
            <a:ext cx="138430" cy="0"/>
          </a:xfrm>
          <a:custGeom>
            <a:avLst/>
            <a:gdLst/>
            <a:ahLst/>
            <a:cxnLst/>
            <a:rect l="l" t="t" r="r" b="b"/>
            <a:pathLst>
              <a:path w="138430">
                <a:moveTo>
                  <a:pt x="138049" y="0"/>
                </a:moveTo>
                <a:lnTo>
                  <a:pt x="0" y="0"/>
                </a:lnTo>
              </a:path>
            </a:pathLst>
          </a:custGeom>
          <a:ln w="327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07212" y="3899849"/>
            <a:ext cx="115570" cy="106680"/>
          </a:xfrm>
          <a:custGeom>
            <a:avLst/>
            <a:gdLst/>
            <a:ahLst/>
            <a:cxnLst/>
            <a:rect l="l" t="t" r="r" b="b"/>
            <a:pathLst>
              <a:path w="115569" h="106679">
                <a:moveTo>
                  <a:pt x="0" y="53151"/>
                </a:moveTo>
                <a:lnTo>
                  <a:pt x="4537" y="73837"/>
                </a:lnTo>
                <a:lnTo>
                  <a:pt x="16908" y="90732"/>
                </a:lnTo>
                <a:lnTo>
                  <a:pt x="35255" y="102125"/>
                </a:lnTo>
                <a:lnTo>
                  <a:pt x="57718" y="106303"/>
                </a:lnTo>
                <a:lnTo>
                  <a:pt x="80188" y="102125"/>
                </a:lnTo>
                <a:lnTo>
                  <a:pt x="98535" y="90732"/>
                </a:lnTo>
                <a:lnTo>
                  <a:pt x="110902" y="73837"/>
                </a:lnTo>
                <a:lnTo>
                  <a:pt x="115437" y="53151"/>
                </a:lnTo>
                <a:lnTo>
                  <a:pt x="110902" y="32459"/>
                </a:lnTo>
                <a:lnTo>
                  <a:pt x="98535" y="15565"/>
                </a:lnTo>
                <a:lnTo>
                  <a:pt x="80188" y="4175"/>
                </a:lnTo>
                <a:lnTo>
                  <a:pt x="57718" y="0"/>
                </a:lnTo>
                <a:lnTo>
                  <a:pt x="35255" y="4175"/>
                </a:lnTo>
                <a:lnTo>
                  <a:pt x="16908" y="15565"/>
                </a:lnTo>
                <a:lnTo>
                  <a:pt x="4537" y="32459"/>
                </a:lnTo>
                <a:lnTo>
                  <a:pt x="0" y="53151"/>
                </a:lnTo>
                <a:close/>
              </a:path>
            </a:pathLst>
          </a:custGeom>
          <a:ln w="339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023415" y="2591769"/>
          <a:ext cx="3495674" cy="21355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9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38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7060">
                <a:tc gridSpan="5">
                  <a:txBody>
                    <a:bodyPr/>
                    <a:lstStyle/>
                    <a:p>
                      <a:pPr marL="116205" algn="ctr">
                        <a:lnSpc>
                          <a:spcPts val="2540"/>
                        </a:lnSpc>
                        <a:tabLst>
                          <a:tab pos="815340" algn="l"/>
                          <a:tab pos="1537970" algn="l"/>
                          <a:tab pos="2237105" algn="l"/>
                        </a:tabLst>
                      </a:pPr>
                      <a:r>
                        <a:rPr sz="2350" spc="114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325" spc="172" baseline="-12544" dirty="0">
                          <a:latin typeface="Times New Roman"/>
                          <a:cs typeface="Times New Roman"/>
                        </a:rPr>
                        <a:t>0	</a:t>
                      </a:r>
                      <a:r>
                        <a:rPr sz="2350" spc="114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325" spc="172" baseline="-12544" dirty="0">
                          <a:latin typeface="Times New Roman"/>
                          <a:cs typeface="Times New Roman"/>
                        </a:rPr>
                        <a:t>1	</a:t>
                      </a:r>
                      <a:r>
                        <a:rPr sz="2350" spc="114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325" spc="172" baseline="-12544" dirty="0">
                          <a:latin typeface="Times New Roman"/>
                          <a:cs typeface="Times New Roman"/>
                        </a:rPr>
                        <a:t>2	</a:t>
                      </a:r>
                      <a:r>
                        <a:rPr sz="2350" spc="114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325" spc="172" baseline="-12544" dirty="0">
                          <a:latin typeface="Times New Roman"/>
                          <a:cs typeface="Times New Roman"/>
                        </a:rPr>
                        <a:t>3</a:t>
                      </a:r>
                      <a:endParaRPr sz="2325" baseline="-12544" dirty="0">
                        <a:latin typeface="Times New Roman"/>
                        <a:cs typeface="Times New Roman"/>
                      </a:endParaRPr>
                    </a:p>
                    <a:p>
                      <a:pPr marL="163830">
                        <a:lnSpc>
                          <a:spcPts val="3115"/>
                        </a:lnSpc>
                        <a:spcBef>
                          <a:spcPts val="2060"/>
                        </a:spcBef>
                        <a:tabLst>
                          <a:tab pos="1254125" algn="l"/>
                        </a:tabLst>
                      </a:pPr>
                      <a:r>
                        <a:rPr sz="3525" spc="172" baseline="41371" dirty="0">
                          <a:latin typeface="Times New Roman"/>
                          <a:cs typeface="Times New Roman"/>
                        </a:rPr>
                        <a:t>CP</a:t>
                      </a:r>
                      <a:r>
                        <a:rPr sz="2325" spc="172" baseline="50179" dirty="0">
                          <a:latin typeface="Times New Roman"/>
                          <a:cs typeface="Times New Roman"/>
                        </a:rPr>
                        <a:t>0	</a:t>
                      </a:r>
                      <a:r>
                        <a:rPr sz="2850" b="1" spc="1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74290</a:t>
                      </a:r>
                      <a:endParaRPr sz="2850" dirty="0">
                        <a:latin typeface="Times New Roman"/>
                        <a:cs typeface="Times New Roman"/>
                      </a:endParaRPr>
                    </a:p>
                    <a:p>
                      <a:pPr marL="152400">
                        <a:lnSpc>
                          <a:spcPts val="2515"/>
                        </a:lnSpc>
                      </a:pPr>
                      <a:r>
                        <a:rPr sz="2350" spc="114" dirty="0">
                          <a:latin typeface="Times New Roman"/>
                          <a:cs typeface="Times New Roman"/>
                        </a:rPr>
                        <a:t>CP</a:t>
                      </a:r>
                      <a:r>
                        <a:rPr sz="2325" spc="172" baseline="-12544" dirty="0">
                          <a:latin typeface="Times New Roman"/>
                          <a:cs typeface="Times New Roman"/>
                        </a:rPr>
                        <a:t>1</a:t>
                      </a:r>
                      <a:endParaRPr sz="2325" baseline="-12544" dirty="0">
                        <a:latin typeface="Times New Roman"/>
                        <a:cs typeface="Times New Roman"/>
                      </a:endParaRPr>
                    </a:p>
                    <a:p>
                      <a:pPr marL="96520" algn="ctr">
                        <a:lnSpc>
                          <a:spcPts val="2625"/>
                        </a:lnSpc>
                        <a:spcBef>
                          <a:spcPts val="565"/>
                        </a:spcBef>
                        <a:tabLst>
                          <a:tab pos="842644" algn="l"/>
                          <a:tab pos="1577340" algn="l"/>
                        </a:tabLst>
                      </a:pPr>
                      <a:r>
                        <a:rPr sz="3525" spc="112" baseline="8274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550" spc="75" dirty="0">
                          <a:latin typeface="Times New Roman"/>
                          <a:cs typeface="Times New Roman"/>
                        </a:rPr>
                        <a:t>0(1)	</a:t>
                      </a:r>
                      <a:r>
                        <a:rPr sz="3525" spc="112" baseline="8274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550" spc="75" dirty="0">
                          <a:latin typeface="Times New Roman"/>
                          <a:cs typeface="Times New Roman"/>
                        </a:rPr>
                        <a:t>0(2)	</a:t>
                      </a:r>
                      <a:r>
                        <a:rPr sz="3525" spc="104" baseline="8274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550" spc="70" dirty="0">
                          <a:latin typeface="Times New Roman"/>
                          <a:cs typeface="Times New Roman"/>
                        </a:rPr>
                        <a:t>9(1) </a:t>
                      </a:r>
                      <a:r>
                        <a:rPr sz="3525" spc="104" baseline="3546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325" spc="104" baseline="-5376" dirty="0">
                          <a:latin typeface="Times New Roman"/>
                          <a:cs typeface="Times New Roman"/>
                        </a:rPr>
                        <a:t>9(2)</a:t>
                      </a:r>
                      <a:endParaRPr sz="2325" baseline="-5376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1179362" y="3257605"/>
            <a:ext cx="466725" cy="0"/>
          </a:xfrm>
          <a:custGeom>
            <a:avLst/>
            <a:gdLst/>
            <a:ahLst/>
            <a:cxnLst/>
            <a:rect l="l" t="t" r="r" b="b"/>
            <a:pathLst>
              <a:path w="466725">
                <a:moveTo>
                  <a:pt x="0" y="0"/>
                </a:moveTo>
                <a:lnTo>
                  <a:pt x="466124" y="0"/>
                </a:lnTo>
              </a:path>
            </a:pathLst>
          </a:custGeom>
          <a:ln w="327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79362" y="3772708"/>
            <a:ext cx="466725" cy="0"/>
          </a:xfrm>
          <a:custGeom>
            <a:avLst/>
            <a:gdLst/>
            <a:ahLst/>
            <a:cxnLst/>
            <a:rect l="l" t="t" r="r" b="b"/>
            <a:pathLst>
              <a:path w="466725">
                <a:moveTo>
                  <a:pt x="0" y="0"/>
                </a:moveTo>
                <a:lnTo>
                  <a:pt x="466124" y="0"/>
                </a:lnTo>
              </a:path>
            </a:pathLst>
          </a:custGeom>
          <a:ln w="327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700904" y="1123950"/>
          <a:ext cx="5097777" cy="52468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67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3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84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39609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3600" b="1" spc="-7" baseline="13888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0(1)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3600" b="1" baseline="13888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0(2)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3600" b="1" spc="-7" baseline="13888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9(1)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3600" b="1" spc="-7" baseline="13888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9(2)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45"/>
                        </a:spcBef>
                      </a:pPr>
                      <a:r>
                        <a:rPr sz="20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1950" b="1" spc="7" baseline="-21367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95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20891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45"/>
                        </a:spcBef>
                      </a:pPr>
                      <a:r>
                        <a:rPr sz="20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1950" b="1" spc="7" baseline="-21367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95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20891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645"/>
                        </a:spcBef>
                      </a:pPr>
                      <a:r>
                        <a:rPr sz="20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1950" b="1" spc="7" baseline="-21367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95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20891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45"/>
                        </a:spcBef>
                      </a:pPr>
                      <a:r>
                        <a:rPr sz="2000" b="1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1950" b="1" spc="15" baseline="-21367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95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20891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372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5715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372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5778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49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5778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41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57785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333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57785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57785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 rowSpan="4"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5850">
                        <a:latin typeface="Times New Roman"/>
                        <a:cs typeface="Times New Roman"/>
                      </a:endParaRPr>
                    </a:p>
                    <a:p>
                      <a:pPr marL="684530">
                        <a:lnSpc>
                          <a:spcPct val="100000"/>
                        </a:lnSpc>
                      </a:pPr>
                      <a:r>
                        <a:rPr sz="3200" b="1" spc="10" dirty="0">
                          <a:latin typeface="华文楷体"/>
                          <a:cs typeface="华文楷体"/>
                        </a:rPr>
                        <a:t>计数</a:t>
                      </a:r>
                      <a:endParaRPr sz="3200">
                        <a:latin typeface="华文楷体"/>
                        <a:cs typeface="华文楷体"/>
                      </a:endParaRPr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448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58419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58419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341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5778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5778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341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T="58419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800" b="1" dirty="0">
                          <a:latin typeface="Symbol"/>
                          <a:cs typeface="Symbol"/>
                        </a:rPr>
                        <a:t></a:t>
                      </a:r>
                      <a:endParaRPr sz="2800" dirty="0">
                        <a:latin typeface="Symbol"/>
                        <a:cs typeface="Symbol"/>
                      </a:endParaRPr>
                    </a:p>
                  </a:txBody>
                  <a:tcPr marL="0" marR="0" marT="58419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94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743711" y="3415537"/>
            <a:ext cx="116839" cy="215265"/>
          </a:xfrm>
          <a:custGeom>
            <a:avLst/>
            <a:gdLst/>
            <a:ahLst/>
            <a:cxnLst/>
            <a:rect l="l" t="t" r="r" b="b"/>
            <a:pathLst>
              <a:path w="116839" h="215264">
                <a:moveTo>
                  <a:pt x="0" y="0"/>
                </a:moveTo>
                <a:lnTo>
                  <a:pt x="116845" y="107613"/>
                </a:lnTo>
                <a:lnTo>
                  <a:pt x="0" y="215227"/>
                </a:lnTo>
              </a:path>
            </a:pathLst>
          </a:custGeom>
          <a:ln w="349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72320" y="2684608"/>
            <a:ext cx="43370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0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78146" y="3200461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779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82631" y="3845840"/>
            <a:ext cx="123189" cy="0"/>
          </a:xfrm>
          <a:custGeom>
            <a:avLst/>
            <a:gdLst/>
            <a:ahLst/>
            <a:cxnLst/>
            <a:rect l="l" t="t" r="r" b="b"/>
            <a:pathLst>
              <a:path w="123189">
                <a:moveTo>
                  <a:pt x="0" y="0"/>
                </a:moveTo>
                <a:lnTo>
                  <a:pt x="122613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66939" y="3792564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79">
                <a:moveTo>
                  <a:pt x="115691" y="53275"/>
                </a:moveTo>
                <a:lnTo>
                  <a:pt x="111149" y="32528"/>
                </a:lnTo>
                <a:lnTo>
                  <a:pt x="98758" y="15595"/>
                </a:lnTo>
                <a:lnTo>
                  <a:pt x="80372" y="4183"/>
                </a:lnTo>
                <a:lnTo>
                  <a:pt x="57845" y="0"/>
                </a:lnTo>
                <a:lnTo>
                  <a:pt x="35319" y="4183"/>
                </a:lnTo>
                <a:lnTo>
                  <a:pt x="16933" y="15595"/>
                </a:lnTo>
                <a:lnTo>
                  <a:pt x="4542" y="32528"/>
                </a:lnTo>
                <a:lnTo>
                  <a:pt x="0" y="53275"/>
                </a:lnTo>
                <a:lnTo>
                  <a:pt x="4542" y="74022"/>
                </a:lnTo>
                <a:lnTo>
                  <a:pt x="16933" y="90955"/>
                </a:lnTo>
                <a:lnTo>
                  <a:pt x="35319" y="102367"/>
                </a:lnTo>
                <a:lnTo>
                  <a:pt x="57845" y="106551"/>
                </a:lnTo>
                <a:lnTo>
                  <a:pt x="80372" y="102367"/>
                </a:lnTo>
                <a:lnTo>
                  <a:pt x="98758" y="90955"/>
                </a:lnTo>
                <a:lnTo>
                  <a:pt x="111149" y="74022"/>
                </a:lnTo>
                <a:lnTo>
                  <a:pt x="115691" y="53275"/>
                </a:lnTo>
              </a:path>
            </a:pathLst>
          </a:custGeom>
          <a:ln w="34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18887" y="3534079"/>
            <a:ext cx="1297305" cy="0"/>
          </a:xfrm>
          <a:custGeom>
            <a:avLst/>
            <a:gdLst/>
            <a:ahLst/>
            <a:cxnLst/>
            <a:rect l="l" t="t" r="r" b="b"/>
            <a:pathLst>
              <a:path w="1297305">
                <a:moveTo>
                  <a:pt x="1296936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98728" y="3463707"/>
            <a:ext cx="149883" cy="1407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05989" y="3415537"/>
            <a:ext cx="116839" cy="215265"/>
          </a:xfrm>
          <a:custGeom>
            <a:avLst/>
            <a:gdLst/>
            <a:ahLst/>
            <a:cxnLst/>
            <a:rect l="l" t="t" r="r" b="b"/>
            <a:pathLst>
              <a:path w="116839" h="215264">
                <a:moveTo>
                  <a:pt x="0" y="0"/>
                </a:moveTo>
                <a:lnTo>
                  <a:pt x="116680" y="107613"/>
                </a:lnTo>
                <a:lnTo>
                  <a:pt x="0" y="215227"/>
                </a:lnTo>
              </a:path>
            </a:pathLst>
          </a:custGeom>
          <a:ln w="349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541026" y="2684608"/>
            <a:ext cx="43307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1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46521" y="3196060"/>
            <a:ext cx="344170" cy="4445"/>
          </a:xfrm>
          <a:custGeom>
            <a:avLst/>
            <a:gdLst/>
            <a:ahLst/>
            <a:cxnLst/>
            <a:rect l="l" t="t" r="r" b="b"/>
            <a:pathLst>
              <a:path w="344170" h="4444">
                <a:moveTo>
                  <a:pt x="0" y="4401"/>
                </a:moveTo>
                <a:lnTo>
                  <a:pt x="344109" y="0"/>
                </a:lnTo>
              </a:path>
            </a:pathLst>
          </a:custGeom>
          <a:ln w="327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51172" y="3845840"/>
            <a:ext cx="123189" cy="0"/>
          </a:xfrm>
          <a:custGeom>
            <a:avLst/>
            <a:gdLst/>
            <a:ahLst/>
            <a:cxnLst/>
            <a:rect l="l" t="t" r="r" b="b"/>
            <a:pathLst>
              <a:path w="123189">
                <a:moveTo>
                  <a:pt x="0" y="0"/>
                </a:moveTo>
                <a:lnTo>
                  <a:pt x="122613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535479" y="3792564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79">
                <a:moveTo>
                  <a:pt x="115691" y="53275"/>
                </a:moveTo>
                <a:lnTo>
                  <a:pt x="111149" y="32528"/>
                </a:lnTo>
                <a:lnTo>
                  <a:pt x="98758" y="15595"/>
                </a:lnTo>
                <a:lnTo>
                  <a:pt x="80372" y="4183"/>
                </a:lnTo>
                <a:lnTo>
                  <a:pt x="57845" y="0"/>
                </a:lnTo>
                <a:lnTo>
                  <a:pt x="35319" y="4183"/>
                </a:lnTo>
                <a:lnTo>
                  <a:pt x="16933" y="15595"/>
                </a:lnTo>
                <a:lnTo>
                  <a:pt x="4542" y="32528"/>
                </a:lnTo>
                <a:lnTo>
                  <a:pt x="0" y="53275"/>
                </a:lnTo>
                <a:lnTo>
                  <a:pt x="4542" y="74022"/>
                </a:lnTo>
                <a:lnTo>
                  <a:pt x="16933" y="90955"/>
                </a:lnTo>
                <a:lnTo>
                  <a:pt x="35319" y="102367"/>
                </a:lnTo>
                <a:lnTo>
                  <a:pt x="57845" y="106551"/>
                </a:lnTo>
                <a:lnTo>
                  <a:pt x="80372" y="102367"/>
                </a:lnTo>
                <a:lnTo>
                  <a:pt x="98758" y="90955"/>
                </a:lnTo>
                <a:lnTo>
                  <a:pt x="111149" y="74022"/>
                </a:lnTo>
                <a:lnTo>
                  <a:pt x="115691" y="53275"/>
                </a:lnTo>
              </a:path>
            </a:pathLst>
          </a:custGeom>
          <a:ln w="34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26905" y="3523150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>
                <a:moveTo>
                  <a:pt x="351031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60841" y="3452779"/>
            <a:ext cx="149883" cy="1407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86560" y="3415537"/>
            <a:ext cx="116839" cy="215265"/>
          </a:xfrm>
          <a:custGeom>
            <a:avLst/>
            <a:gdLst/>
            <a:ahLst/>
            <a:cxnLst/>
            <a:rect l="l" t="t" r="r" b="b"/>
            <a:pathLst>
              <a:path w="116840" h="215264">
                <a:moveTo>
                  <a:pt x="0" y="0"/>
                </a:moveTo>
                <a:lnTo>
                  <a:pt x="116680" y="107613"/>
                </a:lnTo>
                <a:lnTo>
                  <a:pt x="0" y="215227"/>
                </a:lnTo>
              </a:path>
            </a:pathLst>
          </a:custGeom>
          <a:ln w="349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432968" y="2684608"/>
            <a:ext cx="43370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2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32202" y="3200462"/>
            <a:ext cx="537845" cy="0"/>
          </a:xfrm>
          <a:custGeom>
            <a:avLst/>
            <a:gdLst/>
            <a:ahLst/>
            <a:cxnLst/>
            <a:rect l="l" t="t" r="r" b="b"/>
            <a:pathLst>
              <a:path w="537845">
                <a:moveTo>
                  <a:pt x="0" y="0"/>
                </a:moveTo>
                <a:lnTo>
                  <a:pt x="537258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536852" y="3845840"/>
            <a:ext cx="106045" cy="0"/>
          </a:xfrm>
          <a:custGeom>
            <a:avLst/>
            <a:gdLst/>
            <a:ahLst/>
            <a:cxnLst/>
            <a:rect l="l" t="t" r="r" b="b"/>
            <a:pathLst>
              <a:path w="106045">
                <a:moveTo>
                  <a:pt x="0" y="0"/>
                </a:moveTo>
                <a:lnTo>
                  <a:pt x="105638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421160" y="3792564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79">
                <a:moveTo>
                  <a:pt x="115691" y="53275"/>
                </a:moveTo>
                <a:lnTo>
                  <a:pt x="111126" y="32528"/>
                </a:lnTo>
                <a:lnTo>
                  <a:pt x="98696" y="15595"/>
                </a:lnTo>
                <a:lnTo>
                  <a:pt x="80303" y="4183"/>
                </a:lnTo>
                <a:lnTo>
                  <a:pt x="57845" y="0"/>
                </a:lnTo>
                <a:lnTo>
                  <a:pt x="35319" y="4183"/>
                </a:lnTo>
                <a:lnTo>
                  <a:pt x="16933" y="15595"/>
                </a:lnTo>
                <a:lnTo>
                  <a:pt x="4542" y="32528"/>
                </a:lnTo>
                <a:lnTo>
                  <a:pt x="0" y="53275"/>
                </a:lnTo>
                <a:lnTo>
                  <a:pt x="4542" y="74022"/>
                </a:lnTo>
                <a:lnTo>
                  <a:pt x="16933" y="90955"/>
                </a:lnTo>
                <a:lnTo>
                  <a:pt x="35319" y="102367"/>
                </a:lnTo>
                <a:lnTo>
                  <a:pt x="57845" y="106551"/>
                </a:lnTo>
                <a:lnTo>
                  <a:pt x="80303" y="102367"/>
                </a:lnTo>
                <a:lnTo>
                  <a:pt x="98696" y="90955"/>
                </a:lnTo>
                <a:lnTo>
                  <a:pt x="111126" y="74022"/>
                </a:lnTo>
                <a:lnTo>
                  <a:pt x="115691" y="53275"/>
                </a:lnTo>
              </a:path>
            </a:pathLst>
          </a:custGeom>
          <a:ln w="34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890631" y="3534079"/>
            <a:ext cx="479425" cy="0"/>
          </a:xfrm>
          <a:custGeom>
            <a:avLst/>
            <a:gdLst/>
            <a:ahLst/>
            <a:cxnLst/>
            <a:rect l="l" t="t" r="r" b="b"/>
            <a:pathLst>
              <a:path w="479425">
                <a:moveTo>
                  <a:pt x="479412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352948" y="3463707"/>
            <a:ext cx="149883" cy="1407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378230" y="3200461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758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366364" y="3205926"/>
            <a:ext cx="0" cy="1758950"/>
          </a:xfrm>
          <a:custGeom>
            <a:avLst/>
            <a:gdLst/>
            <a:ahLst/>
            <a:cxnLst/>
            <a:rect l="l" t="t" r="r" b="b"/>
            <a:pathLst>
              <a:path h="1758950">
                <a:moveTo>
                  <a:pt x="0" y="1758897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627877" y="2214939"/>
            <a:ext cx="0" cy="981710"/>
          </a:xfrm>
          <a:custGeom>
            <a:avLst/>
            <a:gdLst/>
            <a:ahLst/>
            <a:cxnLst/>
            <a:rect l="l" t="t" r="r" b="b"/>
            <a:pathLst>
              <a:path h="981710">
                <a:moveTo>
                  <a:pt x="0" y="981120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366364" y="4964824"/>
            <a:ext cx="5144770" cy="0"/>
          </a:xfrm>
          <a:custGeom>
            <a:avLst/>
            <a:gdLst/>
            <a:ahLst/>
            <a:cxnLst/>
            <a:rect l="l" t="t" r="r" b="b"/>
            <a:pathLst>
              <a:path w="5144770">
                <a:moveTo>
                  <a:pt x="5144666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021925" y="2243626"/>
            <a:ext cx="0" cy="956944"/>
          </a:xfrm>
          <a:custGeom>
            <a:avLst/>
            <a:gdLst/>
            <a:ahLst/>
            <a:cxnLst/>
            <a:rect l="l" t="t" r="r" b="b"/>
            <a:pathLst>
              <a:path h="956944">
                <a:moveTo>
                  <a:pt x="0" y="956835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890631" y="2222225"/>
            <a:ext cx="0" cy="1306830"/>
          </a:xfrm>
          <a:custGeom>
            <a:avLst/>
            <a:gdLst/>
            <a:ahLst/>
            <a:cxnLst/>
            <a:rect l="l" t="t" r="r" b="b"/>
            <a:pathLst>
              <a:path h="1306829">
                <a:moveTo>
                  <a:pt x="0" y="1306389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759172" y="2250912"/>
            <a:ext cx="0" cy="949960"/>
          </a:xfrm>
          <a:custGeom>
            <a:avLst/>
            <a:gdLst/>
            <a:ahLst/>
            <a:cxnLst/>
            <a:rect l="l" t="t" r="r" b="b"/>
            <a:pathLst>
              <a:path h="949960">
                <a:moveTo>
                  <a:pt x="0" y="949549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863025" y="1904751"/>
            <a:ext cx="31813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0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731730" y="1899439"/>
            <a:ext cx="31813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1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600270" y="1899439"/>
            <a:ext cx="31813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2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43623" y="3372637"/>
            <a:ext cx="44640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CP</a:t>
            </a:r>
            <a:r>
              <a:rPr sz="1575" b="1" spc="135" baseline="-13227" dirty="0">
                <a:latin typeface="Times New Roman"/>
                <a:cs typeface="Times New Roman"/>
              </a:rPr>
              <a:t>0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343234" y="3415537"/>
            <a:ext cx="116839" cy="215265"/>
          </a:xfrm>
          <a:custGeom>
            <a:avLst/>
            <a:gdLst/>
            <a:ahLst/>
            <a:cxnLst/>
            <a:rect l="l" t="t" r="r" b="b"/>
            <a:pathLst>
              <a:path w="116840" h="215264">
                <a:moveTo>
                  <a:pt x="0" y="0"/>
                </a:moveTo>
                <a:lnTo>
                  <a:pt x="116680" y="107613"/>
                </a:lnTo>
                <a:lnTo>
                  <a:pt x="0" y="215227"/>
                </a:lnTo>
              </a:path>
            </a:pathLst>
          </a:custGeom>
          <a:ln w="349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278272" y="2684608"/>
            <a:ext cx="43370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spc="85" dirty="0">
                <a:latin typeface="Times New Roman"/>
                <a:cs typeface="Times New Roman"/>
              </a:rPr>
              <a:t>FF</a:t>
            </a:r>
            <a:r>
              <a:rPr sz="1575" b="1" spc="127" baseline="-13227" dirty="0">
                <a:latin typeface="Times New Roman"/>
                <a:cs typeface="Times New Roman"/>
              </a:rPr>
              <a:t>3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283932" y="3196060"/>
            <a:ext cx="344170" cy="4445"/>
          </a:xfrm>
          <a:custGeom>
            <a:avLst/>
            <a:gdLst/>
            <a:ahLst/>
            <a:cxnLst/>
            <a:rect l="l" t="t" r="r" b="b"/>
            <a:pathLst>
              <a:path w="344170" h="4444">
                <a:moveTo>
                  <a:pt x="0" y="4401"/>
                </a:moveTo>
                <a:lnTo>
                  <a:pt x="343944" y="0"/>
                </a:lnTo>
              </a:path>
            </a:pathLst>
          </a:custGeom>
          <a:ln w="327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388417" y="3845840"/>
            <a:ext cx="123189" cy="0"/>
          </a:xfrm>
          <a:custGeom>
            <a:avLst/>
            <a:gdLst/>
            <a:ahLst/>
            <a:cxnLst/>
            <a:rect l="l" t="t" r="r" b="b"/>
            <a:pathLst>
              <a:path w="123190">
                <a:moveTo>
                  <a:pt x="0" y="0"/>
                </a:moveTo>
                <a:lnTo>
                  <a:pt x="122613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272726" y="3792564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79">
                <a:moveTo>
                  <a:pt x="115691" y="53275"/>
                </a:moveTo>
                <a:lnTo>
                  <a:pt x="111149" y="32528"/>
                </a:lnTo>
                <a:lnTo>
                  <a:pt x="98758" y="15595"/>
                </a:lnTo>
                <a:lnTo>
                  <a:pt x="80372" y="4183"/>
                </a:lnTo>
                <a:lnTo>
                  <a:pt x="57845" y="0"/>
                </a:lnTo>
                <a:lnTo>
                  <a:pt x="35319" y="4183"/>
                </a:lnTo>
                <a:lnTo>
                  <a:pt x="16933" y="15595"/>
                </a:lnTo>
                <a:lnTo>
                  <a:pt x="4542" y="32528"/>
                </a:lnTo>
                <a:lnTo>
                  <a:pt x="0" y="53275"/>
                </a:lnTo>
                <a:lnTo>
                  <a:pt x="4542" y="74022"/>
                </a:lnTo>
                <a:lnTo>
                  <a:pt x="16933" y="90955"/>
                </a:lnTo>
                <a:lnTo>
                  <a:pt x="35319" y="102367"/>
                </a:lnTo>
                <a:lnTo>
                  <a:pt x="57845" y="106551"/>
                </a:lnTo>
                <a:lnTo>
                  <a:pt x="80372" y="102367"/>
                </a:lnTo>
                <a:lnTo>
                  <a:pt x="98758" y="90955"/>
                </a:lnTo>
                <a:lnTo>
                  <a:pt x="111149" y="74022"/>
                </a:lnTo>
                <a:lnTo>
                  <a:pt x="115691" y="53275"/>
                </a:lnTo>
              </a:path>
            </a:pathLst>
          </a:custGeom>
          <a:ln w="34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004564" y="3523150"/>
            <a:ext cx="234315" cy="0"/>
          </a:xfrm>
          <a:custGeom>
            <a:avLst/>
            <a:gdLst/>
            <a:ahLst/>
            <a:cxnLst/>
            <a:rect l="l" t="t" r="r" b="b"/>
            <a:pathLst>
              <a:path w="234315">
                <a:moveTo>
                  <a:pt x="234020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238584" y="3469875"/>
            <a:ext cx="116205" cy="106680"/>
          </a:xfrm>
          <a:custGeom>
            <a:avLst/>
            <a:gdLst/>
            <a:ahLst/>
            <a:cxnLst/>
            <a:rect l="l" t="t" r="r" b="b"/>
            <a:pathLst>
              <a:path w="116204" h="106679">
                <a:moveTo>
                  <a:pt x="0" y="53275"/>
                </a:moveTo>
                <a:lnTo>
                  <a:pt x="4542" y="74022"/>
                </a:lnTo>
                <a:lnTo>
                  <a:pt x="16933" y="90955"/>
                </a:lnTo>
                <a:lnTo>
                  <a:pt x="35319" y="102367"/>
                </a:lnTo>
                <a:lnTo>
                  <a:pt x="57845" y="106551"/>
                </a:lnTo>
                <a:lnTo>
                  <a:pt x="80372" y="102367"/>
                </a:lnTo>
                <a:lnTo>
                  <a:pt x="98758" y="90955"/>
                </a:lnTo>
                <a:lnTo>
                  <a:pt x="111149" y="74022"/>
                </a:lnTo>
                <a:lnTo>
                  <a:pt x="115691" y="53275"/>
                </a:lnTo>
                <a:lnTo>
                  <a:pt x="111149" y="32528"/>
                </a:lnTo>
                <a:lnTo>
                  <a:pt x="98758" y="15595"/>
                </a:lnTo>
                <a:lnTo>
                  <a:pt x="80372" y="4183"/>
                </a:lnTo>
                <a:lnTo>
                  <a:pt x="57845" y="0"/>
                </a:lnTo>
                <a:lnTo>
                  <a:pt x="35319" y="4183"/>
                </a:lnTo>
                <a:lnTo>
                  <a:pt x="16933" y="15595"/>
                </a:lnTo>
                <a:lnTo>
                  <a:pt x="4542" y="32528"/>
                </a:lnTo>
                <a:lnTo>
                  <a:pt x="0" y="53275"/>
                </a:lnTo>
              </a:path>
            </a:pathLst>
          </a:custGeom>
          <a:ln w="34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946059" y="3106356"/>
            <a:ext cx="198755" cy="0"/>
          </a:xfrm>
          <a:custGeom>
            <a:avLst/>
            <a:gdLst/>
            <a:ahLst/>
            <a:cxnLst/>
            <a:rect l="l" t="t" r="r" b="b"/>
            <a:pathLst>
              <a:path w="198754">
                <a:moveTo>
                  <a:pt x="0" y="0"/>
                </a:moveTo>
                <a:lnTo>
                  <a:pt x="198588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946059" y="3197729"/>
            <a:ext cx="198755" cy="0"/>
          </a:xfrm>
          <a:custGeom>
            <a:avLst/>
            <a:gdLst/>
            <a:ahLst/>
            <a:cxnLst/>
            <a:rect l="l" t="t" r="r" b="b"/>
            <a:pathLst>
              <a:path w="198754">
                <a:moveTo>
                  <a:pt x="0" y="0"/>
                </a:moveTo>
                <a:lnTo>
                  <a:pt x="198588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144647" y="3152043"/>
            <a:ext cx="198755" cy="0"/>
          </a:xfrm>
          <a:custGeom>
            <a:avLst/>
            <a:gdLst/>
            <a:ahLst/>
            <a:cxnLst/>
            <a:rect l="l" t="t" r="r" b="b"/>
            <a:pathLst>
              <a:path w="198754">
                <a:moveTo>
                  <a:pt x="198588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015606" y="3060670"/>
            <a:ext cx="258445" cy="183515"/>
          </a:xfrm>
          <a:custGeom>
            <a:avLst/>
            <a:gdLst/>
            <a:ahLst/>
            <a:cxnLst/>
            <a:rect l="l" t="t" r="r" b="b"/>
            <a:pathLst>
              <a:path w="258445" h="183514">
                <a:moveTo>
                  <a:pt x="77457" y="0"/>
                </a:moveTo>
                <a:lnTo>
                  <a:pt x="0" y="0"/>
                </a:lnTo>
                <a:lnTo>
                  <a:pt x="26976" y="44884"/>
                </a:lnTo>
                <a:lnTo>
                  <a:pt x="35968" y="91448"/>
                </a:lnTo>
                <a:lnTo>
                  <a:pt x="26976" y="138012"/>
                </a:lnTo>
                <a:lnTo>
                  <a:pt x="0" y="182897"/>
                </a:lnTo>
                <a:lnTo>
                  <a:pt x="77457" y="182897"/>
                </a:lnTo>
                <a:lnTo>
                  <a:pt x="136179" y="169685"/>
                </a:lnTo>
                <a:lnTo>
                  <a:pt x="187175" y="149372"/>
                </a:lnTo>
                <a:lnTo>
                  <a:pt x="228468" y="122941"/>
                </a:lnTo>
                <a:lnTo>
                  <a:pt x="258082" y="91372"/>
                </a:lnTo>
                <a:lnTo>
                  <a:pt x="228723" y="59721"/>
                </a:lnTo>
                <a:lnTo>
                  <a:pt x="187484" y="33278"/>
                </a:lnTo>
                <a:lnTo>
                  <a:pt x="136387" y="13039"/>
                </a:lnTo>
                <a:lnTo>
                  <a:pt x="774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015606" y="3060670"/>
            <a:ext cx="258445" cy="183515"/>
          </a:xfrm>
          <a:custGeom>
            <a:avLst/>
            <a:gdLst/>
            <a:ahLst/>
            <a:cxnLst/>
            <a:rect l="l" t="t" r="r" b="b"/>
            <a:pathLst>
              <a:path w="258445" h="183514">
                <a:moveTo>
                  <a:pt x="258082" y="91372"/>
                </a:moveTo>
                <a:lnTo>
                  <a:pt x="228468" y="122941"/>
                </a:lnTo>
                <a:lnTo>
                  <a:pt x="187175" y="149372"/>
                </a:lnTo>
                <a:lnTo>
                  <a:pt x="136179" y="169685"/>
                </a:lnTo>
                <a:lnTo>
                  <a:pt x="77457" y="182897"/>
                </a:lnTo>
                <a:lnTo>
                  <a:pt x="0" y="182897"/>
                </a:lnTo>
                <a:lnTo>
                  <a:pt x="26976" y="138012"/>
                </a:lnTo>
                <a:lnTo>
                  <a:pt x="35968" y="91448"/>
                </a:lnTo>
                <a:lnTo>
                  <a:pt x="26976" y="44884"/>
                </a:lnTo>
                <a:lnTo>
                  <a:pt x="0" y="0"/>
                </a:lnTo>
                <a:lnTo>
                  <a:pt x="77457" y="0"/>
                </a:lnTo>
                <a:lnTo>
                  <a:pt x="136387" y="13039"/>
                </a:lnTo>
                <a:lnTo>
                  <a:pt x="187484" y="33278"/>
                </a:lnTo>
                <a:lnTo>
                  <a:pt x="228723" y="59721"/>
                </a:lnTo>
                <a:lnTo>
                  <a:pt x="258082" y="91372"/>
                </a:lnTo>
                <a:close/>
              </a:path>
            </a:pathLst>
          </a:custGeom>
          <a:ln w="337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015606" y="3060670"/>
            <a:ext cx="258445" cy="183515"/>
          </a:xfrm>
          <a:custGeom>
            <a:avLst/>
            <a:gdLst/>
            <a:ahLst/>
            <a:cxnLst/>
            <a:rect l="l" t="t" r="r" b="b"/>
            <a:pathLst>
              <a:path w="258445" h="183514">
                <a:moveTo>
                  <a:pt x="158870" y="0"/>
                </a:moveTo>
                <a:lnTo>
                  <a:pt x="0" y="0"/>
                </a:lnTo>
                <a:lnTo>
                  <a:pt x="0" y="182897"/>
                </a:lnTo>
                <a:lnTo>
                  <a:pt x="158870" y="182897"/>
                </a:lnTo>
                <a:lnTo>
                  <a:pt x="197455" y="175704"/>
                </a:lnTo>
                <a:lnTo>
                  <a:pt x="228994" y="156089"/>
                </a:lnTo>
                <a:lnTo>
                  <a:pt x="250274" y="126996"/>
                </a:lnTo>
                <a:lnTo>
                  <a:pt x="258082" y="91372"/>
                </a:lnTo>
                <a:lnTo>
                  <a:pt x="250274" y="55836"/>
                </a:lnTo>
                <a:lnTo>
                  <a:pt x="228994" y="26789"/>
                </a:lnTo>
                <a:lnTo>
                  <a:pt x="197455" y="7190"/>
                </a:lnTo>
                <a:lnTo>
                  <a:pt x="1588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015606" y="3060670"/>
            <a:ext cx="258445" cy="183515"/>
          </a:xfrm>
          <a:custGeom>
            <a:avLst/>
            <a:gdLst/>
            <a:ahLst/>
            <a:cxnLst/>
            <a:rect l="l" t="t" r="r" b="b"/>
            <a:pathLst>
              <a:path w="258445" h="183514">
                <a:moveTo>
                  <a:pt x="158870" y="182897"/>
                </a:moveTo>
                <a:lnTo>
                  <a:pt x="0" y="182897"/>
                </a:lnTo>
                <a:lnTo>
                  <a:pt x="0" y="0"/>
                </a:lnTo>
                <a:lnTo>
                  <a:pt x="158870" y="0"/>
                </a:lnTo>
                <a:lnTo>
                  <a:pt x="197455" y="7190"/>
                </a:lnTo>
                <a:lnTo>
                  <a:pt x="228994" y="26789"/>
                </a:lnTo>
                <a:lnTo>
                  <a:pt x="250274" y="55836"/>
                </a:lnTo>
                <a:lnTo>
                  <a:pt x="258082" y="91372"/>
                </a:lnTo>
                <a:lnTo>
                  <a:pt x="250274" y="126996"/>
                </a:lnTo>
                <a:lnTo>
                  <a:pt x="228994" y="156089"/>
                </a:lnTo>
                <a:lnTo>
                  <a:pt x="197455" y="175704"/>
                </a:lnTo>
                <a:lnTo>
                  <a:pt x="158870" y="182897"/>
                </a:lnTo>
                <a:close/>
              </a:path>
            </a:pathLst>
          </a:custGeom>
          <a:ln w="337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511031" y="3845840"/>
            <a:ext cx="0" cy="1104900"/>
          </a:xfrm>
          <a:custGeom>
            <a:avLst/>
            <a:gdLst/>
            <a:ahLst/>
            <a:cxnLst/>
            <a:rect l="l" t="t" r="r" b="b"/>
            <a:pathLst>
              <a:path h="1104900">
                <a:moveTo>
                  <a:pt x="0" y="0"/>
                </a:moveTo>
                <a:lnTo>
                  <a:pt x="0" y="110464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318887" y="4771210"/>
            <a:ext cx="6674484" cy="0"/>
          </a:xfrm>
          <a:custGeom>
            <a:avLst/>
            <a:gdLst/>
            <a:ahLst/>
            <a:cxnLst/>
            <a:rect l="l" t="t" r="r" b="b"/>
            <a:pathLst>
              <a:path w="6674484">
                <a:moveTo>
                  <a:pt x="6673975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010331" y="3523150"/>
            <a:ext cx="0" cy="1255395"/>
          </a:xfrm>
          <a:custGeom>
            <a:avLst/>
            <a:gdLst/>
            <a:ahLst/>
            <a:cxnLst/>
            <a:rect l="l" t="t" r="r" b="b"/>
            <a:pathLst>
              <a:path h="1255395">
                <a:moveTo>
                  <a:pt x="0" y="1255223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946059" y="2695482"/>
            <a:ext cx="0" cy="411480"/>
          </a:xfrm>
          <a:custGeom>
            <a:avLst/>
            <a:gdLst/>
            <a:ahLst/>
            <a:cxnLst/>
            <a:rect l="l" t="t" r="r" b="b"/>
            <a:pathLst>
              <a:path h="411480">
                <a:moveTo>
                  <a:pt x="0" y="410874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9468976" y="1899439"/>
            <a:ext cx="31813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Q</a:t>
            </a:r>
            <a:r>
              <a:rPr sz="1575" b="1" spc="135" baseline="-13227" dirty="0">
                <a:latin typeface="Times New Roman"/>
                <a:cs typeface="Times New Roman"/>
              </a:rPr>
              <a:t>3</a:t>
            </a:r>
            <a:endParaRPr sz="1575" baseline="-13227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896399" y="2695482"/>
            <a:ext cx="2049780" cy="0"/>
          </a:xfrm>
          <a:custGeom>
            <a:avLst/>
            <a:gdLst/>
            <a:ahLst/>
            <a:cxnLst/>
            <a:rect l="l" t="t" r="r" b="b"/>
            <a:pathLst>
              <a:path w="2049779">
                <a:moveTo>
                  <a:pt x="0" y="0"/>
                </a:moveTo>
                <a:lnTo>
                  <a:pt x="2049659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91248" y="3383814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>
                <a:moveTo>
                  <a:pt x="0" y="0"/>
                </a:moveTo>
                <a:lnTo>
                  <a:pt x="327009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126905" y="3523150"/>
            <a:ext cx="0" cy="1241425"/>
          </a:xfrm>
          <a:custGeom>
            <a:avLst/>
            <a:gdLst/>
            <a:ahLst/>
            <a:cxnLst/>
            <a:rect l="l" t="t" r="r" b="b"/>
            <a:pathLst>
              <a:path h="1241425">
                <a:moveTo>
                  <a:pt x="0" y="0"/>
                </a:moveTo>
                <a:lnTo>
                  <a:pt x="0" y="1240895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14794" y="4620961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>
                <a:moveTo>
                  <a:pt x="0" y="0"/>
                </a:moveTo>
                <a:lnTo>
                  <a:pt x="327014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498737" y="5314590"/>
            <a:ext cx="350520" cy="0"/>
          </a:xfrm>
          <a:custGeom>
            <a:avLst/>
            <a:gdLst/>
            <a:ahLst/>
            <a:cxnLst/>
            <a:rect l="l" t="t" r="r" b="b"/>
            <a:pathLst>
              <a:path w="350519">
                <a:moveTo>
                  <a:pt x="0" y="0"/>
                </a:moveTo>
                <a:lnTo>
                  <a:pt x="350371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498737" y="5475935"/>
            <a:ext cx="350520" cy="0"/>
          </a:xfrm>
          <a:custGeom>
            <a:avLst/>
            <a:gdLst/>
            <a:ahLst/>
            <a:cxnLst/>
            <a:rect l="l" t="t" r="r" b="b"/>
            <a:pathLst>
              <a:path w="350519">
                <a:moveTo>
                  <a:pt x="0" y="0"/>
                </a:moveTo>
                <a:lnTo>
                  <a:pt x="350371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849109" y="5395263"/>
            <a:ext cx="350520" cy="0"/>
          </a:xfrm>
          <a:custGeom>
            <a:avLst/>
            <a:gdLst/>
            <a:ahLst/>
            <a:cxnLst/>
            <a:rect l="l" t="t" r="r" b="b"/>
            <a:pathLst>
              <a:path w="350519">
                <a:moveTo>
                  <a:pt x="350371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621367" y="5233918"/>
            <a:ext cx="455930" cy="323215"/>
          </a:xfrm>
          <a:custGeom>
            <a:avLst/>
            <a:gdLst/>
            <a:ahLst/>
            <a:cxnLst/>
            <a:rect l="l" t="t" r="r" b="b"/>
            <a:pathLst>
              <a:path w="455930" h="323214">
                <a:moveTo>
                  <a:pt x="136654" y="0"/>
                </a:moveTo>
                <a:lnTo>
                  <a:pt x="0" y="0"/>
                </a:lnTo>
                <a:lnTo>
                  <a:pt x="27762" y="39033"/>
                </a:lnTo>
                <a:lnTo>
                  <a:pt x="47593" y="79183"/>
                </a:lnTo>
                <a:lnTo>
                  <a:pt x="59491" y="120078"/>
                </a:lnTo>
                <a:lnTo>
                  <a:pt x="63456" y="161359"/>
                </a:lnTo>
                <a:lnTo>
                  <a:pt x="59491" y="202610"/>
                </a:lnTo>
                <a:lnTo>
                  <a:pt x="47593" y="243504"/>
                </a:lnTo>
                <a:lnTo>
                  <a:pt x="27762" y="283654"/>
                </a:lnTo>
                <a:lnTo>
                  <a:pt x="0" y="322687"/>
                </a:lnTo>
                <a:lnTo>
                  <a:pt x="136654" y="322687"/>
                </a:lnTo>
                <a:lnTo>
                  <a:pt x="197400" y="311027"/>
                </a:lnTo>
                <a:lnTo>
                  <a:pt x="254151" y="295029"/>
                </a:lnTo>
                <a:lnTo>
                  <a:pt x="306264" y="275019"/>
                </a:lnTo>
                <a:lnTo>
                  <a:pt x="353097" y="251321"/>
                </a:lnTo>
                <a:lnTo>
                  <a:pt x="394006" y="224261"/>
                </a:lnTo>
                <a:lnTo>
                  <a:pt x="428349" y="194166"/>
                </a:lnTo>
                <a:lnTo>
                  <a:pt x="455483" y="161359"/>
                </a:lnTo>
                <a:lnTo>
                  <a:pt x="428657" y="128409"/>
                </a:lnTo>
                <a:lnTo>
                  <a:pt x="394488" y="98200"/>
                </a:lnTo>
                <a:lnTo>
                  <a:pt x="353637" y="71068"/>
                </a:lnTo>
                <a:lnTo>
                  <a:pt x="306766" y="47347"/>
                </a:lnTo>
                <a:lnTo>
                  <a:pt x="254537" y="27372"/>
                </a:lnTo>
                <a:lnTo>
                  <a:pt x="197613" y="11478"/>
                </a:lnTo>
                <a:lnTo>
                  <a:pt x="1366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621367" y="5233918"/>
            <a:ext cx="455930" cy="323215"/>
          </a:xfrm>
          <a:custGeom>
            <a:avLst/>
            <a:gdLst/>
            <a:ahLst/>
            <a:cxnLst/>
            <a:rect l="l" t="t" r="r" b="b"/>
            <a:pathLst>
              <a:path w="455930" h="323214">
                <a:moveTo>
                  <a:pt x="455483" y="161359"/>
                </a:moveTo>
                <a:lnTo>
                  <a:pt x="428349" y="194166"/>
                </a:lnTo>
                <a:lnTo>
                  <a:pt x="394006" y="224262"/>
                </a:lnTo>
                <a:lnTo>
                  <a:pt x="353097" y="251321"/>
                </a:lnTo>
                <a:lnTo>
                  <a:pt x="306264" y="275019"/>
                </a:lnTo>
                <a:lnTo>
                  <a:pt x="254151" y="295029"/>
                </a:lnTo>
                <a:lnTo>
                  <a:pt x="197400" y="311027"/>
                </a:lnTo>
                <a:lnTo>
                  <a:pt x="136654" y="322687"/>
                </a:lnTo>
                <a:lnTo>
                  <a:pt x="0" y="322687"/>
                </a:lnTo>
                <a:lnTo>
                  <a:pt x="27762" y="283654"/>
                </a:lnTo>
                <a:lnTo>
                  <a:pt x="47593" y="243504"/>
                </a:lnTo>
                <a:lnTo>
                  <a:pt x="59491" y="202610"/>
                </a:lnTo>
                <a:lnTo>
                  <a:pt x="63457" y="161344"/>
                </a:lnTo>
                <a:lnTo>
                  <a:pt x="59491" y="120078"/>
                </a:lnTo>
                <a:lnTo>
                  <a:pt x="47593" y="79183"/>
                </a:lnTo>
                <a:lnTo>
                  <a:pt x="27762" y="39033"/>
                </a:lnTo>
                <a:lnTo>
                  <a:pt x="0" y="0"/>
                </a:lnTo>
                <a:lnTo>
                  <a:pt x="136654" y="0"/>
                </a:lnTo>
                <a:lnTo>
                  <a:pt x="197613" y="11478"/>
                </a:lnTo>
                <a:lnTo>
                  <a:pt x="254537" y="27372"/>
                </a:lnTo>
                <a:lnTo>
                  <a:pt x="306766" y="47347"/>
                </a:lnTo>
                <a:lnTo>
                  <a:pt x="353637" y="71068"/>
                </a:lnTo>
                <a:lnTo>
                  <a:pt x="394488" y="98200"/>
                </a:lnTo>
                <a:lnTo>
                  <a:pt x="428657" y="128409"/>
                </a:lnTo>
                <a:lnTo>
                  <a:pt x="455483" y="161359"/>
                </a:lnTo>
                <a:close/>
              </a:path>
            </a:pathLst>
          </a:custGeom>
          <a:ln w="337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058403" y="5354003"/>
            <a:ext cx="86648" cy="825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621367" y="5233918"/>
            <a:ext cx="455930" cy="323215"/>
          </a:xfrm>
          <a:custGeom>
            <a:avLst/>
            <a:gdLst/>
            <a:ahLst/>
            <a:cxnLst/>
            <a:rect l="l" t="t" r="r" b="b"/>
            <a:pathLst>
              <a:path w="455930" h="323214">
                <a:moveTo>
                  <a:pt x="280297" y="0"/>
                </a:moveTo>
                <a:lnTo>
                  <a:pt x="0" y="0"/>
                </a:lnTo>
                <a:lnTo>
                  <a:pt x="0" y="322687"/>
                </a:lnTo>
                <a:lnTo>
                  <a:pt x="280297" y="322687"/>
                </a:lnTo>
                <a:lnTo>
                  <a:pt x="326870" y="316924"/>
                </a:lnTo>
                <a:lnTo>
                  <a:pt x="368718" y="300660"/>
                </a:lnTo>
                <a:lnTo>
                  <a:pt x="404174" y="275432"/>
                </a:lnTo>
                <a:lnTo>
                  <a:pt x="431566" y="242779"/>
                </a:lnTo>
                <a:lnTo>
                  <a:pt x="449225" y="204237"/>
                </a:lnTo>
                <a:lnTo>
                  <a:pt x="455483" y="161344"/>
                </a:lnTo>
                <a:lnTo>
                  <a:pt x="449225" y="118451"/>
                </a:lnTo>
                <a:lnTo>
                  <a:pt x="431566" y="79909"/>
                </a:lnTo>
                <a:lnTo>
                  <a:pt x="404174" y="47255"/>
                </a:lnTo>
                <a:lnTo>
                  <a:pt x="368718" y="22027"/>
                </a:lnTo>
                <a:lnTo>
                  <a:pt x="326870" y="5763"/>
                </a:lnTo>
                <a:lnTo>
                  <a:pt x="280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621367" y="5233918"/>
            <a:ext cx="455930" cy="323215"/>
          </a:xfrm>
          <a:custGeom>
            <a:avLst/>
            <a:gdLst/>
            <a:ahLst/>
            <a:cxnLst/>
            <a:rect l="l" t="t" r="r" b="b"/>
            <a:pathLst>
              <a:path w="455930" h="323214">
                <a:moveTo>
                  <a:pt x="280297" y="322687"/>
                </a:moveTo>
                <a:lnTo>
                  <a:pt x="0" y="322687"/>
                </a:lnTo>
                <a:lnTo>
                  <a:pt x="0" y="0"/>
                </a:lnTo>
                <a:lnTo>
                  <a:pt x="280297" y="0"/>
                </a:lnTo>
                <a:lnTo>
                  <a:pt x="326870" y="5763"/>
                </a:lnTo>
                <a:lnTo>
                  <a:pt x="368718" y="22027"/>
                </a:lnTo>
                <a:lnTo>
                  <a:pt x="404174" y="47255"/>
                </a:lnTo>
                <a:lnTo>
                  <a:pt x="431566" y="79909"/>
                </a:lnTo>
                <a:lnTo>
                  <a:pt x="449225" y="118451"/>
                </a:lnTo>
                <a:lnTo>
                  <a:pt x="455483" y="161344"/>
                </a:lnTo>
                <a:lnTo>
                  <a:pt x="449225" y="204237"/>
                </a:lnTo>
                <a:lnTo>
                  <a:pt x="431566" y="242779"/>
                </a:lnTo>
                <a:lnTo>
                  <a:pt x="404174" y="275432"/>
                </a:lnTo>
                <a:lnTo>
                  <a:pt x="368718" y="300660"/>
                </a:lnTo>
                <a:lnTo>
                  <a:pt x="326870" y="316924"/>
                </a:lnTo>
                <a:lnTo>
                  <a:pt x="280297" y="322687"/>
                </a:lnTo>
                <a:close/>
              </a:path>
            </a:pathLst>
          </a:custGeom>
          <a:ln w="337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498736" y="2399658"/>
            <a:ext cx="350520" cy="0"/>
          </a:xfrm>
          <a:custGeom>
            <a:avLst/>
            <a:gdLst/>
            <a:ahLst/>
            <a:cxnLst/>
            <a:rect l="l" t="t" r="r" b="b"/>
            <a:pathLst>
              <a:path w="350519">
                <a:moveTo>
                  <a:pt x="0" y="0"/>
                </a:moveTo>
                <a:lnTo>
                  <a:pt x="350371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498736" y="2561003"/>
            <a:ext cx="350520" cy="0"/>
          </a:xfrm>
          <a:custGeom>
            <a:avLst/>
            <a:gdLst/>
            <a:ahLst/>
            <a:cxnLst/>
            <a:rect l="l" t="t" r="r" b="b"/>
            <a:pathLst>
              <a:path w="350519">
                <a:moveTo>
                  <a:pt x="0" y="0"/>
                </a:moveTo>
                <a:lnTo>
                  <a:pt x="350371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849108" y="2480255"/>
            <a:ext cx="350520" cy="0"/>
          </a:xfrm>
          <a:custGeom>
            <a:avLst/>
            <a:gdLst/>
            <a:ahLst/>
            <a:cxnLst/>
            <a:rect l="l" t="t" r="r" b="b"/>
            <a:pathLst>
              <a:path w="350519">
                <a:moveTo>
                  <a:pt x="350371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621367" y="2318910"/>
            <a:ext cx="455930" cy="323215"/>
          </a:xfrm>
          <a:custGeom>
            <a:avLst/>
            <a:gdLst/>
            <a:ahLst/>
            <a:cxnLst/>
            <a:rect l="l" t="t" r="r" b="b"/>
            <a:pathLst>
              <a:path w="455930" h="323214">
                <a:moveTo>
                  <a:pt x="136654" y="0"/>
                </a:moveTo>
                <a:lnTo>
                  <a:pt x="0" y="0"/>
                </a:lnTo>
                <a:lnTo>
                  <a:pt x="27762" y="39047"/>
                </a:lnTo>
                <a:lnTo>
                  <a:pt x="47593" y="79213"/>
                </a:lnTo>
                <a:lnTo>
                  <a:pt x="59491" y="120123"/>
                </a:lnTo>
                <a:lnTo>
                  <a:pt x="63457" y="161401"/>
                </a:lnTo>
                <a:lnTo>
                  <a:pt x="59491" y="202672"/>
                </a:lnTo>
                <a:lnTo>
                  <a:pt x="47593" y="243560"/>
                </a:lnTo>
                <a:lnTo>
                  <a:pt x="27762" y="283691"/>
                </a:lnTo>
                <a:lnTo>
                  <a:pt x="0" y="322688"/>
                </a:lnTo>
                <a:lnTo>
                  <a:pt x="136654" y="322688"/>
                </a:lnTo>
                <a:lnTo>
                  <a:pt x="197400" y="311043"/>
                </a:lnTo>
                <a:lnTo>
                  <a:pt x="254151" y="295060"/>
                </a:lnTo>
                <a:lnTo>
                  <a:pt x="306264" y="275064"/>
                </a:lnTo>
                <a:lnTo>
                  <a:pt x="353097" y="251384"/>
                </a:lnTo>
                <a:lnTo>
                  <a:pt x="394006" y="224344"/>
                </a:lnTo>
                <a:lnTo>
                  <a:pt x="428349" y="194273"/>
                </a:lnTo>
                <a:lnTo>
                  <a:pt x="455483" y="161496"/>
                </a:lnTo>
                <a:lnTo>
                  <a:pt x="428657" y="128535"/>
                </a:lnTo>
                <a:lnTo>
                  <a:pt x="394488" y="98308"/>
                </a:lnTo>
                <a:lnTo>
                  <a:pt x="353637" y="71154"/>
                </a:lnTo>
                <a:lnTo>
                  <a:pt x="306766" y="47409"/>
                </a:lnTo>
                <a:lnTo>
                  <a:pt x="254537" y="27410"/>
                </a:lnTo>
                <a:lnTo>
                  <a:pt x="197613" y="11494"/>
                </a:lnTo>
                <a:lnTo>
                  <a:pt x="1366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621367" y="2318910"/>
            <a:ext cx="455930" cy="323215"/>
          </a:xfrm>
          <a:custGeom>
            <a:avLst/>
            <a:gdLst/>
            <a:ahLst/>
            <a:cxnLst/>
            <a:rect l="l" t="t" r="r" b="b"/>
            <a:pathLst>
              <a:path w="455930" h="323214">
                <a:moveTo>
                  <a:pt x="455483" y="161496"/>
                </a:moveTo>
                <a:lnTo>
                  <a:pt x="428349" y="194273"/>
                </a:lnTo>
                <a:lnTo>
                  <a:pt x="394006" y="224344"/>
                </a:lnTo>
                <a:lnTo>
                  <a:pt x="353097" y="251384"/>
                </a:lnTo>
                <a:lnTo>
                  <a:pt x="306264" y="275064"/>
                </a:lnTo>
                <a:lnTo>
                  <a:pt x="254151" y="295060"/>
                </a:lnTo>
                <a:lnTo>
                  <a:pt x="197400" y="311043"/>
                </a:lnTo>
                <a:lnTo>
                  <a:pt x="136654" y="322689"/>
                </a:lnTo>
                <a:lnTo>
                  <a:pt x="0" y="322689"/>
                </a:lnTo>
                <a:lnTo>
                  <a:pt x="27762" y="283691"/>
                </a:lnTo>
                <a:lnTo>
                  <a:pt x="47593" y="243560"/>
                </a:lnTo>
                <a:lnTo>
                  <a:pt x="59491" y="202672"/>
                </a:lnTo>
                <a:lnTo>
                  <a:pt x="63457" y="161401"/>
                </a:lnTo>
                <a:lnTo>
                  <a:pt x="59491" y="120123"/>
                </a:lnTo>
                <a:lnTo>
                  <a:pt x="47593" y="79213"/>
                </a:lnTo>
                <a:lnTo>
                  <a:pt x="27762" y="39047"/>
                </a:lnTo>
                <a:lnTo>
                  <a:pt x="0" y="0"/>
                </a:lnTo>
                <a:lnTo>
                  <a:pt x="136654" y="0"/>
                </a:lnTo>
                <a:lnTo>
                  <a:pt x="197613" y="11494"/>
                </a:lnTo>
                <a:lnTo>
                  <a:pt x="254537" y="27410"/>
                </a:lnTo>
                <a:lnTo>
                  <a:pt x="306766" y="47409"/>
                </a:lnTo>
                <a:lnTo>
                  <a:pt x="353637" y="71154"/>
                </a:lnTo>
                <a:lnTo>
                  <a:pt x="394488" y="98308"/>
                </a:lnTo>
                <a:lnTo>
                  <a:pt x="428657" y="128535"/>
                </a:lnTo>
                <a:lnTo>
                  <a:pt x="455483" y="161496"/>
                </a:lnTo>
                <a:close/>
              </a:path>
            </a:pathLst>
          </a:custGeom>
          <a:ln w="337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058402" y="2439024"/>
            <a:ext cx="86651" cy="826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621367" y="2318910"/>
            <a:ext cx="455930" cy="323215"/>
          </a:xfrm>
          <a:custGeom>
            <a:avLst/>
            <a:gdLst/>
            <a:ahLst/>
            <a:cxnLst/>
            <a:rect l="l" t="t" r="r" b="b"/>
            <a:pathLst>
              <a:path w="455930" h="323214">
                <a:moveTo>
                  <a:pt x="280297" y="0"/>
                </a:moveTo>
                <a:lnTo>
                  <a:pt x="0" y="0"/>
                </a:lnTo>
                <a:lnTo>
                  <a:pt x="0" y="322688"/>
                </a:lnTo>
                <a:lnTo>
                  <a:pt x="280297" y="322688"/>
                </a:lnTo>
                <a:lnTo>
                  <a:pt x="326870" y="316935"/>
                </a:lnTo>
                <a:lnTo>
                  <a:pt x="368718" y="300691"/>
                </a:lnTo>
                <a:lnTo>
                  <a:pt x="404174" y="275484"/>
                </a:lnTo>
                <a:lnTo>
                  <a:pt x="431566" y="242840"/>
                </a:lnTo>
                <a:lnTo>
                  <a:pt x="449225" y="204284"/>
                </a:lnTo>
                <a:lnTo>
                  <a:pt x="455483" y="161344"/>
                </a:lnTo>
                <a:lnTo>
                  <a:pt x="449225" y="118456"/>
                </a:lnTo>
                <a:lnTo>
                  <a:pt x="431566" y="79916"/>
                </a:lnTo>
                <a:lnTo>
                  <a:pt x="404174" y="47261"/>
                </a:lnTo>
                <a:lnTo>
                  <a:pt x="368718" y="22030"/>
                </a:lnTo>
                <a:lnTo>
                  <a:pt x="326870" y="5764"/>
                </a:lnTo>
                <a:lnTo>
                  <a:pt x="280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621367" y="2318910"/>
            <a:ext cx="455930" cy="323215"/>
          </a:xfrm>
          <a:custGeom>
            <a:avLst/>
            <a:gdLst/>
            <a:ahLst/>
            <a:cxnLst/>
            <a:rect l="l" t="t" r="r" b="b"/>
            <a:pathLst>
              <a:path w="455930" h="323214">
                <a:moveTo>
                  <a:pt x="280297" y="322689"/>
                </a:moveTo>
                <a:lnTo>
                  <a:pt x="0" y="322689"/>
                </a:lnTo>
                <a:lnTo>
                  <a:pt x="0" y="0"/>
                </a:lnTo>
                <a:lnTo>
                  <a:pt x="280297" y="0"/>
                </a:lnTo>
                <a:lnTo>
                  <a:pt x="326870" y="5764"/>
                </a:lnTo>
                <a:lnTo>
                  <a:pt x="368718" y="22030"/>
                </a:lnTo>
                <a:lnTo>
                  <a:pt x="404174" y="47261"/>
                </a:lnTo>
                <a:lnTo>
                  <a:pt x="431566" y="79916"/>
                </a:lnTo>
                <a:lnTo>
                  <a:pt x="449225" y="118456"/>
                </a:lnTo>
                <a:lnTo>
                  <a:pt x="455483" y="161344"/>
                </a:lnTo>
                <a:lnTo>
                  <a:pt x="449225" y="204284"/>
                </a:lnTo>
                <a:lnTo>
                  <a:pt x="431566" y="242840"/>
                </a:lnTo>
                <a:lnTo>
                  <a:pt x="404174" y="275484"/>
                </a:lnTo>
                <a:lnTo>
                  <a:pt x="368718" y="300691"/>
                </a:lnTo>
                <a:lnTo>
                  <a:pt x="326870" y="316935"/>
                </a:lnTo>
                <a:lnTo>
                  <a:pt x="280297" y="322689"/>
                </a:lnTo>
                <a:close/>
              </a:path>
            </a:pathLst>
          </a:custGeom>
          <a:ln w="337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199480" y="2480255"/>
            <a:ext cx="6602730" cy="0"/>
          </a:xfrm>
          <a:custGeom>
            <a:avLst/>
            <a:gdLst/>
            <a:ahLst/>
            <a:cxnLst/>
            <a:rect l="l" t="t" r="r" b="b"/>
            <a:pathLst>
              <a:path w="6602730">
                <a:moveTo>
                  <a:pt x="0" y="0"/>
                </a:moveTo>
                <a:lnTo>
                  <a:pt x="6602731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8809958" y="2480255"/>
            <a:ext cx="0" cy="398780"/>
          </a:xfrm>
          <a:custGeom>
            <a:avLst/>
            <a:gdLst/>
            <a:ahLst/>
            <a:cxnLst/>
            <a:rect l="l" t="t" r="r" b="b"/>
            <a:pathLst>
              <a:path h="398780">
                <a:moveTo>
                  <a:pt x="0" y="398580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735016" y="2861739"/>
            <a:ext cx="149883" cy="14074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204006" y="2480255"/>
            <a:ext cx="0" cy="398780"/>
          </a:xfrm>
          <a:custGeom>
            <a:avLst/>
            <a:gdLst/>
            <a:ahLst/>
            <a:cxnLst/>
            <a:rect l="l" t="t" r="r" b="b"/>
            <a:pathLst>
              <a:path h="398780">
                <a:moveTo>
                  <a:pt x="0" y="398580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129065" y="2861739"/>
            <a:ext cx="149883" cy="1407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199480" y="5395065"/>
            <a:ext cx="6610984" cy="0"/>
          </a:xfrm>
          <a:custGeom>
            <a:avLst/>
            <a:gdLst/>
            <a:ahLst/>
            <a:cxnLst/>
            <a:rect l="l" t="t" r="r" b="b"/>
            <a:pathLst>
              <a:path w="6610984">
                <a:moveTo>
                  <a:pt x="0" y="0"/>
                </a:moveTo>
                <a:lnTo>
                  <a:pt x="6610477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8809958" y="4168544"/>
            <a:ext cx="0" cy="1226820"/>
          </a:xfrm>
          <a:custGeom>
            <a:avLst/>
            <a:gdLst/>
            <a:ahLst/>
            <a:cxnLst/>
            <a:rect l="l" t="t" r="r" b="b"/>
            <a:pathLst>
              <a:path h="1226820">
                <a:moveTo>
                  <a:pt x="0" y="0"/>
                </a:moveTo>
                <a:lnTo>
                  <a:pt x="0" y="1226521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735016" y="4044882"/>
            <a:ext cx="149883" cy="14075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3204006" y="4172141"/>
            <a:ext cx="0" cy="1214755"/>
          </a:xfrm>
          <a:custGeom>
            <a:avLst/>
            <a:gdLst/>
            <a:ahLst/>
            <a:cxnLst/>
            <a:rect l="l" t="t" r="r" b="b"/>
            <a:pathLst>
              <a:path h="1214754">
                <a:moveTo>
                  <a:pt x="0" y="0"/>
                </a:moveTo>
                <a:lnTo>
                  <a:pt x="0" y="1214318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129065" y="4048524"/>
            <a:ext cx="149882" cy="1407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288513" y="2399658"/>
            <a:ext cx="210820" cy="0"/>
          </a:xfrm>
          <a:custGeom>
            <a:avLst/>
            <a:gdLst/>
            <a:ahLst/>
            <a:cxnLst/>
            <a:rect l="l" t="t" r="r" b="b"/>
            <a:pathLst>
              <a:path w="210819">
                <a:moveTo>
                  <a:pt x="210223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288513" y="2561003"/>
            <a:ext cx="210820" cy="0"/>
          </a:xfrm>
          <a:custGeom>
            <a:avLst/>
            <a:gdLst/>
            <a:ahLst/>
            <a:cxnLst/>
            <a:rect l="l" t="t" r="r" b="b"/>
            <a:pathLst>
              <a:path w="210819">
                <a:moveTo>
                  <a:pt x="210223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288513" y="5314590"/>
            <a:ext cx="210820" cy="0"/>
          </a:xfrm>
          <a:custGeom>
            <a:avLst/>
            <a:gdLst/>
            <a:ahLst/>
            <a:cxnLst/>
            <a:rect l="l" t="t" r="r" b="b"/>
            <a:pathLst>
              <a:path w="210819">
                <a:moveTo>
                  <a:pt x="210223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288513" y="5475935"/>
            <a:ext cx="210820" cy="0"/>
          </a:xfrm>
          <a:custGeom>
            <a:avLst/>
            <a:gdLst/>
            <a:ahLst/>
            <a:cxnLst/>
            <a:rect l="l" t="t" r="r" b="b"/>
            <a:pathLst>
              <a:path w="210819">
                <a:moveTo>
                  <a:pt x="210223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827780" y="2187825"/>
            <a:ext cx="454659" cy="5384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475" b="1" i="1" spc="89" baseline="8417" dirty="0">
                <a:latin typeface="Times New Roman"/>
                <a:cs typeface="Times New Roman"/>
              </a:rPr>
              <a:t>S</a:t>
            </a:r>
            <a:r>
              <a:rPr sz="1050" b="1" spc="60" dirty="0">
                <a:latin typeface="Times New Roman"/>
                <a:cs typeface="Times New Roman"/>
              </a:rPr>
              <a:t>9(1)</a:t>
            </a:r>
            <a:endParaRPr sz="10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sz="2475" b="1" i="1" spc="89" baseline="8417" dirty="0">
                <a:latin typeface="Times New Roman"/>
                <a:cs typeface="Times New Roman"/>
              </a:rPr>
              <a:t>S</a:t>
            </a:r>
            <a:r>
              <a:rPr sz="1050" b="1" spc="60" dirty="0">
                <a:latin typeface="Times New Roman"/>
                <a:cs typeface="Times New Roman"/>
              </a:rPr>
              <a:t>9(2)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14993" y="4609769"/>
            <a:ext cx="498475" cy="10210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20"/>
              </a:spcBef>
            </a:pPr>
            <a:r>
              <a:rPr sz="1650" b="1" i="1" spc="90" dirty="0">
                <a:latin typeface="Times New Roman"/>
                <a:cs typeface="Times New Roman"/>
              </a:rPr>
              <a:t>CP</a:t>
            </a:r>
            <a:r>
              <a:rPr sz="1575" b="1" spc="135" baseline="-13227" dirty="0">
                <a:latin typeface="Times New Roman"/>
                <a:cs typeface="Times New Roman"/>
              </a:rPr>
              <a:t>1</a:t>
            </a:r>
            <a:endParaRPr sz="1575" baseline="-13227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2475" b="1" i="1" spc="97" baseline="8417" dirty="0">
                <a:latin typeface="Times New Roman"/>
                <a:cs typeface="Times New Roman"/>
              </a:rPr>
              <a:t>R</a:t>
            </a:r>
            <a:r>
              <a:rPr sz="1050" b="1" spc="65" dirty="0">
                <a:latin typeface="Times New Roman"/>
                <a:cs typeface="Times New Roman"/>
              </a:rPr>
              <a:t>0(1)</a:t>
            </a:r>
            <a:endParaRPr sz="10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sz="2475" b="1" i="1" spc="97" baseline="8417" dirty="0">
                <a:latin typeface="Times New Roman"/>
                <a:cs typeface="Times New Roman"/>
              </a:rPr>
              <a:t>R</a:t>
            </a:r>
            <a:r>
              <a:rPr sz="1050" b="1" spc="65" dirty="0">
                <a:latin typeface="Times New Roman"/>
                <a:cs typeface="Times New Roman"/>
              </a:rPr>
              <a:t>0(2)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4996737" y="4383983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322689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5171923" y="4383983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322689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084413" y="4061370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0"/>
                </a:moveTo>
                <a:lnTo>
                  <a:pt x="0" y="322613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909227" y="4174235"/>
            <a:ext cx="350520" cy="419734"/>
          </a:xfrm>
          <a:custGeom>
            <a:avLst/>
            <a:gdLst/>
            <a:ahLst/>
            <a:cxnLst/>
            <a:rect l="l" t="t" r="r" b="b"/>
            <a:pathLst>
              <a:path w="350520" h="419735">
                <a:moveTo>
                  <a:pt x="175185" y="0"/>
                </a:moveTo>
                <a:lnTo>
                  <a:pt x="139406" y="24707"/>
                </a:lnTo>
                <a:lnTo>
                  <a:pt x="106610" y="56179"/>
                </a:lnTo>
                <a:lnTo>
                  <a:pt x="77158" y="93805"/>
                </a:lnTo>
                <a:lnTo>
                  <a:pt x="51411" y="136976"/>
                </a:lnTo>
                <a:lnTo>
                  <a:pt x="29728" y="185081"/>
                </a:lnTo>
                <a:lnTo>
                  <a:pt x="12471" y="237510"/>
                </a:lnTo>
                <a:lnTo>
                  <a:pt x="0" y="293653"/>
                </a:lnTo>
                <a:lnTo>
                  <a:pt x="0" y="419495"/>
                </a:lnTo>
                <a:lnTo>
                  <a:pt x="42390" y="393926"/>
                </a:lnTo>
                <a:lnTo>
                  <a:pt x="85986" y="375662"/>
                </a:lnTo>
                <a:lnTo>
                  <a:pt x="130385" y="364704"/>
                </a:lnTo>
                <a:lnTo>
                  <a:pt x="175185" y="361051"/>
                </a:lnTo>
                <a:lnTo>
                  <a:pt x="350371" y="361051"/>
                </a:lnTo>
                <a:lnTo>
                  <a:pt x="350371" y="293653"/>
                </a:lnTo>
                <a:lnTo>
                  <a:pt x="337718" y="237706"/>
                </a:lnTo>
                <a:lnTo>
                  <a:pt x="320340" y="185439"/>
                </a:lnTo>
                <a:lnTo>
                  <a:pt x="298597" y="137443"/>
                </a:lnTo>
                <a:lnTo>
                  <a:pt x="272849" y="94308"/>
                </a:lnTo>
                <a:lnTo>
                  <a:pt x="243458" y="56629"/>
                </a:lnTo>
                <a:lnTo>
                  <a:pt x="210783" y="24995"/>
                </a:lnTo>
                <a:lnTo>
                  <a:pt x="175185" y="0"/>
                </a:lnTo>
                <a:close/>
              </a:path>
              <a:path w="350520" h="419735">
                <a:moveTo>
                  <a:pt x="350371" y="361051"/>
                </a:moveTo>
                <a:lnTo>
                  <a:pt x="175185" y="361051"/>
                </a:lnTo>
                <a:lnTo>
                  <a:pt x="219986" y="364704"/>
                </a:lnTo>
                <a:lnTo>
                  <a:pt x="264385" y="375662"/>
                </a:lnTo>
                <a:lnTo>
                  <a:pt x="307981" y="393926"/>
                </a:lnTo>
                <a:lnTo>
                  <a:pt x="350371" y="419495"/>
                </a:lnTo>
                <a:lnTo>
                  <a:pt x="350371" y="3610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909227" y="4174235"/>
            <a:ext cx="350520" cy="419734"/>
          </a:xfrm>
          <a:custGeom>
            <a:avLst/>
            <a:gdLst/>
            <a:ahLst/>
            <a:cxnLst/>
            <a:rect l="l" t="t" r="r" b="b"/>
            <a:pathLst>
              <a:path w="350520" h="419735">
                <a:moveTo>
                  <a:pt x="175185" y="0"/>
                </a:moveTo>
                <a:lnTo>
                  <a:pt x="210783" y="24995"/>
                </a:lnTo>
                <a:lnTo>
                  <a:pt x="243458" y="56629"/>
                </a:lnTo>
                <a:lnTo>
                  <a:pt x="272849" y="94308"/>
                </a:lnTo>
                <a:lnTo>
                  <a:pt x="298597" y="137443"/>
                </a:lnTo>
                <a:lnTo>
                  <a:pt x="320340" y="185439"/>
                </a:lnTo>
                <a:lnTo>
                  <a:pt x="337718" y="237706"/>
                </a:lnTo>
                <a:lnTo>
                  <a:pt x="350371" y="293653"/>
                </a:lnTo>
                <a:lnTo>
                  <a:pt x="350371" y="419495"/>
                </a:lnTo>
                <a:lnTo>
                  <a:pt x="307981" y="393926"/>
                </a:lnTo>
                <a:lnTo>
                  <a:pt x="264385" y="375662"/>
                </a:lnTo>
                <a:lnTo>
                  <a:pt x="219986" y="364704"/>
                </a:lnTo>
                <a:lnTo>
                  <a:pt x="175185" y="361051"/>
                </a:lnTo>
                <a:lnTo>
                  <a:pt x="130385" y="364704"/>
                </a:lnTo>
                <a:lnTo>
                  <a:pt x="85986" y="375662"/>
                </a:lnTo>
                <a:lnTo>
                  <a:pt x="42390" y="393926"/>
                </a:lnTo>
                <a:lnTo>
                  <a:pt x="0" y="419495"/>
                </a:lnTo>
                <a:lnTo>
                  <a:pt x="0" y="293653"/>
                </a:lnTo>
                <a:lnTo>
                  <a:pt x="12471" y="237510"/>
                </a:lnTo>
                <a:lnTo>
                  <a:pt x="29728" y="185081"/>
                </a:lnTo>
                <a:lnTo>
                  <a:pt x="51411" y="136976"/>
                </a:lnTo>
                <a:lnTo>
                  <a:pt x="77158" y="93805"/>
                </a:lnTo>
                <a:lnTo>
                  <a:pt x="106610" y="56179"/>
                </a:lnTo>
                <a:lnTo>
                  <a:pt x="139406" y="24707"/>
                </a:lnTo>
                <a:lnTo>
                  <a:pt x="175185" y="0"/>
                </a:lnTo>
                <a:close/>
              </a:path>
            </a:pathLst>
          </a:custGeom>
          <a:ln w="344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171923" y="4613645"/>
            <a:ext cx="0" cy="764540"/>
          </a:xfrm>
          <a:custGeom>
            <a:avLst/>
            <a:gdLst/>
            <a:ahLst/>
            <a:cxnLst/>
            <a:rect l="l" t="t" r="r" b="b"/>
            <a:pathLst>
              <a:path h="764539">
                <a:moveTo>
                  <a:pt x="0" y="0"/>
                </a:moveTo>
                <a:lnTo>
                  <a:pt x="0" y="764223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996737" y="4706672"/>
            <a:ext cx="0" cy="490855"/>
          </a:xfrm>
          <a:custGeom>
            <a:avLst/>
            <a:gdLst/>
            <a:ahLst/>
            <a:cxnLst/>
            <a:rect l="l" t="t" r="r" b="b"/>
            <a:pathLst>
              <a:path h="490854">
                <a:moveTo>
                  <a:pt x="0" y="0"/>
                </a:moveTo>
                <a:lnTo>
                  <a:pt x="0" y="490484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133255" y="4550887"/>
            <a:ext cx="75028" cy="706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4955762" y="4550887"/>
            <a:ext cx="75028" cy="7063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853742" y="4383983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322689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028928" y="4383983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322689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941253" y="4061370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0"/>
                </a:moveTo>
                <a:lnTo>
                  <a:pt x="0" y="322613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6766231" y="4174235"/>
            <a:ext cx="350520" cy="419734"/>
          </a:xfrm>
          <a:custGeom>
            <a:avLst/>
            <a:gdLst/>
            <a:ahLst/>
            <a:cxnLst/>
            <a:rect l="l" t="t" r="r" b="b"/>
            <a:pathLst>
              <a:path w="350520" h="419735">
                <a:moveTo>
                  <a:pt x="175185" y="0"/>
                </a:moveTo>
                <a:lnTo>
                  <a:pt x="139397" y="24707"/>
                </a:lnTo>
                <a:lnTo>
                  <a:pt x="106581" y="56179"/>
                </a:lnTo>
                <a:lnTo>
                  <a:pt x="77106" y="93805"/>
                </a:lnTo>
                <a:lnTo>
                  <a:pt x="51342" y="136976"/>
                </a:lnTo>
                <a:lnTo>
                  <a:pt x="29656" y="185081"/>
                </a:lnTo>
                <a:lnTo>
                  <a:pt x="12419" y="237510"/>
                </a:lnTo>
                <a:lnTo>
                  <a:pt x="0" y="293653"/>
                </a:lnTo>
                <a:lnTo>
                  <a:pt x="0" y="419495"/>
                </a:lnTo>
                <a:lnTo>
                  <a:pt x="42342" y="393926"/>
                </a:lnTo>
                <a:lnTo>
                  <a:pt x="85914" y="375662"/>
                </a:lnTo>
                <a:lnTo>
                  <a:pt x="130304" y="364704"/>
                </a:lnTo>
                <a:lnTo>
                  <a:pt x="175103" y="361051"/>
                </a:lnTo>
                <a:lnTo>
                  <a:pt x="350207" y="361051"/>
                </a:lnTo>
                <a:lnTo>
                  <a:pt x="350207" y="293653"/>
                </a:lnTo>
                <a:lnTo>
                  <a:pt x="337562" y="237706"/>
                </a:lnTo>
                <a:lnTo>
                  <a:pt x="320208" y="185439"/>
                </a:lnTo>
                <a:lnTo>
                  <a:pt x="298497" y="137443"/>
                </a:lnTo>
                <a:lnTo>
                  <a:pt x="272785" y="94308"/>
                </a:lnTo>
                <a:lnTo>
                  <a:pt x="243426" y="56629"/>
                </a:lnTo>
                <a:lnTo>
                  <a:pt x="210774" y="24995"/>
                </a:lnTo>
                <a:lnTo>
                  <a:pt x="175185" y="0"/>
                </a:lnTo>
                <a:close/>
              </a:path>
              <a:path w="350520" h="419735">
                <a:moveTo>
                  <a:pt x="350207" y="361051"/>
                </a:moveTo>
                <a:lnTo>
                  <a:pt x="175103" y="361051"/>
                </a:lnTo>
                <a:lnTo>
                  <a:pt x="219903" y="364704"/>
                </a:lnTo>
                <a:lnTo>
                  <a:pt x="264293" y="375662"/>
                </a:lnTo>
                <a:lnTo>
                  <a:pt x="307864" y="393926"/>
                </a:lnTo>
                <a:lnTo>
                  <a:pt x="350207" y="419495"/>
                </a:lnTo>
                <a:lnTo>
                  <a:pt x="350207" y="3610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766231" y="4174235"/>
            <a:ext cx="350520" cy="419734"/>
          </a:xfrm>
          <a:custGeom>
            <a:avLst/>
            <a:gdLst/>
            <a:ahLst/>
            <a:cxnLst/>
            <a:rect l="l" t="t" r="r" b="b"/>
            <a:pathLst>
              <a:path w="350520" h="419735">
                <a:moveTo>
                  <a:pt x="175185" y="0"/>
                </a:moveTo>
                <a:lnTo>
                  <a:pt x="210774" y="24995"/>
                </a:lnTo>
                <a:lnTo>
                  <a:pt x="243426" y="56629"/>
                </a:lnTo>
                <a:lnTo>
                  <a:pt x="272785" y="94308"/>
                </a:lnTo>
                <a:lnTo>
                  <a:pt x="298497" y="137443"/>
                </a:lnTo>
                <a:lnTo>
                  <a:pt x="320208" y="185439"/>
                </a:lnTo>
                <a:lnTo>
                  <a:pt x="337562" y="237706"/>
                </a:lnTo>
                <a:lnTo>
                  <a:pt x="350207" y="293653"/>
                </a:lnTo>
                <a:lnTo>
                  <a:pt x="350207" y="419495"/>
                </a:lnTo>
                <a:lnTo>
                  <a:pt x="307864" y="393926"/>
                </a:lnTo>
                <a:lnTo>
                  <a:pt x="264293" y="375662"/>
                </a:lnTo>
                <a:lnTo>
                  <a:pt x="219903" y="364704"/>
                </a:lnTo>
                <a:lnTo>
                  <a:pt x="175103" y="361051"/>
                </a:lnTo>
                <a:lnTo>
                  <a:pt x="130304" y="364704"/>
                </a:lnTo>
                <a:lnTo>
                  <a:pt x="85914" y="375662"/>
                </a:lnTo>
                <a:lnTo>
                  <a:pt x="42342" y="393926"/>
                </a:lnTo>
                <a:lnTo>
                  <a:pt x="0" y="419495"/>
                </a:lnTo>
                <a:lnTo>
                  <a:pt x="0" y="293653"/>
                </a:lnTo>
                <a:lnTo>
                  <a:pt x="12419" y="237510"/>
                </a:lnTo>
                <a:lnTo>
                  <a:pt x="29656" y="185081"/>
                </a:lnTo>
                <a:lnTo>
                  <a:pt x="51342" y="136976"/>
                </a:lnTo>
                <a:lnTo>
                  <a:pt x="77106" y="93805"/>
                </a:lnTo>
                <a:lnTo>
                  <a:pt x="106581" y="56179"/>
                </a:lnTo>
                <a:lnTo>
                  <a:pt x="139397" y="24707"/>
                </a:lnTo>
                <a:lnTo>
                  <a:pt x="175185" y="0"/>
                </a:lnTo>
                <a:close/>
              </a:path>
            </a:pathLst>
          </a:custGeom>
          <a:ln w="344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7028928" y="4613645"/>
            <a:ext cx="0" cy="773430"/>
          </a:xfrm>
          <a:custGeom>
            <a:avLst/>
            <a:gdLst/>
            <a:ahLst/>
            <a:cxnLst/>
            <a:rect l="l" t="t" r="r" b="b"/>
            <a:pathLst>
              <a:path h="773429">
                <a:moveTo>
                  <a:pt x="0" y="0"/>
                </a:moveTo>
                <a:lnTo>
                  <a:pt x="0" y="772814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853742" y="4706672"/>
            <a:ext cx="0" cy="495300"/>
          </a:xfrm>
          <a:custGeom>
            <a:avLst/>
            <a:gdLst/>
            <a:ahLst/>
            <a:cxnLst/>
            <a:rect l="l" t="t" r="r" b="b"/>
            <a:pathLst>
              <a:path h="495300">
                <a:moveTo>
                  <a:pt x="0" y="0"/>
                </a:moveTo>
                <a:lnTo>
                  <a:pt x="0" y="494779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6990260" y="4550887"/>
            <a:ext cx="75028" cy="706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6812767" y="4550887"/>
            <a:ext cx="75028" cy="7063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 txBox="1"/>
          <p:nvPr/>
        </p:nvSpPr>
        <p:spPr>
          <a:xfrm>
            <a:off x="4605989" y="2985295"/>
            <a:ext cx="934719" cy="1075690"/>
          </a:xfrm>
          <a:prstGeom prst="rect">
            <a:avLst/>
          </a:prstGeom>
          <a:ln w="34499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9370" marR="353060" indent="31750">
              <a:lnSpc>
                <a:spcPct val="128299"/>
              </a:lnSpc>
              <a:spcBef>
                <a:spcPts val="155"/>
              </a:spcBef>
            </a:pPr>
            <a:r>
              <a:rPr sz="1650" b="1" spc="80" dirty="0">
                <a:latin typeface="Times New Roman"/>
                <a:cs typeface="Times New Roman"/>
              </a:rPr>
              <a:t>1J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r>
              <a:rPr sz="1650" b="1" spc="60" dirty="0">
                <a:latin typeface="Times New Roman"/>
                <a:cs typeface="Times New Roman"/>
              </a:rPr>
              <a:t> </a:t>
            </a:r>
            <a:r>
              <a:rPr sz="2475" b="1" spc="179" baseline="-23569" dirty="0">
                <a:latin typeface="Times New Roman"/>
                <a:cs typeface="Times New Roman"/>
              </a:rPr>
              <a:t>R</a:t>
            </a:r>
            <a:endParaRPr sz="2475" baseline="-23569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6486560" y="2985295"/>
            <a:ext cx="934719" cy="1075690"/>
          </a:xfrm>
          <a:prstGeom prst="rect">
            <a:avLst/>
          </a:prstGeom>
          <a:ln w="34499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9370" marR="388620" indent="31750">
              <a:lnSpc>
                <a:spcPct val="128299"/>
              </a:lnSpc>
              <a:spcBef>
                <a:spcPts val="155"/>
              </a:spcBef>
            </a:pPr>
            <a:r>
              <a:rPr sz="1650" b="1" spc="80" dirty="0">
                <a:latin typeface="Times New Roman"/>
                <a:cs typeface="Times New Roman"/>
              </a:rPr>
              <a:t>1J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r>
              <a:rPr sz="1650" b="1" spc="-215" dirty="0">
                <a:latin typeface="Times New Roman"/>
                <a:cs typeface="Times New Roman"/>
              </a:rPr>
              <a:t> </a:t>
            </a:r>
            <a:r>
              <a:rPr sz="2475" b="1" spc="179" baseline="-23569" dirty="0">
                <a:latin typeface="Times New Roman"/>
                <a:cs typeface="Times New Roman"/>
              </a:rPr>
              <a:t>R</a:t>
            </a:r>
            <a:endParaRPr sz="2475" baseline="-23569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343234" y="2985295"/>
            <a:ext cx="934719" cy="1075690"/>
          </a:xfrm>
          <a:prstGeom prst="rect">
            <a:avLst/>
          </a:prstGeom>
          <a:ln w="34499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9370" marR="376555" indent="12700" algn="ctr">
              <a:lnSpc>
                <a:spcPct val="128299"/>
              </a:lnSpc>
              <a:spcBef>
                <a:spcPts val="155"/>
              </a:spcBef>
            </a:pPr>
            <a:r>
              <a:rPr sz="1650" b="1" spc="80" dirty="0">
                <a:latin typeface="Times New Roman"/>
                <a:cs typeface="Times New Roman"/>
              </a:rPr>
              <a:t>1J </a:t>
            </a:r>
            <a:r>
              <a:rPr sz="2475" b="1" spc="135" baseline="28619" dirty="0">
                <a:latin typeface="Times New Roman"/>
                <a:cs typeface="Times New Roman"/>
              </a:rPr>
              <a:t>S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r>
              <a:rPr sz="1650" b="1" spc="-125" dirty="0">
                <a:latin typeface="Times New Roman"/>
                <a:cs typeface="Times New Roman"/>
              </a:rPr>
              <a:t> </a:t>
            </a:r>
            <a:r>
              <a:rPr sz="2475" b="1" spc="179" baseline="-23569" dirty="0">
                <a:latin typeface="Times New Roman"/>
                <a:cs typeface="Times New Roman"/>
              </a:rPr>
              <a:t>R</a:t>
            </a:r>
            <a:endParaRPr sz="2475" baseline="-23569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2743711" y="2985295"/>
            <a:ext cx="934719" cy="1075690"/>
          </a:xfrm>
          <a:prstGeom prst="rect">
            <a:avLst/>
          </a:prstGeom>
          <a:ln w="34499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9370" marR="382905" indent="12700" algn="ctr">
              <a:lnSpc>
                <a:spcPct val="128299"/>
              </a:lnSpc>
              <a:spcBef>
                <a:spcPts val="155"/>
              </a:spcBef>
            </a:pPr>
            <a:r>
              <a:rPr sz="1650" b="1" spc="80" dirty="0">
                <a:latin typeface="Times New Roman"/>
                <a:cs typeface="Times New Roman"/>
              </a:rPr>
              <a:t>1J </a:t>
            </a:r>
            <a:r>
              <a:rPr sz="2475" b="1" spc="135" baseline="28619" dirty="0">
                <a:latin typeface="Times New Roman"/>
                <a:cs typeface="Times New Roman"/>
              </a:rPr>
              <a:t>S  </a:t>
            </a:r>
            <a:r>
              <a:rPr sz="1650" b="1" spc="100" dirty="0">
                <a:latin typeface="Times New Roman"/>
                <a:cs typeface="Times New Roman"/>
              </a:rPr>
              <a:t>C1  </a:t>
            </a:r>
            <a:r>
              <a:rPr sz="1650" b="1" spc="105" dirty="0">
                <a:latin typeface="Times New Roman"/>
                <a:cs typeface="Times New Roman"/>
              </a:rPr>
              <a:t>1K</a:t>
            </a:r>
            <a:r>
              <a:rPr sz="1650" b="1" spc="-175" dirty="0">
                <a:latin typeface="Times New Roman"/>
                <a:cs typeface="Times New Roman"/>
              </a:rPr>
              <a:t> </a:t>
            </a:r>
            <a:r>
              <a:rPr sz="2475" b="1" spc="179" baseline="-23569" dirty="0">
                <a:latin typeface="Times New Roman"/>
                <a:cs typeface="Times New Roman"/>
              </a:rPr>
              <a:t>R</a:t>
            </a:r>
            <a:endParaRPr sz="2475" baseline="-23569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2444757" y="5201452"/>
            <a:ext cx="4409440" cy="0"/>
          </a:xfrm>
          <a:custGeom>
            <a:avLst/>
            <a:gdLst/>
            <a:ahLst/>
            <a:cxnLst/>
            <a:rect l="l" t="t" r="r" b="b"/>
            <a:pathLst>
              <a:path w="4409440">
                <a:moveTo>
                  <a:pt x="4408984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2444757" y="2480255"/>
            <a:ext cx="0" cy="2721610"/>
          </a:xfrm>
          <a:custGeom>
            <a:avLst/>
            <a:gdLst/>
            <a:ahLst/>
            <a:cxnLst/>
            <a:rect l="l" t="t" r="r" b="b"/>
            <a:pathLst>
              <a:path h="2721610">
                <a:moveTo>
                  <a:pt x="0" y="2721197"/>
                </a:moveTo>
                <a:lnTo>
                  <a:pt x="0" y="0"/>
                </a:lnTo>
              </a:path>
            </a:pathLst>
          </a:custGeom>
          <a:ln w="35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>
            <a:spLocks noGrp="1"/>
          </p:cNvSpPr>
          <p:nvPr>
            <p:ph type="title"/>
          </p:nvPr>
        </p:nvSpPr>
        <p:spPr>
          <a:xfrm>
            <a:off x="1433830" y="573151"/>
            <a:ext cx="56953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具有</a:t>
            </a:r>
            <a:r>
              <a:rPr dirty="0">
                <a:solidFill>
                  <a:srgbClr val="C00000"/>
                </a:solidFill>
              </a:rPr>
              <a:t>异步置</a:t>
            </a:r>
            <a:r>
              <a:rPr i="0" spc="-5" dirty="0">
                <a:solidFill>
                  <a:srgbClr val="C00000"/>
                </a:solidFill>
                <a:latin typeface="华文楷体"/>
                <a:cs typeface="华文楷体"/>
              </a:rPr>
              <a:t>9</a:t>
            </a:r>
            <a:r>
              <a:rPr dirty="0"/>
              <a:t>与</a:t>
            </a:r>
            <a:r>
              <a:rPr dirty="0">
                <a:solidFill>
                  <a:srgbClr val="006FC0"/>
                </a:solidFill>
              </a:rPr>
              <a:t>异步清</a:t>
            </a:r>
            <a:r>
              <a:rPr i="0" spc="-5" dirty="0">
                <a:solidFill>
                  <a:srgbClr val="006FC0"/>
                </a:solidFill>
                <a:latin typeface="华文楷体"/>
                <a:cs typeface="华文楷体"/>
              </a:rPr>
              <a:t>0</a:t>
            </a:r>
            <a:r>
              <a:rPr dirty="0"/>
              <a:t>的</a:t>
            </a:r>
            <a:r>
              <a:rPr spc="-15" dirty="0"/>
              <a:t>功</a:t>
            </a:r>
            <a:r>
              <a:rPr dirty="0"/>
              <a:t>能。</a:t>
            </a:r>
          </a:p>
        </p:txBody>
      </p:sp>
      <p:sp>
        <p:nvSpPr>
          <p:cNvPr id="115" name="object 115"/>
          <p:cNvSpPr/>
          <p:nvPr/>
        </p:nvSpPr>
        <p:spPr>
          <a:xfrm>
            <a:off x="642366" y="2045970"/>
            <a:ext cx="1719580" cy="879475"/>
          </a:xfrm>
          <a:custGeom>
            <a:avLst/>
            <a:gdLst/>
            <a:ahLst/>
            <a:cxnLst/>
            <a:rect l="l" t="t" r="r" b="b"/>
            <a:pathLst>
              <a:path w="1719580" h="879475">
                <a:moveTo>
                  <a:pt x="0" y="439674"/>
                </a:moveTo>
                <a:lnTo>
                  <a:pt x="8535" y="377470"/>
                </a:lnTo>
                <a:lnTo>
                  <a:pt x="33366" y="317948"/>
                </a:lnTo>
                <a:lnTo>
                  <a:pt x="73329" y="261702"/>
                </a:lnTo>
                <a:lnTo>
                  <a:pt x="127259" y="209327"/>
                </a:lnTo>
                <a:lnTo>
                  <a:pt x="159099" y="184778"/>
                </a:lnTo>
                <a:lnTo>
                  <a:pt x="193995" y="161419"/>
                </a:lnTo>
                <a:lnTo>
                  <a:pt x="231801" y="139326"/>
                </a:lnTo>
                <a:lnTo>
                  <a:pt x="272372" y="118573"/>
                </a:lnTo>
                <a:lnTo>
                  <a:pt x="315562" y="99234"/>
                </a:lnTo>
                <a:lnTo>
                  <a:pt x="361226" y="81384"/>
                </a:lnTo>
                <a:lnTo>
                  <a:pt x="409219" y="65097"/>
                </a:lnTo>
                <a:lnTo>
                  <a:pt x="459395" y="50447"/>
                </a:lnTo>
                <a:lnTo>
                  <a:pt x="511609" y="37510"/>
                </a:lnTo>
                <a:lnTo>
                  <a:pt x="565714" y="26358"/>
                </a:lnTo>
                <a:lnTo>
                  <a:pt x="621567" y="17067"/>
                </a:lnTo>
                <a:lnTo>
                  <a:pt x="679021" y="9712"/>
                </a:lnTo>
                <a:lnTo>
                  <a:pt x="737930" y="4366"/>
                </a:lnTo>
                <a:lnTo>
                  <a:pt x="798150" y="1103"/>
                </a:lnTo>
                <a:lnTo>
                  <a:pt x="859536" y="0"/>
                </a:lnTo>
                <a:lnTo>
                  <a:pt x="920922" y="1103"/>
                </a:lnTo>
                <a:lnTo>
                  <a:pt x="981143" y="4366"/>
                </a:lnTo>
                <a:lnTo>
                  <a:pt x="1040054" y="9712"/>
                </a:lnTo>
                <a:lnTo>
                  <a:pt x="1097509" y="17067"/>
                </a:lnTo>
                <a:lnTo>
                  <a:pt x="1153362" y="26358"/>
                </a:lnTo>
                <a:lnTo>
                  <a:pt x="1207468" y="37510"/>
                </a:lnTo>
                <a:lnTo>
                  <a:pt x="1259682" y="50447"/>
                </a:lnTo>
                <a:lnTo>
                  <a:pt x="1309857" y="65097"/>
                </a:lnTo>
                <a:lnTo>
                  <a:pt x="1357850" y="81384"/>
                </a:lnTo>
                <a:lnTo>
                  <a:pt x="1403514" y="99234"/>
                </a:lnTo>
                <a:lnTo>
                  <a:pt x="1446704" y="118573"/>
                </a:lnTo>
                <a:lnTo>
                  <a:pt x="1487274" y="139326"/>
                </a:lnTo>
                <a:lnTo>
                  <a:pt x="1525080" y="161419"/>
                </a:lnTo>
                <a:lnTo>
                  <a:pt x="1559975" y="184778"/>
                </a:lnTo>
                <a:lnTo>
                  <a:pt x="1591815" y="209327"/>
                </a:lnTo>
                <a:lnTo>
                  <a:pt x="1620453" y="234993"/>
                </a:lnTo>
                <a:lnTo>
                  <a:pt x="1667544" y="289378"/>
                </a:lnTo>
                <a:lnTo>
                  <a:pt x="1700085" y="347337"/>
                </a:lnTo>
                <a:lnTo>
                  <a:pt x="1716913" y="408274"/>
                </a:lnTo>
                <a:lnTo>
                  <a:pt x="1719072" y="439674"/>
                </a:lnTo>
                <a:lnTo>
                  <a:pt x="1716913" y="471073"/>
                </a:lnTo>
                <a:lnTo>
                  <a:pt x="1700085" y="532010"/>
                </a:lnTo>
                <a:lnTo>
                  <a:pt x="1667544" y="589969"/>
                </a:lnTo>
                <a:lnTo>
                  <a:pt x="1620453" y="644354"/>
                </a:lnTo>
                <a:lnTo>
                  <a:pt x="1591815" y="670020"/>
                </a:lnTo>
                <a:lnTo>
                  <a:pt x="1559975" y="694569"/>
                </a:lnTo>
                <a:lnTo>
                  <a:pt x="1525080" y="717928"/>
                </a:lnTo>
                <a:lnTo>
                  <a:pt x="1487274" y="740021"/>
                </a:lnTo>
                <a:lnTo>
                  <a:pt x="1446704" y="760774"/>
                </a:lnTo>
                <a:lnTo>
                  <a:pt x="1403514" y="780113"/>
                </a:lnTo>
                <a:lnTo>
                  <a:pt x="1357850" y="797963"/>
                </a:lnTo>
                <a:lnTo>
                  <a:pt x="1309857" y="814250"/>
                </a:lnTo>
                <a:lnTo>
                  <a:pt x="1259682" y="828900"/>
                </a:lnTo>
                <a:lnTo>
                  <a:pt x="1207468" y="841837"/>
                </a:lnTo>
                <a:lnTo>
                  <a:pt x="1153362" y="852989"/>
                </a:lnTo>
                <a:lnTo>
                  <a:pt x="1097509" y="862280"/>
                </a:lnTo>
                <a:lnTo>
                  <a:pt x="1040054" y="869635"/>
                </a:lnTo>
                <a:lnTo>
                  <a:pt x="981143" y="874981"/>
                </a:lnTo>
                <a:lnTo>
                  <a:pt x="920922" y="878244"/>
                </a:lnTo>
                <a:lnTo>
                  <a:pt x="859536" y="879347"/>
                </a:lnTo>
                <a:lnTo>
                  <a:pt x="798150" y="878244"/>
                </a:lnTo>
                <a:lnTo>
                  <a:pt x="737930" y="874981"/>
                </a:lnTo>
                <a:lnTo>
                  <a:pt x="679021" y="869635"/>
                </a:lnTo>
                <a:lnTo>
                  <a:pt x="621567" y="862280"/>
                </a:lnTo>
                <a:lnTo>
                  <a:pt x="565714" y="852989"/>
                </a:lnTo>
                <a:lnTo>
                  <a:pt x="511609" y="841837"/>
                </a:lnTo>
                <a:lnTo>
                  <a:pt x="459395" y="828900"/>
                </a:lnTo>
                <a:lnTo>
                  <a:pt x="409219" y="814250"/>
                </a:lnTo>
                <a:lnTo>
                  <a:pt x="361226" y="797963"/>
                </a:lnTo>
                <a:lnTo>
                  <a:pt x="315562" y="780113"/>
                </a:lnTo>
                <a:lnTo>
                  <a:pt x="272372" y="760774"/>
                </a:lnTo>
                <a:lnTo>
                  <a:pt x="231801" y="740021"/>
                </a:lnTo>
                <a:lnTo>
                  <a:pt x="193995" y="717928"/>
                </a:lnTo>
                <a:lnTo>
                  <a:pt x="159099" y="694569"/>
                </a:lnTo>
                <a:lnTo>
                  <a:pt x="127259" y="670020"/>
                </a:lnTo>
                <a:lnTo>
                  <a:pt x="98621" y="644354"/>
                </a:lnTo>
                <a:lnTo>
                  <a:pt x="51528" y="589969"/>
                </a:lnTo>
                <a:lnTo>
                  <a:pt x="18986" y="532010"/>
                </a:lnTo>
                <a:lnTo>
                  <a:pt x="2158" y="471073"/>
                </a:lnTo>
                <a:lnTo>
                  <a:pt x="0" y="439674"/>
                </a:lnTo>
                <a:close/>
              </a:path>
            </a:pathLst>
          </a:custGeom>
          <a:ln w="2590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17981" y="4981194"/>
            <a:ext cx="2063750" cy="734695"/>
          </a:xfrm>
          <a:custGeom>
            <a:avLst/>
            <a:gdLst/>
            <a:ahLst/>
            <a:cxnLst/>
            <a:rect l="l" t="t" r="r" b="b"/>
            <a:pathLst>
              <a:path w="2063750" h="734695">
                <a:moveTo>
                  <a:pt x="0" y="367283"/>
                </a:moveTo>
                <a:lnTo>
                  <a:pt x="8687" y="319408"/>
                </a:lnTo>
                <a:lnTo>
                  <a:pt x="34025" y="273393"/>
                </a:lnTo>
                <a:lnTo>
                  <a:pt x="74926" y="229625"/>
                </a:lnTo>
                <a:lnTo>
                  <a:pt x="130302" y="188492"/>
                </a:lnTo>
                <a:lnTo>
                  <a:pt x="163078" y="169035"/>
                </a:lnTo>
                <a:lnTo>
                  <a:pt x="199066" y="150382"/>
                </a:lnTo>
                <a:lnTo>
                  <a:pt x="238128" y="132581"/>
                </a:lnTo>
                <a:lnTo>
                  <a:pt x="280129" y="115681"/>
                </a:lnTo>
                <a:lnTo>
                  <a:pt x="324934" y="99731"/>
                </a:lnTo>
                <a:lnTo>
                  <a:pt x="372405" y="84778"/>
                </a:lnTo>
                <a:lnTo>
                  <a:pt x="422408" y="70872"/>
                </a:lnTo>
                <a:lnTo>
                  <a:pt x="474807" y="58060"/>
                </a:lnTo>
                <a:lnTo>
                  <a:pt x="529464" y="46391"/>
                </a:lnTo>
                <a:lnTo>
                  <a:pt x="586245" y="35913"/>
                </a:lnTo>
                <a:lnTo>
                  <a:pt x="645014" y="26676"/>
                </a:lnTo>
                <a:lnTo>
                  <a:pt x="705633" y="18726"/>
                </a:lnTo>
                <a:lnTo>
                  <a:pt x="767969" y="12114"/>
                </a:lnTo>
                <a:lnTo>
                  <a:pt x="831884" y="6886"/>
                </a:lnTo>
                <a:lnTo>
                  <a:pt x="897243" y="3093"/>
                </a:lnTo>
                <a:lnTo>
                  <a:pt x="963909" y="781"/>
                </a:lnTo>
                <a:lnTo>
                  <a:pt x="1031748" y="0"/>
                </a:lnTo>
                <a:lnTo>
                  <a:pt x="1099589" y="781"/>
                </a:lnTo>
                <a:lnTo>
                  <a:pt x="1166257" y="3093"/>
                </a:lnTo>
                <a:lnTo>
                  <a:pt x="1231618" y="6886"/>
                </a:lnTo>
                <a:lnTo>
                  <a:pt x="1295535" y="12114"/>
                </a:lnTo>
                <a:lnTo>
                  <a:pt x="1357871" y="18726"/>
                </a:lnTo>
                <a:lnTo>
                  <a:pt x="1418492" y="26676"/>
                </a:lnTo>
                <a:lnTo>
                  <a:pt x="1477261" y="35913"/>
                </a:lnTo>
                <a:lnTo>
                  <a:pt x="1534042" y="46391"/>
                </a:lnTo>
                <a:lnTo>
                  <a:pt x="1588700" y="58060"/>
                </a:lnTo>
                <a:lnTo>
                  <a:pt x="1641098" y="70872"/>
                </a:lnTo>
                <a:lnTo>
                  <a:pt x="1691100" y="84778"/>
                </a:lnTo>
                <a:lnTo>
                  <a:pt x="1738571" y="99731"/>
                </a:lnTo>
                <a:lnTo>
                  <a:pt x="1783375" y="115681"/>
                </a:lnTo>
                <a:lnTo>
                  <a:pt x="1825375" y="132581"/>
                </a:lnTo>
                <a:lnTo>
                  <a:pt x="1864437" y="150382"/>
                </a:lnTo>
                <a:lnTo>
                  <a:pt x="1900423" y="169035"/>
                </a:lnTo>
                <a:lnTo>
                  <a:pt x="1933198" y="188492"/>
                </a:lnTo>
                <a:lnTo>
                  <a:pt x="1988572" y="229625"/>
                </a:lnTo>
                <a:lnTo>
                  <a:pt x="2029471" y="273393"/>
                </a:lnTo>
                <a:lnTo>
                  <a:pt x="2054808" y="319408"/>
                </a:lnTo>
                <a:lnTo>
                  <a:pt x="2063495" y="367283"/>
                </a:lnTo>
                <a:lnTo>
                  <a:pt x="2061301" y="391430"/>
                </a:lnTo>
                <a:lnTo>
                  <a:pt x="2044153" y="438424"/>
                </a:lnTo>
                <a:lnTo>
                  <a:pt x="2010899" y="483364"/>
                </a:lnTo>
                <a:lnTo>
                  <a:pt x="1962627" y="525862"/>
                </a:lnTo>
                <a:lnTo>
                  <a:pt x="1900423" y="565532"/>
                </a:lnTo>
                <a:lnTo>
                  <a:pt x="1864437" y="584185"/>
                </a:lnTo>
                <a:lnTo>
                  <a:pt x="1825375" y="601986"/>
                </a:lnTo>
                <a:lnTo>
                  <a:pt x="1783375" y="618886"/>
                </a:lnTo>
                <a:lnTo>
                  <a:pt x="1738571" y="634836"/>
                </a:lnTo>
                <a:lnTo>
                  <a:pt x="1691100" y="649789"/>
                </a:lnTo>
                <a:lnTo>
                  <a:pt x="1641098" y="663695"/>
                </a:lnTo>
                <a:lnTo>
                  <a:pt x="1588700" y="676507"/>
                </a:lnTo>
                <a:lnTo>
                  <a:pt x="1534042" y="688176"/>
                </a:lnTo>
                <a:lnTo>
                  <a:pt x="1477261" y="698654"/>
                </a:lnTo>
                <a:lnTo>
                  <a:pt x="1418492" y="707891"/>
                </a:lnTo>
                <a:lnTo>
                  <a:pt x="1357871" y="715841"/>
                </a:lnTo>
                <a:lnTo>
                  <a:pt x="1295535" y="722453"/>
                </a:lnTo>
                <a:lnTo>
                  <a:pt x="1231618" y="727681"/>
                </a:lnTo>
                <a:lnTo>
                  <a:pt x="1166257" y="731474"/>
                </a:lnTo>
                <a:lnTo>
                  <a:pt x="1099589" y="733786"/>
                </a:lnTo>
                <a:lnTo>
                  <a:pt x="1031748" y="734567"/>
                </a:lnTo>
                <a:lnTo>
                  <a:pt x="963909" y="733786"/>
                </a:lnTo>
                <a:lnTo>
                  <a:pt x="897243" y="731474"/>
                </a:lnTo>
                <a:lnTo>
                  <a:pt x="831884" y="727681"/>
                </a:lnTo>
                <a:lnTo>
                  <a:pt x="767969" y="722453"/>
                </a:lnTo>
                <a:lnTo>
                  <a:pt x="705633" y="715841"/>
                </a:lnTo>
                <a:lnTo>
                  <a:pt x="645014" y="707891"/>
                </a:lnTo>
                <a:lnTo>
                  <a:pt x="586245" y="698654"/>
                </a:lnTo>
                <a:lnTo>
                  <a:pt x="529464" y="688176"/>
                </a:lnTo>
                <a:lnTo>
                  <a:pt x="474807" y="676507"/>
                </a:lnTo>
                <a:lnTo>
                  <a:pt x="422408" y="663695"/>
                </a:lnTo>
                <a:lnTo>
                  <a:pt x="372405" y="649789"/>
                </a:lnTo>
                <a:lnTo>
                  <a:pt x="324934" y="634836"/>
                </a:lnTo>
                <a:lnTo>
                  <a:pt x="280129" y="618886"/>
                </a:lnTo>
                <a:lnTo>
                  <a:pt x="238128" y="601986"/>
                </a:lnTo>
                <a:lnTo>
                  <a:pt x="199066" y="584185"/>
                </a:lnTo>
                <a:lnTo>
                  <a:pt x="163078" y="565532"/>
                </a:lnTo>
                <a:lnTo>
                  <a:pt x="130302" y="546075"/>
                </a:lnTo>
                <a:lnTo>
                  <a:pt x="74926" y="504942"/>
                </a:lnTo>
                <a:lnTo>
                  <a:pt x="34025" y="461174"/>
                </a:lnTo>
                <a:lnTo>
                  <a:pt x="8687" y="415159"/>
                </a:lnTo>
                <a:lnTo>
                  <a:pt x="0" y="367283"/>
                </a:lnTo>
                <a:close/>
              </a:path>
            </a:pathLst>
          </a:custGeom>
          <a:ln w="25908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95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966" y="982217"/>
            <a:ext cx="330200" cy="0"/>
          </a:xfrm>
          <a:custGeom>
            <a:avLst/>
            <a:gdLst/>
            <a:ahLst/>
            <a:cxnLst/>
            <a:rect l="l" t="t" r="r" b="b"/>
            <a:pathLst>
              <a:path w="330200">
                <a:moveTo>
                  <a:pt x="0" y="0"/>
                </a:moveTo>
                <a:lnTo>
                  <a:pt x="329946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19911" y="228600"/>
            <a:ext cx="6033770" cy="2501265"/>
          </a:xfrm>
          <a:custGeom>
            <a:avLst/>
            <a:gdLst/>
            <a:ahLst/>
            <a:cxnLst/>
            <a:rect l="l" t="t" r="r" b="b"/>
            <a:pathLst>
              <a:path w="6033770" h="2501265">
                <a:moveTo>
                  <a:pt x="0" y="2500884"/>
                </a:moveTo>
                <a:lnTo>
                  <a:pt x="6033516" y="2500884"/>
                </a:lnTo>
                <a:lnTo>
                  <a:pt x="6033516" y="0"/>
                </a:lnTo>
                <a:lnTo>
                  <a:pt x="0" y="0"/>
                </a:lnTo>
                <a:lnTo>
                  <a:pt x="0" y="25008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12703" y="965881"/>
            <a:ext cx="619125" cy="712470"/>
          </a:xfrm>
          <a:custGeom>
            <a:avLst/>
            <a:gdLst/>
            <a:ahLst/>
            <a:cxnLst/>
            <a:rect l="l" t="t" r="r" b="b"/>
            <a:pathLst>
              <a:path w="619125" h="712469">
                <a:moveTo>
                  <a:pt x="0" y="711987"/>
                </a:moveTo>
                <a:lnTo>
                  <a:pt x="618551" y="711987"/>
                </a:lnTo>
                <a:lnTo>
                  <a:pt x="618551" y="0"/>
                </a:lnTo>
                <a:lnTo>
                  <a:pt x="0" y="0"/>
                </a:lnTo>
                <a:lnTo>
                  <a:pt x="0" y="7119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112703" y="1250672"/>
            <a:ext cx="77470" cy="142875"/>
          </a:xfrm>
          <a:custGeom>
            <a:avLst/>
            <a:gdLst/>
            <a:ahLst/>
            <a:cxnLst/>
            <a:rect l="l" t="t" r="r" b="b"/>
            <a:pathLst>
              <a:path w="77469" h="142875">
                <a:moveTo>
                  <a:pt x="0" y="0"/>
                </a:moveTo>
                <a:lnTo>
                  <a:pt x="77355" y="71232"/>
                </a:lnTo>
                <a:lnTo>
                  <a:pt x="0" y="142465"/>
                </a:lnTo>
              </a:path>
            </a:pathLst>
          </a:custGeom>
          <a:ln w="231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052564" y="762554"/>
            <a:ext cx="31305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100" b="1" spc="55" dirty="0">
                <a:latin typeface="Times New Roman"/>
                <a:cs typeface="Times New Roman"/>
              </a:rPr>
              <a:t>FF</a:t>
            </a:r>
            <a:r>
              <a:rPr sz="1050" b="1" spc="82" baseline="-11904" dirty="0">
                <a:latin typeface="Times New Roman"/>
                <a:cs typeface="Times New Roman"/>
              </a:rPr>
              <a:t>0</a:t>
            </a:r>
            <a:endParaRPr sz="1050" baseline="-11904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731331" y="1108307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594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00504" y="1535504"/>
            <a:ext cx="81280" cy="0"/>
          </a:xfrm>
          <a:custGeom>
            <a:avLst/>
            <a:gdLst/>
            <a:ahLst/>
            <a:cxnLst/>
            <a:rect l="l" t="t" r="r" b="b"/>
            <a:pathLst>
              <a:path w="81280">
                <a:moveTo>
                  <a:pt x="0" y="0"/>
                </a:moveTo>
                <a:lnTo>
                  <a:pt x="81174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723912" y="1500239"/>
            <a:ext cx="76835" cy="71120"/>
          </a:xfrm>
          <a:custGeom>
            <a:avLst/>
            <a:gdLst/>
            <a:ahLst/>
            <a:cxnLst/>
            <a:rect l="l" t="t" r="r" b="b"/>
            <a:pathLst>
              <a:path w="76835" h="71119">
                <a:moveTo>
                  <a:pt x="76592" y="35264"/>
                </a:moveTo>
                <a:lnTo>
                  <a:pt x="73584" y="21531"/>
                </a:lnTo>
                <a:lnTo>
                  <a:pt x="65381" y="10323"/>
                </a:lnTo>
                <a:lnTo>
                  <a:pt x="53209" y="2769"/>
                </a:lnTo>
                <a:lnTo>
                  <a:pt x="38296" y="0"/>
                </a:lnTo>
                <a:lnTo>
                  <a:pt x="23382" y="2769"/>
                </a:lnTo>
                <a:lnTo>
                  <a:pt x="11210" y="10323"/>
                </a:lnTo>
                <a:lnTo>
                  <a:pt x="3007" y="21531"/>
                </a:lnTo>
                <a:lnTo>
                  <a:pt x="0" y="35264"/>
                </a:lnTo>
                <a:lnTo>
                  <a:pt x="3007" y="48997"/>
                </a:lnTo>
                <a:lnTo>
                  <a:pt x="11210" y="60206"/>
                </a:lnTo>
                <a:lnTo>
                  <a:pt x="23382" y="67760"/>
                </a:lnTo>
                <a:lnTo>
                  <a:pt x="38296" y="70529"/>
                </a:lnTo>
                <a:lnTo>
                  <a:pt x="53209" y="67760"/>
                </a:lnTo>
                <a:lnTo>
                  <a:pt x="65381" y="60206"/>
                </a:lnTo>
                <a:lnTo>
                  <a:pt x="73584" y="48997"/>
                </a:lnTo>
                <a:lnTo>
                  <a:pt x="76592" y="35264"/>
                </a:lnTo>
                <a:close/>
              </a:path>
            </a:pathLst>
          </a:custGeom>
          <a:ln w="225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69420" y="1329139"/>
            <a:ext cx="859155" cy="0"/>
          </a:xfrm>
          <a:custGeom>
            <a:avLst/>
            <a:gdLst/>
            <a:ahLst/>
            <a:cxnLst/>
            <a:rect l="l" t="t" r="r" b="b"/>
            <a:pathLst>
              <a:path w="859155">
                <a:moveTo>
                  <a:pt x="858616" y="0"/>
                </a:moveTo>
                <a:lnTo>
                  <a:pt x="0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016720" y="1282557"/>
            <a:ext cx="99226" cy="931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45595" y="965882"/>
            <a:ext cx="619125" cy="712470"/>
          </a:xfrm>
          <a:custGeom>
            <a:avLst/>
            <a:gdLst/>
            <a:ahLst/>
            <a:cxnLst/>
            <a:rect l="l" t="t" r="r" b="b"/>
            <a:pathLst>
              <a:path w="619125" h="712469">
                <a:moveTo>
                  <a:pt x="0" y="711987"/>
                </a:moveTo>
                <a:lnTo>
                  <a:pt x="618551" y="711987"/>
                </a:lnTo>
                <a:lnTo>
                  <a:pt x="618551" y="0"/>
                </a:lnTo>
                <a:lnTo>
                  <a:pt x="0" y="0"/>
                </a:lnTo>
                <a:lnTo>
                  <a:pt x="0" y="7119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45595" y="1250673"/>
            <a:ext cx="77470" cy="142875"/>
          </a:xfrm>
          <a:custGeom>
            <a:avLst/>
            <a:gdLst/>
            <a:ahLst/>
            <a:cxnLst/>
            <a:rect l="l" t="t" r="r" b="b"/>
            <a:pathLst>
              <a:path w="77470" h="142875">
                <a:moveTo>
                  <a:pt x="0" y="0"/>
                </a:moveTo>
                <a:lnTo>
                  <a:pt x="77246" y="71232"/>
                </a:lnTo>
                <a:lnTo>
                  <a:pt x="0" y="142465"/>
                </a:lnTo>
              </a:path>
            </a:pathLst>
          </a:custGeom>
          <a:ln w="231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289711" y="762554"/>
            <a:ext cx="31242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100" b="1" spc="50" dirty="0">
                <a:latin typeface="Times New Roman"/>
                <a:cs typeface="Times New Roman"/>
              </a:rPr>
              <a:t>FF</a:t>
            </a:r>
            <a:r>
              <a:rPr sz="1050" b="1" spc="75" baseline="-11904" dirty="0">
                <a:latin typeface="Times New Roman"/>
                <a:cs typeface="Times New Roman"/>
              </a:rPr>
              <a:t>1</a:t>
            </a:r>
            <a:endParaRPr sz="1050" baseline="-11904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968261" y="1105394"/>
            <a:ext cx="227965" cy="3175"/>
          </a:xfrm>
          <a:custGeom>
            <a:avLst/>
            <a:gdLst/>
            <a:ahLst/>
            <a:cxnLst/>
            <a:rect l="l" t="t" r="r" b="b"/>
            <a:pathLst>
              <a:path w="227964" h="3175">
                <a:moveTo>
                  <a:pt x="0" y="2913"/>
                </a:moveTo>
                <a:lnTo>
                  <a:pt x="227812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37543" y="1535504"/>
            <a:ext cx="81280" cy="0"/>
          </a:xfrm>
          <a:custGeom>
            <a:avLst/>
            <a:gdLst/>
            <a:ahLst/>
            <a:cxnLst/>
            <a:rect l="l" t="t" r="r" b="b"/>
            <a:pathLst>
              <a:path w="81279">
                <a:moveTo>
                  <a:pt x="0" y="0"/>
                </a:moveTo>
                <a:lnTo>
                  <a:pt x="81174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960951" y="1500239"/>
            <a:ext cx="76835" cy="71120"/>
          </a:xfrm>
          <a:custGeom>
            <a:avLst/>
            <a:gdLst/>
            <a:ahLst/>
            <a:cxnLst/>
            <a:rect l="l" t="t" r="r" b="b"/>
            <a:pathLst>
              <a:path w="76835" h="71119">
                <a:moveTo>
                  <a:pt x="76592" y="35264"/>
                </a:moveTo>
                <a:lnTo>
                  <a:pt x="73584" y="21531"/>
                </a:lnTo>
                <a:lnTo>
                  <a:pt x="65381" y="10323"/>
                </a:lnTo>
                <a:lnTo>
                  <a:pt x="53209" y="2769"/>
                </a:lnTo>
                <a:lnTo>
                  <a:pt x="38296" y="0"/>
                </a:lnTo>
                <a:lnTo>
                  <a:pt x="23382" y="2769"/>
                </a:lnTo>
                <a:lnTo>
                  <a:pt x="11210" y="10323"/>
                </a:lnTo>
                <a:lnTo>
                  <a:pt x="3007" y="21531"/>
                </a:lnTo>
                <a:lnTo>
                  <a:pt x="0" y="35264"/>
                </a:lnTo>
                <a:lnTo>
                  <a:pt x="3007" y="48997"/>
                </a:lnTo>
                <a:lnTo>
                  <a:pt x="11210" y="60206"/>
                </a:lnTo>
                <a:lnTo>
                  <a:pt x="23382" y="67760"/>
                </a:lnTo>
                <a:lnTo>
                  <a:pt x="38296" y="70529"/>
                </a:lnTo>
                <a:lnTo>
                  <a:pt x="53209" y="67760"/>
                </a:lnTo>
                <a:lnTo>
                  <a:pt x="65381" y="60206"/>
                </a:lnTo>
                <a:lnTo>
                  <a:pt x="73584" y="48997"/>
                </a:lnTo>
                <a:lnTo>
                  <a:pt x="76592" y="35264"/>
                </a:lnTo>
                <a:close/>
              </a:path>
            </a:pathLst>
          </a:custGeom>
          <a:ln w="225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028426" y="1321905"/>
            <a:ext cx="232410" cy="0"/>
          </a:xfrm>
          <a:custGeom>
            <a:avLst/>
            <a:gdLst/>
            <a:ahLst/>
            <a:cxnLst/>
            <a:rect l="l" t="t" r="r" b="b"/>
            <a:pathLst>
              <a:path w="232410">
                <a:moveTo>
                  <a:pt x="232394" y="0"/>
                </a:moveTo>
                <a:lnTo>
                  <a:pt x="0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60821" y="1286641"/>
            <a:ext cx="76835" cy="71120"/>
          </a:xfrm>
          <a:custGeom>
            <a:avLst/>
            <a:gdLst/>
            <a:ahLst/>
            <a:cxnLst/>
            <a:rect l="l" t="t" r="r" b="b"/>
            <a:pathLst>
              <a:path w="76835" h="71119">
                <a:moveTo>
                  <a:pt x="0" y="35264"/>
                </a:moveTo>
                <a:lnTo>
                  <a:pt x="3007" y="48997"/>
                </a:lnTo>
                <a:lnTo>
                  <a:pt x="11210" y="60206"/>
                </a:lnTo>
                <a:lnTo>
                  <a:pt x="23382" y="67760"/>
                </a:lnTo>
                <a:lnTo>
                  <a:pt x="38296" y="70529"/>
                </a:lnTo>
                <a:lnTo>
                  <a:pt x="53209" y="67760"/>
                </a:lnTo>
                <a:lnTo>
                  <a:pt x="65381" y="60206"/>
                </a:lnTo>
                <a:lnTo>
                  <a:pt x="73584" y="48997"/>
                </a:lnTo>
                <a:lnTo>
                  <a:pt x="76592" y="35264"/>
                </a:lnTo>
                <a:lnTo>
                  <a:pt x="73584" y="21531"/>
                </a:lnTo>
                <a:lnTo>
                  <a:pt x="65381" y="10323"/>
                </a:lnTo>
                <a:lnTo>
                  <a:pt x="53209" y="2769"/>
                </a:lnTo>
                <a:lnTo>
                  <a:pt x="38296" y="0"/>
                </a:lnTo>
                <a:lnTo>
                  <a:pt x="23382" y="2769"/>
                </a:lnTo>
                <a:lnTo>
                  <a:pt x="11210" y="10323"/>
                </a:lnTo>
                <a:lnTo>
                  <a:pt x="3007" y="21531"/>
                </a:lnTo>
                <a:lnTo>
                  <a:pt x="0" y="35264"/>
                </a:lnTo>
                <a:close/>
              </a:path>
            </a:pathLst>
          </a:custGeom>
          <a:ln w="225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590599" y="965882"/>
            <a:ext cx="619125" cy="712470"/>
          </a:xfrm>
          <a:custGeom>
            <a:avLst/>
            <a:gdLst/>
            <a:ahLst/>
            <a:cxnLst/>
            <a:rect l="l" t="t" r="r" b="b"/>
            <a:pathLst>
              <a:path w="619125" h="712469">
                <a:moveTo>
                  <a:pt x="0" y="711987"/>
                </a:moveTo>
                <a:lnTo>
                  <a:pt x="618551" y="711987"/>
                </a:lnTo>
                <a:lnTo>
                  <a:pt x="618551" y="0"/>
                </a:lnTo>
                <a:lnTo>
                  <a:pt x="0" y="0"/>
                </a:lnTo>
                <a:lnTo>
                  <a:pt x="0" y="7119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590599" y="1250673"/>
            <a:ext cx="77470" cy="142875"/>
          </a:xfrm>
          <a:custGeom>
            <a:avLst/>
            <a:gdLst/>
            <a:ahLst/>
            <a:cxnLst/>
            <a:rect l="l" t="t" r="r" b="b"/>
            <a:pathLst>
              <a:path w="77470" h="142875">
                <a:moveTo>
                  <a:pt x="0" y="0"/>
                </a:moveTo>
                <a:lnTo>
                  <a:pt x="77246" y="71232"/>
                </a:lnTo>
                <a:lnTo>
                  <a:pt x="0" y="142465"/>
                </a:lnTo>
              </a:path>
            </a:pathLst>
          </a:custGeom>
          <a:ln w="231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542243" y="762554"/>
            <a:ext cx="31305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100" b="1" spc="55" dirty="0">
                <a:latin typeface="Times New Roman"/>
                <a:cs typeface="Times New Roman"/>
              </a:rPr>
              <a:t>FF</a:t>
            </a:r>
            <a:r>
              <a:rPr sz="1050" b="1" spc="82" baseline="-11904" dirty="0">
                <a:latin typeface="Times New Roman"/>
                <a:cs typeface="Times New Roman"/>
              </a:rPr>
              <a:t>2</a:t>
            </a:r>
            <a:endParaRPr sz="1050" baseline="-11904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216646" y="1108307"/>
            <a:ext cx="356235" cy="0"/>
          </a:xfrm>
          <a:custGeom>
            <a:avLst/>
            <a:gdLst/>
            <a:ahLst/>
            <a:cxnLst/>
            <a:rect l="l" t="t" r="r" b="b"/>
            <a:pathLst>
              <a:path w="356235">
                <a:moveTo>
                  <a:pt x="0" y="0"/>
                </a:moveTo>
                <a:lnTo>
                  <a:pt x="355684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285928" y="1535504"/>
            <a:ext cx="70485" cy="0"/>
          </a:xfrm>
          <a:custGeom>
            <a:avLst/>
            <a:gdLst/>
            <a:ahLst/>
            <a:cxnLst/>
            <a:rect l="l" t="t" r="r" b="b"/>
            <a:pathLst>
              <a:path w="70485">
                <a:moveTo>
                  <a:pt x="0" y="0"/>
                </a:moveTo>
                <a:lnTo>
                  <a:pt x="69936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209336" y="1500239"/>
            <a:ext cx="76835" cy="71120"/>
          </a:xfrm>
          <a:custGeom>
            <a:avLst/>
            <a:gdLst/>
            <a:ahLst/>
            <a:cxnLst/>
            <a:rect l="l" t="t" r="r" b="b"/>
            <a:pathLst>
              <a:path w="76835" h="71119">
                <a:moveTo>
                  <a:pt x="76592" y="35264"/>
                </a:moveTo>
                <a:lnTo>
                  <a:pt x="73569" y="21531"/>
                </a:lnTo>
                <a:lnTo>
                  <a:pt x="65340" y="10323"/>
                </a:lnTo>
                <a:lnTo>
                  <a:pt x="53163" y="2769"/>
                </a:lnTo>
                <a:lnTo>
                  <a:pt x="38296" y="0"/>
                </a:lnTo>
                <a:lnTo>
                  <a:pt x="23382" y="2769"/>
                </a:lnTo>
                <a:lnTo>
                  <a:pt x="11210" y="10323"/>
                </a:lnTo>
                <a:lnTo>
                  <a:pt x="3007" y="21531"/>
                </a:lnTo>
                <a:lnTo>
                  <a:pt x="0" y="35264"/>
                </a:lnTo>
                <a:lnTo>
                  <a:pt x="3007" y="48997"/>
                </a:lnTo>
                <a:lnTo>
                  <a:pt x="11210" y="60206"/>
                </a:lnTo>
                <a:lnTo>
                  <a:pt x="23382" y="67760"/>
                </a:lnTo>
                <a:lnTo>
                  <a:pt x="38296" y="70529"/>
                </a:lnTo>
                <a:lnTo>
                  <a:pt x="53163" y="67760"/>
                </a:lnTo>
                <a:lnTo>
                  <a:pt x="65340" y="60206"/>
                </a:lnTo>
                <a:lnTo>
                  <a:pt x="73569" y="48997"/>
                </a:lnTo>
                <a:lnTo>
                  <a:pt x="76592" y="35264"/>
                </a:lnTo>
                <a:close/>
              </a:path>
            </a:pathLst>
          </a:custGeom>
          <a:ln w="225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96073" y="1329139"/>
            <a:ext cx="317500" cy="0"/>
          </a:xfrm>
          <a:custGeom>
            <a:avLst/>
            <a:gdLst/>
            <a:ahLst/>
            <a:cxnLst/>
            <a:rect l="l" t="t" r="r" b="b"/>
            <a:pathLst>
              <a:path w="317500">
                <a:moveTo>
                  <a:pt x="317387" y="0"/>
                </a:moveTo>
                <a:lnTo>
                  <a:pt x="0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502144" y="1282557"/>
            <a:ext cx="99226" cy="931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194812" y="1108307"/>
            <a:ext cx="151130" cy="0"/>
          </a:xfrm>
          <a:custGeom>
            <a:avLst/>
            <a:gdLst/>
            <a:ahLst/>
            <a:cxnLst/>
            <a:rect l="l" t="t" r="r" b="b"/>
            <a:pathLst>
              <a:path w="151129">
                <a:moveTo>
                  <a:pt x="0" y="0"/>
                </a:moveTo>
                <a:lnTo>
                  <a:pt x="150783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186956" y="1111824"/>
            <a:ext cx="0" cy="1164590"/>
          </a:xfrm>
          <a:custGeom>
            <a:avLst/>
            <a:gdLst/>
            <a:ahLst/>
            <a:cxnLst/>
            <a:rect l="l" t="t" r="r" b="b"/>
            <a:pathLst>
              <a:path h="1164589">
                <a:moveTo>
                  <a:pt x="0" y="1164351"/>
                </a:moveTo>
                <a:lnTo>
                  <a:pt x="0" y="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670259" y="455959"/>
            <a:ext cx="0" cy="649605"/>
          </a:xfrm>
          <a:custGeom>
            <a:avLst/>
            <a:gdLst/>
            <a:ahLst/>
            <a:cxnLst/>
            <a:rect l="l" t="t" r="r" b="b"/>
            <a:pathLst>
              <a:path h="649605">
                <a:moveTo>
                  <a:pt x="0" y="649435"/>
                </a:moveTo>
                <a:lnTo>
                  <a:pt x="0" y="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186956" y="2276175"/>
            <a:ext cx="3406140" cy="0"/>
          </a:xfrm>
          <a:custGeom>
            <a:avLst/>
            <a:gdLst/>
            <a:ahLst/>
            <a:cxnLst/>
            <a:rect l="l" t="t" r="r" b="b"/>
            <a:pathLst>
              <a:path w="3406140">
                <a:moveTo>
                  <a:pt x="3405947" y="0"/>
                </a:moveTo>
                <a:lnTo>
                  <a:pt x="0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58925" y="474947"/>
            <a:ext cx="0" cy="633730"/>
          </a:xfrm>
          <a:custGeom>
            <a:avLst/>
            <a:gdLst/>
            <a:ahLst/>
            <a:cxnLst/>
            <a:rect l="l" t="t" r="r" b="b"/>
            <a:pathLst>
              <a:path h="633730">
                <a:moveTo>
                  <a:pt x="0" y="633359"/>
                </a:moveTo>
                <a:lnTo>
                  <a:pt x="0" y="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196073" y="460681"/>
            <a:ext cx="0" cy="864869"/>
          </a:xfrm>
          <a:custGeom>
            <a:avLst/>
            <a:gdLst/>
            <a:ahLst/>
            <a:cxnLst/>
            <a:rect l="l" t="t" r="r" b="b"/>
            <a:pathLst>
              <a:path h="864869">
                <a:moveTo>
                  <a:pt x="0" y="864741"/>
                </a:moveTo>
                <a:lnTo>
                  <a:pt x="0" y="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433112" y="479669"/>
            <a:ext cx="0" cy="628650"/>
          </a:xfrm>
          <a:custGeom>
            <a:avLst/>
            <a:gdLst/>
            <a:ahLst/>
            <a:cxnLst/>
            <a:rect l="l" t="t" r="r" b="b"/>
            <a:pathLst>
              <a:path h="628650">
                <a:moveTo>
                  <a:pt x="0" y="628637"/>
                </a:moveTo>
                <a:lnTo>
                  <a:pt x="0" y="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2840851" y="246342"/>
            <a:ext cx="23622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100" b="1" i="1" spc="55" dirty="0">
                <a:latin typeface="Times New Roman"/>
                <a:cs typeface="Times New Roman"/>
              </a:rPr>
              <a:t>Q</a:t>
            </a:r>
            <a:r>
              <a:rPr sz="1050" b="1" spc="82" baseline="-11904" dirty="0">
                <a:latin typeface="Times New Roman"/>
                <a:cs typeface="Times New Roman"/>
              </a:rPr>
              <a:t>0</a:t>
            </a:r>
            <a:endParaRPr sz="1050" baseline="-11904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077999" y="242725"/>
            <a:ext cx="23622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100" b="1" i="1" spc="55" dirty="0">
                <a:latin typeface="Times New Roman"/>
                <a:cs typeface="Times New Roman"/>
              </a:rPr>
              <a:t>Q</a:t>
            </a:r>
            <a:r>
              <a:rPr sz="1050" b="1" spc="82" baseline="-11904" dirty="0">
                <a:latin typeface="Times New Roman"/>
                <a:cs typeface="Times New Roman"/>
              </a:rPr>
              <a:t>1</a:t>
            </a:r>
            <a:endParaRPr sz="1050" baseline="-11904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315037" y="242725"/>
            <a:ext cx="23622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100" b="1" i="1" spc="55" dirty="0">
                <a:latin typeface="Times New Roman"/>
                <a:cs typeface="Times New Roman"/>
              </a:rPr>
              <a:t>Q</a:t>
            </a:r>
            <a:r>
              <a:rPr sz="1050" b="1" spc="82" baseline="-11904" dirty="0">
                <a:latin typeface="Times New Roman"/>
                <a:cs typeface="Times New Roman"/>
              </a:rPr>
              <a:t>2</a:t>
            </a:r>
            <a:endParaRPr sz="1050" baseline="-11904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41902" y="973637"/>
            <a:ext cx="321310" cy="438784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405"/>
              </a:spcBef>
            </a:pPr>
            <a:r>
              <a:rPr sz="1100" b="1" u="heavy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b="1" u="heavy" spc="-1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05"/>
              </a:spcBef>
            </a:pPr>
            <a:r>
              <a:rPr sz="1100" b="1" i="1" spc="55" dirty="0">
                <a:latin typeface="Times New Roman"/>
                <a:cs typeface="Times New Roman"/>
              </a:rPr>
              <a:t>CP</a:t>
            </a:r>
            <a:r>
              <a:rPr sz="1050" b="1" spc="82" baseline="-11904" dirty="0">
                <a:latin typeface="Times New Roman"/>
                <a:cs typeface="Times New Roman"/>
              </a:rPr>
              <a:t>0</a:t>
            </a:r>
            <a:endParaRPr sz="1050" baseline="-11904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819781" y="965882"/>
            <a:ext cx="619125" cy="712470"/>
          </a:xfrm>
          <a:custGeom>
            <a:avLst/>
            <a:gdLst/>
            <a:ahLst/>
            <a:cxnLst/>
            <a:rect l="l" t="t" r="r" b="b"/>
            <a:pathLst>
              <a:path w="619125" h="712469">
                <a:moveTo>
                  <a:pt x="0" y="711987"/>
                </a:moveTo>
                <a:lnTo>
                  <a:pt x="618551" y="711987"/>
                </a:lnTo>
                <a:lnTo>
                  <a:pt x="618551" y="0"/>
                </a:lnTo>
                <a:lnTo>
                  <a:pt x="0" y="0"/>
                </a:lnTo>
                <a:lnTo>
                  <a:pt x="0" y="7119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819781" y="1250673"/>
            <a:ext cx="77470" cy="142875"/>
          </a:xfrm>
          <a:custGeom>
            <a:avLst/>
            <a:gdLst/>
            <a:ahLst/>
            <a:cxnLst/>
            <a:rect l="l" t="t" r="r" b="b"/>
            <a:pathLst>
              <a:path w="77470" h="142875">
                <a:moveTo>
                  <a:pt x="0" y="0"/>
                </a:moveTo>
                <a:lnTo>
                  <a:pt x="77246" y="71232"/>
                </a:lnTo>
                <a:lnTo>
                  <a:pt x="0" y="142465"/>
                </a:lnTo>
              </a:path>
            </a:pathLst>
          </a:custGeom>
          <a:ln w="231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5763897" y="762554"/>
            <a:ext cx="31305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100" b="1" spc="55" dirty="0">
                <a:latin typeface="Times New Roman"/>
                <a:cs typeface="Times New Roman"/>
              </a:rPr>
              <a:t>FF</a:t>
            </a:r>
            <a:r>
              <a:rPr sz="1050" b="1" spc="82" baseline="-11904" dirty="0">
                <a:latin typeface="Times New Roman"/>
                <a:cs typeface="Times New Roman"/>
              </a:rPr>
              <a:t>3</a:t>
            </a:r>
            <a:endParaRPr sz="1050" baseline="-11904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442556" y="1105394"/>
            <a:ext cx="227965" cy="3175"/>
          </a:xfrm>
          <a:custGeom>
            <a:avLst/>
            <a:gdLst/>
            <a:ahLst/>
            <a:cxnLst/>
            <a:rect l="l" t="t" r="r" b="b"/>
            <a:pathLst>
              <a:path w="227965" h="3175">
                <a:moveTo>
                  <a:pt x="0" y="2913"/>
                </a:moveTo>
                <a:lnTo>
                  <a:pt x="227703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511729" y="1535504"/>
            <a:ext cx="81280" cy="0"/>
          </a:xfrm>
          <a:custGeom>
            <a:avLst/>
            <a:gdLst/>
            <a:ahLst/>
            <a:cxnLst/>
            <a:rect l="l" t="t" r="r" b="b"/>
            <a:pathLst>
              <a:path w="81279">
                <a:moveTo>
                  <a:pt x="0" y="0"/>
                </a:moveTo>
                <a:lnTo>
                  <a:pt x="81174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435137" y="1500239"/>
            <a:ext cx="76835" cy="71120"/>
          </a:xfrm>
          <a:custGeom>
            <a:avLst/>
            <a:gdLst/>
            <a:ahLst/>
            <a:cxnLst/>
            <a:rect l="l" t="t" r="r" b="b"/>
            <a:pathLst>
              <a:path w="76834" h="71119">
                <a:moveTo>
                  <a:pt x="76592" y="35264"/>
                </a:moveTo>
                <a:lnTo>
                  <a:pt x="73584" y="21531"/>
                </a:lnTo>
                <a:lnTo>
                  <a:pt x="65381" y="10323"/>
                </a:lnTo>
                <a:lnTo>
                  <a:pt x="53209" y="2769"/>
                </a:lnTo>
                <a:lnTo>
                  <a:pt x="38296" y="0"/>
                </a:lnTo>
                <a:lnTo>
                  <a:pt x="23382" y="2769"/>
                </a:lnTo>
                <a:lnTo>
                  <a:pt x="11210" y="10323"/>
                </a:lnTo>
                <a:lnTo>
                  <a:pt x="3007" y="21531"/>
                </a:lnTo>
                <a:lnTo>
                  <a:pt x="0" y="35264"/>
                </a:lnTo>
                <a:lnTo>
                  <a:pt x="3007" y="48997"/>
                </a:lnTo>
                <a:lnTo>
                  <a:pt x="11210" y="60206"/>
                </a:lnTo>
                <a:lnTo>
                  <a:pt x="23382" y="67760"/>
                </a:lnTo>
                <a:lnTo>
                  <a:pt x="38296" y="70529"/>
                </a:lnTo>
                <a:lnTo>
                  <a:pt x="53209" y="67760"/>
                </a:lnTo>
                <a:lnTo>
                  <a:pt x="65381" y="60206"/>
                </a:lnTo>
                <a:lnTo>
                  <a:pt x="73584" y="48997"/>
                </a:lnTo>
                <a:lnTo>
                  <a:pt x="76592" y="35264"/>
                </a:lnTo>
                <a:close/>
              </a:path>
            </a:pathLst>
          </a:custGeom>
          <a:ln w="225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595570" y="1321906"/>
            <a:ext cx="154940" cy="0"/>
          </a:xfrm>
          <a:custGeom>
            <a:avLst/>
            <a:gdLst/>
            <a:ahLst/>
            <a:cxnLst/>
            <a:rect l="l" t="t" r="r" b="b"/>
            <a:pathLst>
              <a:path w="154939">
                <a:moveTo>
                  <a:pt x="154929" y="0"/>
                </a:moveTo>
                <a:lnTo>
                  <a:pt x="0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750500" y="1286641"/>
            <a:ext cx="76835" cy="71120"/>
          </a:xfrm>
          <a:custGeom>
            <a:avLst/>
            <a:gdLst/>
            <a:ahLst/>
            <a:cxnLst/>
            <a:rect l="l" t="t" r="r" b="b"/>
            <a:pathLst>
              <a:path w="76835" h="71119">
                <a:moveTo>
                  <a:pt x="0" y="35264"/>
                </a:moveTo>
                <a:lnTo>
                  <a:pt x="3007" y="48997"/>
                </a:lnTo>
                <a:lnTo>
                  <a:pt x="11210" y="60206"/>
                </a:lnTo>
                <a:lnTo>
                  <a:pt x="23382" y="67760"/>
                </a:lnTo>
                <a:lnTo>
                  <a:pt x="38296" y="70529"/>
                </a:lnTo>
                <a:lnTo>
                  <a:pt x="53209" y="67760"/>
                </a:lnTo>
                <a:lnTo>
                  <a:pt x="65381" y="60206"/>
                </a:lnTo>
                <a:lnTo>
                  <a:pt x="73584" y="48997"/>
                </a:lnTo>
                <a:lnTo>
                  <a:pt x="76592" y="35264"/>
                </a:lnTo>
                <a:lnTo>
                  <a:pt x="73584" y="21531"/>
                </a:lnTo>
                <a:lnTo>
                  <a:pt x="65381" y="10323"/>
                </a:lnTo>
                <a:lnTo>
                  <a:pt x="53209" y="2769"/>
                </a:lnTo>
                <a:lnTo>
                  <a:pt x="38296" y="0"/>
                </a:lnTo>
                <a:lnTo>
                  <a:pt x="23382" y="2769"/>
                </a:lnTo>
                <a:lnTo>
                  <a:pt x="11210" y="10323"/>
                </a:lnTo>
                <a:lnTo>
                  <a:pt x="3007" y="21531"/>
                </a:lnTo>
                <a:lnTo>
                  <a:pt x="0" y="35264"/>
                </a:lnTo>
                <a:close/>
              </a:path>
            </a:pathLst>
          </a:custGeom>
          <a:ln w="225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556837" y="1004578"/>
            <a:ext cx="262944" cy="1433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592903" y="1535504"/>
            <a:ext cx="0" cy="731520"/>
          </a:xfrm>
          <a:custGeom>
            <a:avLst/>
            <a:gdLst/>
            <a:ahLst/>
            <a:cxnLst/>
            <a:rect l="l" t="t" r="r" b="b"/>
            <a:pathLst>
              <a:path h="731519">
                <a:moveTo>
                  <a:pt x="0" y="0"/>
                </a:moveTo>
                <a:lnTo>
                  <a:pt x="0" y="731177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169420" y="2148016"/>
            <a:ext cx="4418965" cy="0"/>
          </a:xfrm>
          <a:custGeom>
            <a:avLst/>
            <a:gdLst/>
            <a:ahLst/>
            <a:cxnLst/>
            <a:rect l="l" t="t" r="r" b="b"/>
            <a:pathLst>
              <a:path w="4418965">
                <a:moveTo>
                  <a:pt x="4418403" y="0"/>
                </a:moveTo>
                <a:lnTo>
                  <a:pt x="0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599388" y="1321906"/>
            <a:ext cx="0" cy="831215"/>
          </a:xfrm>
          <a:custGeom>
            <a:avLst/>
            <a:gdLst/>
            <a:ahLst/>
            <a:cxnLst/>
            <a:rect l="l" t="t" r="r" b="b"/>
            <a:pathLst>
              <a:path h="831214">
                <a:moveTo>
                  <a:pt x="0" y="830852"/>
                </a:moveTo>
                <a:lnTo>
                  <a:pt x="0" y="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556837" y="774045"/>
            <a:ext cx="0" cy="272415"/>
          </a:xfrm>
          <a:custGeom>
            <a:avLst/>
            <a:gdLst/>
            <a:ahLst/>
            <a:cxnLst/>
            <a:rect l="l" t="t" r="r" b="b"/>
            <a:pathLst>
              <a:path h="272415">
                <a:moveTo>
                  <a:pt x="0" y="271971"/>
                </a:moveTo>
                <a:lnTo>
                  <a:pt x="0" y="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6552185" y="242725"/>
            <a:ext cx="23622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100" b="1" i="1" spc="55" dirty="0">
                <a:latin typeface="Times New Roman"/>
                <a:cs typeface="Times New Roman"/>
              </a:rPr>
              <a:t>Q</a:t>
            </a:r>
            <a:r>
              <a:rPr sz="1050" b="1" spc="82" baseline="-11904" dirty="0">
                <a:latin typeface="Times New Roman"/>
                <a:cs typeface="Times New Roman"/>
              </a:rPr>
              <a:t>3</a:t>
            </a:r>
            <a:endParaRPr sz="1050" baseline="-11904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4199892" y="774045"/>
            <a:ext cx="1356995" cy="0"/>
          </a:xfrm>
          <a:custGeom>
            <a:avLst/>
            <a:gdLst/>
            <a:ahLst/>
            <a:cxnLst/>
            <a:rect l="l" t="t" r="r" b="b"/>
            <a:pathLst>
              <a:path w="1356995">
                <a:moveTo>
                  <a:pt x="0" y="0"/>
                </a:moveTo>
                <a:lnTo>
                  <a:pt x="1356945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028426" y="1321905"/>
            <a:ext cx="0" cy="821690"/>
          </a:xfrm>
          <a:custGeom>
            <a:avLst/>
            <a:gdLst/>
            <a:ahLst/>
            <a:cxnLst/>
            <a:rect l="l" t="t" r="r" b="b"/>
            <a:pathLst>
              <a:path h="821689">
                <a:moveTo>
                  <a:pt x="0" y="0"/>
                </a:moveTo>
                <a:lnTo>
                  <a:pt x="0" y="821358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901897" y="2048561"/>
            <a:ext cx="216535" cy="0"/>
          </a:xfrm>
          <a:custGeom>
            <a:avLst/>
            <a:gdLst/>
            <a:ahLst/>
            <a:cxnLst/>
            <a:rect l="l" t="t" r="r" b="b"/>
            <a:pathLst>
              <a:path w="216534">
                <a:moveTo>
                  <a:pt x="0" y="0"/>
                </a:moveTo>
                <a:lnTo>
                  <a:pt x="216494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288487" y="2507697"/>
            <a:ext cx="232410" cy="0"/>
          </a:xfrm>
          <a:custGeom>
            <a:avLst/>
            <a:gdLst/>
            <a:ahLst/>
            <a:cxnLst/>
            <a:rect l="l" t="t" r="r" b="b"/>
            <a:pathLst>
              <a:path w="232409">
                <a:moveTo>
                  <a:pt x="0" y="0"/>
                </a:moveTo>
                <a:lnTo>
                  <a:pt x="231958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288487" y="2614496"/>
            <a:ext cx="232410" cy="0"/>
          </a:xfrm>
          <a:custGeom>
            <a:avLst/>
            <a:gdLst/>
            <a:ahLst/>
            <a:cxnLst/>
            <a:rect l="l" t="t" r="r" b="b"/>
            <a:pathLst>
              <a:path w="232409">
                <a:moveTo>
                  <a:pt x="0" y="0"/>
                </a:moveTo>
                <a:lnTo>
                  <a:pt x="231958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705052" y="2561097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0" y="0"/>
                </a:moveTo>
                <a:lnTo>
                  <a:pt x="47351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520445" y="2561097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4">
                <a:moveTo>
                  <a:pt x="0" y="0"/>
                </a:moveTo>
                <a:lnTo>
                  <a:pt x="149878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369672" y="2454297"/>
            <a:ext cx="301625" cy="213995"/>
          </a:xfrm>
          <a:custGeom>
            <a:avLst/>
            <a:gdLst/>
            <a:ahLst/>
            <a:cxnLst/>
            <a:rect l="l" t="t" r="r" b="b"/>
            <a:pathLst>
              <a:path w="301625" h="213994">
                <a:moveTo>
                  <a:pt x="90470" y="0"/>
                </a:moveTo>
                <a:lnTo>
                  <a:pt x="0" y="0"/>
                </a:lnTo>
                <a:lnTo>
                  <a:pt x="26887" y="41706"/>
                </a:lnTo>
                <a:lnTo>
                  <a:pt x="40330" y="84930"/>
                </a:lnTo>
                <a:lnTo>
                  <a:pt x="40330" y="128659"/>
                </a:lnTo>
                <a:lnTo>
                  <a:pt x="26887" y="171884"/>
                </a:lnTo>
                <a:lnTo>
                  <a:pt x="0" y="213595"/>
                </a:lnTo>
                <a:lnTo>
                  <a:pt x="90470" y="213595"/>
                </a:lnTo>
                <a:lnTo>
                  <a:pt x="146055" y="201974"/>
                </a:lnTo>
                <a:lnTo>
                  <a:pt x="196123" y="184894"/>
                </a:lnTo>
                <a:lnTo>
                  <a:pt x="239506" y="162945"/>
                </a:lnTo>
                <a:lnTo>
                  <a:pt x="275036" y="136720"/>
                </a:lnTo>
                <a:lnTo>
                  <a:pt x="301545" y="106809"/>
                </a:lnTo>
                <a:lnTo>
                  <a:pt x="275296" y="76768"/>
                </a:lnTo>
                <a:lnTo>
                  <a:pt x="239861" y="50457"/>
                </a:lnTo>
                <a:lnTo>
                  <a:pt x="196444" y="28486"/>
                </a:lnTo>
                <a:lnTo>
                  <a:pt x="146246" y="11464"/>
                </a:lnTo>
                <a:lnTo>
                  <a:pt x="904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369672" y="2454298"/>
            <a:ext cx="301625" cy="213995"/>
          </a:xfrm>
          <a:custGeom>
            <a:avLst/>
            <a:gdLst/>
            <a:ahLst/>
            <a:cxnLst/>
            <a:rect l="l" t="t" r="r" b="b"/>
            <a:pathLst>
              <a:path w="301625" h="213994">
                <a:moveTo>
                  <a:pt x="301545" y="106809"/>
                </a:moveTo>
                <a:lnTo>
                  <a:pt x="275036" y="136720"/>
                </a:lnTo>
                <a:lnTo>
                  <a:pt x="239506" y="162945"/>
                </a:lnTo>
                <a:lnTo>
                  <a:pt x="196123" y="184894"/>
                </a:lnTo>
                <a:lnTo>
                  <a:pt x="146055" y="201974"/>
                </a:lnTo>
                <a:lnTo>
                  <a:pt x="90470" y="213595"/>
                </a:lnTo>
                <a:lnTo>
                  <a:pt x="0" y="213595"/>
                </a:lnTo>
                <a:lnTo>
                  <a:pt x="26887" y="171884"/>
                </a:lnTo>
                <a:lnTo>
                  <a:pt x="40330" y="128659"/>
                </a:lnTo>
                <a:lnTo>
                  <a:pt x="40330" y="84930"/>
                </a:lnTo>
                <a:lnTo>
                  <a:pt x="26887" y="41706"/>
                </a:lnTo>
                <a:lnTo>
                  <a:pt x="0" y="0"/>
                </a:lnTo>
                <a:lnTo>
                  <a:pt x="90470" y="0"/>
                </a:lnTo>
                <a:lnTo>
                  <a:pt x="146246" y="11464"/>
                </a:lnTo>
                <a:lnTo>
                  <a:pt x="196444" y="28486"/>
                </a:lnTo>
                <a:lnTo>
                  <a:pt x="239861" y="50457"/>
                </a:lnTo>
                <a:lnTo>
                  <a:pt x="275296" y="76768"/>
                </a:lnTo>
                <a:lnTo>
                  <a:pt x="301545" y="106809"/>
                </a:lnTo>
                <a:close/>
              </a:path>
            </a:pathLst>
          </a:custGeom>
          <a:ln w="223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670324" y="2545102"/>
            <a:ext cx="34925" cy="32384"/>
          </a:xfrm>
          <a:custGeom>
            <a:avLst/>
            <a:gdLst/>
            <a:ahLst/>
            <a:cxnLst/>
            <a:rect l="l" t="t" r="r" b="b"/>
            <a:pathLst>
              <a:path w="34925" h="32385">
                <a:moveTo>
                  <a:pt x="26959" y="0"/>
                </a:moveTo>
                <a:lnTo>
                  <a:pt x="7768" y="0"/>
                </a:lnTo>
                <a:lnTo>
                  <a:pt x="0" y="7163"/>
                </a:lnTo>
                <a:lnTo>
                  <a:pt x="0" y="24826"/>
                </a:lnTo>
                <a:lnTo>
                  <a:pt x="7768" y="31989"/>
                </a:lnTo>
                <a:lnTo>
                  <a:pt x="26959" y="31989"/>
                </a:lnTo>
                <a:lnTo>
                  <a:pt x="34728" y="24826"/>
                </a:lnTo>
                <a:lnTo>
                  <a:pt x="34728" y="7163"/>
                </a:lnTo>
                <a:lnTo>
                  <a:pt x="26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670324" y="2545102"/>
            <a:ext cx="34925" cy="32384"/>
          </a:xfrm>
          <a:custGeom>
            <a:avLst/>
            <a:gdLst/>
            <a:ahLst/>
            <a:cxnLst/>
            <a:rect l="l" t="t" r="r" b="b"/>
            <a:pathLst>
              <a:path w="34925" h="32385">
                <a:moveTo>
                  <a:pt x="34728" y="15994"/>
                </a:moveTo>
                <a:lnTo>
                  <a:pt x="34728" y="7163"/>
                </a:lnTo>
                <a:lnTo>
                  <a:pt x="26959" y="0"/>
                </a:lnTo>
                <a:lnTo>
                  <a:pt x="17369" y="0"/>
                </a:lnTo>
                <a:lnTo>
                  <a:pt x="7768" y="0"/>
                </a:lnTo>
                <a:lnTo>
                  <a:pt x="0" y="7163"/>
                </a:lnTo>
                <a:lnTo>
                  <a:pt x="0" y="15994"/>
                </a:lnTo>
                <a:lnTo>
                  <a:pt x="0" y="24826"/>
                </a:lnTo>
                <a:lnTo>
                  <a:pt x="7768" y="31989"/>
                </a:lnTo>
                <a:lnTo>
                  <a:pt x="17369" y="31989"/>
                </a:lnTo>
                <a:lnTo>
                  <a:pt x="26959" y="31989"/>
                </a:lnTo>
                <a:lnTo>
                  <a:pt x="34728" y="24826"/>
                </a:lnTo>
                <a:lnTo>
                  <a:pt x="34728" y="15994"/>
                </a:lnTo>
                <a:close/>
              </a:path>
            </a:pathLst>
          </a:custGeom>
          <a:ln w="225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369672" y="2454297"/>
            <a:ext cx="301625" cy="213995"/>
          </a:xfrm>
          <a:custGeom>
            <a:avLst/>
            <a:gdLst/>
            <a:ahLst/>
            <a:cxnLst/>
            <a:rect l="l" t="t" r="r" b="b"/>
            <a:pathLst>
              <a:path w="301625" h="213994">
                <a:moveTo>
                  <a:pt x="185566" y="0"/>
                </a:moveTo>
                <a:lnTo>
                  <a:pt x="0" y="0"/>
                </a:lnTo>
                <a:lnTo>
                  <a:pt x="0" y="213595"/>
                </a:lnTo>
                <a:lnTo>
                  <a:pt x="185566" y="213595"/>
                </a:lnTo>
                <a:lnTo>
                  <a:pt x="230711" y="205203"/>
                </a:lnTo>
                <a:lnTo>
                  <a:pt x="267577" y="182316"/>
                </a:lnTo>
                <a:lnTo>
                  <a:pt x="292431" y="148370"/>
                </a:lnTo>
                <a:lnTo>
                  <a:pt x="301545" y="106799"/>
                </a:lnTo>
                <a:lnTo>
                  <a:pt x="292431" y="65227"/>
                </a:lnTo>
                <a:lnTo>
                  <a:pt x="267577" y="31279"/>
                </a:lnTo>
                <a:lnTo>
                  <a:pt x="230711" y="8392"/>
                </a:lnTo>
                <a:lnTo>
                  <a:pt x="1855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369672" y="2454298"/>
            <a:ext cx="301625" cy="213995"/>
          </a:xfrm>
          <a:custGeom>
            <a:avLst/>
            <a:gdLst/>
            <a:ahLst/>
            <a:cxnLst/>
            <a:rect l="l" t="t" r="r" b="b"/>
            <a:pathLst>
              <a:path w="301625" h="213994">
                <a:moveTo>
                  <a:pt x="185566" y="213595"/>
                </a:moveTo>
                <a:lnTo>
                  <a:pt x="0" y="213595"/>
                </a:lnTo>
                <a:lnTo>
                  <a:pt x="0" y="0"/>
                </a:lnTo>
                <a:lnTo>
                  <a:pt x="185566" y="0"/>
                </a:lnTo>
                <a:lnTo>
                  <a:pt x="230711" y="8392"/>
                </a:lnTo>
                <a:lnTo>
                  <a:pt x="267577" y="31279"/>
                </a:lnTo>
                <a:lnTo>
                  <a:pt x="292431" y="65227"/>
                </a:lnTo>
                <a:lnTo>
                  <a:pt x="301545" y="106799"/>
                </a:lnTo>
                <a:lnTo>
                  <a:pt x="292431" y="148370"/>
                </a:lnTo>
                <a:lnTo>
                  <a:pt x="267577" y="182316"/>
                </a:lnTo>
                <a:lnTo>
                  <a:pt x="230711" y="205203"/>
                </a:lnTo>
                <a:lnTo>
                  <a:pt x="185566" y="213595"/>
                </a:lnTo>
                <a:close/>
              </a:path>
            </a:pathLst>
          </a:custGeom>
          <a:ln w="223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288487" y="578230"/>
            <a:ext cx="232410" cy="0"/>
          </a:xfrm>
          <a:custGeom>
            <a:avLst/>
            <a:gdLst/>
            <a:ahLst/>
            <a:cxnLst/>
            <a:rect l="l" t="t" r="r" b="b"/>
            <a:pathLst>
              <a:path w="232409">
                <a:moveTo>
                  <a:pt x="0" y="0"/>
                </a:moveTo>
                <a:lnTo>
                  <a:pt x="231958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288487" y="685029"/>
            <a:ext cx="232410" cy="0"/>
          </a:xfrm>
          <a:custGeom>
            <a:avLst/>
            <a:gdLst/>
            <a:ahLst/>
            <a:cxnLst/>
            <a:rect l="l" t="t" r="r" b="b"/>
            <a:pathLst>
              <a:path w="232409">
                <a:moveTo>
                  <a:pt x="0" y="0"/>
                </a:moveTo>
                <a:lnTo>
                  <a:pt x="231958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705052" y="631579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0" y="0"/>
                </a:moveTo>
                <a:lnTo>
                  <a:pt x="47351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520445" y="631579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4">
                <a:moveTo>
                  <a:pt x="0" y="0"/>
                </a:moveTo>
                <a:lnTo>
                  <a:pt x="149878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369672" y="524780"/>
            <a:ext cx="301625" cy="213995"/>
          </a:xfrm>
          <a:custGeom>
            <a:avLst/>
            <a:gdLst/>
            <a:ahLst/>
            <a:cxnLst/>
            <a:rect l="l" t="t" r="r" b="b"/>
            <a:pathLst>
              <a:path w="301625" h="213995">
                <a:moveTo>
                  <a:pt x="90470" y="0"/>
                </a:moveTo>
                <a:lnTo>
                  <a:pt x="0" y="0"/>
                </a:lnTo>
                <a:lnTo>
                  <a:pt x="26887" y="41716"/>
                </a:lnTo>
                <a:lnTo>
                  <a:pt x="40330" y="84937"/>
                </a:lnTo>
                <a:lnTo>
                  <a:pt x="40330" y="128660"/>
                </a:lnTo>
                <a:lnTo>
                  <a:pt x="26887" y="171881"/>
                </a:lnTo>
                <a:lnTo>
                  <a:pt x="0" y="213598"/>
                </a:lnTo>
                <a:lnTo>
                  <a:pt x="90470" y="213598"/>
                </a:lnTo>
                <a:lnTo>
                  <a:pt x="146055" y="201989"/>
                </a:lnTo>
                <a:lnTo>
                  <a:pt x="196123" y="184917"/>
                </a:lnTo>
                <a:lnTo>
                  <a:pt x="239506" y="162968"/>
                </a:lnTo>
                <a:lnTo>
                  <a:pt x="275036" y="136733"/>
                </a:lnTo>
                <a:lnTo>
                  <a:pt x="301545" y="106799"/>
                </a:lnTo>
                <a:lnTo>
                  <a:pt x="275296" y="76758"/>
                </a:lnTo>
                <a:lnTo>
                  <a:pt x="239861" y="50455"/>
                </a:lnTo>
                <a:lnTo>
                  <a:pt x="196444" y="28493"/>
                </a:lnTo>
                <a:lnTo>
                  <a:pt x="146246" y="11473"/>
                </a:lnTo>
                <a:lnTo>
                  <a:pt x="904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369672" y="524780"/>
            <a:ext cx="301625" cy="213995"/>
          </a:xfrm>
          <a:custGeom>
            <a:avLst/>
            <a:gdLst/>
            <a:ahLst/>
            <a:cxnLst/>
            <a:rect l="l" t="t" r="r" b="b"/>
            <a:pathLst>
              <a:path w="301625" h="213995">
                <a:moveTo>
                  <a:pt x="301545" y="106799"/>
                </a:moveTo>
                <a:lnTo>
                  <a:pt x="275036" y="136733"/>
                </a:lnTo>
                <a:lnTo>
                  <a:pt x="239506" y="162968"/>
                </a:lnTo>
                <a:lnTo>
                  <a:pt x="196123" y="184917"/>
                </a:lnTo>
                <a:lnTo>
                  <a:pt x="146055" y="201989"/>
                </a:lnTo>
                <a:lnTo>
                  <a:pt x="90470" y="213598"/>
                </a:lnTo>
                <a:lnTo>
                  <a:pt x="0" y="213598"/>
                </a:lnTo>
                <a:lnTo>
                  <a:pt x="26887" y="171881"/>
                </a:lnTo>
                <a:lnTo>
                  <a:pt x="40330" y="128660"/>
                </a:lnTo>
                <a:lnTo>
                  <a:pt x="40330" y="84937"/>
                </a:lnTo>
                <a:lnTo>
                  <a:pt x="26887" y="41716"/>
                </a:lnTo>
                <a:lnTo>
                  <a:pt x="0" y="0"/>
                </a:lnTo>
                <a:lnTo>
                  <a:pt x="90470" y="0"/>
                </a:lnTo>
                <a:lnTo>
                  <a:pt x="146246" y="11473"/>
                </a:lnTo>
                <a:lnTo>
                  <a:pt x="196444" y="28493"/>
                </a:lnTo>
                <a:lnTo>
                  <a:pt x="239861" y="50455"/>
                </a:lnTo>
                <a:lnTo>
                  <a:pt x="275296" y="76758"/>
                </a:lnTo>
                <a:lnTo>
                  <a:pt x="301545" y="106799"/>
                </a:lnTo>
                <a:close/>
              </a:path>
            </a:pathLst>
          </a:custGeom>
          <a:ln w="223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670324" y="615604"/>
            <a:ext cx="34925" cy="32384"/>
          </a:xfrm>
          <a:custGeom>
            <a:avLst/>
            <a:gdLst/>
            <a:ahLst/>
            <a:cxnLst/>
            <a:rect l="l" t="t" r="r" b="b"/>
            <a:pathLst>
              <a:path w="34925" h="32384">
                <a:moveTo>
                  <a:pt x="26959" y="0"/>
                </a:moveTo>
                <a:lnTo>
                  <a:pt x="7768" y="0"/>
                </a:lnTo>
                <a:lnTo>
                  <a:pt x="0" y="7133"/>
                </a:lnTo>
                <a:lnTo>
                  <a:pt x="0" y="24815"/>
                </a:lnTo>
                <a:lnTo>
                  <a:pt x="7768" y="31949"/>
                </a:lnTo>
                <a:lnTo>
                  <a:pt x="26959" y="31949"/>
                </a:lnTo>
                <a:lnTo>
                  <a:pt x="34728" y="24815"/>
                </a:lnTo>
                <a:lnTo>
                  <a:pt x="34728" y="7133"/>
                </a:lnTo>
                <a:lnTo>
                  <a:pt x="26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670324" y="615605"/>
            <a:ext cx="34925" cy="32384"/>
          </a:xfrm>
          <a:custGeom>
            <a:avLst/>
            <a:gdLst/>
            <a:ahLst/>
            <a:cxnLst/>
            <a:rect l="l" t="t" r="r" b="b"/>
            <a:pathLst>
              <a:path w="34925" h="32384">
                <a:moveTo>
                  <a:pt x="34728" y="15974"/>
                </a:moveTo>
                <a:lnTo>
                  <a:pt x="34728" y="7133"/>
                </a:lnTo>
                <a:lnTo>
                  <a:pt x="26959" y="0"/>
                </a:lnTo>
                <a:lnTo>
                  <a:pt x="17369" y="0"/>
                </a:lnTo>
                <a:lnTo>
                  <a:pt x="7768" y="0"/>
                </a:lnTo>
                <a:lnTo>
                  <a:pt x="0" y="7133"/>
                </a:lnTo>
                <a:lnTo>
                  <a:pt x="0" y="15974"/>
                </a:lnTo>
                <a:lnTo>
                  <a:pt x="0" y="24815"/>
                </a:lnTo>
                <a:lnTo>
                  <a:pt x="7768" y="31949"/>
                </a:lnTo>
                <a:lnTo>
                  <a:pt x="17369" y="31949"/>
                </a:lnTo>
                <a:lnTo>
                  <a:pt x="26959" y="31949"/>
                </a:lnTo>
                <a:lnTo>
                  <a:pt x="34728" y="24815"/>
                </a:lnTo>
                <a:lnTo>
                  <a:pt x="34728" y="15974"/>
                </a:lnTo>
                <a:close/>
              </a:path>
            </a:pathLst>
          </a:custGeom>
          <a:ln w="225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369672" y="524780"/>
            <a:ext cx="301625" cy="213995"/>
          </a:xfrm>
          <a:custGeom>
            <a:avLst/>
            <a:gdLst/>
            <a:ahLst/>
            <a:cxnLst/>
            <a:rect l="l" t="t" r="r" b="b"/>
            <a:pathLst>
              <a:path w="301625" h="213995">
                <a:moveTo>
                  <a:pt x="185566" y="0"/>
                </a:moveTo>
                <a:lnTo>
                  <a:pt x="0" y="0"/>
                </a:lnTo>
                <a:lnTo>
                  <a:pt x="0" y="213598"/>
                </a:lnTo>
                <a:lnTo>
                  <a:pt x="185566" y="213598"/>
                </a:lnTo>
                <a:lnTo>
                  <a:pt x="230711" y="205204"/>
                </a:lnTo>
                <a:lnTo>
                  <a:pt x="267577" y="182314"/>
                </a:lnTo>
                <a:lnTo>
                  <a:pt x="292431" y="148366"/>
                </a:lnTo>
                <a:lnTo>
                  <a:pt x="301545" y="106799"/>
                </a:lnTo>
                <a:lnTo>
                  <a:pt x="292431" y="65231"/>
                </a:lnTo>
                <a:lnTo>
                  <a:pt x="267577" y="31283"/>
                </a:lnTo>
                <a:lnTo>
                  <a:pt x="230711" y="8393"/>
                </a:lnTo>
                <a:lnTo>
                  <a:pt x="1855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369672" y="524780"/>
            <a:ext cx="301625" cy="213995"/>
          </a:xfrm>
          <a:custGeom>
            <a:avLst/>
            <a:gdLst/>
            <a:ahLst/>
            <a:cxnLst/>
            <a:rect l="l" t="t" r="r" b="b"/>
            <a:pathLst>
              <a:path w="301625" h="213995">
                <a:moveTo>
                  <a:pt x="185566" y="213598"/>
                </a:moveTo>
                <a:lnTo>
                  <a:pt x="0" y="213598"/>
                </a:lnTo>
                <a:lnTo>
                  <a:pt x="0" y="0"/>
                </a:lnTo>
                <a:lnTo>
                  <a:pt x="185566" y="0"/>
                </a:lnTo>
                <a:lnTo>
                  <a:pt x="230711" y="8393"/>
                </a:lnTo>
                <a:lnTo>
                  <a:pt x="267577" y="31283"/>
                </a:lnTo>
                <a:lnTo>
                  <a:pt x="292431" y="65231"/>
                </a:lnTo>
                <a:lnTo>
                  <a:pt x="301545" y="106799"/>
                </a:lnTo>
                <a:lnTo>
                  <a:pt x="292431" y="148366"/>
                </a:lnTo>
                <a:lnTo>
                  <a:pt x="267577" y="182314"/>
                </a:lnTo>
                <a:lnTo>
                  <a:pt x="230711" y="205204"/>
                </a:lnTo>
                <a:lnTo>
                  <a:pt x="185566" y="213598"/>
                </a:lnTo>
                <a:close/>
              </a:path>
            </a:pathLst>
          </a:custGeom>
          <a:ln w="223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752404" y="631579"/>
            <a:ext cx="4371340" cy="0"/>
          </a:xfrm>
          <a:custGeom>
            <a:avLst/>
            <a:gdLst/>
            <a:ahLst/>
            <a:cxnLst/>
            <a:rect l="l" t="t" r="r" b="b"/>
            <a:pathLst>
              <a:path w="4371340">
                <a:moveTo>
                  <a:pt x="0" y="0"/>
                </a:moveTo>
                <a:lnTo>
                  <a:pt x="4371236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128768" y="631579"/>
            <a:ext cx="0" cy="264160"/>
          </a:xfrm>
          <a:custGeom>
            <a:avLst/>
            <a:gdLst/>
            <a:ahLst/>
            <a:cxnLst/>
            <a:rect l="l" t="t" r="r" b="b"/>
            <a:pathLst>
              <a:path h="264159">
                <a:moveTo>
                  <a:pt x="0" y="263833"/>
                </a:moveTo>
                <a:lnTo>
                  <a:pt x="0" y="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079155" y="884095"/>
            <a:ext cx="99226" cy="931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417435" y="631579"/>
            <a:ext cx="0" cy="264160"/>
          </a:xfrm>
          <a:custGeom>
            <a:avLst/>
            <a:gdLst/>
            <a:ahLst/>
            <a:cxnLst/>
            <a:rect l="l" t="t" r="r" b="b"/>
            <a:pathLst>
              <a:path h="264159">
                <a:moveTo>
                  <a:pt x="0" y="263833"/>
                </a:moveTo>
                <a:lnTo>
                  <a:pt x="0" y="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367822" y="884095"/>
            <a:ext cx="99226" cy="931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752404" y="2560966"/>
            <a:ext cx="4376420" cy="0"/>
          </a:xfrm>
          <a:custGeom>
            <a:avLst/>
            <a:gdLst/>
            <a:ahLst/>
            <a:cxnLst/>
            <a:rect l="l" t="t" r="r" b="b"/>
            <a:pathLst>
              <a:path w="4376420">
                <a:moveTo>
                  <a:pt x="0" y="0"/>
                </a:moveTo>
                <a:lnTo>
                  <a:pt x="4376364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6128768" y="1749092"/>
            <a:ext cx="0" cy="812165"/>
          </a:xfrm>
          <a:custGeom>
            <a:avLst/>
            <a:gdLst/>
            <a:ahLst/>
            <a:cxnLst/>
            <a:rect l="l" t="t" r="r" b="b"/>
            <a:pathLst>
              <a:path h="812164">
                <a:moveTo>
                  <a:pt x="0" y="0"/>
                </a:moveTo>
                <a:lnTo>
                  <a:pt x="0" y="811874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079156" y="1667255"/>
            <a:ext cx="99226" cy="9315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2417435" y="1751463"/>
            <a:ext cx="0" cy="803910"/>
          </a:xfrm>
          <a:custGeom>
            <a:avLst/>
            <a:gdLst/>
            <a:ahLst/>
            <a:cxnLst/>
            <a:rect l="l" t="t" r="r" b="b"/>
            <a:pathLst>
              <a:path h="803910">
                <a:moveTo>
                  <a:pt x="0" y="0"/>
                </a:moveTo>
                <a:lnTo>
                  <a:pt x="0" y="803806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2367822" y="1669667"/>
            <a:ext cx="99225" cy="931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149312" y="578230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>
                <a:moveTo>
                  <a:pt x="139175" y="0"/>
                </a:moveTo>
                <a:lnTo>
                  <a:pt x="0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149312" y="685029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>
                <a:moveTo>
                  <a:pt x="139175" y="0"/>
                </a:moveTo>
                <a:lnTo>
                  <a:pt x="0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149312" y="2507697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>
                <a:moveTo>
                  <a:pt x="139175" y="0"/>
                </a:moveTo>
                <a:lnTo>
                  <a:pt x="0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149312" y="2614496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>
                <a:moveTo>
                  <a:pt x="139175" y="0"/>
                </a:moveTo>
                <a:lnTo>
                  <a:pt x="0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831414" y="433616"/>
            <a:ext cx="327025" cy="365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650" b="1" i="1" spc="52" baseline="7575" dirty="0">
                <a:latin typeface="Times New Roman"/>
                <a:cs typeface="Times New Roman"/>
              </a:rPr>
              <a:t>S</a:t>
            </a:r>
            <a:r>
              <a:rPr sz="700" b="1" spc="35" dirty="0">
                <a:latin typeface="Times New Roman"/>
                <a:cs typeface="Times New Roman"/>
              </a:rPr>
              <a:t>9(1)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z="1650" b="1" i="1" spc="52" baseline="7575" dirty="0">
                <a:latin typeface="Times New Roman"/>
                <a:cs typeface="Times New Roman"/>
              </a:rPr>
              <a:t>S</a:t>
            </a:r>
            <a:r>
              <a:rPr sz="700" b="1" spc="35" dirty="0">
                <a:latin typeface="Times New Roman"/>
                <a:cs typeface="Times New Roman"/>
              </a:rPr>
              <a:t>9(2)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822949" y="2036859"/>
            <a:ext cx="355600" cy="684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390">
              <a:lnSpc>
                <a:spcPct val="100000"/>
              </a:lnSpc>
              <a:spcBef>
                <a:spcPts val="105"/>
              </a:spcBef>
            </a:pPr>
            <a:r>
              <a:rPr sz="1100" b="1" i="1" spc="55" dirty="0">
                <a:latin typeface="Times New Roman"/>
                <a:cs typeface="Times New Roman"/>
              </a:rPr>
              <a:t>CP</a:t>
            </a:r>
            <a:r>
              <a:rPr sz="1050" b="1" spc="82" baseline="-11904" dirty="0">
                <a:latin typeface="Times New Roman"/>
                <a:cs typeface="Times New Roman"/>
              </a:rPr>
              <a:t>1</a:t>
            </a:r>
            <a:endParaRPr sz="1050" baseline="-11904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650" b="1" i="1" spc="60" baseline="7575" dirty="0">
                <a:latin typeface="Times New Roman"/>
                <a:cs typeface="Times New Roman"/>
              </a:rPr>
              <a:t>R</a:t>
            </a:r>
            <a:r>
              <a:rPr sz="700" b="1" spc="40" dirty="0">
                <a:latin typeface="Times New Roman"/>
                <a:cs typeface="Times New Roman"/>
              </a:rPr>
              <a:t>0(1)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z="1650" b="1" i="1" spc="60" baseline="7575" dirty="0">
                <a:latin typeface="Times New Roman"/>
                <a:cs typeface="Times New Roman"/>
              </a:rPr>
              <a:t>R</a:t>
            </a:r>
            <a:r>
              <a:rPr sz="700" b="1" spc="40" dirty="0">
                <a:latin typeface="Times New Roman"/>
                <a:cs typeface="Times New Roman"/>
              </a:rPr>
              <a:t>0(2)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3604285" y="1891698"/>
            <a:ext cx="0" cy="116839"/>
          </a:xfrm>
          <a:custGeom>
            <a:avLst/>
            <a:gdLst/>
            <a:ahLst/>
            <a:cxnLst/>
            <a:rect l="l" t="t" r="r" b="b"/>
            <a:pathLst>
              <a:path h="116839">
                <a:moveTo>
                  <a:pt x="0" y="0"/>
                </a:moveTo>
                <a:lnTo>
                  <a:pt x="0" y="116765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3604285" y="2042644"/>
            <a:ext cx="0" cy="62865"/>
          </a:xfrm>
          <a:custGeom>
            <a:avLst/>
            <a:gdLst/>
            <a:ahLst/>
            <a:cxnLst/>
            <a:rect l="l" t="t" r="r" b="b"/>
            <a:pathLst>
              <a:path h="62864">
                <a:moveTo>
                  <a:pt x="0" y="0"/>
                </a:moveTo>
                <a:lnTo>
                  <a:pt x="0" y="62652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720264" y="1891698"/>
            <a:ext cx="0" cy="116839"/>
          </a:xfrm>
          <a:custGeom>
            <a:avLst/>
            <a:gdLst/>
            <a:ahLst/>
            <a:cxnLst/>
            <a:rect l="l" t="t" r="r" b="b"/>
            <a:pathLst>
              <a:path h="116839">
                <a:moveTo>
                  <a:pt x="0" y="0"/>
                </a:moveTo>
                <a:lnTo>
                  <a:pt x="0" y="116765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720264" y="2042644"/>
            <a:ext cx="0" cy="62865"/>
          </a:xfrm>
          <a:custGeom>
            <a:avLst/>
            <a:gdLst/>
            <a:ahLst/>
            <a:cxnLst/>
            <a:rect l="l" t="t" r="r" b="b"/>
            <a:pathLst>
              <a:path h="62864">
                <a:moveTo>
                  <a:pt x="0" y="0"/>
                </a:moveTo>
                <a:lnTo>
                  <a:pt x="0" y="62652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3662329" y="1678070"/>
            <a:ext cx="0" cy="213995"/>
          </a:xfrm>
          <a:custGeom>
            <a:avLst/>
            <a:gdLst/>
            <a:ahLst/>
            <a:cxnLst/>
            <a:rect l="l" t="t" r="r" b="b"/>
            <a:pathLst>
              <a:path h="213994">
                <a:moveTo>
                  <a:pt x="0" y="0"/>
                </a:moveTo>
                <a:lnTo>
                  <a:pt x="0" y="213628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3546350" y="1752859"/>
            <a:ext cx="232410" cy="278130"/>
          </a:xfrm>
          <a:custGeom>
            <a:avLst/>
            <a:gdLst/>
            <a:ahLst/>
            <a:cxnLst/>
            <a:rect l="l" t="t" r="r" b="b"/>
            <a:pathLst>
              <a:path w="232410" h="278130">
                <a:moveTo>
                  <a:pt x="115979" y="0"/>
                </a:moveTo>
                <a:lnTo>
                  <a:pt x="83356" y="24172"/>
                </a:lnTo>
                <a:lnTo>
                  <a:pt x="54792" y="56805"/>
                </a:lnTo>
                <a:lnTo>
                  <a:pt x="30942" y="96789"/>
                </a:lnTo>
                <a:lnTo>
                  <a:pt x="12459" y="143016"/>
                </a:lnTo>
                <a:lnTo>
                  <a:pt x="0" y="194378"/>
                </a:lnTo>
                <a:lnTo>
                  <a:pt x="0" y="277677"/>
                </a:lnTo>
                <a:lnTo>
                  <a:pt x="45302" y="252918"/>
                </a:lnTo>
                <a:lnTo>
                  <a:pt x="92238" y="240539"/>
                </a:lnTo>
                <a:lnTo>
                  <a:pt x="231958" y="240539"/>
                </a:lnTo>
                <a:lnTo>
                  <a:pt x="231958" y="194378"/>
                </a:lnTo>
                <a:lnTo>
                  <a:pt x="219341" y="143188"/>
                </a:lnTo>
                <a:lnTo>
                  <a:pt x="200780" y="97082"/>
                </a:lnTo>
                <a:lnTo>
                  <a:pt x="176929" y="57133"/>
                </a:lnTo>
                <a:lnTo>
                  <a:pt x="148444" y="24414"/>
                </a:lnTo>
                <a:lnTo>
                  <a:pt x="115979" y="0"/>
                </a:lnTo>
                <a:close/>
              </a:path>
              <a:path w="232410" h="278130">
                <a:moveTo>
                  <a:pt x="231958" y="240539"/>
                </a:moveTo>
                <a:lnTo>
                  <a:pt x="139719" y="240539"/>
                </a:lnTo>
                <a:lnTo>
                  <a:pt x="186655" y="252918"/>
                </a:lnTo>
                <a:lnTo>
                  <a:pt x="231958" y="277677"/>
                </a:lnTo>
                <a:lnTo>
                  <a:pt x="231958" y="2405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3546350" y="1752860"/>
            <a:ext cx="232410" cy="278130"/>
          </a:xfrm>
          <a:custGeom>
            <a:avLst/>
            <a:gdLst/>
            <a:ahLst/>
            <a:cxnLst/>
            <a:rect l="l" t="t" r="r" b="b"/>
            <a:pathLst>
              <a:path w="232410" h="278130">
                <a:moveTo>
                  <a:pt x="115979" y="0"/>
                </a:moveTo>
                <a:lnTo>
                  <a:pt x="148444" y="24414"/>
                </a:lnTo>
                <a:lnTo>
                  <a:pt x="176929" y="57133"/>
                </a:lnTo>
                <a:lnTo>
                  <a:pt x="200780" y="97082"/>
                </a:lnTo>
                <a:lnTo>
                  <a:pt x="219341" y="143188"/>
                </a:lnTo>
                <a:lnTo>
                  <a:pt x="231958" y="194378"/>
                </a:lnTo>
                <a:lnTo>
                  <a:pt x="231958" y="277677"/>
                </a:lnTo>
                <a:lnTo>
                  <a:pt x="186655" y="252918"/>
                </a:lnTo>
                <a:lnTo>
                  <a:pt x="139719" y="240539"/>
                </a:lnTo>
                <a:lnTo>
                  <a:pt x="92238" y="240539"/>
                </a:lnTo>
                <a:lnTo>
                  <a:pt x="45302" y="252918"/>
                </a:lnTo>
                <a:lnTo>
                  <a:pt x="0" y="277677"/>
                </a:lnTo>
                <a:lnTo>
                  <a:pt x="0" y="194378"/>
                </a:lnTo>
                <a:lnTo>
                  <a:pt x="12459" y="143016"/>
                </a:lnTo>
                <a:lnTo>
                  <a:pt x="30942" y="96789"/>
                </a:lnTo>
                <a:lnTo>
                  <a:pt x="54792" y="56805"/>
                </a:lnTo>
                <a:lnTo>
                  <a:pt x="83356" y="24172"/>
                </a:lnTo>
                <a:lnTo>
                  <a:pt x="115979" y="0"/>
                </a:lnTo>
                <a:close/>
              </a:path>
            </a:pathLst>
          </a:custGeom>
          <a:ln w="22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3720264" y="2043719"/>
            <a:ext cx="0" cy="506095"/>
          </a:xfrm>
          <a:custGeom>
            <a:avLst/>
            <a:gdLst/>
            <a:ahLst/>
            <a:cxnLst/>
            <a:rect l="l" t="t" r="r" b="b"/>
            <a:pathLst>
              <a:path h="506094">
                <a:moveTo>
                  <a:pt x="0" y="0"/>
                </a:moveTo>
                <a:lnTo>
                  <a:pt x="0" y="505854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3604285" y="2105297"/>
            <a:ext cx="0" cy="325120"/>
          </a:xfrm>
          <a:custGeom>
            <a:avLst/>
            <a:gdLst/>
            <a:ahLst/>
            <a:cxnLst/>
            <a:rect l="l" t="t" r="r" b="b"/>
            <a:pathLst>
              <a:path h="325119">
                <a:moveTo>
                  <a:pt x="0" y="0"/>
                </a:moveTo>
                <a:lnTo>
                  <a:pt x="0" y="324667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3700952" y="2008464"/>
            <a:ext cx="37465" cy="34290"/>
          </a:xfrm>
          <a:custGeom>
            <a:avLst/>
            <a:gdLst/>
            <a:ahLst/>
            <a:cxnLst/>
            <a:rect l="l" t="t" r="r" b="b"/>
            <a:pathLst>
              <a:path w="37464" h="34289">
                <a:moveTo>
                  <a:pt x="28803" y="0"/>
                </a:moveTo>
                <a:lnTo>
                  <a:pt x="8292" y="0"/>
                </a:lnTo>
                <a:lnTo>
                  <a:pt x="0" y="7655"/>
                </a:lnTo>
                <a:lnTo>
                  <a:pt x="0" y="26523"/>
                </a:lnTo>
                <a:lnTo>
                  <a:pt x="8292" y="34179"/>
                </a:lnTo>
                <a:lnTo>
                  <a:pt x="28803" y="34179"/>
                </a:lnTo>
                <a:lnTo>
                  <a:pt x="37095" y="26523"/>
                </a:lnTo>
                <a:lnTo>
                  <a:pt x="37095" y="7655"/>
                </a:lnTo>
                <a:lnTo>
                  <a:pt x="288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3700952" y="2008464"/>
            <a:ext cx="37465" cy="34290"/>
          </a:xfrm>
          <a:custGeom>
            <a:avLst/>
            <a:gdLst/>
            <a:ahLst/>
            <a:cxnLst/>
            <a:rect l="l" t="t" r="r" b="b"/>
            <a:pathLst>
              <a:path w="37464" h="34289">
                <a:moveTo>
                  <a:pt x="37095" y="17089"/>
                </a:moveTo>
                <a:lnTo>
                  <a:pt x="37095" y="7655"/>
                </a:lnTo>
                <a:lnTo>
                  <a:pt x="28803" y="0"/>
                </a:lnTo>
                <a:lnTo>
                  <a:pt x="18547" y="0"/>
                </a:lnTo>
                <a:lnTo>
                  <a:pt x="8292" y="0"/>
                </a:lnTo>
                <a:lnTo>
                  <a:pt x="0" y="7655"/>
                </a:lnTo>
                <a:lnTo>
                  <a:pt x="0" y="17089"/>
                </a:lnTo>
                <a:lnTo>
                  <a:pt x="0" y="26523"/>
                </a:lnTo>
                <a:lnTo>
                  <a:pt x="8292" y="34179"/>
                </a:lnTo>
                <a:lnTo>
                  <a:pt x="18547" y="34179"/>
                </a:lnTo>
                <a:lnTo>
                  <a:pt x="28803" y="34179"/>
                </a:lnTo>
                <a:lnTo>
                  <a:pt x="37095" y="26523"/>
                </a:lnTo>
                <a:lnTo>
                  <a:pt x="37095" y="17089"/>
                </a:lnTo>
                <a:close/>
              </a:path>
            </a:pathLst>
          </a:custGeom>
          <a:ln w="12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3583445" y="2008464"/>
            <a:ext cx="37465" cy="34290"/>
          </a:xfrm>
          <a:custGeom>
            <a:avLst/>
            <a:gdLst/>
            <a:ahLst/>
            <a:cxnLst/>
            <a:rect l="l" t="t" r="r" b="b"/>
            <a:pathLst>
              <a:path w="37464" h="34289">
                <a:moveTo>
                  <a:pt x="28803" y="0"/>
                </a:moveTo>
                <a:lnTo>
                  <a:pt x="8292" y="0"/>
                </a:lnTo>
                <a:lnTo>
                  <a:pt x="0" y="7655"/>
                </a:lnTo>
                <a:lnTo>
                  <a:pt x="0" y="26523"/>
                </a:lnTo>
                <a:lnTo>
                  <a:pt x="8292" y="34179"/>
                </a:lnTo>
                <a:lnTo>
                  <a:pt x="28803" y="34179"/>
                </a:lnTo>
                <a:lnTo>
                  <a:pt x="37095" y="26523"/>
                </a:lnTo>
                <a:lnTo>
                  <a:pt x="37095" y="7655"/>
                </a:lnTo>
                <a:lnTo>
                  <a:pt x="288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3583445" y="2008464"/>
            <a:ext cx="37465" cy="34290"/>
          </a:xfrm>
          <a:custGeom>
            <a:avLst/>
            <a:gdLst/>
            <a:ahLst/>
            <a:cxnLst/>
            <a:rect l="l" t="t" r="r" b="b"/>
            <a:pathLst>
              <a:path w="37464" h="34289">
                <a:moveTo>
                  <a:pt x="37095" y="17089"/>
                </a:moveTo>
                <a:lnTo>
                  <a:pt x="37095" y="7655"/>
                </a:lnTo>
                <a:lnTo>
                  <a:pt x="28803" y="0"/>
                </a:lnTo>
                <a:lnTo>
                  <a:pt x="18547" y="0"/>
                </a:lnTo>
                <a:lnTo>
                  <a:pt x="8292" y="0"/>
                </a:lnTo>
                <a:lnTo>
                  <a:pt x="0" y="7655"/>
                </a:lnTo>
                <a:lnTo>
                  <a:pt x="0" y="17089"/>
                </a:lnTo>
                <a:lnTo>
                  <a:pt x="0" y="26523"/>
                </a:lnTo>
                <a:lnTo>
                  <a:pt x="8292" y="34179"/>
                </a:lnTo>
                <a:lnTo>
                  <a:pt x="18547" y="34179"/>
                </a:lnTo>
                <a:lnTo>
                  <a:pt x="28803" y="34179"/>
                </a:lnTo>
                <a:lnTo>
                  <a:pt x="37095" y="26523"/>
                </a:lnTo>
                <a:lnTo>
                  <a:pt x="37095" y="17089"/>
                </a:lnTo>
                <a:close/>
              </a:path>
            </a:pathLst>
          </a:custGeom>
          <a:ln w="12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4833686" y="1891698"/>
            <a:ext cx="0" cy="116839"/>
          </a:xfrm>
          <a:custGeom>
            <a:avLst/>
            <a:gdLst/>
            <a:ahLst/>
            <a:cxnLst/>
            <a:rect l="l" t="t" r="r" b="b"/>
            <a:pathLst>
              <a:path h="116839">
                <a:moveTo>
                  <a:pt x="0" y="0"/>
                </a:moveTo>
                <a:lnTo>
                  <a:pt x="0" y="116765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4833686" y="2042644"/>
            <a:ext cx="0" cy="62865"/>
          </a:xfrm>
          <a:custGeom>
            <a:avLst/>
            <a:gdLst/>
            <a:ahLst/>
            <a:cxnLst/>
            <a:rect l="l" t="t" r="r" b="b"/>
            <a:pathLst>
              <a:path h="62864">
                <a:moveTo>
                  <a:pt x="0" y="0"/>
                </a:moveTo>
                <a:lnTo>
                  <a:pt x="0" y="62652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4949665" y="1891698"/>
            <a:ext cx="0" cy="116839"/>
          </a:xfrm>
          <a:custGeom>
            <a:avLst/>
            <a:gdLst/>
            <a:ahLst/>
            <a:cxnLst/>
            <a:rect l="l" t="t" r="r" b="b"/>
            <a:pathLst>
              <a:path h="116839">
                <a:moveTo>
                  <a:pt x="0" y="0"/>
                </a:moveTo>
                <a:lnTo>
                  <a:pt x="0" y="116765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4949665" y="2042644"/>
            <a:ext cx="0" cy="62865"/>
          </a:xfrm>
          <a:custGeom>
            <a:avLst/>
            <a:gdLst/>
            <a:ahLst/>
            <a:cxnLst/>
            <a:rect l="l" t="t" r="r" b="b"/>
            <a:pathLst>
              <a:path h="62864">
                <a:moveTo>
                  <a:pt x="0" y="0"/>
                </a:moveTo>
                <a:lnTo>
                  <a:pt x="0" y="62652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4891621" y="1678070"/>
            <a:ext cx="0" cy="213995"/>
          </a:xfrm>
          <a:custGeom>
            <a:avLst/>
            <a:gdLst/>
            <a:ahLst/>
            <a:cxnLst/>
            <a:rect l="l" t="t" r="r" b="b"/>
            <a:pathLst>
              <a:path h="213994">
                <a:moveTo>
                  <a:pt x="0" y="0"/>
                </a:moveTo>
                <a:lnTo>
                  <a:pt x="0" y="213628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775751" y="1752860"/>
            <a:ext cx="232410" cy="278130"/>
          </a:xfrm>
          <a:custGeom>
            <a:avLst/>
            <a:gdLst/>
            <a:ahLst/>
            <a:cxnLst/>
            <a:rect l="l" t="t" r="r" b="b"/>
            <a:pathLst>
              <a:path w="232410" h="278130">
                <a:moveTo>
                  <a:pt x="115979" y="0"/>
                </a:moveTo>
                <a:lnTo>
                  <a:pt x="83346" y="24172"/>
                </a:lnTo>
                <a:lnTo>
                  <a:pt x="54761" y="56805"/>
                </a:lnTo>
                <a:lnTo>
                  <a:pt x="30895" y="96789"/>
                </a:lnTo>
                <a:lnTo>
                  <a:pt x="12417" y="143016"/>
                </a:lnTo>
                <a:lnTo>
                  <a:pt x="0" y="194378"/>
                </a:lnTo>
                <a:lnTo>
                  <a:pt x="0" y="277677"/>
                </a:lnTo>
                <a:lnTo>
                  <a:pt x="45259" y="252918"/>
                </a:lnTo>
                <a:lnTo>
                  <a:pt x="92184" y="240539"/>
                </a:lnTo>
                <a:lnTo>
                  <a:pt x="231849" y="240539"/>
                </a:lnTo>
                <a:lnTo>
                  <a:pt x="231849" y="194378"/>
                </a:lnTo>
                <a:lnTo>
                  <a:pt x="219243" y="143188"/>
                </a:lnTo>
                <a:lnTo>
                  <a:pt x="200709" y="97082"/>
                </a:lnTo>
                <a:lnTo>
                  <a:pt x="176891" y="57133"/>
                </a:lnTo>
                <a:lnTo>
                  <a:pt x="148433" y="24414"/>
                </a:lnTo>
                <a:lnTo>
                  <a:pt x="115979" y="0"/>
                </a:lnTo>
                <a:close/>
              </a:path>
              <a:path w="232410" h="278130">
                <a:moveTo>
                  <a:pt x="231849" y="240539"/>
                </a:moveTo>
                <a:lnTo>
                  <a:pt x="139664" y="240539"/>
                </a:lnTo>
                <a:lnTo>
                  <a:pt x="186589" y="252918"/>
                </a:lnTo>
                <a:lnTo>
                  <a:pt x="231849" y="277677"/>
                </a:lnTo>
                <a:lnTo>
                  <a:pt x="231849" y="2405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4775751" y="1752860"/>
            <a:ext cx="232410" cy="278130"/>
          </a:xfrm>
          <a:custGeom>
            <a:avLst/>
            <a:gdLst/>
            <a:ahLst/>
            <a:cxnLst/>
            <a:rect l="l" t="t" r="r" b="b"/>
            <a:pathLst>
              <a:path w="232410" h="278130">
                <a:moveTo>
                  <a:pt x="115979" y="0"/>
                </a:moveTo>
                <a:lnTo>
                  <a:pt x="148433" y="24414"/>
                </a:lnTo>
                <a:lnTo>
                  <a:pt x="176891" y="57133"/>
                </a:lnTo>
                <a:lnTo>
                  <a:pt x="200709" y="97082"/>
                </a:lnTo>
                <a:lnTo>
                  <a:pt x="219243" y="143188"/>
                </a:lnTo>
                <a:lnTo>
                  <a:pt x="231849" y="194378"/>
                </a:lnTo>
                <a:lnTo>
                  <a:pt x="231849" y="277677"/>
                </a:lnTo>
                <a:lnTo>
                  <a:pt x="186589" y="252918"/>
                </a:lnTo>
                <a:lnTo>
                  <a:pt x="139664" y="240539"/>
                </a:lnTo>
                <a:lnTo>
                  <a:pt x="92184" y="240539"/>
                </a:lnTo>
                <a:lnTo>
                  <a:pt x="45259" y="252918"/>
                </a:lnTo>
                <a:lnTo>
                  <a:pt x="0" y="277677"/>
                </a:lnTo>
                <a:lnTo>
                  <a:pt x="0" y="194378"/>
                </a:lnTo>
                <a:lnTo>
                  <a:pt x="12417" y="143016"/>
                </a:lnTo>
                <a:lnTo>
                  <a:pt x="30895" y="96789"/>
                </a:lnTo>
                <a:lnTo>
                  <a:pt x="54761" y="56805"/>
                </a:lnTo>
                <a:lnTo>
                  <a:pt x="83346" y="24172"/>
                </a:lnTo>
                <a:lnTo>
                  <a:pt x="115979" y="0"/>
                </a:lnTo>
                <a:close/>
              </a:path>
            </a:pathLst>
          </a:custGeom>
          <a:ln w="22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4949665" y="2043719"/>
            <a:ext cx="0" cy="511809"/>
          </a:xfrm>
          <a:custGeom>
            <a:avLst/>
            <a:gdLst/>
            <a:ahLst/>
            <a:cxnLst/>
            <a:rect l="l" t="t" r="r" b="b"/>
            <a:pathLst>
              <a:path h="511810">
                <a:moveTo>
                  <a:pt x="0" y="0"/>
                </a:moveTo>
                <a:lnTo>
                  <a:pt x="0" y="51155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4833686" y="2105297"/>
            <a:ext cx="0" cy="327660"/>
          </a:xfrm>
          <a:custGeom>
            <a:avLst/>
            <a:gdLst/>
            <a:ahLst/>
            <a:cxnLst/>
            <a:rect l="l" t="t" r="r" b="b"/>
            <a:pathLst>
              <a:path h="327660">
                <a:moveTo>
                  <a:pt x="0" y="0"/>
                </a:moveTo>
                <a:lnTo>
                  <a:pt x="0" y="32751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4930353" y="2008464"/>
            <a:ext cx="37465" cy="34290"/>
          </a:xfrm>
          <a:custGeom>
            <a:avLst/>
            <a:gdLst/>
            <a:ahLst/>
            <a:cxnLst/>
            <a:rect l="l" t="t" r="r" b="b"/>
            <a:pathLst>
              <a:path w="37464" h="34289">
                <a:moveTo>
                  <a:pt x="28803" y="0"/>
                </a:moveTo>
                <a:lnTo>
                  <a:pt x="8292" y="0"/>
                </a:lnTo>
                <a:lnTo>
                  <a:pt x="0" y="7655"/>
                </a:lnTo>
                <a:lnTo>
                  <a:pt x="0" y="26523"/>
                </a:lnTo>
                <a:lnTo>
                  <a:pt x="8292" y="34179"/>
                </a:lnTo>
                <a:lnTo>
                  <a:pt x="28803" y="34179"/>
                </a:lnTo>
                <a:lnTo>
                  <a:pt x="37095" y="26523"/>
                </a:lnTo>
                <a:lnTo>
                  <a:pt x="37095" y="7655"/>
                </a:lnTo>
                <a:lnTo>
                  <a:pt x="288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4930353" y="2008464"/>
            <a:ext cx="37465" cy="34290"/>
          </a:xfrm>
          <a:custGeom>
            <a:avLst/>
            <a:gdLst/>
            <a:ahLst/>
            <a:cxnLst/>
            <a:rect l="l" t="t" r="r" b="b"/>
            <a:pathLst>
              <a:path w="37464" h="34289">
                <a:moveTo>
                  <a:pt x="37095" y="17089"/>
                </a:moveTo>
                <a:lnTo>
                  <a:pt x="37095" y="7655"/>
                </a:lnTo>
                <a:lnTo>
                  <a:pt x="28803" y="0"/>
                </a:lnTo>
                <a:lnTo>
                  <a:pt x="18547" y="0"/>
                </a:lnTo>
                <a:lnTo>
                  <a:pt x="8292" y="0"/>
                </a:lnTo>
                <a:lnTo>
                  <a:pt x="0" y="7655"/>
                </a:lnTo>
                <a:lnTo>
                  <a:pt x="0" y="17089"/>
                </a:lnTo>
                <a:lnTo>
                  <a:pt x="0" y="26523"/>
                </a:lnTo>
                <a:lnTo>
                  <a:pt x="8292" y="34179"/>
                </a:lnTo>
                <a:lnTo>
                  <a:pt x="18547" y="34179"/>
                </a:lnTo>
                <a:lnTo>
                  <a:pt x="28803" y="34179"/>
                </a:lnTo>
                <a:lnTo>
                  <a:pt x="37095" y="26523"/>
                </a:lnTo>
                <a:lnTo>
                  <a:pt x="37095" y="17089"/>
                </a:lnTo>
                <a:close/>
              </a:path>
            </a:pathLst>
          </a:custGeom>
          <a:ln w="12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4812847" y="2008464"/>
            <a:ext cx="37465" cy="34290"/>
          </a:xfrm>
          <a:custGeom>
            <a:avLst/>
            <a:gdLst/>
            <a:ahLst/>
            <a:cxnLst/>
            <a:rect l="l" t="t" r="r" b="b"/>
            <a:pathLst>
              <a:path w="37464" h="34289">
                <a:moveTo>
                  <a:pt x="28803" y="0"/>
                </a:moveTo>
                <a:lnTo>
                  <a:pt x="8292" y="0"/>
                </a:lnTo>
                <a:lnTo>
                  <a:pt x="0" y="7655"/>
                </a:lnTo>
                <a:lnTo>
                  <a:pt x="0" y="26523"/>
                </a:lnTo>
                <a:lnTo>
                  <a:pt x="8292" y="34179"/>
                </a:lnTo>
                <a:lnTo>
                  <a:pt x="28803" y="34179"/>
                </a:lnTo>
                <a:lnTo>
                  <a:pt x="37095" y="26523"/>
                </a:lnTo>
                <a:lnTo>
                  <a:pt x="37095" y="7655"/>
                </a:lnTo>
                <a:lnTo>
                  <a:pt x="288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4812847" y="2008464"/>
            <a:ext cx="37465" cy="34290"/>
          </a:xfrm>
          <a:custGeom>
            <a:avLst/>
            <a:gdLst/>
            <a:ahLst/>
            <a:cxnLst/>
            <a:rect l="l" t="t" r="r" b="b"/>
            <a:pathLst>
              <a:path w="37464" h="34289">
                <a:moveTo>
                  <a:pt x="37095" y="17089"/>
                </a:moveTo>
                <a:lnTo>
                  <a:pt x="37095" y="7655"/>
                </a:lnTo>
                <a:lnTo>
                  <a:pt x="28803" y="0"/>
                </a:lnTo>
                <a:lnTo>
                  <a:pt x="18547" y="0"/>
                </a:lnTo>
                <a:lnTo>
                  <a:pt x="8292" y="0"/>
                </a:lnTo>
                <a:lnTo>
                  <a:pt x="0" y="7655"/>
                </a:lnTo>
                <a:lnTo>
                  <a:pt x="0" y="17089"/>
                </a:lnTo>
                <a:lnTo>
                  <a:pt x="0" y="26523"/>
                </a:lnTo>
                <a:lnTo>
                  <a:pt x="8292" y="34179"/>
                </a:lnTo>
                <a:lnTo>
                  <a:pt x="18547" y="34179"/>
                </a:lnTo>
                <a:lnTo>
                  <a:pt x="28803" y="34179"/>
                </a:lnTo>
                <a:lnTo>
                  <a:pt x="37095" y="26523"/>
                </a:lnTo>
                <a:lnTo>
                  <a:pt x="37095" y="17089"/>
                </a:lnTo>
                <a:close/>
              </a:path>
            </a:pathLst>
          </a:custGeom>
          <a:ln w="12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 txBox="1"/>
          <p:nvPr/>
        </p:nvSpPr>
        <p:spPr>
          <a:xfrm>
            <a:off x="3345595" y="965882"/>
            <a:ext cx="619125" cy="712470"/>
          </a:xfrm>
          <a:prstGeom prst="rect">
            <a:avLst/>
          </a:prstGeom>
          <a:ln w="22838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26034" marR="231140" indent="20955">
              <a:lnSpc>
                <a:spcPct val="127400"/>
              </a:lnSpc>
              <a:spcBef>
                <a:spcPts val="105"/>
              </a:spcBef>
            </a:pPr>
            <a:r>
              <a:rPr sz="1100" b="1" spc="50" dirty="0">
                <a:latin typeface="Times New Roman"/>
                <a:cs typeface="Times New Roman"/>
              </a:rPr>
              <a:t>1J  </a:t>
            </a:r>
            <a:r>
              <a:rPr sz="1100" b="1" spc="60" dirty="0">
                <a:latin typeface="Times New Roman"/>
                <a:cs typeface="Times New Roman"/>
              </a:rPr>
              <a:t>C1  </a:t>
            </a:r>
            <a:r>
              <a:rPr sz="1100" b="1" spc="65" dirty="0">
                <a:latin typeface="Times New Roman"/>
                <a:cs typeface="Times New Roman"/>
              </a:rPr>
              <a:t>1K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650" b="1" spc="104" baseline="-22727" dirty="0">
                <a:latin typeface="Times New Roman"/>
                <a:cs typeface="Times New Roman"/>
              </a:rPr>
              <a:t>R</a:t>
            </a:r>
            <a:endParaRPr sz="1650" baseline="-22727">
              <a:latin typeface="Times New Roman"/>
              <a:cs typeface="Times New Roman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4590599" y="965882"/>
            <a:ext cx="619125" cy="712470"/>
          </a:xfrm>
          <a:prstGeom prst="rect">
            <a:avLst/>
          </a:prstGeom>
          <a:ln w="22838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26034" marR="254635" indent="20955">
              <a:lnSpc>
                <a:spcPct val="127400"/>
              </a:lnSpc>
              <a:spcBef>
                <a:spcPts val="105"/>
              </a:spcBef>
            </a:pPr>
            <a:r>
              <a:rPr sz="1100" b="1" spc="50" dirty="0">
                <a:latin typeface="Times New Roman"/>
                <a:cs typeface="Times New Roman"/>
              </a:rPr>
              <a:t>1J  </a:t>
            </a:r>
            <a:r>
              <a:rPr sz="1100" b="1" spc="60" dirty="0">
                <a:latin typeface="Times New Roman"/>
                <a:cs typeface="Times New Roman"/>
              </a:rPr>
              <a:t>C1  </a:t>
            </a:r>
            <a:r>
              <a:rPr sz="1100" b="1" spc="65" dirty="0">
                <a:latin typeface="Times New Roman"/>
                <a:cs typeface="Times New Roman"/>
              </a:rPr>
              <a:t>1K</a:t>
            </a:r>
            <a:r>
              <a:rPr sz="1100" b="1" spc="-175" dirty="0">
                <a:latin typeface="Times New Roman"/>
                <a:cs typeface="Times New Roman"/>
              </a:rPr>
              <a:t> </a:t>
            </a:r>
            <a:r>
              <a:rPr sz="1650" b="1" spc="104" baseline="-22727" dirty="0">
                <a:latin typeface="Times New Roman"/>
                <a:cs typeface="Times New Roman"/>
              </a:rPr>
              <a:t>R</a:t>
            </a:r>
            <a:endParaRPr sz="1650" baseline="-22727">
              <a:latin typeface="Times New Roman"/>
              <a:cs typeface="Times New Roman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5819781" y="965882"/>
            <a:ext cx="619125" cy="712470"/>
          </a:xfrm>
          <a:prstGeom prst="rect">
            <a:avLst/>
          </a:prstGeom>
          <a:ln w="22838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26034" marR="246379" indent="8255" algn="ctr">
              <a:lnSpc>
                <a:spcPct val="127400"/>
              </a:lnSpc>
              <a:spcBef>
                <a:spcPts val="105"/>
              </a:spcBef>
            </a:pPr>
            <a:r>
              <a:rPr sz="1100" b="1" spc="50" dirty="0">
                <a:latin typeface="Times New Roman"/>
                <a:cs typeface="Times New Roman"/>
              </a:rPr>
              <a:t>1J </a:t>
            </a:r>
            <a:r>
              <a:rPr sz="1650" b="1" spc="82" baseline="27777" dirty="0">
                <a:latin typeface="Times New Roman"/>
                <a:cs typeface="Times New Roman"/>
              </a:rPr>
              <a:t>S  </a:t>
            </a:r>
            <a:r>
              <a:rPr sz="1100" b="1" spc="60" dirty="0">
                <a:latin typeface="Times New Roman"/>
                <a:cs typeface="Times New Roman"/>
              </a:rPr>
              <a:t>C1  </a:t>
            </a:r>
            <a:r>
              <a:rPr sz="1100" b="1" spc="65" dirty="0">
                <a:latin typeface="Times New Roman"/>
                <a:cs typeface="Times New Roman"/>
              </a:rPr>
              <a:t>1K</a:t>
            </a:r>
            <a:r>
              <a:rPr sz="1100" b="1" spc="-114" dirty="0">
                <a:latin typeface="Times New Roman"/>
                <a:cs typeface="Times New Roman"/>
              </a:rPr>
              <a:t> </a:t>
            </a:r>
            <a:r>
              <a:rPr sz="1650" b="1" spc="104" baseline="-22727" dirty="0">
                <a:latin typeface="Times New Roman"/>
                <a:cs typeface="Times New Roman"/>
              </a:rPr>
              <a:t>R</a:t>
            </a:r>
            <a:endParaRPr sz="1650" baseline="-22727">
              <a:latin typeface="Times New Roman"/>
              <a:cs typeface="Times New Roman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2112703" y="965882"/>
            <a:ext cx="619125" cy="712470"/>
          </a:xfrm>
          <a:prstGeom prst="rect">
            <a:avLst/>
          </a:prstGeom>
          <a:ln w="22838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26034" marR="250825" indent="8255" algn="ctr">
              <a:lnSpc>
                <a:spcPct val="127400"/>
              </a:lnSpc>
              <a:spcBef>
                <a:spcPts val="105"/>
              </a:spcBef>
            </a:pPr>
            <a:r>
              <a:rPr sz="1100" b="1" spc="50" dirty="0">
                <a:latin typeface="Times New Roman"/>
                <a:cs typeface="Times New Roman"/>
              </a:rPr>
              <a:t>1J </a:t>
            </a:r>
            <a:r>
              <a:rPr sz="1650" b="1" spc="82" baseline="27777" dirty="0">
                <a:latin typeface="Times New Roman"/>
                <a:cs typeface="Times New Roman"/>
              </a:rPr>
              <a:t>S  </a:t>
            </a:r>
            <a:r>
              <a:rPr sz="1100" b="1" spc="60" dirty="0">
                <a:latin typeface="Times New Roman"/>
                <a:cs typeface="Times New Roman"/>
              </a:rPr>
              <a:t>C1  </a:t>
            </a:r>
            <a:r>
              <a:rPr sz="1100" b="1" spc="65" dirty="0">
                <a:latin typeface="Times New Roman"/>
                <a:cs typeface="Times New Roman"/>
              </a:rPr>
              <a:t>1K</a:t>
            </a:r>
            <a:r>
              <a:rPr sz="1100" b="1" spc="-150" dirty="0">
                <a:latin typeface="Times New Roman"/>
                <a:cs typeface="Times New Roman"/>
              </a:rPr>
              <a:t> </a:t>
            </a:r>
            <a:r>
              <a:rPr sz="1650" b="1" spc="104" baseline="-22727" dirty="0">
                <a:latin typeface="Times New Roman"/>
                <a:cs typeface="Times New Roman"/>
              </a:rPr>
              <a:t>R</a:t>
            </a:r>
            <a:endParaRPr sz="1650" baseline="-22727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/>
          <p:nvPr/>
        </p:nvSpPr>
        <p:spPr>
          <a:xfrm>
            <a:off x="1914786" y="2432807"/>
            <a:ext cx="2919095" cy="0"/>
          </a:xfrm>
          <a:custGeom>
            <a:avLst/>
            <a:gdLst/>
            <a:ahLst/>
            <a:cxnLst/>
            <a:rect l="l" t="t" r="r" b="b"/>
            <a:pathLst>
              <a:path w="2919095">
                <a:moveTo>
                  <a:pt x="2918900" y="0"/>
                </a:moveTo>
                <a:lnTo>
                  <a:pt x="0" y="0"/>
                </a:lnTo>
              </a:path>
            </a:pathLst>
          </a:custGeom>
          <a:ln w="21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1914786" y="631579"/>
            <a:ext cx="0" cy="1801495"/>
          </a:xfrm>
          <a:custGeom>
            <a:avLst/>
            <a:gdLst/>
            <a:ahLst/>
            <a:cxnLst/>
            <a:rect l="l" t="t" r="r" b="b"/>
            <a:pathLst>
              <a:path h="1801495">
                <a:moveTo>
                  <a:pt x="0" y="1801227"/>
                </a:moveTo>
                <a:lnTo>
                  <a:pt x="0" y="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2958925" y="1108307"/>
            <a:ext cx="0" cy="748030"/>
          </a:xfrm>
          <a:custGeom>
            <a:avLst/>
            <a:gdLst/>
            <a:ahLst/>
            <a:cxnLst/>
            <a:rect l="l" t="t" r="r" b="b"/>
            <a:pathLst>
              <a:path h="748030">
                <a:moveTo>
                  <a:pt x="0" y="0"/>
                </a:moveTo>
                <a:lnTo>
                  <a:pt x="0" y="747905"/>
                </a:lnTo>
              </a:path>
            </a:pathLst>
          </a:custGeom>
          <a:ln w="2356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166202" y="1856212"/>
            <a:ext cx="1793239" cy="0"/>
          </a:xfrm>
          <a:custGeom>
            <a:avLst/>
            <a:gdLst/>
            <a:ahLst/>
            <a:cxnLst/>
            <a:rect l="l" t="t" r="r" b="b"/>
            <a:pathLst>
              <a:path w="1793239">
                <a:moveTo>
                  <a:pt x="1792723" y="0"/>
                </a:moveTo>
                <a:lnTo>
                  <a:pt x="0" y="0"/>
                </a:lnTo>
              </a:path>
            </a:pathLst>
          </a:custGeom>
          <a:ln w="21701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1169420" y="1856212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291803"/>
                </a:moveTo>
                <a:lnTo>
                  <a:pt x="0" y="0"/>
                </a:lnTo>
              </a:path>
            </a:pathLst>
          </a:custGeom>
          <a:ln w="2356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3" name="object 133"/>
          <p:cNvGraphicFramePr>
            <a:graphicFrameLocks noGrp="1"/>
          </p:cNvGraphicFramePr>
          <p:nvPr/>
        </p:nvGraphicFramePr>
        <p:xfrm>
          <a:off x="6725793" y="961263"/>
          <a:ext cx="3000374" cy="54863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94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0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CP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3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b="1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b="1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b="1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b="1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174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34" name="object 134"/>
          <p:cNvSpPr txBox="1"/>
          <p:nvPr/>
        </p:nvSpPr>
        <p:spPr>
          <a:xfrm>
            <a:off x="1661160" y="4323588"/>
            <a:ext cx="3827145" cy="585470"/>
          </a:xfrm>
          <a:prstGeom prst="rect">
            <a:avLst/>
          </a:prstGeom>
          <a:solidFill>
            <a:srgbClr val="C4F4DF"/>
          </a:solidFill>
        </p:spPr>
        <p:txBody>
          <a:bodyPr vert="horz" wrap="square" lIns="0" tIns="1968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5"/>
              </a:spcBef>
            </a:pPr>
            <a:r>
              <a:rPr sz="3200" spc="-5" dirty="0">
                <a:solidFill>
                  <a:srgbClr val="FF0000"/>
                </a:solidFill>
                <a:latin typeface="华文楷体"/>
                <a:cs typeface="华文楷体"/>
              </a:rPr>
              <a:t>8421</a:t>
            </a:r>
            <a:r>
              <a:rPr sz="3200" i="1" dirty="0">
                <a:solidFill>
                  <a:srgbClr val="FF0000"/>
                </a:solidFill>
                <a:latin typeface="华文楷体"/>
                <a:cs typeface="华文楷体"/>
              </a:rPr>
              <a:t>码十进制计数器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2370454" y="3294329"/>
            <a:ext cx="24822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00" spc="10" dirty="0">
                <a:solidFill>
                  <a:srgbClr val="C00000"/>
                </a:solidFill>
                <a:latin typeface="Arial"/>
                <a:cs typeface="Arial"/>
              </a:rPr>
              <a:t>Q</a:t>
            </a:r>
            <a:r>
              <a:rPr sz="3150" spc="15" baseline="-21164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3200" i="1" dirty="0">
                <a:solidFill>
                  <a:srgbClr val="C00000"/>
                </a:solidFill>
                <a:latin typeface="华文楷体"/>
                <a:cs typeface="华文楷体"/>
              </a:rPr>
              <a:t>与</a:t>
            </a:r>
            <a:r>
              <a:rPr sz="3200" spc="5" dirty="0">
                <a:solidFill>
                  <a:srgbClr val="C00000"/>
                </a:solidFill>
                <a:latin typeface="Arial"/>
                <a:cs typeface="Arial"/>
              </a:rPr>
              <a:t>CP</a:t>
            </a:r>
            <a:r>
              <a:rPr sz="3150" spc="7" baseline="-21164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sz="3200" i="1" spc="5" dirty="0">
                <a:solidFill>
                  <a:srgbClr val="C00000"/>
                </a:solidFill>
                <a:latin typeface="华文楷体"/>
                <a:cs typeface="华文楷体"/>
              </a:rPr>
              <a:t>相连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36" name="object 136"/>
          <p:cNvSpPr/>
          <p:nvPr/>
        </p:nvSpPr>
        <p:spPr>
          <a:xfrm>
            <a:off x="671322" y="957833"/>
            <a:ext cx="683260" cy="736600"/>
          </a:xfrm>
          <a:custGeom>
            <a:avLst/>
            <a:gdLst/>
            <a:ahLst/>
            <a:cxnLst/>
            <a:rect l="l" t="t" r="r" b="b"/>
            <a:pathLst>
              <a:path w="683260" h="736600">
                <a:moveTo>
                  <a:pt x="0" y="368045"/>
                </a:moveTo>
                <a:lnTo>
                  <a:pt x="3116" y="318091"/>
                </a:lnTo>
                <a:lnTo>
                  <a:pt x="12194" y="270183"/>
                </a:lnTo>
                <a:lnTo>
                  <a:pt x="26827" y="224760"/>
                </a:lnTo>
                <a:lnTo>
                  <a:pt x="46609" y="182259"/>
                </a:lnTo>
                <a:lnTo>
                  <a:pt x="71131" y="143118"/>
                </a:lnTo>
                <a:lnTo>
                  <a:pt x="99988" y="107775"/>
                </a:lnTo>
                <a:lnTo>
                  <a:pt x="132773" y="76668"/>
                </a:lnTo>
                <a:lnTo>
                  <a:pt x="169079" y="50235"/>
                </a:lnTo>
                <a:lnTo>
                  <a:pt x="208499" y="28914"/>
                </a:lnTo>
                <a:lnTo>
                  <a:pt x="250626" y="13142"/>
                </a:lnTo>
                <a:lnTo>
                  <a:pt x="295054" y="3358"/>
                </a:lnTo>
                <a:lnTo>
                  <a:pt x="341375" y="0"/>
                </a:lnTo>
                <a:lnTo>
                  <a:pt x="387697" y="3358"/>
                </a:lnTo>
                <a:lnTo>
                  <a:pt x="432125" y="13142"/>
                </a:lnTo>
                <a:lnTo>
                  <a:pt x="474252" y="28914"/>
                </a:lnTo>
                <a:lnTo>
                  <a:pt x="513672" y="50235"/>
                </a:lnTo>
                <a:lnTo>
                  <a:pt x="549978" y="76668"/>
                </a:lnTo>
                <a:lnTo>
                  <a:pt x="582763" y="107775"/>
                </a:lnTo>
                <a:lnTo>
                  <a:pt x="611620" y="143118"/>
                </a:lnTo>
                <a:lnTo>
                  <a:pt x="636143" y="182259"/>
                </a:lnTo>
                <a:lnTo>
                  <a:pt x="655924" y="224760"/>
                </a:lnTo>
                <a:lnTo>
                  <a:pt x="670557" y="270183"/>
                </a:lnTo>
                <a:lnTo>
                  <a:pt x="679635" y="318091"/>
                </a:lnTo>
                <a:lnTo>
                  <a:pt x="682752" y="368045"/>
                </a:lnTo>
                <a:lnTo>
                  <a:pt x="679635" y="418000"/>
                </a:lnTo>
                <a:lnTo>
                  <a:pt x="670557" y="465908"/>
                </a:lnTo>
                <a:lnTo>
                  <a:pt x="655924" y="511331"/>
                </a:lnTo>
                <a:lnTo>
                  <a:pt x="636143" y="553832"/>
                </a:lnTo>
                <a:lnTo>
                  <a:pt x="611620" y="592973"/>
                </a:lnTo>
                <a:lnTo>
                  <a:pt x="582763" y="628316"/>
                </a:lnTo>
                <a:lnTo>
                  <a:pt x="549978" y="659423"/>
                </a:lnTo>
                <a:lnTo>
                  <a:pt x="513672" y="685856"/>
                </a:lnTo>
                <a:lnTo>
                  <a:pt x="474252" y="707177"/>
                </a:lnTo>
                <a:lnTo>
                  <a:pt x="432125" y="722949"/>
                </a:lnTo>
                <a:lnTo>
                  <a:pt x="387697" y="732733"/>
                </a:lnTo>
                <a:lnTo>
                  <a:pt x="341375" y="736091"/>
                </a:lnTo>
                <a:lnTo>
                  <a:pt x="295054" y="732733"/>
                </a:lnTo>
                <a:lnTo>
                  <a:pt x="250626" y="722949"/>
                </a:lnTo>
                <a:lnTo>
                  <a:pt x="208499" y="707177"/>
                </a:lnTo>
                <a:lnTo>
                  <a:pt x="169079" y="685856"/>
                </a:lnTo>
                <a:lnTo>
                  <a:pt x="132773" y="659423"/>
                </a:lnTo>
                <a:lnTo>
                  <a:pt x="99988" y="628316"/>
                </a:lnTo>
                <a:lnTo>
                  <a:pt x="71131" y="592973"/>
                </a:lnTo>
                <a:lnTo>
                  <a:pt x="46608" y="553832"/>
                </a:lnTo>
                <a:lnTo>
                  <a:pt x="26827" y="511331"/>
                </a:lnTo>
                <a:lnTo>
                  <a:pt x="12194" y="465908"/>
                </a:lnTo>
                <a:lnTo>
                  <a:pt x="3116" y="418000"/>
                </a:lnTo>
                <a:lnTo>
                  <a:pt x="0" y="368045"/>
                </a:lnTo>
                <a:close/>
              </a:path>
            </a:pathLst>
          </a:custGeom>
          <a:ln w="2590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 txBox="1"/>
          <p:nvPr/>
        </p:nvSpPr>
        <p:spPr>
          <a:xfrm>
            <a:off x="2554535" y="5025304"/>
            <a:ext cx="1960245" cy="5695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550" i="1" spc="55" dirty="0">
                <a:latin typeface="Times New Roman"/>
                <a:cs typeface="Times New Roman"/>
              </a:rPr>
              <a:t>Q</a:t>
            </a:r>
            <a:r>
              <a:rPr sz="3075" spc="82" baseline="-24390" dirty="0">
                <a:latin typeface="Times New Roman"/>
                <a:cs typeface="Times New Roman"/>
              </a:rPr>
              <a:t>3</a:t>
            </a:r>
            <a:r>
              <a:rPr sz="3550" i="1" spc="55" dirty="0">
                <a:latin typeface="Times New Roman"/>
                <a:cs typeface="Times New Roman"/>
              </a:rPr>
              <a:t>Q</a:t>
            </a:r>
            <a:r>
              <a:rPr sz="3075" spc="82" baseline="-24390" dirty="0">
                <a:latin typeface="Times New Roman"/>
                <a:cs typeface="Times New Roman"/>
              </a:rPr>
              <a:t>2</a:t>
            </a:r>
            <a:r>
              <a:rPr sz="3550" i="1" spc="55" dirty="0">
                <a:latin typeface="Times New Roman"/>
                <a:cs typeface="Times New Roman"/>
              </a:rPr>
              <a:t>Q</a:t>
            </a:r>
            <a:r>
              <a:rPr sz="3075" spc="82" baseline="-24390" dirty="0">
                <a:latin typeface="Times New Roman"/>
                <a:cs typeface="Times New Roman"/>
              </a:rPr>
              <a:t>1</a:t>
            </a:r>
            <a:r>
              <a:rPr sz="3550" i="1" spc="55" dirty="0">
                <a:latin typeface="Times New Roman"/>
                <a:cs typeface="Times New Roman"/>
              </a:rPr>
              <a:t>Q</a:t>
            </a:r>
            <a:r>
              <a:rPr sz="3075" spc="82" baseline="-24390" dirty="0">
                <a:latin typeface="Times New Roman"/>
                <a:cs typeface="Times New Roman"/>
              </a:rPr>
              <a:t>0</a:t>
            </a:r>
            <a:endParaRPr sz="3075" baseline="-24390">
              <a:latin typeface="Times New Roman"/>
              <a:cs typeface="Times New Roman"/>
            </a:endParaRPr>
          </a:p>
        </p:txBody>
      </p:sp>
      <p:sp>
        <p:nvSpPr>
          <p:cNvPr id="138" name="object 1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96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966" y="982217"/>
            <a:ext cx="330200" cy="0"/>
          </a:xfrm>
          <a:custGeom>
            <a:avLst/>
            <a:gdLst/>
            <a:ahLst/>
            <a:cxnLst/>
            <a:rect l="l" t="t" r="r" b="b"/>
            <a:pathLst>
              <a:path w="330200">
                <a:moveTo>
                  <a:pt x="0" y="0"/>
                </a:moveTo>
                <a:lnTo>
                  <a:pt x="329946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19911" y="228600"/>
            <a:ext cx="6033770" cy="2502535"/>
          </a:xfrm>
          <a:custGeom>
            <a:avLst/>
            <a:gdLst/>
            <a:ahLst/>
            <a:cxnLst/>
            <a:rect l="l" t="t" r="r" b="b"/>
            <a:pathLst>
              <a:path w="6033770" h="2502535">
                <a:moveTo>
                  <a:pt x="0" y="2502408"/>
                </a:moveTo>
                <a:lnTo>
                  <a:pt x="6033516" y="2502408"/>
                </a:lnTo>
                <a:lnTo>
                  <a:pt x="6033516" y="0"/>
                </a:lnTo>
                <a:lnTo>
                  <a:pt x="0" y="0"/>
                </a:lnTo>
                <a:lnTo>
                  <a:pt x="0" y="25024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12703" y="966309"/>
            <a:ext cx="619125" cy="712470"/>
          </a:xfrm>
          <a:custGeom>
            <a:avLst/>
            <a:gdLst/>
            <a:ahLst/>
            <a:cxnLst/>
            <a:rect l="l" t="t" r="r" b="b"/>
            <a:pathLst>
              <a:path w="619125" h="712469">
                <a:moveTo>
                  <a:pt x="0" y="712430"/>
                </a:moveTo>
                <a:lnTo>
                  <a:pt x="618551" y="712430"/>
                </a:lnTo>
                <a:lnTo>
                  <a:pt x="618551" y="0"/>
                </a:lnTo>
                <a:lnTo>
                  <a:pt x="0" y="0"/>
                </a:lnTo>
                <a:lnTo>
                  <a:pt x="0" y="7124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112703" y="1251277"/>
            <a:ext cx="77470" cy="142875"/>
          </a:xfrm>
          <a:custGeom>
            <a:avLst/>
            <a:gdLst/>
            <a:ahLst/>
            <a:cxnLst/>
            <a:rect l="l" t="t" r="r" b="b"/>
            <a:pathLst>
              <a:path w="77469" h="142875">
                <a:moveTo>
                  <a:pt x="0" y="0"/>
                </a:moveTo>
                <a:lnTo>
                  <a:pt x="77355" y="71277"/>
                </a:lnTo>
                <a:lnTo>
                  <a:pt x="0" y="142554"/>
                </a:lnTo>
              </a:path>
            </a:pathLst>
          </a:custGeom>
          <a:ln w="23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052564" y="762863"/>
            <a:ext cx="31305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100" b="1" spc="55" dirty="0">
                <a:latin typeface="Times New Roman"/>
                <a:cs typeface="Times New Roman"/>
              </a:rPr>
              <a:t>FF</a:t>
            </a:r>
            <a:r>
              <a:rPr sz="1050" b="1" spc="82" baseline="-11904" dirty="0">
                <a:latin typeface="Times New Roman"/>
                <a:cs typeface="Times New Roman"/>
              </a:rPr>
              <a:t>0</a:t>
            </a:r>
            <a:endParaRPr sz="1050" baseline="-11904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731331" y="1108823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594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00504" y="1536285"/>
            <a:ext cx="81280" cy="0"/>
          </a:xfrm>
          <a:custGeom>
            <a:avLst/>
            <a:gdLst/>
            <a:ahLst/>
            <a:cxnLst/>
            <a:rect l="l" t="t" r="r" b="b"/>
            <a:pathLst>
              <a:path w="81280">
                <a:moveTo>
                  <a:pt x="0" y="0"/>
                </a:moveTo>
                <a:lnTo>
                  <a:pt x="81174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723912" y="1500999"/>
            <a:ext cx="76835" cy="71120"/>
          </a:xfrm>
          <a:custGeom>
            <a:avLst/>
            <a:gdLst/>
            <a:ahLst/>
            <a:cxnLst/>
            <a:rect l="l" t="t" r="r" b="b"/>
            <a:pathLst>
              <a:path w="76835" h="71119">
                <a:moveTo>
                  <a:pt x="76592" y="35286"/>
                </a:moveTo>
                <a:lnTo>
                  <a:pt x="73584" y="21545"/>
                </a:lnTo>
                <a:lnTo>
                  <a:pt x="65381" y="10329"/>
                </a:lnTo>
                <a:lnTo>
                  <a:pt x="53209" y="2770"/>
                </a:lnTo>
                <a:lnTo>
                  <a:pt x="38296" y="0"/>
                </a:lnTo>
                <a:lnTo>
                  <a:pt x="23382" y="2770"/>
                </a:lnTo>
                <a:lnTo>
                  <a:pt x="11210" y="10329"/>
                </a:lnTo>
                <a:lnTo>
                  <a:pt x="3007" y="21545"/>
                </a:lnTo>
                <a:lnTo>
                  <a:pt x="0" y="35286"/>
                </a:lnTo>
                <a:lnTo>
                  <a:pt x="3007" y="49028"/>
                </a:lnTo>
                <a:lnTo>
                  <a:pt x="11210" y="60243"/>
                </a:lnTo>
                <a:lnTo>
                  <a:pt x="23382" y="67802"/>
                </a:lnTo>
                <a:lnTo>
                  <a:pt x="38296" y="70573"/>
                </a:lnTo>
                <a:lnTo>
                  <a:pt x="53209" y="67802"/>
                </a:lnTo>
                <a:lnTo>
                  <a:pt x="65381" y="60243"/>
                </a:lnTo>
                <a:lnTo>
                  <a:pt x="73584" y="49028"/>
                </a:lnTo>
                <a:lnTo>
                  <a:pt x="76592" y="35286"/>
                </a:lnTo>
                <a:close/>
              </a:path>
            </a:pathLst>
          </a:custGeom>
          <a:ln w="225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69420" y="1329793"/>
            <a:ext cx="859155" cy="0"/>
          </a:xfrm>
          <a:custGeom>
            <a:avLst/>
            <a:gdLst/>
            <a:ahLst/>
            <a:cxnLst/>
            <a:rect l="l" t="t" r="r" b="b"/>
            <a:pathLst>
              <a:path w="859155">
                <a:moveTo>
                  <a:pt x="858616" y="0"/>
                </a:moveTo>
                <a:lnTo>
                  <a:pt x="0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016717" y="1283186"/>
            <a:ext cx="99232" cy="932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45595" y="966309"/>
            <a:ext cx="619125" cy="712470"/>
          </a:xfrm>
          <a:custGeom>
            <a:avLst/>
            <a:gdLst/>
            <a:ahLst/>
            <a:cxnLst/>
            <a:rect l="l" t="t" r="r" b="b"/>
            <a:pathLst>
              <a:path w="619125" h="712469">
                <a:moveTo>
                  <a:pt x="0" y="712430"/>
                </a:moveTo>
                <a:lnTo>
                  <a:pt x="618551" y="712430"/>
                </a:lnTo>
                <a:lnTo>
                  <a:pt x="618551" y="0"/>
                </a:lnTo>
                <a:lnTo>
                  <a:pt x="0" y="0"/>
                </a:lnTo>
                <a:lnTo>
                  <a:pt x="0" y="7124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45595" y="1251277"/>
            <a:ext cx="77470" cy="142875"/>
          </a:xfrm>
          <a:custGeom>
            <a:avLst/>
            <a:gdLst/>
            <a:ahLst/>
            <a:cxnLst/>
            <a:rect l="l" t="t" r="r" b="b"/>
            <a:pathLst>
              <a:path w="77470" h="142875">
                <a:moveTo>
                  <a:pt x="0" y="0"/>
                </a:moveTo>
                <a:lnTo>
                  <a:pt x="77246" y="71277"/>
                </a:lnTo>
                <a:lnTo>
                  <a:pt x="0" y="142554"/>
                </a:lnTo>
              </a:path>
            </a:pathLst>
          </a:custGeom>
          <a:ln w="23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289711" y="762863"/>
            <a:ext cx="31242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100" b="1" spc="50" dirty="0">
                <a:latin typeface="Times New Roman"/>
                <a:cs typeface="Times New Roman"/>
              </a:rPr>
              <a:t>FF</a:t>
            </a:r>
            <a:r>
              <a:rPr sz="1050" b="1" spc="75" baseline="-11904" dirty="0">
                <a:latin typeface="Times New Roman"/>
                <a:cs typeface="Times New Roman"/>
              </a:rPr>
              <a:t>1</a:t>
            </a:r>
            <a:endParaRPr sz="1050" baseline="-11904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968261" y="1105908"/>
            <a:ext cx="227965" cy="3175"/>
          </a:xfrm>
          <a:custGeom>
            <a:avLst/>
            <a:gdLst/>
            <a:ahLst/>
            <a:cxnLst/>
            <a:rect l="l" t="t" r="r" b="b"/>
            <a:pathLst>
              <a:path w="227964" h="3175">
                <a:moveTo>
                  <a:pt x="0" y="2915"/>
                </a:moveTo>
                <a:lnTo>
                  <a:pt x="227812" y="0"/>
                </a:lnTo>
              </a:path>
            </a:pathLst>
          </a:custGeom>
          <a:ln w="21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37543" y="1536286"/>
            <a:ext cx="81280" cy="0"/>
          </a:xfrm>
          <a:custGeom>
            <a:avLst/>
            <a:gdLst/>
            <a:ahLst/>
            <a:cxnLst/>
            <a:rect l="l" t="t" r="r" b="b"/>
            <a:pathLst>
              <a:path w="81279">
                <a:moveTo>
                  <a:pt x="0" y="0"/>
                </a:moveTo>
                <a:lnTo>
                  <a:pt x="81174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960951" y="1500999"/>
            <a:ext cx="76835" cy="71120"/>
          </a:xfrm>
          <a:custGeom>
            <a:avLst/>
            <a:gdLst/>
            <a:ahLst/>
            <a:cxnLst/>
            <a:rect l="l" t="t" r="r" b="b"/>
            <a:pathLst>
              <a:path w="76835" h="71119">
                <a:moveTo>
                  <a:pt x="76592" y="35286"/>
                </a:moveTo>
                <a:lnTo>
                  <a:pt x="73584" y="21545"/>
                </a:lnTo>
                <a:lnTo>
                  <a:pt x="65381" y="10329"/>
                </a:lnTo>
                <a:lnTo>
                  <a:pt x="53209" y="2770"/>
                </a:lnTo>
                <a:lnTo>
                  <a:pt x="38296" y="0"/>
                </a:lnTo>
                <a:lnTo>
                  <a:pt x="23382" y="2770"/>
                </a:lnTo>
                <a:lnTo>
                  <a:pt x="11210" y="10329"/>
                </a:lnTo>
                <a:lnTo>
                  <a:pt x="3007" y="21545"/>
                </a:lnTo>
                <a:lnTo>
                  <a:pt x="0" y="35286"/>
                </a:lnTo>
                <a:lnTo>
                  <a:pt x="3007" y="49028"/>
                </a:lnTo>
                <a:lnTo>
                  <a:pt x="11210" y="60243"/>
                </a:lnTo>
                <a:lnTo>
                  <a:pt x="23382" y="67802"/>
                </a:lnTo>
                <a:lnTo>
                  <a:pt x="38296" y="70573"/>
                </a:lnTo>
                <a:lnTo>
                  <a:pt x="53209" y="67802"/>
                </a:lnTo>
                <a:lnTo>
                  <a:pt x="65381" y="60243"/>
                </a:lnTo>
                <a:lnTo>
                  <a:pt x="73584" y="49028"/>
                </a:lnTo>
                <a:lnTo>
                  <a:pt x="76592" y="35286"/>
                </a:lnTo>
                <a:close/>
              </a:path>
            </a:pathLst>
          </a:custGeom>
          <a:ln w="225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028426" y="1322555"/>
            <a:ext cx="232410" cy="0"/>
          </a:xfrm>
          <a:custGeom>
            <a:avLst/>
            <a:gdLst/>
            <a:ahLst/>
            <a:cxnLst/>
            <a:rect l="l" t="t" r="r" b="b"/>
            <a:pathLst>
              <a:path w="232410">
                <a:moveTo>
                  <a:pt x="232394" y="0"/>
                </a:moveTo>
                <a:lnTo>
                  <a:pt x="0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60821" y="1287268"/>
            <a:ext cx="76835" cy="71120"/>
          </a:xfrm>
          <a:custGeom>
            <a:avLst/>
            <a:gdLst/>
            <a:ahLst/>
            <a:cxnLst/>
            <a:rect l="l" t="t" r="r" b="b"/>
            <a:pathLst>
              <a:path w="76835" h="71119">
                <a:moveTo>
                  <a:pt x="0" y="35286"/>
                </a:moveTo>
                <a:lnTo>
                  <a:pt x="3007" y="49028"/>
                </a:lnTo>
                <a:lnTo>
                  <a:pt x="11210" y="60243"/>
                </a:lnTo>
                <a:lnTo>
                  <a:pt x="23382" y="67802"/>
                </a:lnTo>
                <a:lnTo>
                  <a:pt x="38296" y="70573"/>
                </a:lnTo>
                <a:lnTo>
                  <a:pt x="53209" y="67802"/>
                </a:lnTo>
                <a:lnTo>
                  <a:pt x="65381" y="60243"/>
                </a:lnTo>
                <a:lnTo>
                  <a:pt x="73584" y="49028"/>
                </a:lnTo>
                <a:lnTo>
                  <a:pt x="76592" y="35286"/>
                </a:lnTo>
                <a:lnTo>
                  <a:pt x="73584" y="21545"/>
                </a:lnTo>
                <a:lnTo>
                  <a:pt x="65381" y="10329"/>
                </a:lnTo>
                <a:lnTo>
                  <a:pt x="53209" y="2770"/>
                </a:lnTo>
                <a:lnTo>
                  <a:pt x="38296" y="0"/>
                </a:lnTo>
                <a:lnTo>
                  <a:pt x="23382" y="2770"/>
                </a:lnTo>
                <a:lnTo>
                  <a:pt x="11210" y="10329"/>
                </a:lnTo>
                <a:lnTo>
                  <a:pt x="3007" y="21545"/>
                </a:lnTo>
                <a:lnTo>
                  <a:pt x="0" y="35286"/>
                </a:lnTo>
                <a:close/>
              </a:path>
            </a:pathLst>
          </a:custGeom>
          <a:ln w="225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590599" y="966309"/>
            <a:ext cx="619125" cy="712470"/>
          </a:xfrm>
          <a:custGeom>
            <a:avLst/>
            <a:gdLst/>
            <a:ahLst/>
            <a:cxnLst/>
            <a:rect l="l" t="t" r="r" b="b"/>
            <a:pathLst>
              <a:path w="619125" h="712469">
                <a:moveTo>
                  <a:pt x="0" y="712430"/>
                </a:moveTo>
                <a:lnTo>
                  <a:pt x="618551" y="712430"/>
                </a:lnTo>
                <a:lnTo>
                  <a:pt x="618551" y="0"/>
                </a:lnTo>
                <a:lnTo>
                  <a:pt x="0" y="0"/>
                </a:lnTo>
                <a:lnTo>
                  <a:pt x="0" y="7124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590599" y="1251277"/>
            <a:ext cx="77470" cy="142875"/>
          </a:xfrm>
          <a:custGeom>
            <a:avLst/>
            <a:gdLst/>
            <a:ahLst/>
            <a:cxnLst/>
            <a:rect l="l" t="t" r="r" b="b"/>
            <a:pathLst>
              <a:path w="77470" h="142875">
                <a:moveTo>
                  <a:pt x="0" y="0"/>
                </a:moveTo>
                <a:lnTo>
                  <a:pt x="77246" y="71277"/>
                </a:lnTo>
                <a:lnTo>
                  <a:pt x="0" y="142554"/>
                </a:lnTo>
              </a:path>
            </a:pathLst>
          </a:custGeom>
          <a:ln w="23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542243" y="762863"/>
            <a:ext cx="31305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100" b="1" spc="55" dirty="0">
                <a:latin typeface="Times New Roman"/>
                <a:cs typeface="Times New Roman"/>
              </a:rPr>
              <a:t>FF</a:t>
            </a:r>
            <a:r>
              <a:rPr sz="1050" b="1" spc="82" baseline="-11904" dirty="0">
                <a:latin typeface="Times New Roman"/>
                <a:cs typeface="Times New Roman"/>
              </a:rPr>
              <a:t>2</a:t>
            </a:r>
            <a:endParaRPr sz="1050" baseline="-11904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216646" y="1108824"/>
            <a:ext cx="356235" cy="0"/>
          </a:xfrm>
          <a:custGeom>
            <a:avLst/>
            <a:gdLst/>
            <a:ahLst/>
            <a:cxnLst/>
            <a:rect l="l" t="t" r="r" b="b"/>
            <a:pathLst>
              <a:path w="356235">
                <a:moveTo>
                  <a:pt x="0" y="0"/>
                </a:moveTo>
                <a:lnTo>
                  <a:pt x="355684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285928" y="1536286"/>
            <a:ext cx="70485" cy="0"/>
          </a:xfrm>
          <a:custGeom>
            <a:avLst/>
            <a:gdLst/>
            <a:ahLst/>
            <a:cxnLst/>
            <a:rect l="l" t="t" r="r" b="b"/>
            <a:pathLst>
              <a:path w="70485">
                <a:moveTo>
                  <a:pt x="0" y="0"/>
                </a:moveTo>
                <a:lnTo>
                  <a:pt x="69936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209336" y="1500999"/>
            <a:ext cx="76835" cy="71120"/>
          </a:xfrm>
          <a:custGeom>
            <a:avLst/>
            <a:gdLst/>
            <a:ahLst/>
            <a:cxnLst/>
            <a:rect l="l" t="t" r="r" b="b"/>
            <a:pathLst>
              <a:path w="76835" h="71119">
                <a:moveTo>
                  <a:pt x="76592" y="35286"/>
                </a:moveTo>
                <a:lnTo>
                  <a:pt x="73569" y="21545"/>
                </a:lnTo>
                <a:lnTo>
                  <a:pt x="65340" y="10329"/>
                </a:lnTo>
                <a:lnTo>
                  <a:pt x="53163" y="2770"/>
                </a:lnTo>
                <a:lnTo>
                  <a:pt x="38296" y="0"/>
                </a:lnTo>
                <a:lnTo>
                  <a:pt x="23382" y="2770"/>
                </a:lnTo>
                <a:lnTo>
                  <a:pt x="11210" y="10329"/>
                </a:lnTo>
                <a:lnTo>
                  <a:pt x="3007" y="21545"/>
                </a:lnTo>
                <a:lnTo>
                  <a:pt x="0" y="35286"/>
                </a:lnTo>
                <a:lnTo>
                  <a:pt x="3007" y="49028"/>
                </a:lnTo>
                <a:lnTo>
                  <a:pt x="11210" y="60243"/>
                </a:lnTo>
                <a:lnTo>
                  <a:pt x="23382" y="67802"/>
                </a:lnTo>
                <a:lnTo>
                  <a:pt x="38296" y="70573"/>
                </a:lnTo>
                <a:lnTo>
                  <a:pt x="53163" y="67802"/>
                </a:lnTo>
                <a:lnTo>
                  <a:pt x="65340" y="60243"/>
                </a:lnTo>
                <a:lnTo>
                  <a:pt x="73569" y="49028"/>
                </a:lnTo>
                <a:lnTo>
                  <a:pt x="76592" y="35286"/>
                </a:lnTo>
                <a:close/>
              </a:path>
            </a:pathLst>
          </a:custGeom>
          <a:ln w="225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96073" y="1329793"/>
            <a:ext cx="317500" cy="0"/>
          </a:xfrm>
          <a:custGeom>
            <a:avLst/>
            <a:gdLst/>
            <a:ahLst/>
            <a:cxnLst/>
            <a:rect l="l" t="t" r="r" b="b"/>
            <a:pathLst>
              <a:path w="317500">
                <a:moveTo>
                  <a:pt x="317387" y="0"/>
                </a:moveTo>
                <a:lnTo>
                  <a:pt x="0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502141" y="1283186"/>
            <a:ext cx="99232" cy="932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194812" y="1108823"/>
            <a:ext cx="151130" cy="0"/>
          </a:xfrm>
          <a:custGeom>
            <a:avLst/>
            <a:gdLst/>
            <a:ahLst/>
            <a:cxnLst/>
            <a:rect l="l" t="t" r="r" b="b"/>
            <a:pathLst>
              <a:path w="151129">
                <a:moveTo>
                  <a:pt x="0" y="0"/>
                </a:moveTo>
                <a:lnTo>
                  <a:pt x="150783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186956" y="1112342"/>
            <a:ext cx="0" cy="1165225"/>
          </a:xfrm>
          <a:custGeom>
            <a:avLst/>
            <a:gdLst/>
            <a:ahLst/>
            <a:cxnLst/>
            <a:rect l="l" t="t" r="r" b="b"/>
            <a:pathLst>
              <a:path h="1165225">
                <a:moveTo>
                  <a:pt x="0" y="1165075"/>
                </a:moveTo>
                <a:lnTo>
                  <a:pt x="0" y="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670259" y="456069"/>
            <a:ext cx="0" cy="650240"/>
          </a:xfrm>
          <a:custGeom>
            <a:avLst/>
            <a:gdLst/>
            <a:ahLst/>
            <a:cxnLst/>
            <a:rect l="l" t="t" r="r" b="b"/>
            <a:pathLst>
              <a:path h="650240">
                <a:moveTo>
                  <a:pt x="0" y="649838"/>
                </a:moveTo>
                <a:lnTo>
                  <a:pt x="0" y="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186956" y="2277417"/>
            <a:ext cx="3406140" cy="0"/>
          </a:xfrm>
          <a:custGeom>
            <a:avLst/>
            <a:gdLst/>
            <a:ahLst/>
            <a:cxnLst/>
            <a:rect l="l" t="t" r="r" b="b"/>
            <a:pathLst>
              <a:path w="3406140">
                <a:moveTo>
                  <a:pt x="3405947" y="0"/>
                </a:moveTo>
                <a:lnTo>
                  <a:pt x="0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58925" y="475070"/>
            <a:ext cx="0" cy="634365"/>
          </a:xfrm>
          <a:custGeom>
            <a:avLst/>
            <a:gdLst/>
            <a:ahLst/>
            <a:cxnLst/>
            <a:rect l="l" t="t" r="r" b="b"/>
            <a:pathLst>
              <a:path h="634365">
                <a:moveTo>
                  <a:pt x="0" y="633753"/>
                </a:moveTo>
                <a:lnTo>
                  <a:pt x="0" y="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196073" y="460794"/>
            <a:ext cx="0" cy="865505"/>
          </a:xfrm>
          <a:custGeom>
            <a:avLst/>
            <a:gdLst/>
            <a:ahLst/>
            <a:cxnLst/>
            <a:rect l="l" t="t" r="r" b="b"/>
            <a:pathLst>
              <a:path h="865505">
                <a:moveTo>
                  <a:pt x="0" y="865278"/>
                </a:moveTo>
                <a:lnTo>
                  <a:pt x="0" y="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433112" y="479795"/>
            <a:ext cx="0" cy="629285"/>
          </a:xfrm>
          <a:custGeom>
            <a:avLst/>
            <a:gdLst/>
            <a:ahLst/>
            <a:cxnLst/>
            <a:rect l="l" t="t" r="r" b="b"/>
            <a:pathLst>
              <a:path h="629285">
                <a:moveTo>
                  <a:pt x="0" y="629028"/>
                </a:moveTo>
                <a:lnTo>
                  <a:pt x="0" y="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2840851" y="246330"/>
            <a:ext cx="23622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100" b="1" i="1" spc="55" dirty="0">
                <a:latin typeface="Times New Roman"/>
                <a:cs typeface="Times New Roman"/>
              </a:rPr>
              <a:t>Q</a:t>
            </a:r>
            <a:r>
              <a:rPr sz="1050" b="1" spc="82" baseline="-11904" dirty="0">
                <a:latin typeface="Times New Roman"/>
                <a:cs typeface="Times New Roman"/>
              </a:rPr>
              <a:t>0</a:t>
            </a:r>
            <a:endParaRPr sz="1050" baseline="-11904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077999" y="242711"/>
            <a:ext cx="23622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100" b="1" i="1" spc="55" dirty="0">
                <a:latin typeface="Times New Roman"/>
                <a:cs typeface="Times New Roman"/>
              </a:rPr>
              <a:t>Q</a:t>
            </a:r>
            <a:r>
              <a:rPr sz="1050" b="1" spc="82" baseline="-11904" dirty="0">
                <a:latin typeface="Times New Roman"/>
                <a:cs typeface="Times New Roman"/>
              </a:rPr>
              <a:t>1</a:t>
            </a:r>
            <a:endParaRPr sz="1050" baseline="-11904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315037" y="242711"/>
            <a:ext cx="23622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100" b="1" i="1" spc="55" dirty="0">
                <a:latin typeface="Times New Roman"/>
                <a:cs typeface="Times New Roman"/>
              </a:rPr>
              <a:t>Q</a:t>
            </a:r>
            <a:r>
              <a:rPr sz="1050" b="1" spc="82" baseline="-11904" dirty="0">
                <a:latin typeface="Times New Roman"/>
                <a:cs typeface="Times New Roman"/>
              </a:rPr>
              <a:t>2</a:t>
            </a:r>
            <a:endParaRPr sz="1050" baseline="-11904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41902" y="974077"/>
            <a:ext cx="321310" cy="438784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405"/>
              </a:spcBef>
            </a:pPr>
            <a:r>
              <a:rPr sz="1100" b="1" u="heavy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b="1" u="heavy" spc="-1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05"/>
              </a:spcBef>
            </a:pPr>
            <a:r>
              <a:rPr sz="1100" b="1" i="1" spc="55" dirty="0">
                <a:latin typeface="Times New Roman"/>
                <a:cs typeface="Times New Roman"/>
              </a:rPr>
              <a:t>CP</a:t>
            </a:r>
            <a:r>
              <a:rPr sz="1050" b="1" spc="82" baseline="-11904" dirty="0">
                <a:latin typeface="Times New Roman"/>
                <a:cs typeface="Times New Roman"/>
              </a:rPr>
              <a:t>0</a:t>
            </a:r>
            <a:endParaRPr sz="1050" baseline="-11904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819781" y="966309"/>
            <a:ext cx="619125" cy="712470"/>
          </a:xfrm>
          <a:custGeom>
            <a:avLst/>
            <a:gdLst/>
            <a:ahLst/>
            <a:cxnLst/>
            <a:rect l="l" t="t" r="r" b="b"/>
            <a:pathLst>
              <a:path w="619125" h="712469">
                <a:moveTo>
                  <a:pt x="0" y="712430"/>
                </a:moveTo>
                <a:lnTo>
                  <a:pt x="618551" y="712430"/>
                </a:lnTo>
                <a:lnTo>
                  <a:pt x="618551" y="0"/>
                </a:lnTo>
                <a:lnTo>
                  <a:pt x="0" y="0"/>
                </a:lnTo>
                <a:lnTo>
                  <a:pt x="0" y="7124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819781" y="1251277"/>
            <a:ext cx="77470" cy="142875"/>
          </a:xfrm>
          <a:custGeom>
            <a:avLst/>
            <a:gdLst/>
            <a:ahLst/>
            <a:cxnLst/>
            <a:rect l="l" t="t" r="r" b="b"/>
            <a:pathLst>
              <a:path w="77470" h="142875">
                <a:moveTo>
                  <a:pt x="0" y="0"/>
                </a:moveTo>
                <a:lnTo>
                  <a:pt x="77246" y="71277"/>
                </a:lnTo>
                <a:lnTo>
                  <a:pt x="0" y="142554"/>
                </a:lnTo>
              </a:path>
            </a:pathLst>
          </a:custGeom>
          <a:ln w="23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5763897" y="762863"/>
            <a:ext cx="31305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100" b="1" spc="55" dirty="0">
                <a:latin typeface="Times New Roman"/>
                <a:cs typeface="Times New Roman"/>
              </a:rPr>
              <a:t>FF</a:t>
            </a:r>
            <a:r>
              <a:rPr sz="1050" b="1" spc="82" baseline="-11904" dirty="0">
                <a:latin typeface="Times New Roman"/>
                <a:cs typeface="Times New Roman"/>
              </a:rPr>
              <a:t>3</a:t>
            </a:r>
            <a:endParaRPr sz="1050" baseline="-11904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442556" y="1105908"/>
            <a:ext cx="227965" cy="3175"/>
          </a:xfrm>
          <a:custGeom>
            <a:avLst/>
            <a:gdLst/>
            <a:ahLst/>
            <a:cxnLst/>
            <a:rect l="l" t="t" r="r" b="b"/>
            <a:pathLst>
              <a:path w="227965" h="3175">
                <a:moveTo>
                  <a:pt x="0" y="2915"/>
                </a:moveTo>
                <a:lnTo>
                  <a:pt x="227703" y="0"/>
                </a:lnTo>
              </a:path>
            </a:pathLst>
          </a:custGeom>
          <a:ln w="21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511729" y="1536286"/>
            <a:ext cx="81280" cy="0"/>
          </a:xfrm>
          <a:custGeom>
            <a:avLst/>
            <a:gdLst/>
            <a:ahLst/>
            <a:cxnLst/>
            <a:rect l="l" t="t" r="r" b="b"/>
            <a:pathLst>
              <a:path w="81279">
                <a:moveTo>
                  <a:pt x="0" y="0"/>
                </a:moveTo>
                <a:lnTo>
                  <a:pt x="81174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435137" y="1500999"/>
            <a:ext cx="76835" cy="71120"/>
          </a:xfrm>
          <a:custGeom>
            <a:avLst/>
            <a:gdLst/>
            <a:ahLst/>
            <a:cxnLst/>
            <a:rect l="l" t="t" r="r" b="b"/>
            <a:pathLst>
              <a:path w="76834" h="71119">
                <a:moveTo>
                  <a:pt x="76592" y="35286"/>
                </a:moveTo>
                <a:lnTo>
                  <a:pt x="73584" y="21545"/>
                </a:lnTo>
                <a:lnTo>
                  <a:pt x="65381" y="10329"/>
                </a:lnTo>
                <a:lnTo>
                  <a:pt x="53209" y="2770"/>
                </a:lnTo>
                <a:lnTo>
                  <a:pt x="38296" y="0"/>
                </a:lnTo>
                <a:lnTo>
                  <a:pt x="23382" y="2770"/>
                </a:lnTo>
                <a:lnTo>
                  <a:pt x="11210" y="10329"/>
                </a:lnTo>
                <a:lnTo>
                  <a:pt x="3007" y="21545"/>
                </a:lnTo>
                <a:lnTo>
                  <a:pt x="0" y="35286"/>
                </a:lnTo>
                <a:lnTo>
                  <a:pt x="3007" y="49028"/>
                </a:lnTo>
                <a:lnTo>
                  <a:pt x="11210" y="60243"/>
                </a:lnTo>
                <a:lnTo>
                  <a:pt x="23382" y="67802"/>
                </a:lnTo>
                <a:lnTo>
                  <a:pt x="38296" y="70573"/>
                </a:lnTo>
                <a:lnTo>
                  <a:pt x="53209" y="67802"/>
                </a:lnTo>
                <a:lnTo>
                  <a:pt x="65381" y="60243"/>
                </a:lnTo>
                <a:lnTo>
                  <a:pt x="73584" y="49028"/>
                </a:lnTo>
                <a:lnTo>
                  <a:pt x="76592" y="35286"/>
                </a:lnTo>
                <a:close/>
              </a:path>
            </a:pathLst>
          </a:custGeom>
          <a:ln w="225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595570" y="1322555"/>
            <a:ext cx="154940" cy="0"/>
          </a:xfrm>
          <a:custGeom>
            <a:avLst/>
            <a:gdLst/>
            <a:ahLst/>
            <a:cxnLst/>
            <a:rect l="l" t="t" r="r" b="b"/>
            <a:pathLst>
              <a:path w="154939">
                <a:moveTo>
                  <a:pt x="154929" y="0"/>
                </a:moveTo>
                <a:lnTo>
                  <a:pt x="0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750500" y="1287268"/>
            <a:ext cx="76835" cy="71120"/>
          </a:xfrm>
          <a:custGeom>
            <a:avLst/>
            <a:gdLst/>
            <a:ahLst/>
            <a:cxnLst/>
            <a:rect l="l" t="t" r="r" b="b"/>
            <a:pathLst>
              <a:path w="76835" h="71119">
                <a:moveTo>
                  <a:pt x="0" y="35286"/>
                </a:moveTo>
                <a:lnTo>
                  <a:pt x="3007" y="49028"/>
                </a:lnTo>
                <a:lnTo>
                  <a:pt x="11210" y="60243"/>
                </a:lnTo>
                <a:lnTo>
                  <a:pt x="23382" y="67802"/>
                </a:lnTo>
                <a:lnTo>
                  <a:pt x="38296" y="70573"/>
                </a:lnTo>
                <a:lnTo>
                  <a:pt x="53209" y="67802"/>
                </a:lnTo>
                <a:lnTo>
                  <a:pt x="65381" y="60243"/>
                </a:lnTo>
                <a:lnTo>
                  <a:pt x="73584" y="49028"/>
                </a:lnTo>
                <a:lnTo>
                  <a:pt x="76592" y="35286"/>
                </a:lnTo>
                <a:lnTo>
                  <a:pt x="73584" y="21545"/>
                </a:lnTo>
                <a:lnTo>
                  <a:pt x="65381" y="10329"/>
                </a:lnTo>
                <a:lnTo>
                  <a:pt x="53209" y="2770"/>
                </a:lnTo>
                <a:lnTo>
                  <a:pt x="38296" y="0"/>
                </a:lnTo>
                <a:lnTo>
                  <a:pt x="23382" y="2770"/>
                </a:lnTo>
                <a:lnTo>
                  <a:pt x="11210" y="10329"/>
                </a:lnTo>
                <a:lnTo>
                  <a:pt x="3007" y="21545"/>
                </a:lnTo>
                <a:lnTo>
                  <a:pt x="0" y="35286"/>
                </a:lnTo>
                <a:close/>
              </a:path>
            </a:pathLst>
          </a:custGeom>
          <a:ln w="225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556837" y="1005032"/>
            <a:ext cx="262944" cy="1434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592903" y="1536286"/>
            <a:ext cx="0" cy="732155"/>
          </a:xfrm>
          <a:custGeom>
            <a:avLst/>
            <a:gdLst/>
            <a:ahLst/>
            <a:cxnLst/>
            <a:rect l="l" t="t" r="r" b="b"/>
            <a:pathLst>
              <a:path h="732155">
                <a:moveTo>
                  <a:pt x="0" y="0"/>
                </a:moveTo>
                <a:lnTo>
                  <a:pt x="0" y="731631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169420" y="2149179"/>
            <a:ext cx="4418965" cy="0"/>
          </a:xfrm>
          <a:custGeom>
            <a:avLst/>
            <a:gdLst/>
            <a:ahLst/>
            <a:cxnLst/>
            <a:rect l="l" t="t" r="r" b="b"/>
            <a:pathLst>
              <a:path w="4418965">
                <a:moveTo>
                  <a:pt x="4418403" y="0"/>
                </a:moveTo>
                <a:lnTo>
                  <a:pt x="0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599388" y="1322555"/>
            <a:ext cx="0" cy="831850"/>
          </a:xfrm>
          <a:custGeom>
            <a:avLst/>
            <a:gdLst/>
            <a:ahLst/>
            <a:cxnLst/>
            <a:rect l="l" t="t" r="r" b="b"/>
            <a:pathLst>
              <a:path h="831850">
                <a:moveTo>
                  <a:pt x="0" y="831369"/>
                </a:moveTo>
                <a:lnTo>
                  <a:pt x="0" y="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556837" y="774354"/>
            <a:ext cx="0" cy="272415"/>
          </a:xfrm>
          <a:custGeom>
            <a:avLst/>
            <a:gdLst/>
            <a:ahLst/>
            <a:cxnLst/>
            <a:rect l="l" t="t" r="r" b="b"/>
            <a:pathLst>
              <a:path h="272415">
                <a:moveTo>
                  <a:pt x="0" y="272140"/>
                </a:moveTo>
                <a:lnTo>
                  <a:pt x="0" y="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6552185" y="242711"/>
            <a:ext cx="23622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100" b="1" i="1" spc="55" dirty="0">
                <a:latin typeface="Times New Roman"/>
                <a:cs typeface="Times New Roman"/>
              </a:rPr>
              <a:t>Q</a:t>
            </a:r>
            <a:r>
              <a:rPr sz="1050" b="1" spc="82" baseline="-11904" dirty="0">
                <a:latin typeface="Times New Roman"/>
                <a:cs typeface="Times New Roman"/>
              </a:rPr>
              <a:t>3</a:t>
            </a:r>
            <a:endParaRPr sz="1050" baseline="-11904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4199892" y="774354"/>
            <a:ext cx="1356995" cy="0"/>
          </a:xfrm>
          <a:custGeom>
            <a:avLst/>
            <a:gdLst/>
            <a:ahLst/>
            <a:cxnLst/>
            <a:rect l="l" t="t" r="r" b="b"/>
            <a:pathLst>
              <a:path w="1356995">
                <a:moveTo>
                  <a:pt x="0" y="0"/>
                </a:moveTo>
                <a:lnTo>
                  <a:pt x="1356945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028426" y="1322555"/>
            <a:ext cx="0" cy="822325"/>
          </a:xfrm>
          <a:custGeom>
            <a:avLst/>
            <a:gdLst/>
            <a:ahLst/>
            <a:cxnLst/>
            <a:rect l="l" t="t" r="r" b="b"/>
            <a:pathLst>
              <a:path h="822325">
                <a:moveTo>
                  <a:pt x="0" y="0"/>
                </a:moveTo>
                <a:lnTo>
                  <a:pt x="0" y="821869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901897" y="2049662"/>
            <a:ext cx="216535" cy="0"/>
          </a:xfrm>
          <a:custGeom>
            <a:avLst/>
            <a:gdLst/>
            <a:ahLst/>
            <a:cxnLst/>
            <a:rect l="l" t="t" r="r" b="b"/>
            <a:pathLst>
              <a:path w="216534">
                <a:moveTo>
                  <a:pt x="0" y="0"/>
                </a:moveTo>
                <a:lnTo>
                  <a:pt x="216494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288487" y="2509083"/>
            <a:ext cx="232410" cy="0"/>
          </a:xfrm>
          <a:custGeom>
            <a:avLst/>
            <a:gdLst/>
            <a:ahLst/>
            <a:cxnLst/>
            <a:rect l="l" t="t" r="r" b="b"/>
            <a:pathLst>
              <a:path w="232409">
                <a:moveTo>
                  <a:pt x="0" y="0"/>
                </a:moveTo>
                <a:lnTo>
                  <a:pt x="231958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288487" y="2615949"/>
            <a:ext cx="232410" cy="0"/>
          </a:xfrm>
          <a:custGeom>
            <a:avLst/>
            <a:gdLst/>
            <a:ahLst/>
            <a:cxnLst/>
            <a:rect l="l" t="t" r="r" b="b"/>
            <a:pathLst>
              <a:path w="232409">
                <a:moveTo>
                  <a:pt x="0" y="0"/>
                </a:moveTo>
                <a:lnTo>
                  <a:pt x="231958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705052" y="2562516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0" y="0"/>
                </a:moveTo>
                <a:lnTo>
                  <a:pt x="47351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520445" y="2562516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4">
                <a:moveTo>
                  <a:pt x="0" y="0"/>
                </a:moveTo>
                <a:lnTo>
                  <a:pt x="149878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369672" y="2455650"/>
            <a:ext cx="301625" cy="213995"/>
          </a:xfrm>
          <a:custGeom>
            <a:avLst/>
            <a:gdLst/>
            <a:ahLst/>
            <a:cxnLst/>
            <a:rect l="l" t="t" r="r" b="b"/>
            <a:pathLst>
              <a:path w="301625" h="213994">
                <a:moveTo>
                  <a:pt x="90470" y="0"/>
                </a:moveTo>
                <a:lnTo>
                  <a:pt x="0" y="0"/>
                </a:lnTo>
                <a:lnTo>
                  <a:pt x="26887" y="41732"/>
                </a:lnTo>
                <a:lnTo>
                  <a:pt x="40330" y="84983"/>
                </a:lnTo>
                <a:lnTo>
                  <a:pt x="40330" y="128739"/>
                </a:lnTo>
                <a:lnTo>
                  <a:pt x="26887" y="171991"/>
                </a:lnTo>
                <a:lnTo>
                  <a:pt x="0" y="213727"/>
                </a:lnTo>
                <a:lnTo>
                  <a:pt x="90470" y="213728"/>
                </a:lnTo>
                <a:lnTo>
                  <a:pt x="146055" y="202099"/>
                </a:lnTo>
                <a:lnTo>
                  <a:pt x="196123" y="185009"/>
                </a:lnTo>
                <a:lnTo>
                  <a:pt x="239506" y="163047"/>
                </a:lnTo>
                <a:lnTo>
                  <a:pt x="275036" y="136805"/>
                </a:lnTo>
                <a:lnTo>
                  <a:pt x="301545" y="106875"/>
                </a:lnTo>
                <a:lnTo>
                  <a:pt x="275296" y="76816"/>
                </a:lnTo>
                <a:lnTo>
                  <a:pt x="239861" y="50489"/>
                </a:lnTo>
                <a:lnTo>
                  <a:pt x="196444" y="28504"/>
                </a:lnTo>
                <a:lnTo>
                  <a:pt x="146246" y="11471"/>
                </a:lnTo>
                <a:lnTo>
                  <a:pt x="904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369672" y="2455650"/>
            <a:ext cx="301625" cy="213995"/>
          </a:xfrm>
          <a:custGeom>
            <a:avLst/>
            <a:gdLst/>
            <a:ahLst/>
            <a:cxnLst/>
            <a:rect l="l" t="t" r="r" b="b"/>
            <a:pathLst>
              <a:path w="301625" h="213994">
                <a:moveTo>
                  <a:pt x="301545" y="106875"/>
                </a:moveTo>
                <a:lnTo>
                  <a:pt x="275036" y="136805"/>
                </a:lnTo>
                <a:lnTo>
                  <a:pt x="239506" y="163047"/>
                </a:lnTo>
                <a:lnTo>
                  <a:pt x="196123" y="185009"/>
                </a:lnTo>
                <a:lnTo>
                  <a:pt x="146055" y="202099"/>
                </a:lnTo>
                <a:lnTo>
                  <a:pt x="90470" y="213727"/>
                </a:lnTo>
                <a:lnTo>
                  <a:pt x="0" y="213727"/>
                </a:lnTo>
                <a:lnTo>
                  <a:pt x="26887" y="171991"/>
                </a:lnTo>
                <a:lnTo>
                  <a:pt x="40330" y="128739"/>
                </a:lnTo>
                <a:lnTo>
                  <a:pt x="40330" y="84983"/>
                </a:lnTo>
                <a:lnTo>
                  <a:pt x="26887" y="41732"/>
                </a:lnTo>
                <a:lnTo>
                  <a:pt x="0" y="0"/>
                </a:lnTo>
                <a:lnTo>
                  <a:pt x="90470" y="0"/>
                </a:lnTo>
                <a:lnTo>
                  <a:pt x="146246" y="11471"/>
                </a:lnTo>
                <a:lnTo>
                  <a:pt x="196444" y="28504"/>
                </a:lnTo>
                <a:lnTo>
                  <a:pt x="239861" y="50489"/>
                </a:lnTo>
                <a:lnTo>
                  <a:pt x="275296" y="76816"/>
                </a:lnTo>
                <a:lnTo>
                  <a:pt x="301545" y="106875"/>
                </a:lnTo>
                <a:close/>
              </a:path>
            </a:pathLst>
          </a:custGeom>
          <a:ln w="223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670324" y="2546511"/>
            <a:ext cx="34925" cy="32384"/>
          </a:xfrm>
          <a:custGeom>
            <a:avLst/>
            <a:gdLst/>
            <a:ahLst/>
            <a:cxnLst/>
            <a:rect l="l" t="t" r="r" b="b"/>
            <a:pathLst>
              <a:path w="34925" h="32385">
                <a:moveTo>
                  <a:pt x="26959" y="0"/>
                </a:moveTo>
                <a:lnTo>
                  <a:pt x="7768" y="0"/>
                </a:lnTo>
                <a:lnTo>
                  <a:pt x="0" y="7167"/>
                </a:lnTo>
                <a:lnTo>
                  <a:pt x="0" y="24841"/>
                </a:lnTo>
                <a:lnTo>
                  <a:pt x="7768" y="32009"/>
                </a:lnTo>
                <a:lnTo>
                  <a:pt x="26959" y="32009"/>
                </a:lnTo>
                <a:lnTo>
                  <a:pt x="34728" y="24841"/>
                </a:lnTo>
                <a:lnTo>
                  <a:pt x="34728" y="7167"/>
                </a:lnTo>
                <a:lnTo>
                  <a:pt x="26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670324" y="2546511"/>
            <a:ext cx="34925" cy="32384"/>
          </a:xfrm>
          <a:custGeom>
            <a:avLst/>
            <a:gdLst/>
            <a:ahLst/>
            <a:cxnLst/>
            <a:rect l="l" t="t" r="r" b="b"/>
            <a:pathLst>
              <a:path w="34925" h="32385">
                <a:moveTo>
                  <a:pt x="34728" y="16004"/>
                </a:moveTo>
                <a:lnTo>
                  <a:pt x="34728" y="7167"/>
                </a:lnTo>
                <a:lnTo>
                  <a:pt x="26959" y="0"/>
                </a:lnTo>
                <a:lnTo>
                  <a:pt x="17369" y="0"/>
                </a:lnTo>
                <a:lnTo>
                  <a:pt x="7768" y="0"/>
                </a:lnTo>
                <a:lnTo>
                  <a:pt x="0" y="7167"/>
                </a:lnTo>
                <a:lnTo>
                  <a:pt x="0" y="16004"/>
                </a:lnTo>
                <a:lnTo>
                  <a:pt x="0" y="24841"/>
                </a:lnTo>
                <a:lnTo>
                  <a:pt x="7768" y="32009"/>
                </a:lnTo>
                <a:lnTo>
                  <a:pt x="17369" y="32009"/>
                </a:lnTo>
                <a:lnTo>
                  <a:pt x="26959" y="32009"/>
                </a:lnTo>
                <a:lnTo>
                  <a:pt x="34728" y="24841"/>
                </a:lnTo>
                <a:lnTo>
                  <a:pt x="34728" y="16004"/>
                </a:lnTo>
                <a:close/>
              </a:path>
            </a:pathLst>
          </a:custGeom>
          <a:ln w="225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369672" y="2455650"/>
            <a:ext cx="301625" cy="213995"/>
          </a:xfrm>
          <a:custGeom>
            <a:avLst/>
            <a:gdLst/>
            <a:ahLst/>
            <a:cxnLst/>
            <a:rect l="l" t="t" r="r" b="b"/>
            <a:pathLst>
              <a:path w="301625" h="213994">
                <a:moveTo>
                  <a:pt x="185566" y="0"/>
                </a:moveTo>
                <a:lnTo>
                  <a:pt x="0" y="0"/>
                </a:lnTo>
                <a:lnTo>
                  <a:pt x="0" y="213727"/>
                </a:lnTo>
                <a:lnTo>
                  <a:pt x="185566" y="213728"/>
                </a:lnTo>
                <a:lnTo>
                  <a:pt x="230711" y="205330"/>
                </a:lnTo>
                <a:lnTo>
                  <a:pt x="267577" y="182430"/>
                </a:lnTo>
                <a:lnTo>
                  <a:pt x="292431" y="148462"/>
                </a:lnTo>
                <a:lnTo>
                  <a:pt x="301545" y="106865"/>
                </a:lnTo>
                <a:lnTo>
                  <a:pt x="292431" y="65267"/>
                </a:lnTo>
                <a:lnTo>
                  <a:pt x="267577" y="31299"/>
                </a:lnTo>
                <a:lnTo>
                  <a:pt x="230711" y="8397"/>
                </a:lnTo>
                <a:lnTo>
                  <a:pt x="1855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369672" y="2455650"/>
            <a:ext cx="301625" cy="213995"/>
          </a:xfrm>
          <a:custGeom>
            <a:avLst/>
            <a:gdLst/>
            <a:ahLst/>
            <a:cxnLst/>
            <a:rect l="l" t="t" r="r" b="b"/>
            <a:pathLst>
              <a:path w="301625" h="213994">
                <a:moveTo>
                  <a:pt x="185566" y="213727"/>
                </a:moveTo>
                <a:lnTo>
                  <a:pt x="0" y="213727"/>
                </a:lnTo>
                <a:lnTo>
                  <a:pt x="0" y="0"/>
                </a:lnTo>
                <a:lnTo>
                  <a:pt x="185566" y="0"/>
                </a:lnTo>
                <a:lnTo>
                  <a:pt x="230711" y="8397"/>
                </a:lnTo>
                <a:lnTo>
                  <a:pt x="267577" y="31299"/>
                </a:lnTo>
                <a:lnTo>
                  <a:pt x="292431" y="65267"/>
                </a:lnTo>
                <a:lnTo>
                  <a:pt x="301545" y="106865"/>
                </a:lnTo>
                <a:lnTo>
                  <a:pt x="292431" y="148462"/>
                </a:lnTo>
                <a:lnTo>
                  <a:pt x="267577" y="182430"/>
                </a:lnTo>
                <a:lnTo>
                  <a:pt x="230711" y="205330"/>
                </a:lnTo>
                <a:lnTo>
                  <a:pt x="185566" y="213727"/>
                </a:lnTo>
                <a:close/>
              </a:path>
            </a:pathLst>
          </a:custGeom>
          <a:ln w="223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288487" y="578417"/>
            <a:ext cx="232410" cy="0"/>
          </a:xfrm>
          <a:custGeom>
            <a:avLst/>
            <a:gdLst/>
            <a:ahLst/>
            <a:cxnLst/>
            <a:rect l="l" t="t" r="r" b="b"/>
            <a:pathLst>
              <a:path w="232409">
                <a:moveTo>
                  <a:pt x="0" y="0"/>
                </a:moveTo>
                <a:lnTo>
                  <a:pt x="231958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288487" y="685282"/>
            <a:ext cx="232410" cy="0"/>
          </a:xfrm>
          <a:custGeom>
            <a:avLst/>
            <a:gdLst/>
            <a:ahLst/>
            <a:cxnLst/>
            <a:rect l="l" t="t" r="r" b="b"/>
            <a:pathLst>
              <a:path w="232409">
                <a:moveTo>
                  <a:pt x="0" y="0"/>
                </a:moveTo>
                <a:lnTo>
                  <a:pt x="231958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705052" y="631799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0" y="0"/>
                </a:moveTo>
                <a:lnTo>
                  <a:pt x="47351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520445" y="631799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4">
                <a:moveTo>
                  <a:pt x="0" y="0"/>
                </a:moveTo>
                <a:lnTo>
                  <a:pt x="149878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369672" y="524934"/>
            <a:ext cx="301625" cy="213995"/>
          </a:xfrm>
          <a:custGeom>
            <a:avLst/>
            <a:gdLst/>
            <a:ahLst/>
            <a:cxnLst/>
            <a:rect l="l" t="t" r="r" b="b"/>
            <a:pathLst>
              <a:path w="301625" h="213995">
                <a:moveTo>
                  <a:pt x="90470" y="0"/>
                </a:moveTo>
                <a:lnTo>
                  <a:pt x="0" y="0"/>
                </a:lnTo>
                <a:lnTo>
                  <a:pt x="26887" y="41742"/>
                </a:lnTo>
                <a:lnTo>
                  <a:pt x="40330" y="84990"/>
                </a:lnTo>
                <a:lnTo>
                  <a:pt x="40330" y="128740"/>
                </a:lnTo>
                <a:lnTo>
                  <a:pt x="26887" y="171988"/>
                </a:lnTo>
                <a:lnTo>
                  <a:pt x="0" y="213731"/>
                </a:lnTo>
                <a:lnTo>
                  <a:pt x="90470" y="213731"/>
                </a:lnTo>
                <a:lnTo>
                  <a:pt x="146055" y="202115"/>
                </a:lnTo>
                <a:lnTo>
                  <a:pt x="196123" y="185031"/>
                </a:lnTo>
                <a:lnTo>
                  <a:pt x="239506" y="163070"/>
                </a:lnTo>
                <a:lnTo>
                  <a:pt x="275036" y="136818"/>
                </a:lnTo>
                <a:lnTo>
                  <a:pt x="301545" y="106865"/>
                </a:lnTo>
                <a:lnTo>
                  <a:pt x="275296" y="76806"/>
                </a:lnTo>
                <a:lnTo>
                  <a:pt x="239861" y="50487"/>
                </a:lnTo>
                <a:lnTo>
                  <a:pt x="196444" y="28510"/>
                </a:lnTo>
                <a:lnTo>
                  <a:pt x="146246" y="11480"/>
                </a:lnTo>
                <a:lnTo>
                  <a:pt x="904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369672" y="524934"/>
            <a:ext cx="301625" cy="213995"/>
          </a:xfrm>
          <a:custGeom>
            <a:avLst/>
            <a:gdLst/>
            <a:ahLst/>
            <a:cxnLst/>
            <a:rect l="l" t="t" r="r" b="b"/>
            <a:pathLst>
              <a:path w="301625" h="213995">
                <a:moveTo>
                  <a:pt x="301545" y="106865"/>
                </a:moveTo>
                <a:lnTo>
                  <a:pt x="275036" y="136818"/>
                </a:lnTo>
                <a:lnTo>
                  <a:pt x="239506" y="163070"/>
                </a:lnTo>
                <a:lnTo>
                  <a:pt x="196123" y="185031"/>
                </a:lnTo>
                <a:lnTo>
                  <a:pt x="146055" y="202115"/>
                </a:lnTo>
                <a:lnTo>
                  <a:pt x="90470" y="213731"/>
                </a:lnTo>
                <a:lnTo>
                  <a:pt x="0" y="213731"/>
                </a:lnTo>
                <a:lnTo>
                  <a:pt x="26887" y="171988"/>
                </a:lnTo>
                <a:lnTo>
                  <a:pt x="40330" y="128740"/>
                </a:lnTo>
                <a:lnTo>
                  <a:pt x="40330" y="84990"/>
                </a:lnTo>
                <a:lnTo>
                  <a:pt x="26887" y="41742"/>
                </a:lnTo>
                <a:lnTo>
                  <a:pt x="0" y="0"/>
                </a:lnTo>
                <a:lnTo>
                  <a:pt x="90470" y="0"/>
                </a:lnTo>
                <a:lnTo>
                  <a:pt x="146246" y="11480"/>
                </a:lnTo>
                <a:lnTo>
                  <a:pt x="196444" y="28510"/>
                </a:lnTo>
                <a:lnTo>
                  <a:pt x="239861" y="50487"/>
                </a:lnTo>
                <a:lnTo>
                  <a:pt x="275296" y="76806"/>
                </a:lnTo>
                <a:lnTo>
                  <a:pt x="301545" y="106865"/>
                </a:lnTo>
                <a:close/>
              </a:path>
            </a:pathLst>
          </a:custGeom>
          <a:ln w="223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670324" y="615814"/>
            <a:ext cx="34925" cy="32384"/>
          </a:xfrm>
          <a:custGeom>
            <a:avLst/>
            <a:gdLst/>
            <a:ahLst/>
            <a:cxnLst/>
            <a:rect l="l" t="t" r="r" b="b"/>
            <a:pathLst>
              <a:path w="34925" h="32384">
                <a:moveTo>
                  <a:pt x="26959" y="0"/>
                </a:moveTo>
                <a:lnTo>
                  <a:pt x="7768" y="0"/>
                </a:lnTo>
                <a:lnTo>
                  <a:pt x="0" y="7137"/>
                </a:lnTo>
                <a:lnTo>
                  <a:pt x="0" y="24831"/>
                </a:lnTo>
                <a:lnTo>
                  <a:pt x="7768" y="31969"/>
                </a:lnTo>
                <a:lnTo>
                  <a:pt x="26959" y="31969"/>
                </a:lnTo>
                <a:lnTo>
                  <a:pt x="34728" y="24831"/>
                </a:lnTo>
                <a:lnTo>
                  <a:pt x="34728" y="7137"/>
                </a:lnTo>
                <a:lnTo>
                  <a:pt x="26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670324" y="615815"/>
            <a:ext cx="34925" cy="32384"/>
          </a:xfrm>
          <a:custGeom>
            <a:avLst/>
            <a:gdLst/>
            <a:ahLst/>
            <a:cxnLst/>
            <a:rect l="l" t="t" r="r" b="b"/>
            <a:pathLst>
              <a:path w="34925" h="32384">
                <a:moveTo>
                  <a:pt x="34728" y="15984"/>
                </a:moveTo>
                <a:lnTo>
                  <a:pt x="34728" y="7137"/>
                </a:lnTo>
                <a:lnTo>
                  <a:pt x="26959" y="0"/>
                </a:lnTo>
                <a:lnTo>
                  <a:pt x="17369" y="0"/>
                </a:lnTo>
                <a:lnTo>
                  <a:pt x="7768" y="0"/>
                </a:lnTo>
                <a:lnTo>
                  <a:pt x="0" y="7137"/>
                </a:lnTo>
                <a:lnTo>
                  <a:pt x="0" y="15984"/>
                </a:lnTo>
                <a:lnTo>
                  <a:pt x="0" y="24831"/>
                </a:lnTo>
                <a:lnTo>
                  <a:pt x="7768" y="31969"/>
                </a:lnTo>
                <a:lnTo>
                  <a:pt x="17369" y="31969"/>
                </a:lnTo>
                <a:lnTo>
                  <a:pt x="26959" y="31969"/>
                </a:lnTo>
                <a:lnTo>
                  <a:pt x="34728" y="24831"/>
                </a:lnTo>
                <a:lnTo>
                  <a:pt x="34728" y="15984"/>
                </a:lnTo>
                <a:close/>
              </a:path>
            </a:pathLst>
          </a:custGeom>
          <a:ln w="225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369672" y="524934"/>
            <a:ext cx="301625" cy="213995"/>
          </a:xfrm>
          <a:custGeom>
            <a:avLst/>
            <a:gdLst/>
            <a:ahLst/>
            <a:cxnLst/>
            <a:rect l="l" t="t" r="r" b="b"/>
            <a:pathLst>
              <a:path w="301625" h="213995">
                <a:moveTo>
                  <a:pt x="185566" y="0"/>
                </a:moveTo>
                <a:lnTo>
                  <a:pt x="0" y="0"/>
                </a:lnTo>
                <a:lnTo>
                  <a:pt x="0" y="213731"/>
                </a:lnTo>
                <a:lnTo>
                  <a:pt x="185566" y="213731"/>
                </a:lnTo>
                <a:lnTo>
                  <a:pt x="230711" y="205331"/>
                </a:lnTo>
                <a:lnTo>
                  <a:pt x="267577" y="182427"/>
                </a:lnTo>
                <a:lnTo>
                  <a:pt x="292431" y="148459"/>
                </a:lnTo>
                <a:lnTo>
                  <a:pt x="301545" y="106865"/>
                </a:lnTo>
                <a:lnTo>
                  <a:pt x="292431" y="65271"/>
                </a:lnTo>
                <a:lnTo>
                  <a:pt x="267577" y="31303"/>
                </a:lnTo>
                <a:lnTo>
                  <a:pt x="230711" y="8399"/>
                </a:lnTo>
                <a:lnTo>
                  <a:pt x="1855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369672" y="524934"/>
            <a:ext cx="301625" cy="213995"/>
          </a:xfrm>
          <a:custGeom>
            <a:avLst/>
            <a:gdLst/>
            <a:ahLst/>
            <a:cxnLst/>
            <a:rect l="l" t="t" r="r" b="b"/>
            <a:pathLst>
              <a:path w="301625" h="213995">
                <a:moveTo>
                  <a:pt x="185566" y="213731"/>
                </a:moveTo>
                <a:lnTo>
                  <a:pt x="0" y="213731"/>
                </a:lnTo>
                <a:lnTo>
                  <a:pt x="0" y="0"/>
                </a:lnTo>
                <a:lnTo>
                  <a:pt x="185566" y="0"/>
                </a:lnTo>
                <a:lnTo>
                  <a:pt x="230711" y="8399"/>
                </a:lnTo>
                <a:lnTo>
                  <a:pt x="267577" y="31303"/>
                </a:lnTo>
                <a:lnTo>
                  <a:pt x="292431" y="65271"/>
                </a:lnTo>
                <a:lnTo>
                  <a:pt x="301545" y="106865"/>
                </a:lnTo>
                <a:lnTo>
                  <a:pt x="292431" y="148459"/>
                </a:lnTo>
                <a:lnTo>
                  <a:pt x="267577" y="182427"/>
                </a:lnTo>
                <a:lnTo>
                  <a:pt x="230711" y="205331"/>
                </a:lnTo>
                <a:lnTo>
                  <a:pt x="185566" y="213731"/>
                </a:lnTo>
                <a:close/>
              </a:path>
            </a:pathLst>
          </a:custGeom>
          <a:ln w="223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752404" y="631799"/>
            <a:ext cx="4371340" cy="0"/>
          </a:xfrm>
          <a:custGeom>
            <a:avLst/>
            <a:gdLst/>
            <a:ahLst/>
            <a:cxnLst/>
            <a:rect l="l" t="t" r="r" b="b"/>
            <a:pathLst>
              <a:path w="4371340">
                <a:moveTo>
                  <a:pt x="0" y="0"/>
                </a:moveTo>
                <a:lnTo>
                  <a:pt x="4371236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128768" y="631799"/>
            <a:ext cx="0" cy="264160"/>
          </a:xfrm>
          <a:custGeom>
            <a:avLst/>
            <a:gdLst/>
            <a:ahLst/>
            <a:cxnLst/>
            <a:rect l="l" t="t" r="r" b="b"/>
            <a:pathLst>
              <a:path h="264159">
                <a:moveTo>
                  <a:pt x="0" y="263996"/>
                </a:moveTo>
                <a:lnTo>
                  <a:pt x="0" y="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079152" y="884476"/>
            <a:ext cx="99232" cy="9321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417435" y="631799"/>
            <a:ext cx="0" cy="264160"/>
          </a:xfrm>
          <a:custGeom>
            <a:avLst/>
            <a:gdLst/>
            <a:ahLst/>
            <a:cxnLst/>
            <a:rect l="l" t="t" r="r" b="b"/>
            <a:pathLst>
              <a:path h="264159">
                <a:moveTo>
                  <a:pt x="0" y="263996"/>
                </a:moveTo>
                <a:lnTo>
                  <a:pt x="0" y="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367818" y="884476"/>
            <a:ext cx="99232" cy="9321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752404" y="2562385"/>
            <a:ext cx="4376420" cy="0"/>
          </a:xfrm>
          <a:custGeom>
            <a:avLst/>
            <a:gdLst/>
            <a:ahLst/>
            <a:cxnLst/>
            <a:rect l="l" t="t" r="r" b="b"/>
            <a:pathLst>
              <a:path w="4376420">
                <a:moveTo>
                  <a:pt x="0" y="0"/>
                </a:moveTo>
                <a:lnTo>
                  <a:pt x="4376364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6128768" y="1750007"/>
            <a:ext cx="0" cy="812800"/>
          </a:xfrm>
          <a:custGeom>
            <a:avLst/>
            <a:gdLst/>
            <a:ahLst/>
            <a:cxnLst/>
            <a:rect l="l" t="t" r="r" b="b"/>
            <a:pathLst>
              <a:path h="812800">
                <a:moveTo>
                  <a:pt x="0" y="0"/>
                </a:moveTo>
                <a:lnTo>
                  <a:pt x="0" y="812378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079152" y="1668123"/>
            <a:ext cx="99232" cy="932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2417435" y="1752379"/>
            <a:ext cx="0" cy="804545"/>
          </a:xfrm>
          <a:custGeom>
            <a:avLst/>
            <a:gdLst/>
            <a:ahLst/>
            <a:cxnLst/>
            <a:rect l="l" t="t" r="r" b="b"/>
            <a:pathLst>
              <a:path h="804544">
                <a:moveTo>
                  <a:pt x="0" y="0"/>
                </a:moveTo>
                <a:lnTo>
                  <a:pt x="0" y="804306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2367819" y="1670536"/>
            <a:ext cx="99232" cy="931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149312" y="578417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>
                <a:moveTo>
                  <a:pt x="139175" y="0"/>
                </a:moveTo>
                <a:lnTo>
                  <a:pt x="0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149312" y="685282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>
                <a:moveTo>
                  <a:pt x="139175" y="0"/>
                </a:moveTo>
                <a:lnTo>
                  <a:pt x="0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149312" y="2509083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>
                <a:moveTo>
                  <a:pt x="139175" y="0"/>
                </a:moveTo>
                <a:lnTo>
                  <a:pt x="0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149312" y="2615949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>
                <a:moveTo>
                  <a:pt x="139175" y="0"/>
                </a:moveTo>
                <a:lnTo>
                  <a:pt x="0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831414" y="433721"/>
            <a:ext cx="327025" cy="3657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650" b="1" i="1" spc="52" baseline="7575" dirty="0">
                <a:latin typeface="Times New Roman"/>
                <a:cs typeface="Times New Roman"/>
              </a:rPr>
              <a:t>S</a:t>
            </a:r>
            <a:r>
              <a:rPr sz="700" b="1" spc="35" dirty="0">
                <a:latin typeface="Times New Roman"/>
                <a:cs typeface="Times New Roman"/>
              </a:rPr>
              <a:t>9(1)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0"/>
              </a:spcBef>
            </a:pPr>
            <a:r>
              <a:rPr sz="1650" b="1" i="1" spc="52" baseline="7575" dirty="0">
                <a:latin typeface="Times New Roman"/>
                <a:cs typeface="Times New Roman"/>
              </a:rPr>
              <a:t>S</a:t>
            </a:r>
            <a:r>
              <a:rPr sz="700" b="1" spc="35" dirty="0">
                <a:latin typeface="Times New Roman"/>
                <a:cs typeface="Times New Roman"/>
              </a:rPr>
              <a:t>9(2)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822949" y="2037961"/>
            <a:ext cx="355600" cy="6851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390">
              <a:lnSpc>
                <a:spcPct val="100000"/>
              </a:lnSpc>
              <a:spcBef>
                <a:spcPts val="105"/>
              </a:spcBef>
            </a:pPr>
            <a:r>
              <a:rPr sz="1100" b="1" i="1" spc="55" dirty="0">
                <a:latin typeface="Times New Roman"/>
                <a:cs typeface="Times New Roman"/>
              </a:rPr>
              <a:t>CP</a:t>
            </a:r>
            <a:r>
              <a:rPr sz="1050" b="1" spc="82" baseline="-11904" dirty="0">
                <a:latin typeface="Times New Roman"/>
                <a:cs typeface="Times New Roman"/>
              </a:rPr>
              <a:t>1</a:t>
            </a:r>
            <a:endParaRPr sz="1050" baseline="-11904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650" b="1" i="1" spc="60" baseline="7575" dirty="0">
                <a:latin typeface="Times New Roman"/>
                <a:cs typeface="Times New Roman"/>
              </a:rPr>
              <a:t>R</a:t>
            </a:r>
            <a:r>
              <a:rPr sz="700" b="1" spc="40" dirty="0">
                <a:latin typeface="Times New Roman"/>
                <a:cs typeface="Times New Roman"/>
              </a:rPr>
              <a:t>0(1)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0"/>
              </a:spcBef>
            </a:pPr>
            <a:r>
              <a:rPr sz="1650" b="1" i="1" spc="60" baseline="7575" dirty="0">
                <a:latin typeface="Times New Roman"/>
                <a:cs typeface="Times New Roman"/>
              </a:rPr>
              <a:t>R</a:t>
            </a:r>
            <a:r>
              <a:rPr sz="700" b="1" spc="40" dirty="0">
                <a:latin typeface="Times New Roman"/>
                <a:cs typeface="Times New Roman"/>
              </a:rPr>
              <a:t>0(2)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3604285" y="1892702"/>
            <a:ext cx="0" cy="116839"/>
          </a:xfrm>
          <a:custGeom>
            <a:avLst/>
            <a:gdLst/>
            <a:ahLst/>
            <a:cxnLst/>
            <a:rect l="l" t="t" r="r" b="b"/>
            <a:pathLst>
              <a:path h="116839">
                <a:moveTo>
                  <a:pt x="0" y="0"/>
                </a:moveTo>
                <a:lnTo>
                  <a:pt x="0" y="116838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3604285" y="2043741"/>
            <a:ext cx="0" cy="62865"/>
          </a:xfrm>
          <a:custGeom>
            <a:avLst/>
            <a:gdLst/>
            <a:ahLst/>
            <a:cxnLst/>
            <a:rect l="l" t="t" r="r" b="b"/>
            <a:pathLst>
              <a:path h="62864">
                <a:moveTo>
                  <a:pt x="0" y="0"/>
                </a:moveTo>
                <a:lnTo>
                  <a:pt x="0" y="62691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720264" y="1892702"/>
            <a:ext cx="0" cy="116839"/>
          </a:xfrm>
          <a:custGeom>
            <a:avLst/>
            <a:gdLst/>
            <a:ahLst/>
            <a:cxnLst/>
            <a:rect l="l" t="t" r="r" b="b"/>
            <a:pathLst>
              <a:path h="116839">
                <a:moveTo>
                  <a:pt x="0" y="0"/>
                </a:moveTo>
                <a:lnTo>
                  <a:pt x="0" y="116838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720264" y="2043741"/>
            <a:ext cx="0" cy="62865"/>
          </a:xfrm>
          <a:custGeom>
            <a:avLst/>
            <a:gdLst/>
            <a:ahLst/>
            <a:cxnLst/>
            <a:rect l="l" t="t" r="r" b="b"/>
            <a:pathLst>
              <a:path h="62864">
                <a:moveTo>
                  <a:pt x="0" y="0"/>
                </a:moveTo>
                <a:lnTo>
                  <a:pt x="0" y="62691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3662329" y="1678940"/>
            <a:ext cx="0" cy="213995"/>
          </a:xfrm>
          <a:custGeom>
            <a:avLst/>
            <a:gdLst/>
            <a:ahLst/>
            <a:cxnLst/>
            <a:rect l="l" t="t" r="r" b="b"/>
            <a:pathLst>
              <a:path h="213994">
                <a:moveTo>
                  <a:pt x="0" y="0"/>
                </a:moveTo>
                <a:lnTo>
                  <a:pt x="0" y="213761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3546350" y="1753776"/>
            <a:ext cx="232410" cy="278130"/>
          </a:xfrm>
          <a:custGeom>
            <a:avLst/>
            <a:gdLst/>
            <a:ahLst/>
            <a:cxnLst/>
            <a:rect l="l" t="t" r="r" b="b"/>
            <a:pathLst>
              <a:path w="232410" h="278130">
                <a:moveTo>
                  <a:pt x="115979" y="0"/>
                </a:moveTo>
                <a:lnTo>
                  <a:pt x="83356" y="24187"/>
                </a:lnTo>
                <a:lnTo>
                  <a:pt x="54792" y="56840"/>
                </a:lnTo>
                <a:lnTo>
                  <a:pt x="30942" y="96849"/>
                </a:lnTo>
                <a:lnTo>
                  <a:pt x="12459" y="143105"/>
                </a:lnTo>
                <a:lnTo>
                  <a:pt x="0" y="194499"/>
                </a:lnTo>
                <a:lnTo>
                  <a:pt x="0" y="277850"/>
                </a:lnTo>
                <a:lnTo>
                  <a:pt x="45302" y="253076"/>
                </a:lnTo>
                <a:lnTo>
                  <a:pt x="92238" y="240688"/>
                </a:lnTo>
                <a:lnTo>
                  <a:pt x="231958" y="240688"/>
                </a:lnTo>
                <a:lnTo>
                  <a:pt x="231958" y="194499"/>
                </a:lnTo>
                <a:lnTo>
                  <a:pt x="219341" y="143277"/>
                </a:lnTo>
                <a:lnTo>
                  <a:pt x="200780" y="97143"/>
                </a:lnTo>
                <a:lnTo>
                  <a:pt x="176929" y="57169"/>
                </a:lnTo>
                <a:lnTo>
                  <a:pt x="148444" y="24429"/>
                </a:lnTo>
                <a:lnTo>
                  <a:pt x="115979" y="0"/>
                </a:lnTo>
                <a:close/>
              </a:path>
              <a:path w="232410" h="278130">
                <a:moveTo>
                  <a:pt x="231958" y="240688"/>
                </a:moveTo>
                <a:lnTo>
                  <a:pt x="139719" y="240688"/>
                </a:lnTo>
                <a:lnTo>
                  <a:pt x="186655" y="253076"/>
                </a:lnTo>
                <a:lnTo>
                  <a:pt x="231958" y="277850"/>
                </a:lnTo>
                <a:lnTo>
                  <a:pt x="231958" y="2406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3546350" y="1753776"/>
            <a:ext cx="232410" cy="278130"/>
          </a:xfrm>
          <a:custGeom>
            <a:avLst/>
            <a:gdLst/>
            <a:ahLst/>
            <a:cxnLst/>
            <a:rect l="l" t="t" r="r" b="b"/>
            <a:pathLst>
              <a:path w="232410" h="278130">
                <a:moveTo>
                  <a:pt x="115979" y="0"/>
                </a:moveTo>
                <a:lnTo>
                  <a:pt x="148444" y="24429"/>
                </a:lnTo>
                <a:lnTo>
                  <a:pt x="176929" y="57169"/>
                </a:lnTo>
                <a:lnTo>
                  <a:pt x="200780" y="97143"/>
                </a:lnTo>
                <a:lnTo>
                  <a:pt x="219341" y="143277"/>
                </a:lnTo>
                <a:lnTo>
                  <a:pt x="231958" y="194499"/>
                </a:lnTo>
                <a:lnTo>
                  <a:pt x="231958" y="277850"/>
                </a:lnTo>
                <a:lnTo>
                  <a:pt x="186655" y="253076"/>
                </a:lnTo>
                <a:lnTo>
                  <a:pt x="139719" y="240688"/>
                </a:lnTo>
                <a:lnTo>
                  <a:pt x="92238" y="240688"/>
                </a:lnTo>
                <a:lnTo>
                  <a:pt x="45302" y="253076"/>
                </a:lnTo>
                <a:lnTo>
                  <a:pt x="0" y="277850"/>
                </a:lnTo>
                <a:lnTo>
                  <a:pt x="0" y="194499"/>
                </a:lnTo>
                <a:lnTo>
                  <a:pt x="12459" y="143105"/>
                </a:lnTo>
                <a:lnTo>
                  <a:pt x="30942" y="96849"/>
                </a:lnTo>
                <a:lnTo>
                  <a:pt x="54792" y="56840"/>
                </a:lnTo>
                <a:lnTo>
                  <a:pt x="83356" y="24187"/>
                </a:lnTo>
                <a:lnTo>
                  <a:pt x="115979" y="0"/>
                </a:lnTo>
                <a:close/>
              </a:path>
            </a:pathLst>
          </a:custGeom>
          <a:ln w="228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3720264" y="2044817"/>
            <a:ext cx="0" cy="506730"/>
          </a:xfrm>
          <a:custGeom>
            <a:avLst/>
            <a:gdLst/>
            <a:ahLst/>
            <a:cxnLst/>
            <a:rect l="l" t="t" r="r" b="b"/>
            <a:pathLst>
              <a:path h="506730">
                <a:moveTo>
                  <a:pt x="0" y="0"/>
                </a:moveTo>
                <a:lnTo>
                  <a:pt x="0" y="506168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3604285" y="2106433"/>
            <a:ext cx="0" cy="325120"/>
          </a:xfrm>
          <a:custGeom>
            <a:avLst/>
            <a:gdLst/>
            <a:ahLst/>
            <a:cxnLst/>
            <a:rect l="l" t="t" r="r" b="b"/>
            <a:pathLst>
              <a:path h="325119">
                <a:moveTo>
                  <a:pt x="0" y="0"/>
                </a:moveTo>
                <a:lnTo>
                  <a:pt x="0" y="324869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3700952" y="2009540"/>
            <a:ext cx="37465" cy="34290"/>
          </a:xfrm>
          <a:custGeom>
            <a:avLst/>
            <a:gdLst/>
            <a:ahLst/>
            <a:cxnLst/>
            <a:rect l="l" t="t" r="r" b="b"/>
            <a:pathLst>
              <a:path w="37464" h="34289">
                <a:moveTo>
                  <a:pt x="28803" y="0"/>
                </a:moveTo>
                <a:lnTo>
                  <a:pt x="8292" y="0"/>
                </a:lnTo>
                <a:lnTo>
                  <a:pt x="0" y="7660"/>
                </a:lnTo>
                <a:lnTo>
                  <a:pt x="0" y="26540"/>
                </a:lnTo>
                <a:lnTo>
                  <a:pt x="8292" y="34200"/>
                </a:lnTo>
                <a:lnTo>
                  <a:pt x="28803" y="34200"/>
                </a:lnTo>
                <a:lnTo>
                  <a:pt x="37095" y="26540"/>
                </a:lnTo>
                <a:lnTo>
                  <a:pt x="37095" y="7660"/>
                </a:lnTo>
                <a:lnTo>
                  <a:pt x="288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3700952" y="2009540"/>
            <a:ext cx="37465" cy="34290"/>
          </a:xfrm>
          <a:custGeom>
            <a:avLst/>
            <a:gdLst/>
            <a:ahLst/>
            <a:cxnLst/>
            <a:rect l="l" t="t" r="r" b="b"/>
            <a:pathLst>
              <a:path w="37464" h="34289">
                <a:moveTo>
                  <a:pt x="37095" y="17100"/>
                </a:moveTo>
                <a:lnTo>
                  <a:pt x="37095" y="7660"/>
                </a:lnTo>
                <a:lnTo>
                  <a:pt x="28803" y="0"/>
                </a:lnTo>
                <a:lnTo>
                  <a:pt x="18547" y="0"/>
                </a:lnTo>
                <a:lnTo>
                  <a:pt x="8292" y="0"/>
                </a:lnTo>
                <a:lnTo>
                  <a:pt x="0" y="7660"/>
                </a:lnTo>
                <a:lnTo>
                  <a:pt x="0" y="17100"/>
                </a:lnTo>
                <a:lnTo>
                  <a:pt x="0" y="26540"/>
                </a:lnTo>
                <a:lnTo>
                  <a:pt x="8292" y="34200"/>
                </a:lnTo>
                <a:lnTo>
                  <a:pt x="18547" y="34200"/>
                </a:lnTo>
                <a:lnTo>
                  <a:pt x="28803" y="34200"/>
                </a:lnTo>
                <a:lnTo>
                  <a:pt x="37095" y="26540"/>
                </a:lnTo>
                <a:lnTo>
                  <a:pt x="37095" y="17100"/>
                </a:lnTo>
                <a:close/>
              </a:path>
            </a:pathLst>
          </a:custGeom>
          <a:ln w="125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3583445" y="2009540"/>
            <a:ext cx="37465" cy="34290"/>
          </a:xfrm>
          <a:custGeom>
            <a:avLst/>
            <a:gdLst/>
            <a:ahLst/>
            <a:cxnLst/>
            <a:rect l="l" t="t" r="r" b="b"/>
            <a:pathLst>
              <a:path w="37464" h="34289">
                <a:moveTo>
                  <a:pt x="28803" y="0"/>
                </a:moveTo>
                <a:lnTo>
                  <a:pt x="8292" y="0"/>
                </a:lnTo>
                <a:lnTo>
                  <a:pt x="0" y="7660"/>
                </a:lnTo>
                <a:lnTo>
                  <a:pt x="0" y="26540"/>
                </a:lnTo>
                <a:lnTo>
                  <a:pt x="8292" y="34200"/>
                </a:lnTo>
                <a:lnTo>
                  <a:pt x="28803" y="34200"/>
                </a:lnTo>
                <a:lnTo>
                  <a:pt x="37095" y="26540"/>
                </a:lnTo>
                <a:lnTo>
                  <a:pt x="37095" y="7660"/>
                </a:lnTo>
                <a:lnTo>
                  <a:pt x="288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3583445" y="2009540"/>
            <a:ext cx="37465" cy="34290"/>
          </a:xfrm>
          <a:custGeom>
            <a:avLst/>
            <a:gdLst/>
            <a:ahLst/>
            <a:cxnLst/>
            <a:rect l="l" t="t" r="r" b="b"/>
            <a:pathLst>
              <a:path w="37464" h="34289">
                <a:moveTo>
                  <a:pt x="37095" y="17100"/>
                </a:moveTo>
                <a:lnTo>
                  <a:pt x="37095" y="7660"/>
                </a:lnTo>
                <a:lnTo>
                  <a:pt x="28803" y="0"/>
                </a:lnTo>
                <a:lnTo>
                  <a:pt x="18547" y="0"/>
                </a:lnTo>
                <a:lnTo>
                  <a:pt x="8292" y="0"/>
                </a:lnTo>
                <a:lnTo>
                  <a:pt x="0" y="7660"/>
                </a:lnTo>
                <a:lnTo>
                  <a:pt x="0" y="17100"/>
                </a:lnTo>
                <a:lnTo>
                  <a:pt x="0" y="26540"/>
                </a:lnTo>
                <a:lnTo>
                  <a:pt x="8292" y="34200"/>
                </a:lnTo>
                <a:lnTo>
                  <a:pt x="18547" y="34200"/>
                </a:lnTo>
                <a:lnTo>
                  <a:pt x="28803" y="34200"/>
                </a:lnTo>
                <a:lnTo>
                  <a:pt x="37095" y="26540"/>
                </a:lnTo>
                <a:lnTo>
                  <a:pt x="37095" y="17100"/>
                </a:lnTo>
                <a:close/>
              </a:path>
            </a:pathLst>
          </a:custGeom>
          <a:ln w="125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4833686" y="1892702"/>
            <a:ext cx="0" cy="116839"/>
          </a:xfrm>
          <a:custGeom>
            <a:avLst/>
            <a:gdLst/>
            <a:ahLst/>
            <a:cxnLst/>
            <a:rect l="l" t="t" r="r" b="b"/>
            <a:pathLst>
              <a:path h="116839">
                <a:moveTo>
                  <a:pt x="0" y="0"/>
                </a:moveTo>
                <a:lnTo>
                  <a:pt x="0" y="116838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4833686" y="2043741"/>
            <a:ext cx="0" cy="62865"/>
          </a:xfrm>
          <a:custGeom>
            <a:avLst/>
            <a:gdLst/>
            <a:ahLst/>
            <a:cxnLst/>
            <a:rect l="l" t="t" r="r" b="b"/>
            <a:pathLst>
              <a:path h="62864">
                <a:moveTo>
                  <a:pt x="0" y="0"/>
                </a:moveTo>
                <a:lnTo>
                  <a:pt x="0" y="62691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4949665" y="1892702"/>
            <a:ext cx="0" cy="116839"/>
          </a:xfrm>
          <a:custGeom>
            <a:avLst/>
            <a:gdLst/>
            <a:ahLst/>
            <a:cxnLst/>
            <a:rect l="l" t="t" r="r" b="b"/>
            <a:pathLst>
              <a:path h="116839">
                <a:moveTo>
                  <a:pt x="0" y="0"/>
                </a:moveTo>
                <a:lnTo>
                  <a:pt x="0" y="116838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4949665" y="2043741"/>
            <a:ext cx="0" cy="62865"/>
          </a:xfrm>
          <a:custGeom>
            <a:avLst/>
            <a:gdLst/>
            <a:ahLst/>
            <a:cxnLst/>
            <a:rect l="l" t="t" r="r" b="b"/>
            <a:pathLst>
              <a:path h="62864">
                <a:moveTo>
                  <a:pt x="0" y="0"/>
                </a:moveTo>
                <a:lnTo>
                  <a:pt x="0" y="62691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4891621" y="1678940"/>
            <a:ext cx="0" cy="213995"/>
          </a:xfrm>
          <a:custGeom>
            <a:avLst/>
            <a:gdLst/>
            <a:ahLst/>
            <a:cxnLst/>
            <a:rect l="l" t="t" r="r" b="b"/>
            <a:pathLst>
              <a:path h="213994">
                <a:moveTo>
                  <a:pt x="0" y="0"/>
                </a:moveTo>
                <a:lnTo>
                  <a:pt x="0" y="213761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775751" y="1753776"/>
            <a:ext cx="232410" cy="278130"/>
          </a:xfrm>
          <a:custGeom>
            <a:avLst/>
            <a:gdLst/>
            <a:ahLst/>
            <a:cxnLst/>
            <a:rect l="l" t="t" r="r" b="b"/>
            <a:pathLst>
              <a:path w="232410" h="278130">
                <a:moveTo>
                  <a:pt x="115979" y="0"/>
                </a:moveTo>
                <a:lnTo>
                  <a:pt x="83346" y="24187"/>
                </a:lnTo>
                <a:lnTo>
                  <a:pt x="54761" y="56840"/>
                </a:lnTo>
                <a:lnTo>
                  <a:pt x="30895" y="96849"/>
                </a:lnTo>
                <a:lnTo>
                  <a:pt x="12417" y="143105"/>
                </a:lnTo>
                <a:lnTo>
                  <a:pt x="0" y="194499"/>
                </a:lnTo>
                <a:lnTo>
                  <a:pt x="0" y="277850"/>
                </a:lnTo>
                <a:lnTo>
                  <a:pt x="45259" y="253076"/>
                </a:lnTo>
                <a:lnTo>
                  <a:pt x="92184" y="240688"/>
                </a:lnTo>
                <a:lnTo>
                  <a:pt x="231849" y="240688"/>
                </a:lnTo>
                <a:lnTo>
                  <a:pt x="231849" y="194499"/>
                </a:lnTo>
                <a:lnTo>
                  <a:pt x="219243" y="143277"/>
                </a:lnTo>
                <a:lnTo>
                  <a:pt x="200709" y="97143"/>
                </a:lnTo>
                <a:lnTo>
                  <a:pt x="176891" y="57169"/>
                </a:lnTo>
                <a:lnTo>
                  <a:pt x="148433" y="24429"/>
                </a:lnTo>
                <a:lnTo>
                  <a:pt x="115979" y="0"/>
                </a:lnTo>
                <a:close/>
              </a:path>
              <a:path w="232410" h="278130">
                <a:moveTo>
                  <a:pt x="231849" y="240688"/>
                </a:moveTo>
                <a:lnTo>
                  <a:pt x="139664" y="240688"/>
                </a:lnTo>
                <a:lnTo>
                  <a:pt x="186589" y="253076"/>
                </a:lnTo>
                <a:lnTo>
                  <a:pt x="231849" y="277850"/>
                </a:lnTo>
                <a:lnTo>
                  <a:pt x="231849" y="2406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4775751" y="1753777"/>
            <a:ext cx="232410" cy="278130"/>
          </a:xfrm>
          <a:custGeom>
            <a:avLst/>
            <a:gdLst/>
            <a:ahLst/>
            <a:cxnLst/>
            <a:rect l="l" t="t" r="r" b="b"/>
            <a:pathLst>
              <a:path w="232410" h="278130">
                <a:moveTo>
                  <a:pt x="115979" y="0"/>
                </a:moveTo>
                <a:lnTo>
                  <a:pt x="148433" y="24429"/>
                </a:lnTo>
                <a:lnTo>
                  <a:pt x="176891" y="57169"/>
                </a:lnTo>
                <a:lnTo>
                  <a:pt x="200709" y="97143"/>
                </a:lnTo>
                <a:lnTo>
                  <a:pt x="219243" y="143277"/>
                </a:lnTo>
                <a:lnTo>
                  <a:pt x="231849" y="194499"/>
                </a:lnTo>
                <a:lnTo>
                  <a:pt x="231849" y="277850"/>
                </a:lnTo>
                <a:lnTo>
                  <a:pt x="186589" y="253076"/>
                </a:lnTo>
                <a:lnTo>
                  <a:pt x="139664" y="240688"/>
                </a:lnTo>
                <a:lnTo>
                  <a:pt x="92184" y="240688"/>
                </a:lnTo>
                <a:lnTo>
                  <a:pt x="45259" y="253076"/>
                </a:lnTo>
                <a:lnTo>
                  <a:pt x="0" y="277850"/>
                </a:lnTo>
                <a:lnTo>
                  <a:pt x="0" y="194499"/>
                </a:lnTo>
                <a:lnTo>
                  <a:pt x="12417" y="143105"/>
                </a:lnTo>
                <a:lnTo>
                  <a:pt x="30895" y="96849"/>
                </a:lnTo>
                <a:lnTo>
                  <a:pt x="54761" y="56840"/>
                </a:lnTo>
                <a:lnTo>
                  <a:pt x="83346" y="24187"/>
                </a:lnTo>
                <a:lnTo>
                  <a:pt x="115979" y="0"/>
                </a:lnTo>
                <a:close/>
              </a:path>
            </a:pathLst>
          </a:custGeom>
          <a:ln w="228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4949665" y="2044817"/>
            <a:ext cx="0" cy="512445"/>
          </a:xfrm>
          <a:custGeom>
            <a:avLst/>
            <a:gdLst/>
            <a:ahLst/>
            <a:cxnLst/>
            <a:rect l="l" t="t" r="r" b="b"/>
            <a:pathLst>
              <a:path h="512444">
                <a:moveTo>
                  <a:pt x="0" y="0"/>
                </a:moveTo>
                <a:lnTo>
                  <a:pt x="0" y="511868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4833686" y="2106433"/>
            <a:ext cx="0" cy="328295"/>
          </a:xfrm>
          <a:custGeom>
            <a:avLst/>
            <a:gdLst/>
            <a:ahLst/>
            <a:cxnLst/>
            <a:rect l="l" t="t" r="r" b="b"/>
            <a:pathLst>
              <a:path h="328294">
                <a:moveTo>
                  <a:pt x="0" y="0"/>
                </a:moveTo>
                <a:lnTo>
                  <a:pt x="0" y="327714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4930353" y="2009540"/>
            <a:ext cx="37465" cy="34290"/>
          </a:xfrm>
          <a:custGeom>
            <a:avLst/>
            <a:gdLst/>
            <a:ahLst/>
            <a:cxnLst/>
            <a:rect l="l" t="t" r="r" b="b"/>
            <a:pathLst>
              <a:path w="37464" h="34289">
                <a:moveTo>
                  <a:pt x="28803" y="0"/>
                </a:moveTo>
                <a:lnTo>
                  <a:pt x="8292" y="0"/>
                </a:lnTo>
                <a:lnTo>
                  <a:pt x="0" y="7660"/>
                </a:lnTo>
                <a:lnTo>
                  <a:pt x="0" y="26540"/>
                </a:lnTo>
                <a:lnTo>
                  <a:pt x="8292" y="34200"/>
                </a:lnTo>
                <a:lnTo>
                  <a:pt x="28803" y="34200"/>
                </a:lnTo>
                <a:lnTo>
                  <a:pt x="37095" y="26540"/>
                </a:lnTo>
                <a:lnTo>
                  <a:pt x="37095" y="7660"/>
                </a:lnTo>
                <a:lnTo>
                  <a:pt x="288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4930353" y="2009540"/>
            <a:ext cx="37465" cy="34290"/>
          </a:xfrm>
          <a:custGeom>
            <a:avLst/>
            <a:gdLst/>
            <a:ahLst/>
            <a:cxnLst/>
            <a:rect l="l" t="t" r="r" b="b"/>
            <a:pathLst>
              <a:path w="37464" h="34289">
                <a:moveTo>
                  <a:pt x="37095" y="17100"/>
                </a:moveTo>
                <a:lnTo>
                  <a:pt x="37095" y="7660"/>
                </a:lnTo>
                <a:lnTo>
                  <a:pt x="28803" y="0"/>
                </a:lnTo>
                <a:lnTo>
                  <a:pt x="18547" y="0"/>
                </a:lnTo>
                <a:lnTo>
                  <a:pt x="8292" y="0"/>
                </a:lnTo>
                <a:lnTo>
                  <a:pt x="0" y="7660"/>
                </a:lnTo>
                <a:lnTo>
                  <a:pt x="0" y="17100"/>
                </a:lnTo>
                <a:lnTo>
                  <a:pt x="0" y="26540"/>
                </a:lnTo>
                <a:lnTo>
                  <a:pt x="8292" y="34200"/>
                </a:lnTo>
                <a:lnTo>
                  <a:pt x="18547" y="34200"/>
                </a:lnTo>
                <a:lnTo>
                  <a:pt x="28803" y="34200"/>
                </a:lnTo>
                <a:lnTo>
                  <a:pt x="37095" y="26540"/>
                </a:lnTo>
                <a:lnTo>
                  <a:pt x="37095" y="17100"/>
                </a:lnTo>
                <a:close/>
              </a:path>
            </a:pathLst>
          </a:custGeom>
          <a:ln w="125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4812847" y="2009540"/>
            <a:ext cx="37465" cy="34290"/>
          </a:xfrm>
          <a:custGeom>
            <a:avLst/>
            <a:gdLst/>
            <a:ahLst/>
            <a:cxnLst/>
            <a:rect l="l" t="t" r="r" b="b"/>
            <a:pathLst>
              <a:path w="37464" h="34289">
                <a:moveTo>
                  <a:pt x="28803" y="0"/>
                </a:moveTo>
                <a:lnTo>
                  <a:pt x="8292" y="0"/>
                </a:lnTo>
                <a:lnTo>
                  <a:pt x="0" y="7660"/>
                </a:lnTo>
                <a:lnTo>
                  <a:pt x="0" y="26540"/>
                </a:lnTo>
                <a:lnTo>
                  <a:pt x="8292" y="34200"/>
                </a:lnTo>
                <a:lnTo>
                  <a:pt x="28803" y="34200"/>
                </a:lnTo>
                <a:lnTo>
                  <a:pt x="37095" y="26540"/>
                </a:lnTo>
                <a:lnTo>
                  <a:pt x="37095" y="7660"/>
                </a:lnTo>
                <a:lnTo>
                  <a:pt x="288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4812847" y="2009540"/>
            <a:ext cx="37465" cy="34290"/>
          </a:xfrm>
          <a:custGeom>
            <a:avLst/>
            <a:gdLst/>
            <a:ahLst/>
            <a:cxnLst/>
            <a:rect l="l" t="t" r="r" b="b"/>
            <a:pathLst>
              <a:path w="37464" h="34289">
                <a:moveTo>
                  <a:pt x="37095" y="17100"/>
                </a:moveTo>
                <a:lnTo>
                  <a:pt x="37095" y="7660"/>
                </a:lnTo>
                <a:lnTo>
                  <a:pt x="28803" y="0"/>
                </a:lnTo>
                <a:lnTo>
                  <a:pt x="18547" y="0"/>
                </a:lnTo>
                <a:lnTo>
                  <a:pt x="8292" y="0"/>
                </a:lnTo>
                <a:lnTo>
                  <a:pt x="0" y="7660"/>
                </a:lnTo>
                <a:lnTo>
                  <a:pt x="0" y="17100"/>
                </a:lnTo>
                <a:lnTo>
                  <a:pt x="0" y="26540"/>
                </a:lnTo>
                <a:lnTo>
                  <a:pt x="8292" y="34200"/>
                </a:lnTo>
                <a:lnTo>
                  <a:pt x="18547" y="34200"/>
                </a:lnTo>
                <a:lnTo>
                  <a:pt x="28803" y="34200"/>
                </a:lnTo>
                <a:lnTo>
                  <a:pt x="37095" y="26540"/>
                </a:lnTo>
                <a:lnTo>
                  <a:pt x="37095" y="17100"/>
                </a:lnTo>
                <a:close/>
              </a:path>
            </a:pathLst>
          </a:custGeom>
          <a:ln w="125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 txBox="1"/>
          <p:nvPr/>
        </p:nvSpPr>
        <p:spPr>
          <a:xfrm>
            <a:off x="3345595" y="966309"/>
            <a:ext cx="619125" cy="712470"/>
          </a:xfrm>
          <a:prstGeom prst="rect">
            <a:avLst/>
          </a:prstGeom>
          <a:ln w="22844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26034" marR="231140" indent="20955">
              <a:lnSpc>
                <a:spcPct val="127499"/>
              </a:lnSpc>
              <a:spcBef>
                <a:spcPts val="105"/>
              </a:spcBef>
            </a:pPr>
            <a:r>
              <a:rPr sz="1100" b="1" spc="50" dirty="0">
                <a:latin typeface="Times New Roman"/>
                <a:cs typeface="Times New Roman"/>
              </a:rPr>
              <a:t>1J  </a:t>
            </a:r>
            <a:r>
              <a:rPr sz="1100" b="1" spc="60" dirty="0">
                <a:latin typeface="Times New Roman"/>
                <a:cs typeface="Times New Roman"/>
              </a:rPr>
              <a:t>C1  </a:t>
            </a:r>
            <a:r>
              <a:rPr sz="1100" b="1" spc="65" dirty="0">
                <a:latin typeface="Times New Roman"/>
                <a:cs typeface="Times New Roman"/>
              </a:rPr>
              <a:t>1K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650" b="1" spc="104" baseline="-22727" dirty="0">
                <a:latin typeface="Times New Roman"/>
                <a:cs typeface="Times New Roman"/>
              </a:rPr>
              <a:t>R</a:t>
            </a:r>
            <a:endParaRPr sz="1650" baseline="-22727">
              <a:latin typeface="Times New Roman"/>
              <a:cs typeface="Times New Roman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4590599" y="966309"/>
            <a:ext cx="619125" cy="712470"/>
          </a:xfrm>
          <a:prstGeom prst="rect">
            <a:avLst/>
          </a:prstGeom>
          <a:ln w="22844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26034" marR="254635" indent="20955">
              <a:lnSpc>
                <a:spcPct val="127499"/>
              </a:lnSpc>
              <a:spcBef>
                <a:spcPts val="105"/>
              </a:spcBef>
            </a:pPr>
            <a:r>
              <a:rPr sz="1100" b="1" spc="50" dirty="0">
                <a:latin typeface="Times New Roman"/>
                <a:cs typeface="Times New Roman"/>
              </a:rPr>
              <a:t>1J  </a:t>
            </a:r>
            <a:r>
              <a:rPr sz="1100" b="1" spc="60" dirty="0">
                <a:latin typeface="Times New Roman"/>
                <a:cs typeface="Times New Roman"/>
              </a:rPr>
              <a:t>C1  </a:t>
            </a:r>
            <a:r>
              <a:rPr sz="1100" b="1" spc="65" dirty="0">
                <a:latin typeface="Times New Roman"/>
                <a:cs typeface="Times New Roman"/>
              </a:rPr>
              <a:t>1K</a:t>
            </a:r>
            <a:r>
              <a:rPr sz="1100" b="1" spc="-175" dirty="0">
                <a:latin typeface="Times New Roman"/>
                <a:cs typeface="Times New Roman"/>
              </a:rPr>
              <a:t> </a:t>
            </a:r>
            <a:r>
              <a:rPr sz="1650" b="1" spc="104" baseline="-22727" dirty="0">
                <a:latin typeface="Times New Roman"/>
                <a:cs typeface="Times New Roman"/>
              </a:rPr>
              <a:t>R</a:t>
            </a:r>
            <a:endParaRPr sz="1650" baseline="-22727">
              <a:latin typeface="Times New Roman"/>
              <a:cs typeface="Times New Roman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5819781" y="966309"/>
            <a:ext cx="619125" cy="712470"/>
          </a:xfrm>
          <a:prstGeom prst="rect">
            <a:avLst/>
          </a:prstGeom>
          <a:ln w="22844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26034" marR="246379" indent="8255" algn="ctr">
              <a:lnSpc>
                <a:spcPct val="127499"/>
              </a:lnSpc>
              <a:spcBef>
                <a:spcPts val="105"/>
              </a:spcBef>
            </a:pPr>
            <a:r>
              <a:rPr sz="1100" b="1" spc="50" dirty="0">
                <a:latin typeface="Times New Roman"/>
                <a:cs typeface="Times New Roman"/>
              </a:rPr>
              <a:t>1J </a:t>
            </a:r>
            <a:r>
              <a:rPr sz="1650" b="1" spc="82" baseline="27777" dirty="0">
                <a:latin typeface="Times New Roman"/>
                <a:cs typeface="Times New Roman"/>
              </a:rPr>
              <a:t>S  </a:t>
            </a:r>
            <a:r>
              <a:rPr sz="1100" b="1" spc="60" dirty="0">
                <a:latin typeface="Times New Roman"/>
                <a:cs typeface="Times New Roman"/>
              </a:rPr>
              <a:t>C1  </a:t>
            </a:r>
            <a:r>
              <a:rPr sz="1100" b="1" spc="65" dirty="0">
                <a:latin typeface="Times New Roman"/>
                <a:cs typeface="Times New Roman"/>
              </a:rPr>
              <a:t>1K</a:t>
            </a:r>
            <a:r>
              <a:rPr sz="1100" b="1" spc="-114" dirty="0">
                <a:latin typeface="Times New Roman"/>
                <a:cs typeface="Times New Roman"/>
              </a:rPr>
              <a:t> </a:t>
            </a:r>
            <a:r>
              <a:rPr sz="1650" b="1" spc="104" baseline="-22727" dirty="0">
                <a:latin typeface="Times New Roman"/>
                <a:cs typeface="Times New Roman"/>
              </a:rPr>
              <a:t>R</a:t>
            </a:r>
            <a:endParaRPr sz="1650" baseline="-22727">
              <a:latin typeface="Times New Roman"/>
              <a:cs typeface="Times New Roman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2112703" y="966309"/>
            <a:ext cx="619125" cy="712470"/>
          </a:xfrm>
          <a:prstGeom prst="rect">
            <a:avLst/>
          </a:prstGeom>
          <a:ln w="22844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26034" marR="250825" indent="8255" algn="ctr">
              <a:lnSpc>
                <a:spcPct val="127499"/>
              </a:lnSpc>
              <a:spcBef>
                <a:spcPts val="105"/>
              </a:spcBef>
            </a:pPr>
            <a:r>
              <a:rPr sz="1100" b="1" spc="50" dirty="0">
                <a:latin typeface="Times New Roman"/>
                <a:cs typeface="Times New Roman"/>
              </a:rPr>
              <a:t>1J </a:t>
            </a:r>
            <a:r>
              <a:rPr sz="1650" b="1" spc="82" baseline="27777" dirty="0">
                <a:latin typeface="Times New Roman"/>
                <a:cs typeface="Times New Roman"/>
              </a:rPr>
              <a:t>S  </a:t>
            </a:r>
            <a:r>
              <a:rPr sz="1100" b="1" spc="60" dirty="0">
                <a:latin typeface="Times New Roman"/>
                <a:cs typeface="Times New Roman"/>
              </a:rPr>
              <a:t>C1  </a:t>
            </a:r>
            <a:r>
              <a:rPr sz="1100" b="1" spc="65" dirty="0">
                <a:latin typeface="Times New Roman"/>
                <a:cs typeface="Times New Roman"/>
              </a:rPr>
              <a:t>1K</a:t>
            </a:r>
            <a:r>
              <a:rPr sz="1100" b="1" spc="-150" dirty="0">
                <a:latin typeface="Times New Roman"/>
                <a:cs typeface="Times New Roman"/>
              </a:rPr>
              <a:t> </a:t>
            </a:r>
            <a:r>
              <a:rPr sz="1650" b="1" spc="104" baseline="-22727" dirty="0">
                <a:latin typeface="Times New Roman"/>
                <a:cs typeface="Times New Roman"/>
              </a:rPr>
              <a:t>R</a:t>
            </a:r>
            <a:endParaRPr sz="1650" baseline="-22727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/>
          <p:nvPr/>
        </p:nvSpPr>
        <p:spPr>
          <a:xfrm>
            <a:off x="1914786" y="2434147"/>
            <a:ext cx="2919095" cy="0"/>
          </a:xfrm>
          <a:custGeom>
            <a:avLst/>
            <a:gdLst/>
            <a:ahLst/>
            <a:cxnLst/>
            <a:rect l="l" t="t" r="r" b="b"/>
            <a:pathLst>
              <a:path w="2919095">
                <a:moveTo>
                  <a:pt x="2918900" y="0"/>
                </a:moveTo>
                <a:lnTo>
                  <a:pt x="0" y="0"/>
                </a:lnTo>
              </a:path>
            </a:pathLst>
          </a:custGeom>
          <a:ln w="21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1914786" y="631799"/>
            <a:ext cx="0" cy="1802764"/>
          </a:xfrm>
          <a:custGeom>
            <a:avLst/>
            <a:gdLst/>
            <a:ahLst/>
            <a:cxnLst/>
            <a:rect l="l" t="t" r="r" b="b"/>
            <a:pathLst>
              <a:path h="1802764">
                <a:moveTo>
                  <a:pt x="0" y="1802347"/>
                </a:moveTo>
                <a:lnTo>
                  <a:pt x="0" y="0"/>
                </a:lnTo>
              </a:path>
            </a:pathLst>
          </a:custGeom>
          <a:ln w="23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1790940" y="546347"/>
            <a:ext cx="4874260" cy="0"/>
          </a:xfrm>
          <a:custGeom>
            <a:avLst/>
            <a:gdLst/>
            <a:ahLst/>
            <a:cxnLst/>
            <a:rect l="l" t="t" r="r" b="b"/>
            <a:pathLst>
              <a:path w="4874259">
                <a:moveTo>
                  <a:pt x="4874191" y="0"/>
                </a:moveTo>
                <a:lnTo>
                  <a:pt x="0" y="0"/>
                </a:lnTo>
              </a:path>
            </a:pathLst>
          </a:custGeom>
          <a:ln w="2171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790940" y="540617"/>
            <a:ext cx="0" cy="789305"/>
          </a:xfrm>
          <a:custGeom>
            <a:avLst/>
            <a:gdLst/>
            <a:ahLst/>
            <a:cxnLst/>
            <a:rect l="l" t="t" r="r" b="b"/>
            <a:pathLst>
              <a:path h="789305">
                <a:moveTo>
                  <a:pt x="0" y="789176"/>
                </a:moveTo>
                <a:lnTo>
                  <a:pt x="0" y="0"/>
                </a:lnTo>
              </a:path>
            </a:pathLst>
          </a:custGeom>
          <a:ln w="2356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2" name="object 132"/>
          <p:cNvGraphicFramePr>
            <a:graphicFrameLocks noGrp="1"/>
          </p:cNvGraphicFramePr>
          <p:nvPr/>
        </p:nvGraphicFramePr>
        <p:xfrm>
          <a:off x="6725793" y="961263"/>
          <a:ext cx="3000374" cy="54863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94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0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CP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3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b="1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b="1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b="1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b="1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174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33" name="object 133"/>
          <p:cNvSpPr txBox="1"/>
          <p:nvPr/>
        </p:nvSpPr>
        <p:spPr>
          <a:xfrm>
            <a:off x="1661160" y="4323588"/>
            <a:ext cx="3827145" cy="585470"/>
          </a:xfrm>
          <a:prstGeom prst="rect">
            <a:avLst/>
          </a:prstGeom>
          <a:solidFill>
            <a:srgbClr val="C4F4DF"/>
          </a:solidFill>
        </p:spPr>
        <p:txBody>
          <a:bodyPr vert="horz" wrap="square" lIns="0" tIns="1968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5"/>
              </a:spcBef>
            </a:pPr>
            <a:r>
              <a:rPr sz="3200" spc="-5" dirty="0">
                <a:solidFill>
                  <a:srgbClr val="FF0000"/>
                </a:solidFill>
                <a:latin typeface="华文楷体"/>
                <a:cs typeface="华文楷体"/>
              </a:rPr>
              <a:t>5421</a:t>
            </a:r>
            <a:r>
              <a:rPr sz="3200" i="1" dirty="0">
                <a:solidFill>
                  <a:srgbClr val="FF0000"/>
                </a:solidFill>
                <a:latin typeface="华文楷体"/>
                <a:cs typeface="华文楷体"/>
              </a:rPr>
              <a:t>码十进制计数器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2370454" y="3294329"/>
            <a:ext cx="24822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00" spc="10" dirty="0">
                <a:solidFill>
                  <a:srgbClr val="C00000"/>
                </a:solidFill>
                <a:latin typeface="Arial"/>
                <a:cs typeface="Arial"/>
              </a:rPr>
              <a:t>Q</a:t>
            </a:r>
            <a:r>
              <a:rPr sz="3150" spc="15" baseline="-21164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r>
              <a:rPr sz="3200" i="1" dirty="0">
                <a:solidFill>
                  <a:srgbClr val="C00000"/>
                </a:solidFill>
                <a:latin typeface="华文楷体"/>
                <a:cs typeface="华文楷体"/>
              </a:rPr>
              <a:t>与</a:t>
            </a:r>
            <a:r>
              <a:rPr sz="3200" spc="5" dirty="0">
                <a:solidFill>
                  <a:srgbClr val="C00000"/>
                </a:solidFill>
                <a:latin typeface="Arial"/>
                <a:cs typeface="Arial"/>
              </a:rPr>
              <a:t>CP</a:t>
            </a:r>
            <a:r>
              <a:rPr sz="3150" spc="7" baseline="-21164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3200" i="1" spc="5" dirty="0">
                <a:solidFill>
                  <a:srgbClr val="C00000"/>
                </a:solidFill>
                <a:latin typeface="华文楷体"/>
                <a:cs typeface="华文楷体"/>
              </a:rPr>
              <a:t>相连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787145" y="1744217"/>
            <a:ext cx="638810" cy="736600"/>
          </a:xfrm>
          <a:custGeom>
            <a:avLst/>
            <a:gdLst/>
            <a:ahLst/>
            <a:cxnLst/>
            <a:rect l="l" t="t" r="r" b="b"/>
            <a:pathLst>
              <a:path w="638810" h="736600">
                <a:moveTo>
                  <a:pt x="0" y="368046"/>
                </a:moveTo>
                <a:lnTo>
                  <a:pt x="2914" y="318091"/>
                </a:lnTo>
                <a:lnTo>
                  <a:pt x="11405" y="270183"/>
                </a:lnTo>
                <a:lnTo>
                  <a:pt x="25091" y="224760"/>
                </a:lnTo>
                <a:lnTo>
                  <a:pt x="43592" y="182259"/>
                </a:lnTo>
                <a:lnTo>
                  <a:pt x="66527" y="143118"/>
                </a:lnTo>
                <a:lnTo>
                  <a:pt x="93516" y="107775"/>
                </a:lnTo>
                <a:lnTo>
                  <a:pt x="124179" y="76668"/>
                </a:lnTo>
                <a:lnTo>
                  <a:pt x="158134" y="50235"/>
                </a:lnTo>
                <a:lnTo>
                  <a:pt x="195002" y="28914"/>
                </a:lnTo>
                <a:lnTo>
                  <a:pt x="234403" y="13142"/>
                </a:lnTo>
                <a:lnTo>
                  <a:pt x="275955" y="3358"/>
                </a:lnTo>
                <a:lnTo>
                  <a:pt x="319278" y="0"/>
                </a:lnTo>
                <a:lnTo>
                  <a:pt x="362590" y="3358"/>
                </a:lnTo>
                <a:lnTo>
                  <a:pt x="404135" y="13142"/>
                </a:lnTo>
                <a:lnTo>
                  <a:pt x="443531" y="28914"/>
                </a:lnTo>
                <a:lnTo>
                  <a:pt x="480398" y="50235"/>
                </a:lnTo>
                <a:lnTo>
                  <a:pt x="514355" y="76668"/>
                </a:lnTo>
                <a:lnTo>
                  <a:pt x="545020" y="107775"/>
                </a:lnTo>
                <a:lnTo>
                  <a:pt x="572013" y="143118"/>
                </a:lnTo>
                <a:lnTo>
                  <a:pt x="594952" y="182259"/>
                </a:lnTo>
                <a:lnTo>
                  <a:pt x="613457" y="224760"/>
                </a:lnTo>
                <a:lnTo>
                  <a:pt x="627147" y="270183"/>
                </a:lnTo>
                <a:lnTo>
                  <a:pt x="635640" y="318091"/>
                </a:lnTo>
                <a:lnTo>
                  <a:pt x="638556" y="368046"/>
                </a:lnTo>
                <a:lnTo>
                  <a:pt x="635640" y="418000"/>
                </a:lnTo>
                <a:lnTo>
                  <a:pt x="627147" y="465908"/>
                </a:lnTo>
                <a:lnTo>
                  <a:pt x="613457" y="511331"/>
                </a:lnTo>
                <a:lnTo>
                  <a:pt x="594952" y="553832"/>
                </a:lnTo>
                <a:lnTo>
                  <a:pt x="572013" y="592973"/>
                </a:lnTo>
                <a:lnTo>
                  <a:pt x="545020" y="628316"/>
                </a:lnTo>
                <a:lnTo>
                  <a:pt x="514355" y="659423"/>
                </a:lnTo>
                <a:lnTo>
                  <a:pt x="480398" y="685856"/>
                </a:lnTo>
                <a:lnTo>
                  <a:pt x="443531" y="707177"/>
                </a:lnTo>
                <a:lnTo>
                  <a:pt x="404135" y="722949"/>
                </a:lnTo>
                <a:lnTo>
                  <a:pt x="362590" y="732733"/>
                </a:lnTo>
                <a:lnTo>
                  <a:pt x="319278" y="736092"/>
                </a:lnTo>
                <a:lnTo>
                  <a:pt x="275955" y="732733"/>
                </a:lnTo>
                <a:lnTo>
                  <a:pt x="234403" y="722949"/>
                </a:lnTo>
                <a:lnTo>
                  <a:pt x="195002" y="707177"/>
                </a:lnTo>
                <a:lnTo>
                  <a:pt x="158134" y="685856"/>
                </a:lnTo>
                <a:lnTo>
                  <a:pt x="124179" y="659423"/>
                </a:lnTo>
                <a:lnTo>
                  <a:pt x="93516" y="628316"/>
                </a:lnTo>
                <a:lnTo>
                  <a:pt x="66527" y="592973"/>
                </a:lnTo>
                <a:lnTo>
                  <a:pt x="43592" y="553832"/>
                </a:lnTo>
                <a:lnTo>
                  <a:pt x="25091" y="511331"/>
                </a:lnTo>
                <a:lnTo>
                  <a:pt x="11405" y="465908"/>
                </a:lnTo>
                <a:lnTo>
                  <a:pt x="2914" y="418000"/>
                </a:lnTo>
                <a:lnTo>
                  <a:pt x="0" y="368046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 txBox="1"/>
          <p:nvPr/>
        </p:nvSpPr>
        <p:spPr>
          <a:xfrm>
            <a:off x="2554535" y="5025304"/>
            <a:ext cx="1981835" cy="5695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550" i="1" spc="75" dirty="0">
                <a:latin typeface="Times New Roman"/>
                <a:cs typeface="Times New Roman"/>
              </a:rPr>
              <a:t>Q</a:t>
            </a:r>
            <a:r>
              <a:rPr sz="3075" spc="112" baseline="-24390" dirty="0">
                <a:latin typeface="Times New Roman"/>
                <a:cs typeface="Times New Roman"/>
              </a:rPr>
              <a:t>0</a:t>
            </a:r>
            <a:r>
              <a:rPr sz="3550" i="1" spc="75" dirty="0">
                <a:latin typeface="Times New Roman"/>
                <a:cs typeface="Times New Roman"/>
              </a:rPr>
              <a:t>Q</a:t>
            </a:r>
            <a:r>
              <a:rPr sz="3075" spc="112" baseline="-24390" dirty="0">
                <a:latin typeface="Times New Roman"/>
                <a:cs typeface="Times New Roman"/>
              </a:rPr>
              <a:t>3</a:t>
            </a:r>
            <a:r>
              <a:rPr sz="3550" i="1" spc="75" dirty="0">
                <a:latin typeface="Times New Roman"/>
                <a:cs typeface="Times New Roman"/>
              </a:rPr>
              <a:t>Q</a:t>
            </a:r>
            <a:r>
              <a:rPr sz="3075" spc="112" baseline="-24390" dirty="0">
                <a:latin typeface="Times New Roman"/>
                <a:cs typeface="Times New Roman"/>
              </a:rPr>
              <a:t>2</a:t>
            </a:r>
            <a:r>
              <a:rPr sz="3550" i="1" spc="75" dirty="0">
                <a:latin typeface="Times New Roman"/>
                <a:cs typeface="Times New Roman"/>
              </a:rPr>
              <a:t>Q</a:t>
            </a:r>
            <a:r>
              <a:rPr sz="3075" spc="112" baseline="-24390" dirty="0">
                <a:latin typeface="Times New Roman"/>
                <a:cs typeface="Times New Roman"/>
              </a:rPr>
              <a:t>1</a:t>
            </a:r>
            <a:endParaRPr sz="3075" baseline="-24390">
              <a:latin typeface="Times New Roman"/>
              <a:cs typeface="Times New Roman"/>
            </a:endParaRPr>
          </a:p>
        </p:txBody>
      </p:sp>
      <p:sp>
        <p:nvSpPr>
          <p:cNvPr id="137" name="object 1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dirty="0"/>
              <a:t>97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4600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solidFill>
                  <a:srgbClr val="666699"/>
                </a:solidFill>
                <a:latin typeface="华文楷体"/>
                <a:cs typeface="华文楷体"/>
              </a:rPr>
              <a:t>任意进</a:t>
            </a:r>
            <a:r>
              <a:rPr sz="3600" b="1" i="0" spc="-5" dirty="0">
                <a:solidFill>
                  <a:srgbClr val="666699"/>
                </a:solidFill>
                <a:latin typeface="华文楷体"/>
                <a:cs typeface="华文楷体"/>
              </a:rPr>
              <a:t>制计数器的设计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100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8044" y="1210061"/>
            <a:ext cx="8423275" cy="3226435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任意进制计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数器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构成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方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法</a:t>
            </a:r>
            <a:endParaRPr sz="2800" dirty="0">
              <a:latin typeface="华文楷体"/>
              <a:cs typeface="华文楷体"/>
            </a:endParaRPr>
          </a:p>
          <a:p>
            <a:pPr marL="12700" marR="5080" indent="457200">
              <a:lnSpc>
                <a:spcPct val="150000"/>
              </a:lnSpc>
            </a:pPr>
            <a:r>
              <a:rPr sz="2800" b="1" spc="40" dirty="0">
                <a:solidFill>
                  <a:srgbClr val="7E4D00"/>
                </a:solidFill>
                <a:latin typeface="华文楷体"/>
                <a:cs typeface="华文楷体"/>
              </a:rPr>
              <a:t>为降低成</a:t>
            </a:r>
            <a:r>
              <a:rPr sz="2800" b="1" spc="30" dirty="0">
                <a:solidFill>
                  <a:srgbClr val="7E4D00"/>
                </a:solidFill>
                <a:latin typeface="华文楷体"/>
                <a:cs typeface="华文楷体"/>
              </a:rPr>
              <a:t>本</a:t>
            </a:r>
            <a:r>
              <a:rPr sz="2800" b="1" spc="40" dirty="0">
                <a:solidFill>
                  <a:srgbClr val="7E4D00"/>
                </a:solidFill>
                <a:latin typeface="华文楷体"/>
                <a:cs typeface="华文楷体"/>
              </a:rPr>
              <a:t>，计数器的定型产品须有足够的</a:t>
            </a:r>
            <a:r>
              <a:rPr sz="2800" b="1" spc="30" dirty="0">
                <a:solidFill>
                  <a:srgbClr val="7E4D00"/>
                </a:solidFill>
                <a:latin typeface="华文楷体"/>
                <a:cs typeface="华文楷体"/>
              </a:rPr>
              <a:t>批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量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， </a:t>
            </a:r>
            <a:r>
              <a:rPr sz="2800" b="1" spc="145" dirty="0">
                <a:solidFill>
                  <a:srgbClr val="7E4D00"/>
                </a:solidFill>
                <a:latin typeface="华文楷体"/>
                <a:cs typeface="华文楷体"/>
              </a:rPr>
              <a:t>常见的定型产品有：十进</a:t>
            </a:r>
            <a:r>
              <a:rPr sz="2800" b="1" spc="150" dirty="0">
                <a:solidFill>
                  <a:srgbClr val="7E4D00"/>
                </a:solidFill>
                <a:latin typeface="华文楷体"/>
                <a:cs typeface="华文楷体"/>
              </a:rPr>
              <a:t>制</a:t>
            </a:r>
            <a:r>
              <a:rPr sz="2800" b="1" spc="145" dirty="0">
                <a:solidFill>
                  <a:srgbClr val="7E4D00"/>
                </a:solidFill>
                <a:latin typeface="华文楷体"/>
                <a:cs typeface="华文楷体"/>
              </a:rPr>
              <a:t>、十六进</a:t>
            </a:r>
            <a:r>
              <a:rPr sz="2800" b="1" spc="140" dirty="0">
                <a:solidFill>
                  <a:srgbClr val="7E4D00"/>
                </a:solidFill>
                <a:latin typeface="华文楷体"/>
                <a:cs typeface="华文楷体"/>
              </a:rPr>
              <a:t>制</a:t>
            </a:r>
            <a:r>
              <a:rPr sz="2800" b="1" spc="145" dirty="0">
                <a:solidFill>
                  <a:srgbClr val="7E4D00"/>
                </a:solidFill>
                <a:latin typeface="华文楷体"/>
                <a:cs typeface="华文楷体"/>
              </a:rPr>
              <a:t>（4位二进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制）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7位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二进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制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、12位二进制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14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位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二进制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等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 dirty="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  <a:spcBef>
                <a:spcPts val="168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若需其它进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制计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器，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可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在此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基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础上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进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行设</a:t>
            </a:r>
            <a:r>
              <a:rPr sz="2800" b="1" spc="15" dirty="0">
                <a:solidFill>
                  <a:srgbClr val="7E4D00"/>
                </a:solidFill>
                <a:latin typeface="华文楷体"/>
                <a:cs typeface="华文楷体"/>
              </a:rPr>
              <a:t>计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 dirty="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68044" y="1210061"/>
            <a:ext cx="8067675" cy="2891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7200">
              <a:lnSpc>
                <a:spcPct val="150000"/>
              </a:lnSpc>
              <a:spcBef>
                <a:spcPts val="95"/>
              </a:spcBef>
            </a:pPr>
            <a:r>
              <a:rPr sz="2800" b="1" spc="100" dirty="0">
                <a:solidFill>
                  <a:srgbClr val="7E4D00"/>
                </a:solidFill>
                <a:latin typeface="华文楷体"/>
                <a:cs typeface="华文楷体"/>
              </a:rPr>
              <a:t>若已</a:t>
            </a:r>
            <a:r>
              <a:rPr sz="2800" b="1" spc="95" dirty="0">
                <a:solidFill>
                  <a:srgbClr val="7E4D00"/>
                </a:solidFill>
                <a:latin typeface="华文楷体"/>
                <a:cs typeface="华文楷体"/>
              </a:rPr>
              <a:t>有</a:t>
            </a:r>
            <a:r>
              <a:rPr sz="2800" b="1" spc="90" dirty="0">
                <a:solidFill>
                  <a:srgbClr val="7E4D00"/>
                </a:solidFill>
                <a:latin typeface="华文楷体"/>
                <a:cs typeface="华文楷体"/>
              </a:rPr>
              <a:t>N</a:t>
            </a:r>
            <a:r>
              <a:rPr sz="2800" b="1" spc="95" dirty="0">
                <a:solidFill>
                  <a:srgbClr val="7E4D00"/>
                </a:solidFill>
                <a:latin typeface="华文楷体"/>
                <a:cs typeface="华文楷体"/>
              </a:rPr>
              <a:t>进制计</a:t>
            </a:r>
            <a:r>
              <a:rPr sz="2800" b="1" spc="80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r>
              <a:rPr sz="2800" b="1" spc="95" dirty="0">
                <a:solidFill>
                  <a:srgbClr val="7E4D00"/>
                </a:solidFill>
                <a:latin typeface="华文楷体"/>
                <a:cs typeface="华文楷体"/>
              </a:rPr>
              <a:t>器芯</a:t>
            </a: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片</a:t>
            </a:r>
            <a:r>
              <a:rPr sz="2800" b="1" spc="85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spc="100" dirty="0">
                <a:solidFill>
                  <a:srgbClr val="7E4D00"/>
                </a:solidFill>
                <a:latin typeface="华文楷体"/>
                <a:cs typeface="华文楷体"/>
              </a:rPr>
              <a:t>需</a:t>
            </a:r>
            <a:r>
              <a:rPr sz="2800" b="1" spc="95" dirty="0">
                <a:solidFill>
                  <a:srgbClr val="7E4D00"/>
                </a:solidFill>
                <a:latin typeface="华文楷体"/>
                <a:cs typeface="华文楷体"/>
              </a:rPr>
              <a:t>M进</a:t>
            </a:r>
            <a:r>
              <a:rPr sz="2800" b="1" spc="80" dirty="0">
                <a:solidFill>
                  <a:srgbClr val="7E4D00"/>
                </a:solidFill>
                <a:latin typeface="华文楷体"/>
                <a:cs typeface="华文楷体"/>
              </a:rPr>
              <a:t>制</a:t>
            </a:r>
            <a:r>
              <a:rPr sz="2800" b="1" spc="95" dirty="0">
                <a:solidFill>
                  <a:srgbClr val="7E4D00"/>
                </a:solidFill>
                <a:latin typeface="华文楷体"/>
                <a:cs typeface="华文楷体"/>
              </a:rPr>
              <a:t>计数</a:t>
            </a: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85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分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两种情况：</a:t>
            </a:r>
            <a:endParaRPr sz="2800" dirty="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  <a:spcBef>
                <a:spcPts val="2880"/>
              </a:spcBef>
            </a:pP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M</a:t>
            </a: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&lt;</a:t>
            </a:r>
            <a:r>
              <a:rPr sz="2800" b="1" spc="10" dirty="0">
                <a:solidFill>
                  <a:srgbClr val="C00000"/>
                </a:solidFill>
                <a:latin typeface="华文楷体"/>
                <a:cs typeface="华文楷体"/>
              </a:rPr>
              <a:t> </a:t>
            </a: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N:</a:t>
            </a:r>
            <a:r>
              <a:rPr sz="2800" b="1" spc="-20" dirty="0">
                <a:solidFill>
                  <a:srgbClr val="C00000"/>
                </a:solidFill>
                <a:latin typeface="华文楷体"/>
                <a:cs typeface="华文楷体"/>
              </a:rPr>
              <a:t> </a:t>
            </a: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用一片</a:t>
            </a:r>
            <a:r>
              <a:rPr sz="2800" b="1" spc="5" dirty="0">
                <a:solidFill>
                  <a:srgbClr val="C00000"/>
                </a:solidFill>
                <a:latin typeface="华文楷体"/>
                <a:cs typeface="华文楷体"/>
              </a:rPr>
              <a:t>N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进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制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计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数器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即</a:t>
            </a: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可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。</a:t>
            </a:r>
            <a:endParaRPr sz="2800" dirty="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  <a:spcBef>
                <a:spcPts val="2885"/>
              </a:spcBef>
            </a:pP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M</a:t>
            </a: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&gt;</a:t>
            </a:r>
            <a:r>
              <a:rPr sz="2800" b="1" spc="10" dirty="0">
                <a:solidFill>
                  <a:srgbClr val="C00000"/>
                </a:solidFill>
                <a:latin typeface="华文楷体"/>
                <a:cs typeface="华文楷体"/>
              </a:rPr>
              <a:t> </a:t>
            </a:r>
            <a:r>
              <a:rPr sz="2800" b="1" spc="5" dirty="0">
                <a:solidFill>
                  <a:srgbClr val="C00000"/>
                </a:solidFill>
                <a:latin typeface="华文楷体"/>
                <a:cs typeface="华文楷体"/>
              </a:rPr>
              <a:t>N: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视情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况需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用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多</a:t>
            </a: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片</a:t>
            </a:r>
            <a:r>
              <a:rPr sz="2800" b="1" spc="5" dirty="0">
                <a:solidFill>
                  <a:srgbClr val="C00000"/>
                </a:solidFill>
                <a:latin typeface="华文楷体"/>
                <a:cs typeface="华文楷体"/>
              </a:rPr>
              <a:t>N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进制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计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数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器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。</a:t>
            </a:r>
            <a:endParaRPr sz="2800" dirty="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101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2440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5" dirty="0">
                <a:solidFill>
                  <a:srgbClr val="C00000"/>
                </a:solidFill>
                <a:latin typeface="华文楷体"/>
                <a:cs typeface="华文楷体"/>
              </a:rPr>
              <a:t>M</a:t>
            </a:r>
            <a:r>
              <a:rPr sz="3600" b="1" i="0" dirty="0">
                <a:solidFill>
                  <a:srgbClr val="C00000"/>
                </a:solidFill>
                <a:latin typeface="华文楷体"/>
                <a:cs typeface="华文楷体"/>
              </a:rPr>
              <a:t>&lt;</a:t>
            </a:r>
            <a:r>
              <a:rPr sz="3600" b="1" i="0" spc="5" dirty="0">
                <a:solidFill>
                  <a:srgbClr val="C00000"/>
                </a:solidFill>
                <a:latin typeface="华文楷体"/>
                <a:cs typeface="华文楷体"/>
              </a:rPr>
              <a:t>N</a:t>
            </a:r>
            <a:r>
              <a:rPr sz="3600" b="1" i="0" spc="-5" dirty="0">
                <a:solidFill>
                  <a:srgbClr val="C00000"/>
                </a:solidFill>
                <a:latin typeface="华文楷体"/>
                <a:cs typeface="华文楷体"/>
              </a:rPr>
              <a:t>的情况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102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8044" y="1210061"/>
            <a:ext cx="8422640" cy="3866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7200">
              <a:lnSpc>
                <a:spcPct val="150000"/>
              </a:lnSpc>
              <a:spcBef>
                <a:spcPts val="95"/>
              </a:spcBef>
            </a:pPr>
            <a:r>
              <a:rPr sz="2800" b="1" spc="100" dirty="0">
                <a:solidFill>
                  <a:srgbClr val="000099"/>
                </a:solidFill>
                <a:latin typeface="华文楷体"/>
                <a:cs typeface="华文楷体"/>
              </a:rPr>
              <a:t>用一</a:t>
            </a:r>
            <a:r>
              <a:rPr sz="2800" b="1" spc="95" dirty="0">
                <a:solidFill>
                  <a:srgbClr val="000099"/>
                </a:solidFill>
                <a:latin typeface="华文楷体"/>
                <a:cs typeface="华文楷体"/>
              </a:rPr>
              <a:t>片</a:t>
            </a:r>
            <a:r>
              <a:rPr sz="2800" b="1" spc="100" dirty="0">
                <a:solidFill>
                  <a:srgbClr val="000099"/>
                </a:solidFill>
                <a:latin typeface="华文楷体"/>
                <a:cs typeface="华文楷体"/>
              </a:rPr>
              <a:t>N</a:t>
            </a:r>
            <a:r>
              <a:rPr sz="2800" b="1" spc="95" dirty="0">
                <a:solidFill>
                  <a:srgbClr val="000099"/>
                </a:solidFill>
                <a:latin typeface="华文楷体"/>
                <a:cs typeface="华文楷体"/>
              </a:rPr>
              <a:t>进制计数器实</a:t>
            </a:r>
            <a:r>
              <a:rPr sz="2800" b="1" spc="100" dirty="0">
                <a:solidFill>
                  <a:srgbClr val="000099"/>
                </a:solidFill>
                <a:latin typeface="华文楷体"/>
                <a:cs typeface="华文楷体"/>
              </a:rPr>
              <a:t>现N以内任意进制计数</a:t>
            </a:r>
            <a:r>
              <a:rPr sz="2800" b="1" spc="85" dirty="0">
                <a:solidFill>
                  <a:srgbClr val="000099"/>
                </a:solidFill>
                <a:latin typeface="华文楷体"/>
                <a:cs typeface="华文楷体"/>
              </a:rPr>
              <a:t>器</a:t>
            </a:r>
            <a:r>
              <a:rPr sz="2800" b="1" spc="-5" dirty="0">
                <a:solidFill>
                  <a:srgbClr val="000099"/>
                </a:solidFill>
                <a:latin typeface="华文楷体"/>
                <a:cs typeface="华文楷体"/>
              </a:rPr>
              <a:t>， </a:t>
            </a:r>
            <a:r>
              <a:rPr sz="2800" b="1" dirty="0">
                <a:solidFill>
                  <a:srgbClr val="000099"/>
                </a:solidFill>
                <a:latin typeface="华文楷体"/>
                <a:cs typeface="华文楷体"/>
              </a:rPr>
              <a:t>想办</a:t>
            </a:r>
            <a:r>
              <a:rPr sz="2800" b="1" spc="5" dirty="0">
                <a:solidFill>
                  <a:srgbClr val="000099"/>
                </a:solidFill>
                <a:latin typeface="华文楷体"/>
                <a:cs typeface="华文楷体"/>
              </a:rPr>
              <a:t>法</a:t>
            </a:r>
            <a:r>
              <a:rPr sz="2800" b="1" dirty="0">
                <a:solidFill>
                  <a:srgbClr val="FF0000"/>
                </a:solidFill>
                <a:latin typeface="华文楷体"/>
                <a:cs typeface="华文楷体"/>
              </a:rPr>
              <a:t>跳过</a:t>
            </a:r>
            <a:r>
              <a:rPr sz="2800" b="1" spc="-5" dirty="0">
                <a:solidFill>
                  <a:srgbClr val="FF0000"/>
                </a:solidFill>
                <a:latin typeface="华文楷体"/>
                <a:cs typeface="华文楷体"/>
              </a:rPr>
              <a:t>N-M个状</a:t>
            </a:r>
            <a:r>
              <a:rPr sz="2800" b="1" dirty="0">
                <a:solidFill>
                  <a:srgbClr val="FF0000"/>
                </a:solidFill>
                <a:latin typeface="华文楷体"/>
                <a:cs typeface="华文楷体"/>
              </a:rPr>
              <a:t>态</a:t>
            </a:r>
            <a:r>
              <a:rPr sz="2800" b="1" spc="-5" dirty="0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2800" dirty="0">
              <a:latin typeface="华文楷体"/>
              <a:cs typeface="华文楷体"/>
            </a:endParaRPr>
          </a:p>
          <a:p>
            <a:pPr marL="469900" marR="2707005" indent="-457200">
              <a:lnSpc>
                <a:spcPct val="150000"/>
              </a:lnSpc>
            </a:pPr>
            <a:r>
              <a:rPr sz="2800" b="1" dirty="0">
                <a:solidFill>
                  <a:srgbClr val="FF0000"/>
                </a:solidFill>
                <a:latin typeface="华文楷体"/>
                <a:cs typeface="华文楷体"/>
              </a:rPr>
              <a:t>清零法（</a:t>
            </a:r>
            <a:r>
              <a:rPr sz="2800" b="1" spc="-5" dirty="0">
                <a:solidFill>
                  <a:srgbClr val="FF0000"/>
                </a:solidFill>
                <a:latin typeface="华文楷体"/>
                <a:cs typeface="华文楷体"/>
              </a:rPr>
              <a:t>复</a:t>
            </a:r>
            <a:r>
              <a:rPr sz="2800" b="1" spc="-10" dirty="0">
                <a:solidFill>
                  <a:srgbClr val="FF0000"/>
                </a:solidFill>
                <a:latin typeface="华文楷体"/>
                <a:cs typeface="华文楷体"/>
              </a:rPr>
              <a:t>位法</a:t>
            </a:r>
            <a:r>
              <a:rPr sz="2800" b="1" spc="5" dirty="0">
                <a:solidFill>
                  <a:srgbClr val="FF0000"/>
                </a:solidFill>
                <a:latin typeface="华文楷体"/>
                <a:cs typeface="华文楷体"/>
              </a:rPr>
              <a:t>）</a:t>
            </a:r>
            <a:r>
              <a:rPr sz="2800" b="1" spc="-10" dirty="0">
                <a:solidFill>
                  <a:srgbClr val="0000FF"/>
                </a:solidFill>
                <a:latin typeface="华文楷体"/>
                <a:cs typeface="华文楷体"/>
              </a:rPr>
              <a:t>（反</a:t>
            </a:r>
            <a:r>
              <a:rPr sz="2800" b="1" spc="-5" dirty="0">
                <a:solidFill>
                  <a:srgbClr val="0000FF"/>
                </a:solidFill>
                <a:latin typeface="华文楷体"/>
                <a:cs typeface="华文楷体"/>
              </a:rPr>
              <a:t>馈</a:t>
            </a:r>
            <a:r>
              <a:rPr sz="2800" b="1" spc="-10" dirty="0">
                <a:solidFill>
                  <a:srgbClr val="0000FF"/>
                </a:solidFill>
                <a:latin typeface="华文楷体"/>
                <a:cs typeface="华文楷体"/>
              </a:rPr>
              <a:t>归零</a:t>
            </a:r>
            <a:r>
              <a:rPr sz="2800" b="1" spc="5" dirty="0">
                <a:solidFill>
                  <a:srgbClr val="0000FF"/>
                </a:solidFill>
                <a:latin typeface="华文楷体"/>
                <a:cs typeface="华文楷体"/>
              </a:rPr>
              <a:t>法</a:t>
            </a:r>
            <a:r>
              <a:rPr sz="2800" b="1" spc="-10" dirty="0">
                <a:solidFill>
                  <a:srgbClr val="0000FF"/>
                </a:solidFill>
                <a:latin typeface="华文楷体"/>
                <a:cs typeface="华文楷体"/>
              </a:rPr>
              <a:t>）： 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适用于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有</a:t>
            </a: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清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零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端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计数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 dirty="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800" b="1" dirty="0">
                <a:solidFill>
                  <a:srgbClr val="FF0000"/>
                </a:solidFill>
                <a:latin typeface="华文楷体"/>
                <a:cs typeface="华文楷体"/>
              </a:rPr>
              <a:t>置数法（</a:t>
            </a:r>
            <a:r>
              <a:rPr sz="2800" b="1" spc="-5" dirty="0">
                <a:solidFill>
                  <a:srgbClr val="FF0000"/>
                </a:solidFill>
                <a:latin typeface="华文楷体"/>
                <a:cs typeface="华文楷体"/>
              </a:rPr>
              <a:t>置</a:t>
            </a:r>
            <a:r>
              <a:rPr sz="2800" b="1" spc="-10" dirty="0">
                <a:solidFill>
                  <a:srgbClr val="FF0000"/>
                </a:solidFill>
                <a:latin typeface="华文楷体"/>
                <a:cs typeface="华文楷体"/>
              </a:rPr>
              <a:t>位法</a:t>
            </a:r>
            <a:r>
              <a:rPr sz="2800" b="1" dirty="0">
                <a:solidFill>
                  <a:srgbClr val="FF0000"/>
                </a:solidFill>
                <a:latin typeface="华文楷体"/>
                <a:cs typeface="华文楷体"/>
              </a:rPr>
              <a:t>）</a:t>
            </a:r>
            <a:r>
              <a:rPr sz="2800" b="1" dirty="0">
                <a:solidFill>
                  <a:srgbClr val="0000FF"/>
                </a:solidFill>
                <a:latin typeface="华文楷体"/>
                <a:cs typeface="华文楷体"/>
              </a:rPr>
              <a:t>:</a:t>
            </a:r>
            <a:endParaRPr sz="2800" dirty="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  <a:spcBef>
                <a:spcPts val="1680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适用于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有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预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置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数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功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能的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计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 dirty="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723246" y="2765928"/>
            <a:ext cx="4390390" cy="2161540"/>
          </a:xfrm>
          <a:custGeom>
            <a:avLst/>
            <a:gdLst/>
            <a:ahLst/>
            <a:cxnLst/>
            <a:rect l="l" t="t" r="r" b="b"/>
            <a:pathLst>
              <a:path w="4390390" h="2161540">
                <a:moveTo>
                  <a:pt x="0" y="2161296"/>
                </a:moveTo>
                <a:lnTo>
                  <a:pt x="4390275" y="2161296"/>
                </a:lnTo>
                <a:lnTo>
                  <a:pt x="4390275" y="0"/>
                </a:lnTo>
                <a:lnTo>
                  <a:pt x="0" y="0"/>
                </a:lnTo>
                <a:lnTo>
                  <a:pt x="0" y="2161296"/>
                </a:lnTo>
                <a:close/>
              </a:path>
            </a:pathLst>
          </a:custGeom>
          <a:ln w="42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21706" y="3306518"/>
            <a:ext cx="601980" cy="0"/>
          </a:xfrm>
          <a:custGeom>
            <a:avLst/>
            <a:gdLst/>
            <a:ahLst/>
            <a:cxnLst/>
            <a:rect l="l" t="t" r="r" b="b"/>
            <a:pathLst>
              <a:path w="601980">
                <a:moveTo>
                  <a:pt x="601540" y="0"/>
                </a:moveTo>
                <a:lnTo>
                  <a:pt x="0" y="0"/>
                </a:lnTo>
              </a:path>
            </a:pathLst>
          </a:custGeom>
          <a:ln w="41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15243" y="3845703"/>
            <a:ext cx="308610" cy="0"/>
          </a:xfrm>
          <a:custGeom>
            <a:avLst/>
            <a:gdLst/>
            <a:ahLst/>
            <a:cxnLst/>
            <a:rect l="l" t="t" r="r" b="b"/>
            <a:pathLst>
              <a:path w="308610">
                <a:moveTo>
                  <a:pt x="308003" y="0"/>
                </a:moveTo>
                <a:lnTo>
                  <a:pt x="0" y="0"/>
                </a:lnTo>
              </a:path>
            </a:pathLst>
          </a:custGeom>
          <a:ln w="41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15243" y="4386217"/>
            <a:ext cx="308610" cy="0"/>
          </a:xfrm>
          <a:custGeom>
            <a:avLst/>
            <a:gdLst/>
            <a:ahLst/>
            <a:cxnLst/>
            <a:rect l="l" t="t" r="r" b="b"/>
            <a:pathLst>
              <a:path w="308610">
                <a:moveTo>
                  <a:pt x="308003" y="0"/>
                </a:moveTo>
                <a:lnTo>
                  <a:pt x="0" y="0"/>
                </a:lnTo>
              </a:path>
            </a:pathLst>
          </a:custGeom>
          <a:ln w="41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13583" y="3306518"/>
            <a:ext cx="306070" cy="0"/>
          </a:xfrm>
          <a:custGeom>
            <a:avLst/>
            <a:gdLst/>
            <a:ahLst/>
            <a:cxnLst/>
            <a:rect l="l" t="t" r="r" b="b"/>
            <a:pathLst>
              <a:path w="306070">
                <a:moveTo>
                  <a:pt x="306025" y="0"/>
                </a:moveTo>
                <a:lnTo>
                  <a:pt x="0" y="0"/>
                </a:lnTo>
              </a:path>
            </a:pathLst>
          </a:custGeom>
          <a:ln w="41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72469" y="3845703"/>
            <a:ext cx="126364" cy="0"/>
          </a:xfrm>
          <a:custGeom>
            <a:avLst/>
            <a:gdLst/>
            <a:ahLst/>
            <a:cxnLst/>
            <a:rect l="l" t="t" r="r" b="b"/>
            <a:pathLst>
              <a:path w="126365">
                <a:moveTo>
                  <a:pt x="126119" y="0"/>
                </a:moveTo>
                <a:lnTo>
                  <a:pt x="0" y="0"/>
                </a:lnTo>
              </a:path>
            </a:pathLst>
          </a:custGeom>
          <a:ln w="41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128009" y="3778939"/>
            <a:ext cx="144780" cy="133985"/>
          </a:xfrm>
          <a:custGeom>
            <a:avLst/>
            <a:gdLst/>
            <a:ahLst/>
            <a:cxnLst/>
            <a:rect l="l" t="t" r="r" b="b"/>
            <a:pathLst>
              <a:path w="144779" h="133985">
                <a:moveTo>
                  <a:pt x="144460" y="66764"/>
                </a:moveTo>
                <a:lnTo>
                  <a:pt x="132095" y="30381"/>
                </a:lnTo>
                <a:lnTo>
                  <a:pt x="101184" y="5525"/>
                </a:lnTo>
                <a:lnTo>
                  <a:pt x="72333" y="0"/>
                </a:lnTo>
                <a:lnTo>
                  <a:pt x="57907" y="1841"/>
                </a:lnTo>
                <a:lnTo>
                  <a:pt x="21019" y="21172"/>
                </a:lnTo>
                <a:lnTo>
                  <a:pt x="0" y="66764"/>
                </a:lnTo>
                <a:lnTo>
                  <a:pt x="12364" y="104969"/>
                </a:lnTo>
                <a:lnTo>
                  <a:pt x="43276" y="129370"/>
                </a:lnTo>
                <a:lnTo>
                  <a:pt x="86758" y="133509"/>
                </a:lnTo>
                <a:lnTo>
                  <a:pt x="101184" y="129370"/>
                </a:lnTo>
                <a:lnTo>
                  <a:pt x="132095" y="104969"/>
                </a:lnTo>
                <a:lnTo>
                  <a:pt x="142605" y="80113"/>
                </a:lnTo>
                <a:lnTo>
                  <a:pt x="144460" y="66764"/>
                </a:lnTo>
              </a:path>
            </a:pathLst>
          </a:custGeom>
          <a:ln w="43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99920" y="2508612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257487"/>
                </a:moveTo>
                <a:lnTo>
                  <a:pt x="0" y="0"/>
                </a:lnTo>
              </a:path>
            </a:pathLst>
          </a:custGeom>
          <a:ln w="45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78058" y="1705199"/>
            <a:ext cx="0" cy="1061085"/>
          </a:xfrm>
          <a:custGeom>
            <a:avLst/>
            <a:gdLst/>
            <a:ahLst/>
            <a:cxnLst/>
            <a:rect l="l" t="t" r="r" b="b"/>
            <a:pathLst>
              <a:path h="1061085">
                <a:moveTo>
                  <a:pt x="0" y="1060900"/>
                </a:moveTo>
                <a:lnTo>
                  <a:pt x="0" y="0"/>
                </a:lnTo>
              </a:path>
            </a:pathLst>
          </a:custGeom>
          <a:ln w="45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56772" y="1968193"/>
            <a:ext cx="0" cy="798195"/>
          </a:xfrm>
          <a:custGeom>
            <a:avLst/>
            <a:gdLst/>
            <a:ahLst/>
            <a:cxnLst/>
            <a:rect l="l" t="t" r="r" b="b"/>
            <a:pathLst>
              <a:path h="798194">
                <a:moveTo>
                  <a:pt x="0" y="797906"/>
                </a:moveTo>
                <a:lnTo>
                  <a:pt x="0" y="0"/>
                </a:lnTo>
              </a:path>
            </a:pathLst>
          </a:custGeom>
          <a:ln w="45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34869" y="2508612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257487"/>
                </a:moveTo>
                <a:lnTo>
                  <a:pt x="0" y="0"/>
                </a:lnTo>
              </a:path>
            </a:pathLst>
          </a:custGeom>
          <a:ln w="45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99920" y="4940574"/>
            <a:ext cx="0" cy="255270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255067"/>
                </a:moveTo>
                <a:lnTo>
                  <a:pt x="0" y="0"/>
                </a:lnTo>
              </a:path>
            </a:pathLst>
          </a:custGeom>
          <a:ln w="45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78058" y="4940574"/>
            <a:ext cx="0" cy="255270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255067"/>
                </a:moveTo>
                <a:lnTo>
                  <a:pt x="0" y="0"/>
                </a:lnTo>
              </a:path>
            </a:pathLst>
          </a:custGeom>
          <a:ln w="45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56773" y="4940574"/>
            <a:ext cx="0" cy="255270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255067"/>
                </a:moveTo>
                <a:lnTo>
                  <a:pt x="0" y="0"/>
                </a:lnTo>
              </a:path>
            </a:pathLst>
          </a:custGeom>
          <a:ln w="45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34869" y="4940574"/>
            <a:ext cx="0" cy="257175"/>
          </a:xfrm>
          <a:custGeom>
            <a:avLst/>
            <a:gdLst/>
            <a:ahLst/>
            <a:cxnLst/>
            <a:rect l="l" t="t" r="r" b="b"/>
            <a:pathLst>
              <a:path h="257175">
                <a:moveTo>
                  <a:pt x="0" y="256909"/>
                </a:moveTo>
                <a:lnTo>
                  <a:pt x="0" y="0"/>
                </a:lnTo>
              </a:path>
            </a:pathLst>
          </a:custGeom>
          <a:ln w="45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405063" y="2702680"/>
            <a:ext cx="3169285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902969" algn="l"/>
                <a:tab pos="1811020" algn="l"/>
                <a:tab pos="2688590" algn="l"/>
              </a:tabLst>
            </a:pPr>
            <a:r>
              <a:rPr sz="3000" b="1" i="0" spc="140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sz="2925" b="1" i="0" spc="209" baseline="-12820" dirty="0">
                <a:solidFill>
                  <a:srgbClr val="000000"/>
                </a:solidFill>
                <a:latin typeface="Times New Roman"/>
                <a:cs typeface="Times New Roman"/>
              </a:rPr>
              <a:t>0	</a:t>
            </a:r>
            <a:r>
              <a:rPr sz="3000" b="1" i="0" spc="140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sz="2925" b="1" i="0" spc="209" baseline="-12820" dirty="0">
                <a:solidFill>
                  <a:srgbClr val="000000"/>
                </a:solidFill>
                <a:latin typeface="Times New Roman"/>
                <a:cs typeface="Times New Roman"/>
              </a:rPr>
              <a:t>1	</a:t>
            </a:r>
            <a:r>
              <a:rPr sz="3000" b="1" i="0" spc="140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sz="2925" b="1" i="0" spc="209" baseline="-12820" dirty="0">
                <a:solidFill>
                  <a:srgbClr val="000000"/>
                </a:solidFill>
                <a:latin typeface="Times New Roman"/>
                <a:cs typeface="Times New Roman"/>
              </a:rPr>
              <a:t>2	</a:t>
            </a:r>
            <a:r>
              <a:rPr sz="3000" b="1" i="0" spc="130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sz="2925" b="1" i="0" spc="195" baseline="-12820" dirty="0">
                <a:solidFill>
                  <a:srgbClr val="000000"/>
                </a:solidFill>
                <a:latin typeface="Times New Roman"/>
                <a:cs typeface="Times New Roman"/>
              </a:rPr>
              <a:t>3</a:t>
            </a:r>
            <a:endParaRPr sz="2925" baseline="-1282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723246" y="4251321"/>
            <a:ext cx="144780" cy="270510"/>
          </a:xfrm>
          <a:custGeom>
            <a:avLst/>
            <a:gdLst/>
            <a:ahLst/>
            <a:cxnLst/>
            <a:rect l="l" t="t" r="r" b="b"/>
            <a:pathLst>
              <a:path w="144780" h="270510">
                <a:moveTo>
                  <a:pt x="0" y="0"/>
                </a:moveTo>
                <a:lnTo>
                  <a:pt x="144542" y="134895"/>
                </a:lnTo>
                <a:lnTo>
                  <a:pt x="0" y="270266"/>
                </a:lnTo>
              </a:path>
            </a:pathLst>
          </a:custGeom>
          <a:ln w="445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915640" y="4134620"/>
            <a:ext cx="561975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3000" b="1" spc="155" dirty="0">
                <a:latin typeface="Times New Roman"/>
                <a:cs typeface="Times New Roman"/>
              </a:rPr>
              <a:t>CP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280918" y="4386217"/>
            <a:ext cx="707390" cy="0"/>
          </a:xfrm>
          <a:custGeom>
            <a:avLst/>
            <a:gdLst/>
            <a:ahLst/>
            <a:cxnLst/>
            <a:rect l="l" t="t" r="r" b="b"/>
            <a:pathLst>
              <a:path w="707390">
                <a:moveTo>
                  <a:pt x="706845" y="0"/>
                </a:moveTo>
                <a:lnTo>
                  <a:pt x="0" y="0"/>
                </a:lnTo>
              </a:path>
            </a:pathLst>
          </a:custGeom>
          <a:ln w="41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14672" y="4298142"/>
            <a:ext cx="188031" cy="1766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522553" y="4134620"/>
            <a:ext cx="608330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3000" b="1" spc="170" dirty="0">
                <a:latin typeface="Times New Roman"/>
                <a:cs typeface="Times New Roman"/>
              </a:rPr>
              <a:t>CR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526469" y="3656917"/>
            <a:ext cx="475615" cy="0"/>
          </a:xfrm>
          <a:custGeom>
            <a:avLst/>
            <a:gdLst/>
            <a:ahLst/>
            <a:cxnLst/>
            <a:rect l="l" t="t" r="r" b="b"/>
            <a:pathLst>
              <a:path w="475615">
                <a:moveTo>
                  <a:pt x="0" y="0"/>
                </a:moveTo>
                <a:lnTo>
                  <a:pt x="475420" y="0"/>
                </a:lnTo>
              </a:path>
            </a:pathLst>
          </a:custGeom>
          <a:ln w="41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526469" y="4197906"/>
            <a:ext cx="475615" cy="0"/>
          </a:xfrm>
          <a:custGeom>
            <a:avLst/>
            <a:gdLst/>
            <a:ahLst/>
            <a:cxnLst/>
            <a:rect l="l" t="t" r="r" b="b"/>
            <a:pathLst>
              <a:path w="475615">
                <a:moveTo>
                  <a:pt x="0" y="0"/>
                </a:moveTo>
                <a:lnTo>
                  <a:pt x="475420" y="0"/>
                </a:lnTo>
              </a:path>
            </a:pathLst>
          </a:custGeom>
          <a:ln w="41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415243" y="3306518"/>
            <a:ext cx="0" cy="539750"/>
          </a:xfrm>
          <a:custGeom>
            <a:avLst/>
            <a:gdLst/>
            <a:ahLst/>
            <a:cxnLst/>
            <a:rect l="l" t="t" r="r" b="b"/>
            <a:pathLst>
              <a:path h="539750">
                <a:moveTo>
                  <a:pt x="0" y="539184"/>
                </a:moveTo>
                <a:lnTo>
                  <a:pt x="0" y="0"/>
                </a:lnTo>
              </a:path>
            </a:pathLst>
          </a:custGeom>
          <a:ln w="45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797005" y="4108377"/>
            <a:ext cx="574675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b="1" spc="155" dirty="0">
                <a:latin typeface="Times New Roman"/>
                <a:cs typeface="Times New Roman"/>
              </a:rPr>
              <a:t>CP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17215" y="3028698"/>
            <a:ext cx="5877560" cy="18313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975994" algn="l"/>
                <a:tab pos="4663440" algn="l"/>
              </a:tabLst>
            </a:pPr>
            <a:r>
              <a:rPr sz="3000" b="1" spc="120" dirty="0">
                <a:latin typeface="Times New Roman"/>
                <a:cs typeface="Times New Roman"/>
              </a:rPr>
              <a:t>1	</a:t>
            </a:r>
            <a:r>
              <a:rPr sz="3000" b="1" spc="140" dirty="0">
                <a:latin typeface="Times New Roman"/>
                <a:cs typeface="Times New Roman"/>
              </a:rPr>
              <a:t>CT</a:t>
            </a:r>
            <a:r>
              <a:rPr sz="2925" b="1" spc="209" baseline="-11396" dirty="0">
                <a:latin typeface="Times New Roman"/>
                <a:cs typeface="Times New Roman"/>
              </a:rPr>
              <a:t>P	</a:t>
            </a:r>
            <a:r>
              <a:rPr sz="3000" b="1" spc="175" dirty="0">
                <a:latin typeface="Times New Roman"/>
                <a:cs typeface="Times New Roman"/>
              </a:rPr>
              <a:t>CO</a:t>
            </a:r>
            <a:endParaRPr sz="3000">
              <a:latin typeface="Times New Roman"/>
              <a:cs typeface="Times New Roman"/>
            </a:endParaRPr>
          </a:p>
          <a:p>
            <a:pPr marL="967740">
              <a:lnSpc>
                <a:spcPct val="100000"/>
              </a:lnSpc>
              <a:spcBef>
                <a:spcPts val="40"/>
              </a:spcBef>
              <a:tabLst>
                <a:tab pos="2480310" algn="l"/>
                <a:tab pos="4686300" algn="l"/>
                <a:tab pos="5645150" algn="l"/>
              </a:tabLst>
            </a:pPr>
            <a:r>
              <a:rPr sz="3000" b="1" spc="145" dirty="0">
                <a:latin typeface="Times New Roman"/>
                <a:cs typeface="Times New Roman"/>
              </a:rPr>
              <a:t>CT</a:t>
            </a:r>
            <a:r>
              <a:rPr sz="2925" b="1" spc="217" baseline="-12820" dirty="0">
                <a:latin typeface="Times New Roman"/>
                <a:cs typeface="Times New Roman"/>
              </a:rPr>
              <a:t>T	</a:t>
            </a:r>
            <a:r>
              <a:rPr sz="3600" b="1" spc="150" dirty="0">
                <a:solidFill>
                  <a:srgbClr val="FF0000"/>
                </a:solidFill>
                <a:latin typeface="Times New Roman"/>
                <a:cs typeface="Times New Roman"/>
              </a:rPr>
              <a:t>74160	</a:t>
            </a:r>
            <a:r>
              <a:rPr sz="4500" b="1" spc="254" baseline="-3703" dirty="0">
                <a:latin typeface="Times New Roman"/>
                <a:cs typeface="Times New Roman"/>
              </a:rPr>
              <a:t>LD	</a:t>
            </a:r>
            <a:r>
              <a:rPr sz="3000" b="1" spc="12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  <a:p>
            <a:pPr marL="498475" algn="ctr">
              <a:lnSpc>
                <a:spcPct val="100000"/>
              </a:lnSpc>
              <a:spcBef>
                <a:spcPts val="2670"/>
              </a:spcBef>
              <a:tabLst>
                <a:tab pos="1376680" algn="l"/>
                <a:tab pos="2284730" algn="l"/>
                <a:tab pos="3162935" algn="l"/>
              </a:tabLst>
            </a:pPr>
            <a:r>
              <a:rPr sz="3000" b="1" spc="125" dirty="0">
                <a:latin typeface="Times New Roman"/>
                <a:cs typeface="Times New Roman"/>
              </a:rPr>
              <a:t>D</a:t>
            </a:r>
            <a:r>
              <a:rPr sz="2925" b="1" spc="187" baseline="-11396" dirty="0">
                <a:latin typeface="Times New Roman"/>
                <a:cs typeface="Times New Roman"/>
              </a:rPr>
              <a:t>0	</a:t>
            </a:r>
            <a:r>
              <a:rPr sz="3000" b="1" spc="125" dirty="0">
                <a:latin typeface="Times New Roman"/>
                <a:cs typeface="Times New Roman"/>
              </a:rPr>
              <a:t>D</a:t>
            </a:r>
            <a:r>
              <a:rPr sz="2925" b="1" spc="187" baseline="-11396" dirty="0">
                <a:latin typeface="Times New Roman"/>
                <a:cs typeface="Times New Roman"/>
              </a:rPr>
              <a:t>1	</a:t>
            </a:r>
            <a:r>
              <a:rPr sz="3000" b="1" spc="125" dirty="0">
                <a:latin typeface="Times New Roman"/>
                <a:cs typeface="Times New Roman"/>
              </a:rPr>
              <a:t>D</a:t>
            </a:r>
            <a:r>
              <a:rPr sz="2925" b="1" spc="187" baseline="-11396" dirty="0">
                <a:latin typeface="Times New Roman"/>
                <a:cs typeface="Times New Roman"/>
              </a:rPr>
              <a:t>2	</a:t>
            </a:r>
            <a:r>
              <a:rPr sz="3000" b="1" spc="125" dirty="0">
                <a:latin typeface="Times New Roman"/>
                <a:cs typeface="Times New Roman"/>
              </a:rPr>
              <a:t>D</a:t>
            </a:r>
            <a:r>
              <a:rPr sz="2925" b="1" spc="187" baseline="-11396" dirty="0">
                <a:latin typeface="Times New Roman"/>
                <a:cs typeface="Times New Roman"/>
              </a:rPr>
              <a:t>3</a:t>
            </a:r>
            <a:endParaRPr sz="2925" baseline="-11396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780468" y="1686400"/>
            <a:ext cx="587375" cy="0"/>
          </a:xfrm>
          <a:custGeom>
            <a:avLst/>
            <a:gdLst/>
            <a:ahLst/>
            <a:cxnLst/>
            <a:rect l="l" t="t" r="r" b="b"/>
            <a:pathLst>
              <a:path w="587375">
                <a:moveTo>
                  <a:pt x="0" y="0"/>
                </a:moveTo>
                <a:lnTo>
                  <a:pt x="586908" y="0"/>
                </a:lnTo>
              </a:path>
            </a:pathLst>
          </a:custGeom>
          <a:ln w="41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780468" y="1954711"/>
            <a:ext cx="587375" cy="0"/>
          </a:xfrm>
          <a:custGeom>
            <a:avLst/>
            <a:gdLst/>
            <a:ahLst/>
            <a:cxnLst/>
            <a:rect l="l" t="t" r="r" b="b"/>
            <a:pathLst>
              <a:path w="587375">
                <a:moveTo>
                  <a:pt x="0" y="0"/>
                </a:moveTo>
                <a:lnTo>
                  <a:pt x="586908" y="0"/>
                </a:lnTo>
              </a:path>
            </a:pathLst>
          </a:custGeom>
          <a:ln w="41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367376" y="1821220"/>
            <a:ext cx="585470" cy="0"/>
          </a:xfrm>
          <a:custGeom>
            <a:avLst/>
            <a:gdLst/>
            <a:ahLst/>
            <a:cxnLst/>
            <a:rect l="l" t="t" r="r" b="b"/>
            <a:pathLst>
              <a:path w="585470">
                <a:moveTo>
                  <a:pt x="585260" y="0"/>
                </a:moveTo>
                <a:lnTo>
                  <a:pt x="0" y="0"/>
                </a:lnTo>
              </a:path>
            </a:pathLst>
          </a:custGeom>
          <a:ln w="41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985103" y="1551011"/>
            <a:ext cx="763270" cy="539115"/>
          </a:xfrm>
          <a:custGeom>
            <a:avLst/>
            <a:gdLst/>
            <a:ahLst/>
            <a:cxnLst/>
            <a:rect l="l" t="t" r="r" b="b"/>
            <a:pathLst>
              <a:path w="763270" h="539114">
                <a:moveTo>
                  <a:pt x="229364" y="0"/>
                </a:moveTo>
                <a:lnTo>
                  <a:pt x="0" y="0"/>
                </a:lnTo>
                <a:lnTo>
                  <a:pt x="24523" y="32090"/>
                </a:lnTo>
                <a:lnTo>
                  <a:pt x="47397" y="64941"/>
                </a:lnTo>
                <a:lnTo>
                  <a:pt x="65944" y="98931"/>
                </a:lnTo>
                <a:lnTo>
                  <a:pt x="92734" y="165771"/>
                </a:lnTo>
                <a:lnTo>
                  <a:pt x="105305" y="234320"/>
                </a:lnTo>
                <a:lnTo>
                  <a:pt x="107160" y="270209"/>
                </a:lnTo>
                <a:lnTo>
                  <a:pt x="105305" y="304769"/>
                </a:lnTo>
                <a:lnTo>
                  <a:pt x="92734" y="373318"/>
                </a:lnTo>
                <a:lnTo>
                  <a:pt x="65944" y="439588"/>
                </a:lnTo>
                <a:lnTo>
                  <a:pt x="47397" y="474148"/>
                </a:lnTo>
                <a:lnTo>
                  <a:pt x="24523" y="506429"/>
                </a:lnTo>
                <a:lnTo>
                  <a:pt x="0" y="539089"/>
                </a:lnTo>
                <a:lnTo>
                  <a:pt x="229364" y="539089"/>
                </a:lnTo>
                <a:lnTo>
                  <a:pt x="317977" y="523519"/>
                </a:lnTo>
                <a:lnTo>
                  <a:pt x="402881" y="500922"/>
                </a:lnTo>
                <a:lnTo>
                  <a:pt x="481603" y="472439"/>
                </a:lnTo>
                <a:lnTo>
                  <a:pt x="551875" y="439588"/>
                </a:lnTo>
                <a:lnTo>
                  <a:pt x="618026" y="403700"/>
                </a:lnTo>
                <a:lnTo>
                  <a:pt x="673873" y="363634"/>
                </a:lnTo>
                <a:lnTo>
                  <a:pt x="723332" y="318061"/>
                </a:lnTo>
                <a:lnTo>
                  <a:pt x="762692" y="270209"/>
                </a:lnTo>
                <a:lnTo>
                  <a:pt x="744145" y="245904"/>
                </a:lnTo>
                <a:lnTo>
                  <a:pt x="700869" y="197862"/>
                </a:lnTo>
                <a:lnTo>
                  <a:pt x="647083" y="154188"/>
                </a:lnTo>
                <a:lnTo>
                  <a:pt x="553730" y="97032"/>
                </a:lnTo>
                <a:lnTo>
                  <a:pt x="481603" y="64941"/>
                </a:lnTo>
                <a:lnTo>
                  <a:pt x="402881" y="38167"/>
                </a:lnTo>
                <a:lnTo>
                  <a:pt x="317977" y="15190"/>
                </a:lnTo>
                <a:lnTo>
                  <a:pt x="2293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985102" y="1551011"/>
            <a:ext cx="763270" cy="539115"/>
          </a:xfrm>
          <a:custGeom>
            <a:avLst/>
            <a:gdLst/>
            <a:ahLst/>
            <a:cxnLst/>
            <a:rect l="l" t="t" r="r" b="b"/>
            <a:pathLst>
              <a:path w="763270" h="539114">
                <a:moveTo>
                  <a:pt x="762692" y="270209"/>
                </a:moveTo>
                <a:lnTo>
                  <a:pt x="723332" y="318061"/>
                </a:lnTo>
                <a:lnTo>
                  <a:pt x="673873" y="363634"/>
                </a:lnTo>
                <a:lnTo>
                  <a:pt x="618026" y="403700"/>
                </a:lnTo>
                <a:lnTo>
                  <a:pt x="551875" y="439588"/>
                </a:lnTo>
                <a:lnTo>
                  <a:pt x="481603" y="472439"/>
                </a:lnTo>
                <a:lnTo>
                  <a:pt x="402881" y="500922"/>
                </a:lnTo>
                <a:lnTo>
                  <a:pt x="317977" y="523519"/>
                </a:lnTo>
                <a:lnTo>
                  <a:pt x="229364" y="539089"/>
                </a:lnTo>
                <a:lnTo>
                  <a:pt x="0" y="539089"/>
                </a:lnTo>
                <a:lnTo>
                  <a:pt x="24523" y="506429"/>
                </a:lnTo>
                <a:lnTo>
                  <a:pt x="47397" y="474148"/>
                </a:lnTo>
                <a:lnTo>
                  <a:pt x="65944" y="439588"/>
                </a:lnTo>
                <a:lnTo>
                  <a:pt x="92734" y="373318"/>
                </a:lnTo>
                <a:lnTo>
                  <a:pt x="105305" y="304769"/>
                </a:lnTo>
                <a:lnTo>
                  <a:pt x="107160" y="270209"/>
                </a:lnTo>
                <a:lnTo>
                  <a:pt x="105305" y="234320"/>
                </a:lnTo>
                <a:lnTo>
                  <a:pt x="92734" y="165771"/>
                </a:lnTo>
                <a:lnTo>
                  <a:pt x="65944" y="98931"/>
                </a:lnTo>
                <a:lnTo>
                  <a:pt x="47397" y="64941"/>
                </a:lnTo>
                <a:lnTo>
                  <a:pt x="24523" y="32090"/>
                </a:lnTo>
                <a:lnTo>
                  <a:pt x="0" y="0"/>
                </a:lnTo>
                <a:lnTo>
                  <a:pt x="229364" y="0"/>
                </a:lnTo>
                <a:lnTo>
                  <a:pt x="317977" y="15190"/>
                </a:lnTo>
                <a:lnTo>
                  <a:pt x="402881" y="38167"/>
                </a:lnTo>
                <a:lnTo>
                  <a:pt x="481603" y="64941"/>
                </a:lnTo>
                <a:lnTo>
                  <a:pt x="553730" y="97032"/>
                </a:lnTo>
                <a:lnTo>
                  <a:pt x="618026" y="135389"/>
                </a:lnTo>
                <a:lnTo>
                  <a:pt x="675934" y="175455"/>
                </a:lnTo>
                <a:lnTo>
                  <a:pt x="723332" y="221028"/>
                </a:lnTo>
                <a:lnTo>
                  <a:pt x="762692" y="270209"/>
                </a:lnTo>
              </a:path>
            </a:pathLst>
          </a:custGeom>
          <a:ln w="429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721886" y="1757467"/>
            <a:ext cx="132395" cy="1256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985103" y="1551011"/>
            <a:ext cx="763270" cy="539115"/>
          </a:xfrm>
          <a:custGeom>
            <a:avLst/>
            <a:gdLst/>
            <a:ahLst/>
            <a:cxnLst/>
            <a:rect l="l" t="t" r="r" b="b"/>
            <a:pathLst>
              <a:path w="763270" h="539114">
                <a:moveTo>
                  <a:pt x="498089" y="0"/>
                </a:moveTo>
                <a:lnTo>
                  <a:pt x="0" y="0"/>
                </a:lnTo>
                <a:lnTo>
                  <a:pt x="0" y="539089"/>
                </a:lnTo>
                <a:lnTo>
                  <a:pt x="498089" y="539089"/>
                </a:lnTo>
                <a:lnTo>
                  <a:pt x="555791" y="527506"/>
                </a:lnTo>
                <a:lnTo>
                  <a:pt x="607722" y="506429"/>
                </a:lnTo>
                <a:lnTo>
                  <a:pt x="654914" y="477946"/>
                </a:lnTo>
                <a:lnTo>
                  <a:pt x="694275" y="441867"/>
                </a:lnTo>
                <a:lnTo>
                  <a:pt x="727247" y="397813"/>
                </a:lnTo>
                <a:lnTo>
                  <a:pt x="748267" y="350341"/>
                </a:lnTo>
                <a:lnTo>
                  <a:pt x="760632" y="296983"/>
                </a:lnTo>
                <a:lnTo>
                  <a:pt x="762692" y="270209"/>
                </a:lnTo>
                <a:lnTo>
                  <a:pt x="760632" y="241726"/>
                </a:lnTo>
                <a:lnTo>
                  <a:pt x="748267" y="188747"/>
                </a:lnTo>
                <a:lnTo>
                  <a:pt x="727247" y="140896"/>
                </a:lnTo>
                <a:lnTo>
                  <a:pt x="694275" y="97032"/>
                </a:lnTo>
                <a:lnTo>
                  <a:pt x="654914" y="60763"/>
                </a:lnTo>
                <a:lnTo>
                  <a:pt x="607722" y="32090"/>
                </a:lnTo>
                <a:lnTo>
                  <a:pt x="555791" y="11393"/>
                </a:lnTo>
                <a:lnTo>
                  <a:pt x="4980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985102" y="1551011"/>
            <a:ext cx="763270" cy="539115"/>
          </a:xfrm>
          <a:custGeom>
            <a:avLst/>
            <a:gdLst/>
            <a:ahLst/>
            <a:cxnLst/>
            <a:rect l="l" t="t" r="r" b="b"/>
            <a:pathLst>
              <a:path w="763270" h="539114">
                <a:moveTo>
                  <a:pt x="469032" y="539089"/>
                </a:moveTo>
                <a:lnTo>
                  <a:pt x="0" y="539089"/>
                </a:lnTo>
                <a:lnTo>
                  <a:pt x="0" y="0"/>
                </a:lnTo>
                <a:lnTo>
                  <a:pt x="469032" y="0"/>
                </a:lnTo>
                <a:lnTo>
                  <a:pt x="528794" y="5506"/>
                </a:lnTo>
                <a:lnTo>
                  <a:pt x="582787" y="21077"/>
                </a:lnTo>
                <a:lnTo>
                  <a:pt x="632657" y="45572"/>
                </a:lnTo>
                <a:lnTo>
                  <a:pt x="675934" y="78233"/>
                </a:lnTo>
                <a:lnTo>
                  <a:pt x="710761" y="117730"/>
                </a:lnTo>
                <a:lnTo>
                  <a:pt x="737757" y="163872"/>
                </a:lnTo>
                <a:lnTo>
                  <a:pt x="756716" y="214952"/>
                </a:lnTo>
                <a:lnTo>
                  <a:pt x="762692" y="270209"/>
                </a:lnTo>
                <a:lnTo>
                  <a:pt x="760632" y="296983"/>
                </a:lnTo>
                <a:lnTo>
                  <a:pt x="748267" y="350341"/>
                </a:lnTo>
                <a:lnTo>
                  <a:pt x="727247" y="397813"/>
                </a:lnTo>
                <a:lnTo>
                  <a:pt x="694275" y="441867"/>
                </a:lnTo>
                <a:lnTo>
                  <a:pt x="654914" y="477946"/>
                </a:lnTo>
                <a:lnTo>
                  <a:pt x="607722" y="506429"/>
                </a:lnTo>
                <a:lnTo>
                  <a:pt x="555791" y="527506"/>
                </a:lnTo>
                <a:lnTo>
                  <a:pt x="498089" y="539089"/>
                </a:lnTo>
                <a:lnTo>
                  <a:pt x="469032" y="539089"/>
                </a:lnTo>
              </a:path>
            </a:pathLst>
          </a:custGeom>
          <a:ln w="429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358833" y="1954711"/>
            <a:ext cx="434340" cy="0"/>
          </a:xfrm>
          <a:custGeom>
            <a:avLst/>
            <a:gdLst/>
            <a:ahLst/>
            <a:cxnLst/>
            <a:rect l="l" t="t" r="r" b="b"/>
            <a:pathLst>
              <a:path w="434339">
                <a:moveTo>
                  <a:pt x="433999" y="0"/>
                </a:moveTo>
                <a:lnTo>
                  <a:pt x="0" y="0"/>
                </a:lnTo>
              </a:path>
            </a:pathLst>
          </a:custGeom>
          <a:ln w="41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475997" y="1686400"/>
            <a:ext cx="1304925" cy="0"/>
          </a:xfrm>
          <a:custGeom>
            <a:avLst/>
            <a:gdLst/>
            <a:ahLst/>
            <a:cxnLst/>
            <a:rect l="l" t="t" r="r" b="b"/>
            <a:pathLst>
              <a:path w="1304925">
                <a:moveTo>
                  <a:pt x="1304470" y="0"/>
                </a:moveTo>
                <a:lnTo>
                  <a:pt x="0" y="0"/>
                </a:lnTo>
              </a:path>
            </a:pathLst>
          </a:custGeom>
          <a:ln w="41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952636" y="1821220"/>
            <a:ext cx="1035685" cy="0"/>
          </a:xfrm>
          <a:custGeom>
            <a:avLst/>
            <a:gdLst/>
            <a:ahLst/>
            <a:cxnLst/>
            <a:rect l="l" t="t" r="r" b="b"/>
            <a:pathLst>
              <a:path w="1035684">
                <a:moveTo>
                  <a:pt x="0" y="0"/>
                </a:moveTo>
                <a:lnTo>
                  <a:pt x="1035127" y="0"/>
                </a:lnTo>
              </a:path>
            </a:pathLst>
          </a:custGeom>
          <a:ln w="41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987764" y="1821220"/>
            <a:ext cx="0" cy="2565400"/>
          </a:xfrm>
          <a:custGeom>
            <a:avLst/>
            <a:gdLst/>
            <a:ahLst/>
            <a:cxnLst/>
            <a:rect l="l" t="t" r="r" b="b"/>
            <a:pathLst>
              <a:path h="2565400">
                <a:moveTo>
                  <a:pt x="0" y="0"/>
                </a:moveTo>
                <a:lnTo>
                  <a:pt x="0" y="2564996"/>
                </a:lnTo>
              </a:path>
            </a:pathLst>
          </a:custGeom>
          <a:ln w="45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103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358640" y="982217"/>
            <a:ext cx="974090" cy="0"/>
          </a:xfrm>
          <a:custGeom>
            <a:avLst/>
            <a:gdLst/>
            <a:ahLst/>
            <a:cxnLst/>
            <a:rect l="l" t="t" r="r" b="b"/>
            <a:pathLst>
              <a:path w="974089">
                <a:moveTo>
                  <a:pt x="0" y="0"/>
                </a:moveTo>
                <a:lnTo>
                  <a:pt x="973836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1221740" cy="0"/>
          </a:xfrm>
          <a:custGeom>
            <a:avLst/>
            <a:gdLst/>
            <a:ahLst/>
            <a:cxnLst/>
            <a:rect l="l" t="t" r="r" b="b"/>
            <a:pathLst>
              <a:path w="1221739">
                <a:moveTo>
                  <a:pt x="0" y="0"/>
                </a:moveTo>
                <a:lnTo>
                  <a:pt x="1221486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58494" y="4317294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324" y="267721"/>
                </a:moveTo>
                <a:lnTo>
                  <a:pt x="577519" y="224293"/>
                </a:lnTo>
                <a:lnTo>
                  <a:pt x="566505" y="183097"/>
                </a:lnTo>
                <a:lnTo>
                  <a:pt x="548880" y="144683"/>
                </a:lnTo>
                <a:lnTo>
                  <a:pt x="525242" y="109604"/>
                </a:lnTo>
                <a:lnTo>
                  <a:pt x="496190" y="78410"/>
                </a:lnTo>
                <a:lnTo>
                  <a:pt x="462322" y="51652"/>
                </a:lnTo>
                <a:lnTo>
                  <a:pt x="424238" y="29880"/>
                </a:lnTo>
                <a:lnTo>
                  <a:pt x="382536" y="13647"/>
                </a:lnTo>
                <a:lnTo>
                  <a:pt x="337814" y="3503"/>
                </a:lnTo>
                <a:lnTo>
                  <a:pt x="290672" y="0"/>
                </a:lnTo>
                <a:lnTo>
                  <a:pt x="243524" y="3503"/>
                </a:lnTo>
                <a:lnTo>
                  <a:pt x="198798" y="13647"/>
                </a:lnTo>
                <a:lnTo>
                  <a:pt x="157092" y="29880"/>
                </a:lnTo>
                <a:lnTo>
                  <a:pt x="119005" y="51652"/>
                </a:lnTo>
                <a:lnTo>
                  <a:pt x="85136" y="78410"/>
                </a:lnTo>
                <a:lnTo>
                  <a:pt x="56083" y="109604"/>
                </a:lnTo>
                <a:lnTo>
                  <a:pt x="32444" y="144683"/>
                </a:lnTo>
                <a:lnTo>
                  <a:pt x="14818" y="183097"/>
                </a:lnTo>
                <a:lnTo>
                  <a:pt x="3804" y="224293"/>
                </a:lnTo>
                <a:lnTo>
                  <a:pt x="0" y="267721"/>
                </a:lnTo>
                <a:lnTo>
                  <a:pt x="3804" y="311149"/>
                </a:lnTo>
                <a:lnTo>
                  <a:pt x="14818" y="352345"/>
                </a:lnTo>
                <a:lnTo>
                  <a:pt x="32444" y="390758"/>
                </a:lnTo>
                <a:lnTo>
                  <a:pt x="56083" y="425837"/>
                </a:lnTo>
                <a:lnTo>
                  <a:pt x="85136" y="457031"/>
                </a:lnTo>
                <a:lnTo>
                  <a:pt x="119005" y="483790"/>
                </a:lnTo>
                <a:lnTo>
                  <a:pt x="157092" y="505561"/>
                </a:lnTo>
                <a:lnTo>
                  <a:pt x="198798" y="521794"/>
                </a:lnTo>
                <a:lnTo>
                  <a:pt x="243524" y="531938"/>
                </a:lnTo>
                <a:lnTo>
                  <a:pt x="290672" y="535442"/>
                </a:lnTo>
                <a:lnTo>
                  <a:pt x="337814" y="531938"/>
                </a:lnTo>
                <a:lnTo>
                  <a:pt x="382536" y="521794"/>
                </a:lnTo>
                <a:lnTo>
                  <a:pt x="424238" y="505561"/>
                </a:lnTo>
                <a:lnTo>
                  <a:pt x="462322" y="483790"/>
                </a:lnTo>
                <a:lnTo>
                  <a:pt x="496190" y="457031"/>
                </a:lnTo>
                <a:lnTo>
                  <a:pt x="525242" y="425837"/>
                </a:lnTo>
                <a:lnTo>
                  <a:pt x="548880" y="390758"/>
                </a:lnTo>
                <a:lnTo>
                  <a:pt x="566505" y="352345"/>
                </a:lnTo>
                <a:lnTo>
                  <a:pt x="577519" y="311149"/>
                </a:lnTo>
                <a:lnTo>
                  <a:pt x="581324" y="267721"/>
                </a:lnTo>
                <a:close/>
              </a:path>
            </a:pathLst>
          </a:custGeom>
          <a:ln w="42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75847" y="4317294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180" y="267721"/>
                </a:moveTo>
                <a:lnTo>
                  <a:pt x="577379" y="224293"/>
                </a:lnTo>
                <a:lnTo>
                  <a:pt x="566374" y="183097"/>
                </a:lnTo>
                <a:lnTo>
                  <a:pt x="548761" y="144683"/>
                </a:lnTo>
                <a:lnTo>
                  <a:pt x="525137" y="109604"/>
                </a:lnTo>
                <a:lnTo>
                  <a:pt x="496100" y="78410"/>
                </a:lnTo>
                <a:lnTo>
                  <a:pt x="462245" y="51652"/>
                </a:lnTo>
                <a:lnTo>
                  <a:pt x="424170" y="29880"/>
                </a:lnTo>
                <a:lnTo>
                  <a:pt x="382471" y="13647"/>
                </a:lnTo>
                <a:lnTo>
                  <a:pt x="337746" y="3503"/>
                </a:lnTo>
                <a:lnTo>
                  <a:pt x="290590" y="0"/>
                </a:lnTo>
                <a:lnTo>
                  <a:pt x="243434" y="3503"/>
                </a:lnTo>
                <a:lnTo>
                  <a:pt x="198708" y="13647"/>
                </a:lnTo>
                <a:lnTo>
                  <a:pt x="157010" y="29880"/>
                </a:lnTo>
                <a:lnTo>
                  <a:pt x="118934" y="51652"/>
                </a:lnTo>
                <a:lnTo>
                  <a:pt x="85080" y="78410"/>
                </a:lnTo>
                <a:lnTo>
                  <a:pt x="56042" y="109604"/>
                </a:lnTo>
                <a:lnTo>
                  <a:pt x="32419" y="144683"/>
                </a:lnTo>
                <a:lnTo>
                  <a:pt x="14806" y="183097"/>
                </a:lnTo>
                <a:lnTo>
                  <a:pt x="3801" y="224293"/>
                </a:lnTo>
                <a:lnTo>
                  <a:pt x="0" y="267721"/>
                </a:lnTo>
                <a:lnTo>
                  <a:pt x="3801" y="311149"/>
                </a:lnTo>
                <a:lnTo>
                  <a:pt x="14806" y="352345"/>
                </a:lnTo>
                <a:lnTo>
                  <a:pt x="32419" y="390758"/>
                </a:lnTo>
                <a:lnTo>
                  <a:pt x="56042" y="425837"/>
                </a:lnTo>
                <a:lnTo>
                  <a:pt x="85080" y="457031"/>
                </a:lnTo>
                <a:lnTo>
                  <a:pt x="118934" y="483790"/>
                </a:lnTo>
                <a:lnTo>
                  <a:pt x="157010" y="505561"/>
                </a:lnTo>
                <a:lnTo>
                  <a:pt x="198708" y="521794"/>
                </a:lnTo>
                <a:lnTo>
                  <a:pt x="243434" y="531938"/>
                </a:lnTo>
                <a:lnTo>
                  <a:pt x="290590" y="535442"/>
                </a:lnTo>
                <a:lnTo>
                  <a:pt x="337746" y="531938"/>
                </a:lnTo>
                <a:lnTo>
                  <a:pt x="382471" y="521794"/>
                </a:lnTo>
                <a:lnTo>
                  <a:pt x="424170" y="505561"/>
                </a:lnTo>
                <a:lnTo>
                  <a:pt x="462245" y="483790"/>
                </a:lnTo>
                <a:lnTo>
                  <a:pt x="496100" y="457031"/>
                </a:lnTo>
                <a:lnTo>
                  <a:pt x="525137" y="425837"/>
                </a:lnTo>
                <a:lnTo>
                  <a:pt x="548761" y="390758"/>
                </a:lnTo>
                <a:lnTo>
                  <a:pt x="566374" y="352345"/>
                </a:lnTo>
                <a:lnTo>
                  <a:pt x="577379" y="311149"/>
                </a:lnTo>
                <a:lnTo>
                  <a:pt x="581180" y="267721"/>
                </a:lnTo>
                <a:close/>
              </a:path>
            </a:pathLst>
          </a:custGeom>
          <a:ln w="42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93016" y="4317294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385" y="267721"/>
                </a:moveTo>
                <a:lnTo>
                  <a:pt x="577579" y="224293"/>
                </a:lnTo>
                <a:lnTo>
                  <a:pt x="566559" y="183097"/>
                </a:lnTo>
                <a:lnTo>
                  <a:pt x="548927" y="144683"/>
                </a:lnTo>
                <a:lnTo>
                  <a:pt x="525283" y="109604"/>
                </a:lnTo>
                <a:lnTo>
                  <a:pt x="496228" y="78410"/>
                </a:lnTo>
                <a:lnTo>
                  <a:pt x="462362" y="51652"/>
                </a:lnTo>
                <a:lnTo>
                  <a:pt x="424285" y="29880"/>
                </a:lnTo>
                <a:lnTo>
                  <a:pt x="382598" y="13647"/>
                </a:lnTo>
                <a:lnTo>
                  <a:pt x="337901" y="3503"/>
                </a:lnTo>
                <a:lnTo>
                  <a:pt x="290795" y="0"/>
                </a:lnTo>
                <a:lnTo>
                  <a:pt x="243633" y="3503"/>
                </a:lnTo>
                <a:lnTo>
                  <a:pt x="198892" y="13647"/>
                </a:lnTo>
                <a:lnTo>
                  <a:pt x="157170" y="29880"/>
                </a:lnTo>
                <a:lnTo>
                  <a:pt x="119067" y="51652"/>
                </a:lnTo>
                <a:lnTo>
                  <a:pt x="85182" y="78410"/>
                </a:lnTo>
                <a:lnTo>
                  <a:pt x="56114" y="109604"/>
                </a:lnTo>
                <a:lnTo>
                  <a:pt x="32463" y="144683"/>
                </a:lnTo>
                <a:lnTo>
                  <a:pt x="14827" y="183097"/>
                </a:lnTo>
                <a:lnTo>
                  <a:pt x="3806" y="224293"/>
                </a:lnTo>
                <a:lnTo>
                  <a:pt x="0" y="267721"/>
                </a:lnTo>
                <a:lnTo>
                  <a:pt x="3806" y="311149"/>
                </a:lnTo>
                <a:lnTo>
                  <a:pt x="14827" y="352345"/>
                </a:lnTo>
                <a:lnTo>
                  <a:pt x="32463" y="390758"/>
                </a:lnTo>
                <a:lnTo>
                  <a:pt x="56114" y="425837"/>
                </a:lnTo>
                <a:lnTo>
                  <a:pt x="85182" y="457031"/>
                </a:lnTo>
                <a:lnTo>
                  <a:pt x="119067" y="483790"/>
                </a:lnTo>
                <a:lnTo>
                  <a:pt x="157170" y="505561"/>
                </a:lnTo>
                <a:lnTo>
                  <a:pt x="198892" y="521794"/>
                </a:lnTo>
                <a:lnTo>
                  <a:pt x="243633" y="531938"/>
                </a:lnTo>
                <a:lnTo>
                  <a:pt x="290795" y="535442"/>
                </a:lnTo>
                <a:lnTo>
                  <a:pt x="337901" y="531938"/>
                </a:lnTo>
                <a:lnTo>
                  <a:pt x="382598" y="521794"/>
                </a:lnTo>
                <a:lnTo>
                  <a:pt x="424285" y="505561"/>
                </a:lnTo>
                <a:lnTo>
                  <a:pt x="462362" y="483790"/>
                </a:lnTo>
                <a:lnTo>
                  <a:pt x="496228" y="457031"/>
                </a:lnTo>
                <a:lnTo>
                  <a:pt x="525283" y="425837"/>
                </a:lnTo>
                <a:lnTo>
                  <a:pt x="548927" y="390758"/>
                </a:lnTo>
                <a:lnTo>
                  <a:pt x="566559" y="352345"/>
                </a:lnTo>
                <a:lnTo>
                  <a:pt x="577579" y="311149"/>
                </a:lnTo>
                <a:lnTo>
                  <a:pt x="581385" y="267721"/>
                </a:lnTo>
                <a:close/>
              </a:path>
            </a:pathLst>
          </a:custGeom>
          <a:ln w="42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58494" y="5254327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324" y="267721"/>
                </a:moveTo>
                <a:lnTo>
                  <a:pt x="577519" y="224297"/>
                </a:lnTo>
                <a:lnTo>
                  <a:pt x="566505" y="183104"/>
                </a:lnTo>
                <a:lnTo>
                  <a:pt x="548880" y="144692"/>
                </a:lnTo>
                <a:lnTo>
                  <a:pt x="525242" y="109612"/>
                </a:lnTo>
                <a:lnTo>
                  <a:pt x="496190" y="78417"/>
                </a:lnTo>
                <a:lnTo>
                  <a:pt x="462322" y="51657"/>
                </a:lnTo>
                <a:lnTo>
                  <a:pt x="424238" y="29884"/>
                </a:lnTo>
                <a:lnTo>
                  <a:pt x="382536" y="13649"/>
                </a:lnTo>
                <a:lnTo>
                  <a:pt x="337814" y="3504"/>
                </a:lnTo>
                <a:lnTo>
                  <a:pt x="290672" y="0"/>
                </a:lnTo>
                <a:lnTo>
                  <a:pt x="243524" y="3504"/>
                </a:lnTo>
                <a:lnTo>
                  <a:pt x="198798" y="13649"/>
                </a:lnTo>
                <a:lnTo>
                  <a:pt x="157092" y="29884"/>
                </a:lnTo>
                <a:lnTo>
                  <a:pt x="119005" y="51657"/>
                </a:lnTo>
                <a:lnTo>
                  <a:pt x="85136" y="78417"/>
                </a:lnTo>
                <a:lnTo>
                  <a:pt x="56083" y="109612"/>
                </a:lnTo>
                <a:lnTo>
                  <a:pt x="32444" y="144692"/>
                </a:lnTo>
                <a:lnTo>
                  <a:pt x="14818" y="183104"/>
                </a:lnTo>
                <a:lnTo>
                  <a:pt x="3804" y="224297"/>
                </a:lnTo>
                <a:lnTo>
                  <a:pt x="0" y="267721"/>
                </a:lnTo>
                <a:lnTo>
                  <a:pt x="3804" y="311149"/>
                </a:lnTo>
                <a:lnTo>
                  <a:pt x="14818" y="352346"/>
                </a:lnTo>
                <a:lnTo>
                  <a:pt x="32444" y="390760"/>
                </a:lnTo>
                <a:lnTo>
                  <a:pt x="56083" y="425841"/>
                </a:lnTo>
                <a:lnTo>
                  <a:pt x="85136" y="457037"/>
                </a:lnTo>
                <a:lnTo>
                  <a:pt x="119005" y="483797"/>
                </a:lnTo>
                <a:lnTo>
                  <a:pt x="157092" y="505570"/>
                </a:lnTo>
                <a:lnTo>
                  <a:pt x="198798" y="521804"/>
                </a:lnTo>
                <a:lnTo>
                  <a:pt x="243524" y="531949"/>
                </a:lnTo>
                <a:lnTo>
                  <a:pt x="290672" y="535453"/>
                </a:lnTo>
                <a:lnTo>
                  <a:pt x="337814" y="531949"/>
                </a:lnTo>
                <a:lnTo>
                  <a:pt x="382536" y="521804"/>
                </a:lnTo>
                <a:lnTo>
                  <a:pt x="424238" y="505570"/>
                </a:lnTo>
                <a:lnTo>
                  <a:pt x="462322" y="483797"/>
                </a:lnTo>
                <a:lnTo>
                  <a:pt x="496190" y="457037"/>
                </a:lnTo>
                <a:lnTo>
                  <a:pt x="525242" y="425841"/>
                </a:lnTo>
                <a:lnTo>
                  <a:pt x="548880" y="390760"/>
                </a:lnTo>
                <a:lnTo>
                  <a:pt x="566505" y="352346"/>
                </a:lnTo>
                <a:lnTo>
                  <a:pt x="577519" y="311149"/>
                </a:lnTo>
                <a:lnTo>
                  <a:pt x="581324" y="267721"/>
                </a:lnTo>
                <a:close/>
              </a:path>
            </a:pathLst>
          </a:custGeom>
          <a:ln w="42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75847" y="5227561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180" y="267721"/>
                </a:moveTo>
                <a:lnTo>
                  <a:pt x="577379" y="224293"/>
                </a:lnTo>
                <a:lnTo>
                  <a:pt x="566374" y="183097"/>
                </a:lnTo>
                <a:lnTo>
                  <a:pt x="548761" y="144683"/>
                </a:lnTo>
                <a:lnTo>
                  <a:pt x="525137" y="109604"/>
                </a:lnTo>
                <a:lnTo>
                  <a:pt x="496100" y="78410"/>
                </a:lnTo>
                <a:lnTo>
                  <a:pt x="462245" y="51652"/>
                </a:lnTo>
                <a:lnTo>
                  <a:pt x="424170" y="29880"/>
                </a:lnTo>
                <a:lnTo>
                  <a:pt x="382471" y="13647"/>
                </a:lnTo>
                <a:lnTo>
                  <a:pt x="337746" y="3503"/>
                </a:lnTo>
                <a:lnTo>
                  <a:pt x="290590" y="0"/>
                </a:lnTo>
                <a:lnTo>
                  <a:pt x="243434" y="3503"/>
                </a:lnTo>
                <a:lnTo>
                  <a:pt x="198708" y="13647"/>
                </a:lnTo>
                <a:lnTo>
                  <a:pt x="157010" y="29880"/>
                </a:lnTo>
                <a:lnTo>
                  <a:pt x="118934" y="51652"/>
                </a:lnTo>
                <a:lnTo>
                  <a:pt x="85080" y="78410"/>
                </a:lnTo>
                <a:lnTo>
                  <a:pt x="56042" y="109604"/>
                </a:lnTo>
                <a:lnTo>
                  <a:pt x="32419" y="144683"/>
                </a:lnTo>
                <a:lnTo>
                  <a:pt x="14806" y="183097"/>
                </a:lnTo>
                <a:lnTo>
                  <a:pt x="3801" y="224293"/>
                </a:lnTo>
                <a:lnTo>
                  <a:pt x="0" y="267721"/>
                </a:lnTo>
                <a:lnTo>
                  <a:pt x="3801" y="311149"/>
                </a:lnTo>
                <a:lnTo>
                  <a:pt x="14806" y="352345"/>
                </a:lnTo>
                <a:lnTo>
                  <a:pt x="32419" y="390759"/>
                </a:lnTo>
                <a:lnTo>
                  <a:pt x="56042" y="425839"/>
                </a:lnTo>
                <a:lnTo>
                  <a:pt x="85080" y="457034"/>
                </a:lnTo>
                <a:lnTo>
                  <a:pt x="118934" y="483793"/>
                </a:lnTo>
                <a:lnTo>
                  <a:pt x="157010" y="505565"/>
                </a:lnTo>
                <a:lnTo>
                  <a:pt x="198708" y="521799"/>
                </a:lnTo>
                <a:lnTo>
                  <a:pt x="243434" y="531944"/>
                </a:lnTo>
                <a:lnTo>
                  <a:pt x="290590" y="535448"/>
                </a:lnTo>
                <a:lnTo>
                  <a:pt x="337746" y="531944"/>
                </a:lnTo>
                <a:lnTo>
                  <a:pt x="382471" y="521799"/>
                </a:lnTo>
                <a:lnTo>
                  <a:pt x="424170" y="505565"/>
                </a:lnTo>
                <a:lnTo>
                  <a:pt x="462245" y="483793"/>
                </a:lnTo>
                <a:lnTo>
                  <a:pt x="496100" y="457034"/>
                </a:lnTo>
                <a:lnTo>
                  <a:pt x="525137" y="425839"/>
                </a:lnTo>
                <a:lnTo>
                  <a:pt x="548761" y="390759"/>
                </a:lnTo>
                <a:lnTo>
                  <a:pt x="566374" y="352345"/>
                </a:lnTo>
                <a:lnTo>
                  <a:pt x="577379" y="311149"/>
                </a:lnTo>
                <a:lnTo>
                  <a:pt x="581180" y="267721"/>
                </a:lnTo>
                <a:close/>
              </a:path>
            </a:pathLst>
          </a:custGeom>
          <a:ln w="42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93016" y="5254327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385" y="267721"/>
                </a:moveTo>
                <a:lnTo>
                  <a:pt x="577579" y="224297"/>
                </a:lnTo>
                <a:lnTo>
                  <a:pt x="566559" y="183104"/>
                </a:lnTo>
                <a:lnTo>
                  <a:pt x="548927" y="144692"/>
                </a:lnTo>
                <a:lnTo>
                  <a:pt x="525283" y="109612"/>
                </a:lnTo>
                <a:lnTo>
                  <a:pt x="496228" y="78417"/>
                </a:lnTo>
                <a:lnTo>
                  <a:pt x="462362" y="51657"/>
                </a:lnTo>
                <a:lnTo>
                  <a:pt x="424285" y="29884"/>
                </a:lnTo>
                <a:lnTo>
                  <a:pt x="382598" y="13649"/>
                </a:lnTo>
                <a:lnTo>
                  <a:pt x="337901" y="3504"/>
                </a:lnTo>
                <a:lnTo>
                  <a:pt x="290795" y="0"/>
                </a:lnTo>
                <a:lnTo>
                  <a:pt x="243633" y="3504"/>
                </a:lnTo>
                <a:lnTo>
                  <a:pt x="198892" y="13649"/>
                </a:lnTo>
                <a:lnTo>
                  <a:pt x="157170" y="29884"/>
                </a:lnTo>
                <a:lnTo>
                  <a:pt x="119067" y="51657"/>
                </a:lnTo>
                <a:lnTo>
                  <a:pt x="85182" y="78417"/>
                </a:lnTo>
                <a:lnTo>
                  <a:pt x="56114" y="109612"/>
                </a:lnTo>
                <a:lnTo>
                  <a:pt x="32463" y="144692"/>
                </a:lnTo>
                <a:lnTo>
                  <a:pt x="14827" y="183104"/>
                </a:lnTo>
                <a:lnTo>
                  <a:pt x="3806" y="224297"/>
                </a:lnTo>
                <a:lnTo>
                  <a:pt x="0" y="267721"/>
                </a:lnTo>
                <a:lnTo>
                  <a:pt x="3806" y="311149"/>
                </a:lnTo>
                <a:lnTo>
                  <a:pt x="14827" y="352346"/>
                </a:lnTo>
                <a:lnTo>
                  <a:pt x="32463" y="390760"/>
                </a:lnTo>
                <a:lnTo>
                  <a:pt x="56114" y="425841"/>
                </a:lnTo>
                <a:lnTo>
                  <a:pt x="85182" y="457037"/>
                </a:lnTo>
                <a:lnTo>
                  <a:pt x="119067" y="483797"/>
                </a:lnTo>
                <a:lnTo>
                  <a:pt x="157170" y="505570"/>
                </a:lnTo>
                <a:lnTo>
                  <a:pt x="198892" y="521804"/>
                </a:lnTo>
                <a:lnTo>
                  <a:pt x="243633" y="531949"/>
                </a:lnTo>
                <a:lnTo>
                  <a:pt x="290795" y="535453"/>
                </a:lnTo>
                <a:lnTo>
                  <a:pt x="337901" y="531949"/>
                </a:lnTo>
                <a:lnTo>
                  <a:pt x="382598" y="521804"/>
                </a:lnTo>
                <a:lnTo>
                  <a:pt x="424285" y="505570"/>
                </a:lnTo>
                <a:lnTo>
                  <a:pt x="462362" y="483797"/>
                </a:lnTo>
                <a:lnTo>
                  <a:pt x="496228" y="457037"/>
                </a:lnTo>
                <a:lnTo>
                  <a:pt x="525283" y="425841"/>
                </a:lnTo>
                <a:lnTo>
                  <a:pt x="548927" y="390760"/>
                </a:lnTo>
                <a:lnTo>
                  <a:pt x="566559" y="352346"/>
                </a:lnTo>
                <a:lnTo>
                  <a:pt x="577579" y="311149"/>
                </a:lnTo>
                <a:lnTo>
                  <a:pt x="581385" y="267721"/>
                </a:lnTo>
                <a:close/>
              </a:path>
            </a:pathLst>
          </a:custGeom>
          <a:ln w="42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637747" y="4585015"/>
            <a:ext cx="213995" cy="0"/>
          </a:xfrm>
          <a:custGeom>
            <a:avLst/>
            <a:gdLst/>
            <a:ahLst/>
            <a:cxnLst/>
            <a:rect l="l" t="t" r="r" b="b"/>
            <a:pathLst>
              <a:path w="213994">
                <a:moveTo>
                  <a:pt x="0" y="0"/>
                </a:moveTo>
                <a:lnTo>
                  <a:pt x="213728" y="0"/>
                </a:lnTo>
              </a:path>
            </a:pathLst>
          </a:custGeom>
          <a:ln w="226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832404" y="4514746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0" y="0"/>
                </a:moveTo>
                <a:lnTo>
                  <a:pt x="0" y="140538"/>
                </a:lnTo>
                <a:lnTo>
                  <a:pt x="228883" y="702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657028" y="4585015"/>
            <a:ext cx="219075" cy="0"/>
          </a:xfrm>
          <a:custGeom>
            <a:avLst/>
            <a:gdLst/>
            <a:ahLst/>
            <a:cxnLst/>
            <a:rect l="l" t="t" r="r" b="b"/>
            <a:pathLst>
              <a:path w="219075">
                <a:moveTo>
                  <a:pt x="0" y="0"/>
                </a:moveTo>
                <a:lnTo>
                  <a:pt x="219019" y="0"/>
                </a:lnTo>
              </a:path>
            </a:pathLst>
          </a:custGeom>
          <a:ln w="226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56975" y="4514746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0" y="0"/>
                </a:moveTo>
                <a:lnTo>
                  <a:pt x="0" y="140538"/>
                </a:lnTo>
                <a:lnTo>
                  <a:pt x="228862" y="702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66409" y="5512226"/>
            <a:ext cx="234315" cy="0"/>
          </a:xfrm>
          <a:custGeom>
            <a:avLst/>
            <a:gdLst/>
            <a:ahLst/>
            <a:cxnLst/>
            <a:rect l="l" t="t" r="r" b="b"/>
            <a:pathLst>
              <a:path w="234314">
                <a:moveTo>
                  <a:pt x="233989" y="0"/>
                </a:moveTo>
                <a:lnTo>
                  <a:pt x="0" y="0"/>
                </a:lnTo>
              </a:path>
            </a:pathLst>
          </a:custGeom>
          <a:ln w="226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656618" y="5441957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228862" y="0"/>
                </a:moveTo>
                <a:lnTo>
                  <a:pt x="0" y="70269"/>
                </a:lnTo>
                <a:lnTo>
                  <a:pt x="228862" y="140538"/>
                </a:lnTo>
                <a:lnTo>
                  <a:pt x="228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48153" y="5522048"/>
            <a:ext cx="213360" cy="0"/>
          </a:xfrm>
          <a:custGeom>
            <a:avLst/>
            <a:gdLst/>
            <a:ahLst/>
            <a:cxnLst/>
            <a:rect l="l" t="t" r="r" b="b"/>
            <a:pathLst>
              <a:path w="213360">
                <a:moveTo>
                  <a:pt x="213133" y="0"/>
                </a:moveTo>
                <a:lnTo>
                  <a:pt x="0" y="0"/>
                </a:lnTo>
              </a:path>
            </a:pathLst>
          </a:custGeom>
          <a:ln w="226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638362" y="5451780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228862" y="0"/>
                </a:moveTo>
                <a:lnTo>
                  <a:pt x="0" y="70269"/>
                </a:lnTo>
                <a:lnTo>
                  <a:pt x="228862" y="140538"/>
                </a:lnTo>
                <a:lnTo>
                  <a:pt x="228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383811" y="4852510"/>
            <a:ext cx="0" cy="195580"/>
          </a:xfrm>
          <a:custGeom>
            <a:avLst/>
            <a:gdLst/>
            <a:ahLst/>
            <a:cxnLst/>
            <a:rect l="l" t="t" r="r" b="b"/>
            <a:pathLst>
              <a:path h="195579">
                <a:moveTo>
                  <a:pt x="0" y="0"/>
                </a:moveTo>
                <a:lnTo>
                  <a:pt x="0" y="195204"/>
                </a:lnTo>
              </a:path>
            </a:pathLst>
          </a:custGeom>
          <a:ln w="24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307524" y="5030128"/>
            <a:ext cx="153035" cy="210820"/>
          </a:xfrm>
          <a:custGeom>
            <a:avLst/>
            <a:gdLst/>
            <a:ahLst/>
            <a:cxnLst/>
            <a:rect l="l" t="t" r="r" b="b"/>
            <a:pathLst>
              <a:path w="153035" h="210820">
                <a:moveTo>
                  <a:pt x="152575" y="0"/>
                </a:moveTo>
                <a:lnTo>
                  <a:pt x="0" y="0"/>
                </a:lnTo>
                <a:lnTo>
                  <a:pt x="76287" y="210807"/>
                </a:lnTo>
                <a:lnTo>
                  <a:pt x="1525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961563" y="3300490"/>
            <a:ext cx="843280" cy="776605"/>
          </a:xfrm>
          <a:custGeom>
            <a:avLst/>
            <a:gdLst/>
            <a:ahLst/>
            <a:cxnLst/>
            <a:rect l="l" t="t" r="r" b="b"/>
            <a:pathLst>
              <a:path w="843279" h="776604">
                <a:moveTo>
                  <a:pt x="842855" y="388368"/>
                </a:moveTo>
                <a:lnTo>
                  <a:pt x="840020" y="343093"/>
                </a:lnTo>
                <a:lnTo>
                  <a:pt x="831725" y="299348"/>
                </a:lnTo>
                <a:lnTo>
                  <a:pt x="818287" y="257425"/>
                </a:lnTo>
                <a:lnTo>
                  <a:pt x="800022" y="217614"/>
                </a:lnTo>
                <a:lnTo>
                  <a:pt x="777246" y="180210"/>
                </a:lnTo>
                <a:lnTo>
                  <a:pt x="750276" y="145503"/>
                </a:lnTo>
                <a:lnTo>
                  <a:pt x="719426" y="113785"/>
                </a:lnTo>
                <a:lnTo>
                  <a:pt x="685013" y="85349"/>
                </a:lnTo>
                <a:lnTo>
                  <a:pt x="647355" y="60487"/>
                </a:lnTo>
                <a:lnTo>
                  <a:pt x="606765" y="39490"/>
                </a:lnTo>
                <a:lnTo>
                  <a:pt x="563562" y="22651"/>
                </a:lnTo>
                <a:lnTo>
                  <a:pt x="518060" y="10262"/>
                </a:lnTo>
                <a:lnTo>
                  <a:pt x="470577" y="2614"/>
                </a:lnTo>
                <a:lnTo>
                  <a:pt x="421427" y="0"/>
                </a:lnTo>
                <a:lnTo>
                  <a:pt x="372278" y="2614"/>
                </a:lnTo>
                <a:lnTo>
                  <a:pt x="324794" y="10262"/>
                </a:lnTo>
                <a:lnTo>
                  <a:pt x="279293" y="22651"/>
                </a:lnTo>
                <a:lnTo>
                  <a:pt x="236089" y="39490"/>
                </a:lnTo>
                <a:lnTo>
                  <a:pt x="195500" y="60487"/>
                </a:lnTo>
                <a:lnTo>
                  <a:pt x="157841" y="85349"/>
                </a:lnTo>
                <a:lnTo>
                  <a:pt x="123429" y="113785"/>
                </a:lnTo>
                <a:lnTo>
                  <a:pt x="92579" y="145503"/>
                </a:lnTo>
                <a:lnTo>
                  <a:pt x="65608" y="180210"/>
                </a:lnTo>
                <a:lnTo>
                  <a:pt x="42832" y="217614"/>
                </a:lnTo>
                <a:lnTo>
                  <a:pt x="24567" y="257425"/>
                </a:lnTo>
                <a:lnTo>
                  <a:pt x="11129" y="299348"/>
                </a:lnTo>
                <a:lnTo>
                  <a:pt x="2835" y="343093"/>
                </a:lnTo>
                <a:lnTo>
                  <a:pt x="0" y="388368"/>
                </a:lnTo>
                <a:lnTo>
                  <a:pt x="2835" y="433639"/>
                </a:lnTo>
                <a:lnTo>
                  <a:pt x="11129" y="477374"/>
                </a:lnTo>
                <a:lnTo>
                  <a:pt x="24567" y="519282"/>
                </a:lnTo>
                <a:lnTo>
                  <a:pt x="42832" y="559073"/>
                </a:lnTo>
                <a:lnTo>
                  <a:pt x="65608" y="596455"/>
                </a:lnTo>
                <a:lnTo>
                  <a:pt x="92579" y="631137"/>
                </a:lnTo>
                <a:lnTo>
                  <a:pt x="123429" y="662828"/>
                </a:lnTo>
                <a:lnTo>
                  <a:pt x="157841" y="691238"/>
                </a:lnTo>
                <a:lnTo>
                  <a:pt x="195500" y="716075"/>
                </a:lnTo>
                <a:lnTo>
                  <a:pt x="236089" y="737049"/>
                </a:lnTo>
                <a:lnTo>
                  <a:pt x="279293" y="753868"/>
                </a:lnTo>
                <a:lnTo>
                  <a:pt x="324794" y="766243"/>
                </a:lnTo>
                <a:lnTo>
                  <a:pt x="372278" y="773880"/>
                </a:lnTo>
                <a:lnTo>
                  <a:pt x="421427" y="776491"/>
                </a:lnTo>
                <a:lnTo>
                  <a:pt x="470577" y="773880"/>
                </a:lnTo>
                <a:lnTo>
                  <a:pt x="518060" y="766243"/>
                </a:lnTo>
                <a:lnTo>
                  <a:pt x="563562" y="753868"/>
                </a:lnTo>
                <a:lnTo>
                  <a:pt x="606765" y="737049"/>
                </a:lnTo>
                <a:lnTo>
                  <a:pt x="647355" y="716075"/>
                </a:lnTo>
                <a:lnTo>
                  <a:pt x="685013" y="691238"/>
                </a:lnTo>
                <a:lnTo>
                  <a:pt x="719426" y="662828"/>
                </a:lnTo>
                <a:lnTo>
                  <a:pt x="750276" y="631137"/>
                </a:lnTo>
                <a:lnTo>
                  <a:pt x="777246" y="596455"/>
                </a:lnTo>
                <a:lnTo>
                  <a:pt x="800022" y="559073"/>
                </a:lnTo>
                <a:lnTo>
                  <a:pt x="818287" y="519282"/>
                </a:lnTo>
                <a:lnTo>
                  <a:pt x="831725" y="477374"/>
                </a:lnTo>
                <a:lnTo>
                  <a:pt x="840020" y="433639"/>
                </a:lnTo>
                <a:lnTo>
                  <a:pt x="842855" y="388368"/>
                </a:lnTo>
                <a:close/>
              </a:path>
            </a:pathLst>
          </a:custGeom>
          <a:ln w="42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41202" y="5254327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303" y="267721"/>
                </a:moveTo>
                <a:lnTo>
                  <a:pt x="577499" y="224297"/>
                </a:lnTo>
                <a:lnTo>
                  <a:pt x="566486" y="183104"/>
                </a:lnTo>
                <a:lnTo>
                  <a:pt x="548863" y="144692"/>
                </a:lnTo>
                <a:lnTo>
                  <a:pt x="525227" y="109612"/>
                </a:lnTo>
                <a:lnTo>
                  <a:pt x="496177" y="78417"/>
                </a:lnTo>
                <a:lnTo>
                  <a:pt x="462311" y="51657"/>
                </a:lnTo>
                <a:lnTo>
                  <a:pt x="424227" y="29884"/>
                </a:lnTo>
                <a:lnTo>
                  <a:pt x="382523" y="13649"/>
                </a:lnTo>
                <a:lnTo>
                  <a:pt x="337799" y="3504"/>
                </a:lnTo>
                <a:lnTo>
                  <a:pt x="290651" y="0"/>
                </a:lnTo>
                <a:lnTo>
                  <a:pt x="243507" y="3504"/>
                </a:lnTo>
                <a:lnTo>
                  <a:pt x="198784" y="13649"/>
                </a:lnTo>
                <a:lnTo>
                  <a:pt x="157081" y="29884"/>
                </a:lnTo>
                <a:lnTo>
                  <a:pt x="118997" y="51657"/>
                </a:lnTo>
                <a:lnTo>
                  <a:pt x="85130" y="78417"/>
                </a:lnTo>
                <a:lnTo>
                  <a:pt x="56079" y="109612"/>
                </a:lnTo>
                <a:lnTo>
                  <a:pt x="32442" y="144692"/>
                </a:lnTo>
                <a:lnTo>
                  <a:pt x="14817" y="183104"/>
                </a:lnTo>
                <a:lnTo>
                  <a:pt x="3804" y="224297"/>
                </a:lnTo>
                <a:lnTo>
                  <a:pt x="0" y="267721"/>
                </a:lnTo>
                <a:lnTo>
                  <a:pt x="3804" y="311149"/>
                </a:lnTo>
                <a:lnTo>
                  <a:pt x="14817" y="352346"/>
                </a:lnTo>
                <a:lnTo>
                  <a:pt x="32442" y="390760"/>
                </a:lnTo>
                <a:lnTo>
                  <a:pt x="56079" y="425841"/>
                </a:lnTo>
                <a:lnTo>
                  <a:pt x="85130" y="457037"/>
                </a:lnTo>
                <a:lnTo>
                  <a:pt x="118997" y="483797"/>
                </a:lnTo>
                <a:lnTo>
                  <a:pt x="157081" y="505570"/>
                </a:lnTo>
                <a:lnTo>
                  <a:pt x="198784" y="521804"/>
                </a:lnTo>
                <a:lnTo>
                  <a:pt x="243507" y="531949"/>
                </a:lnTo>
                <a:lnTo>
                  <a:pt x="290651" y="535453"/>
                </a:lnTo>
                <a:lnTo>
                  <a:pt x="337799" y="531949"/>
                </a:lnTo>
                <a:lnTo>
                  <a:pt x="382523" y="521804"/>
                </a:lnTo>
                <a:lnTo>
                  <a:pt x="424227" y="505570"/>
                </a:lnTo>
                <a:lnTo>
                  <a:pt x="462311" y="483797"/>
                </a:lnTo>
                <a:lnTo>
                  <a:pt x="496177" y="457037"/>
                </a:lnTo>
                <a:lnTo>
                  <a:pt x="525227" y="425841"/>
                </a:lnTo>
                <a:lnTo>
                  <a:pt x="548863" y="390760"/>
                </a:lnTo>
                <a:lnTo>
                  <a:pt x="566486" y="352346"/>
                </a:lnTo>
                <a:lnTo>
                  <a:pt x="577499" y="311149"/>
                </a:lnTo>
                <a:lnTo>
                  <a:pt x="581303" y="267721"/>
                </a:lnTo>
                <a:close/>
              </a:path>
            </a:pathLst>
          </a:custGeom>
          <a:ln w="42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464127" y="4894123"/>
            <a:ext cx="514350" cy="389890"/>
          </a:xfrm>
          <a:custGeom>
            <a:avLst/>
            <a:gdLst/>
            <a:ahLst/>
            <a:cxnLst/>
            <a:rect l="l" t="t" r="r" b="b"/>
            <a:pathLst>
              <a:path w="514350" h="389889">
                <a:moveTo>
                  <a:pt x="0" y="389539"/>
                </a:moveTo>
                <a:lnTo>
                  <a:pt x="514326" y="0"/>
                </a:lnTo>
              </a:path>
            </a:pathLst>
          </a:custGeom>
          <a:ln w="2337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15270" y="4771398"/>
            <a:ext cx="225425" cy="188595"/>
          </a:xfrm>
          <a:custGeom>
            <a:avLst/>
            <a:gdLst/>
            <a:ahLst/>
            <a:cxnLst/>
            <a:rect l="l" t="t" r="r" b="b"/>
            <a:pathLst>
              <a:path w="225425" h="188595">
                <a:moveTo>
                  <a:pt x="225233" y="0"/>
                </a:moveTo>
                <a:lnTo>
                  <a:pt x="0" y="79619"/>
                </a:lnTo>
                <a:lnTo>
                  <a:pt x="96897" y="188158"/>
                </a:lnTo>
                <a:lnTo>
                  <a:pt x="2252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32297" y="5522842"/>
            <a:ext cx="213360" cy="0"/>
          </a:xfrm>
          <a:custGeom>
            <a:avLst/>
            <a:gdLst/>
            <a:ahLst/>
            <a:cxnLst/>
            <a:rect l="l" t="t" r="r" b="b"/>
            <a:pathLst>
              <a:path w="213360">
                <a:moveTo>
                  <a:pt x="213133" y="0"/>
                </a:moveTo>
                <a:lnTo>
                  <a:pt x="0" y="0"/>
                </a:lnTo>
              </a:path>
            </a:pathLst>
          </a:custGeom>
          <a:ln w="22667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622506" y="5452573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228862" y="0"/>
                </a:moveTo>
                <a:lnTo>
                  <a:pt x="0" y="70269"/>
                </a:lnTo>
                <a:lnTo>
                  <a:pt x="228862" y="140538"/>
                </a:lnTo>
                <a:lnTo>
                  <a:pt x="228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108813" y="1058709"/>
            <a:ext cx="2924175" cy="1438910"/>
          </a:xfrm>
          <a:custGeom>
            <a:avLst/>
            <a:gdLst/>
            <a:ahLst/>
            <a:cxnLst/>
            <a:rect l="l" t="t" r="r" b="b"/>
            <a:pathLst>
              <a:path w="2924175" h="1438910">
                <a:moveTo>
                  <a:pt x="0" y="1438553"/>
                </a:moveTo>
                <a:lnTo>
                  <a:pt x="2923807" y="1438553"/>
                </a:lnTo>
                <a:lnTo>
                  <a:pt x="2923806" y="0"/>
                </a:lnTo>
                <a:lnTo>
                  <a:pt x="0" y="0"/>
                </a:lnTo>
                <a:lnTo>
                  <a:pt x="0" y="1438553"/>
                </a:lnTo>
                <a:close/>
              </a:path>
            </a:pathLst>
          </a:custGeom>
          <a:ln w="282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708203" y="1418524"/>
            <a:ext cx="400685" cy="0"/>
          </a:xfrm>
          <a:custGeom>
            <a:avLst/>
            <a:gdLst/>
            <a:ahLst/>
            <a:cxnLst/>
            <a:rect l="l" t="t" r="r" b="b"/>
            <a:pathLst>
              <a:path w="400685">
                <a:moveTo>
                  <a:pt x="400609" y="0"/>
                </a:moveTo>
                <a:lnTo>
                  <a:pt x="0" y="0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903691" y="1777404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>
                <a:moveTo>
                  <a:pt x="205122" y="0"/>
                </a:moveTo>
                <a:lnTo>
                  <a:pt x="0" y="0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903691" y="2137169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>
                <a:moveTo>
                  <a:pt x="205122" y="0"/>
                </a:moveTo>
                <a:lnTo>
                  <a:pt x="0" y="0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032661" y="1418524"/>
            <a:ext cx="203835" cy="0"/>
          </a:xfrm>
          <a:custGeom>
            <a:avLst/>
            <a:gdLst/>
            <a:ahLst/>
            <a:cxnLst/>
            <a:rect l="l" t="t" r="r" b="b"/>
            <a:pathLst>
              <a:path w="203834">
                <a:moveTo>
                  <a:pt x="203804" y="0"/>
                </a:moveTo>
                <a:lnTo>
                  <a:pt x="0" y="0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138475" y="1777404"/>
            <a:ext cx="84455" cy="0"/>
          </a:xfrm>
          <a:custGeom>
            <a:avLst/>
            <a:gdLst/>
            <a:ahLst/>
            <a:cxnLst/>
            <a:rect l="l" t="t" r="r" b="b"/>
            <a:pathLst>
              <a:path w="84454">
                <a:moveTo>
                  <a:pt x="83992" y="0"/>
                </a:moveTo>
                <a:lnTo>
                  <a:pt x="0" y="0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042268" y="1732966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206" y="44438"/>
                </a:moveTo>
                <a:lnTo>
                  <a:pt x="75620" y="7659"/>
                </a:lnTo>
                <a:lnTo>
                  <a:pt x="48171" y="0"/>
                </a:lnTo>
                <a:lnTo>
                  <a:pt x="38565" y="1225"/>
                </a:lnTo>
                <a:lnTo>
                  <a:pt x="4254" y="27881"/>
                </a:lnTo>
                <a:lnTo>
                  <a:pt x="0" y="44438"/>
                </a:lnTo>
                <a:lnTo>
                  <a:pt x="20586" y="81204"/>
                </a:lnTo>
                <a:lnTo>
                  <a:pt x="38565" y="88863"/>
                </a:lnTo>
                <a:lnTo>
                  <a:pt x="48172" y="88863"/>
                </a:lnTo>
                <a:lnTo>
                  <a:pt x="57778" y="88863"/>
                </a:lnTo>
                <a:lnTo>
                  <a:pt x="92226" y="62208"/>
                </a:lnTo>
                <a:lnTo>
                  <a:pt x="94971" y="53323"/>
                </a:lnTo>
                <a:lnTo>
                  <a:pt x="96206" y="44438"/>
                </a:lnTo>
              </a:path>
            </a:pathLst>
          </a:custGeom>
          <a:ln w="289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692655" y="88744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382"/>
                </a:moveTo>
                <a:lnTo>
                  <a:pt x="0" y="0"/>
                </a:lnTo>
              </a:path>
            </a:pathLst>
          </a:custGeom>
          <a:ln w="302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277471" y="352691"/>
            <a:ext cx="0" cy="706755"/>
          </a:xfrm>
          <a:custGeom>
            <a:avLst/>
            <a:gdLst/>
            <a:ahLst/>
            <a:cxnLst/>
            <a:rect l="l" t="t" r="r" b="b"/>
            <a:pathLst>
              <a:path h="706755">
                <a:moveTo>
                  <a:pt x="0" y="706132"/>
                </a:moveTo>
                <a:lnTo>
                  <a:pt x="0" y="0"/>
                </a:lnTo>
              </a:path>
            </a:pathLst>
          </a:custGeom>
          <a:ln w="302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862672" y="527739"/>
            <a:ext cx="0" cy="531495"/>
          </a:xfrm>
          <a:custGeom>
            <a:avLst/>
            <a:gdLst/>
            <a:ahLst/>
            <a:cxnLst/>
            <a:rect l="l" t="t" r="r" b="b"/>
            <a:pathLst>
              <a:path h="531494">
                <a:moveTo>
                  <a:pt x="0" y="531084"/>
                </a:moveTo>
                <a:lnTo>
                  <a:pt x="0" y="0"/>
                </a:lnTo>
              </a:path>
            </a:pathLst>
          </a:custGeom>
          <a:ln w="302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447461" y="88744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382"/>
                </a:moveTo>
                <a:lnTo>
                  <a:pt x="0" y="0"/>
                </a:lnTo>
              </a:path>
            </a:pathLst>
          </a:custGeom>
          <a:ln w="302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692655" y="2506147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69772"/>
                </a:moveTo>
                <a:lnTo>
                  <a:pt x="0" y="0"/>
                </a:lnTo>
              </a:path>
            </a:pathLst>
          </a:custGeom>
          <a:ln w="302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277472" y="2506147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69772"/>
                </a:moveTo>
                <a:lnTo>
                  <a:pt x="0" y="0"/>
                </a:lnTo>
              </a:path>
            </a:pathLst>
          </a:custGeom>
          <a:ln w="302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862672" y="2506147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69772"/>
                </a:moveTo>
                <a:lnTo>
                  <a:pt x="0" y="0"/>
                </a:lnTo>
              </a:path>
            </a:pathLst>
          </a:custGeom>
          <a:ln w="302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447461" y="2506147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0998"/>
                </a:moveTo>
                <a:lnTo>
                  <a:pt x="0" y="0"/>
                </a:lnTo>
              </a:path>
            </a:pathLst>
          </a:custGeom>
          <a:ln w="302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108813" y="2047382"/>
            <a:ext cx="96520" cy="180340"/>
          </a:xfrm>
          <a:custGeom>
            <a:avLst/>
            <a:gdLst/>
            <a:ahLst/>
            <a:cxnLst/>
            <a:rect l="l" t="t" r="r" b="b"/>
            <a:pathLst>
              <a:path w="96520" h="180339">
                <a:moveTo>
                  <a:pt x="0" y="0"/>
                </a:moveTo>
                <a:lnTo>
                  <a:pt x="96261" y="89786"/>
                </a:lnTo>
                <a:lnTo>
                  <a:pt x="0" y="179888"/>
                </a:lnTo>
              </a:path>
            </a:pathLst>
          </a:custGeom>
          <a:ln w="296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6236942" y="1965460"/>
            <a:ext cx="379095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000" b="1" spc="100" dirty="0">
                <a:latin typeface="Times New Roman"/>
                <a:cs typeface="Times New Roman"/>
              </a:rPr>
              <a:t>CP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9144102" y="2137169"/>
            <a:ext cx="471170" cy="0"/>
          </a:xfrm>
          <a:custGeom>
            <a:avLst/>
            <a:gdLst/>
            <a:ahLst/>
            <a:cxnLst/>
            <a:rect l="l" t="t" r="r" b="b"/>
            <a:pathLst>
              <a:path w="471170">
                <a:moveTo>
                  <a:pt x="470740" y="0"/>
                </a:moveTo>
                <a:lnTo>
                  <a:pt x="0" y="0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033390" y="2078542"/>
            <a:ext cx="125216" cy="1175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8639050" y="1965460"/>
            <a:ext cx="409575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000" b="1" spc="110" dirty="0">
                <a:latin typeface="Times New Roman"/>
                <a:cs typeface="Times New Roman"/>
              </a:rPr>
              <a:t>CR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8641658" y="1651749"/>
            <a:ext cx="316865" cy="0"/>
          </a:xfrm>
          <a:custGeom>
            <a:avLst/>
            <a:gdLst/>
            <a:ahLst/>
            <a:cxnLst/>
            <a:rect l="l" t="t" r="r" b="b"/>
            <a:pathLst>
              <a:path w="316865">
                <a:moveTo>
                  <a:pt x="0" y="0"/>
                </a:moveTo>
                <a:lnTo>
                  <a:pt x="316617" y="0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641658" y="2011829"/>
            <a:ext cx="316865" cy="0"/>
          </a:xfrm>
          <a:custGeom>
            <a:avLst/>
            <a:gdLst/>
            <a:ahLst/>
            <a:cxnLst/>
            <a:rect l="l" t="t" r="r" b="b"/>
            <a:pathLst>
              <a:path w="316865">
                <a:moveTo>
                  <a:pt x="0" y="0"/>
                </a:moveTo>
                <a:lnTo>
                  <a:pt x="316617" y="0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903691" y="1418524"/>
            <a:ext cx="0" cy="359410"/>
          </a:xfrm>
          <a:custGeom>
            <a:avLst/>
            <a:gdLst/>
            <a:ahLst/>
            <a:cxnLst/>
            <a:rect l="l" t="t" r="r" b="b"/>
            <a:pathLst>
              <a:path h="359410">
                <a:moveTo>
                  <a:pt x="0" y="358879"/>
                </a:moveTo>
                <a:lnTo>
                  <a:pt x="0" y="0"/>
                </a:lnTo>
              </a:path>
            </a:pathLst>
          </a:custGeom>
          <a:ln w="302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5487719" y="1947992"/>
            <a:ext cx="391795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100" dirty="0">
                <a:latin typeface="Times New Roman"/>
                <a:cs typeface="Times New Roman"/>
              </a:rPr>
              <a:t>CP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458836" y="1012364"/>
            <a:ext cx="3994785" cy="14446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20775">
              <a:lnSpc>
                <a:spcPts val="2055"/>
              </a:lnSpc>
              <a:spcBef>
                <a:spcPts val="90"/>
              </a:spcBef>
              <a:tabLst>
                <a:tab pos="1705610" algn="l"/>
                <a:tab pos="2310130" algn="l"/>
                <a:tab pos="2894965" algn="l"/>
              </a:tabLst>
            </a:pPr>
            <a:r>
              <a:rPr sz="2000" b="1" spc="90" dirty="0">
                <a:latin typeface="Times New Roman"/>
                <a:cs typeface="Times New Roman"/>
              </a:rPr>
              <a:t>Q</a:t>
            </a:r>
            <a:r>
              <a:rPr sz="1950" b="1" spc="135" baseline="-12820" dirty="0">
                <a:latin typeface="Times New Roman"/>
                <a:cs typeface="Times New Roman"/>
              </a:rPr>
              <a:t>0	</a:t>
            </a:r>
            <a:r>
              <a:rPr sz="2000" b="1" spc="90" dirty="0">
                <a:latin typeface="Times New Roman"/>
                <a:cs typeface="Times New Roman"/>
              </a:rPr>
              <a:t>Q</a:t>
            </a:r>
            <a:r>
              <a:rPr sz="1950" b="1" spc="135" baseline="-12820" dirty="0">
                <a:latin typeface="Times New Roman"/>
                <a:cs typeface="Times New Roman"/>
              </a:rPr>
              <a:t>1	</a:t>
            </a:r>
            <a:r>
              <a:rPr sz="2000" b="1" spc="90" dirty="0">
                <a:latin typeface="Times New Roman"/>
                <a:cs typeface="Times New Roman"/>
              </a:rPr>
              <a:t>Q</a:t>
            </a:r>
            <a:r>
              <a:rPr sz="1950" b="1" spc="135" baseline="-12820" dirty="0">
                <a:latin typeface="Times New Roman"/>
                <a:cs typeface="Times New Roman"/>
              </a:rPr>
              <a:t>2	</a:t>
            </a: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3</a:t>
            </a:r>
            <a:endParaRPr sz="1950" baseline="-12820">
              <a:latin typeface="Times New Roman"/>
              <a:cs typeface="Times New Roman"/>
            </a:endParaRPr>
          </a:p>
          <a:p>
            <a:pPr marL="63500">
              <a:lnSpc>
                <a:spcPts val="2055"/>
              </a:lnSpc>
              <a:tabLst>
                <a:tab pos="696595" algn="l"/>
                <a:tab pos="3152140" algn="l"/>
              </a:tabLst>
            </a:pPr>
            <a:r>
              <a:rPr sz="2000" b="1" spc="80" dirty="0">
                <a:latin typeface="Times New Roman"/>
                <a:cs typeface="Times New Roman"/>
              </a:rPr>
              <a:t>1	</a:t>
            </a:r>
            <a:r>
              <a:rPr sz="2000" b="1" spc="90" dirty="0">
                <a:latin typeface="Times New Roman"/>
                <a:cs typeface="Times New Roman"/>
              </a:rPr>
              <a:t>CT</a:t>
            </a:r>
            <a:r>
              <a:rPr sz="1950" b="1" spc="135" baseline="-12820" dirty="0">
                <a:latin typeface="Times New Roman"/>
                <a:cs typeface="Times New Roman"/>
              </a:rPr>
              <a:t>P	</a:t>
            </a:r>
            <a:r>
              <a:rPr sz="2000" b="1" spc="114" dirty="0">
                <a:latin typeface="Times New Roman"/>
                <a:cs typeface="Times New Roman"/>
              </a:rPr>
              <a:t>CO</a:t>
            </a:r>
            <a:endParaRPr sz="2000">
              <a:latin typeface="Times New Roman"/>
              <a:cs typeface="Times New Roman"/>
            </a:endParaRPr>
          </a:p>
          <a:p>
            <a:pPr marL="690880">
              <a:lnSpc>
                <a:spcPct val="100000"/>
              </a:lnSpc>
              <a:spcBef>
                <a:spcPts val="70"/>
              </a:spcBef>
              <a:tabLst>
                <a:tab pos="1698625" algn="l"/>
                <a:tab pos="3167380" algn="l"/>
                <a:tab pos="3806190" algn="l"/>
              </a:tabLst>
            </a:pPr>
            <a:r>
              <a:rPr sz="2000" b="1" spc="90" dirty="0">
                <a:latin typeface="Times New Roman"/>
                <a:cs typeface="Times New Roman"/>
              </a:rPr>
              <a:t>CT</a:t>
            </a:r>
            <a:r>
              <a:rPr sz="1950" b="1" spc="135" baseline="-12820" dirty="0">
                <a:latin typeface="Times New Roman"/>
                <a:cs typeface="Times New Roman"/>
              </a:rPr>
              <a:t>T	</a:t>
            </a:r>
            <a:r>
              <a:rPr sz="2350" b="1" spc="120" dirty="0">
                <a:solidFill>
                  <a:srgbClr val="FF0000"/>
                </a:solidFill>
                <a:latin typeface="Times New Roman"/>
                <a:cs typeface="Times New Roman"/>
              </a:rPr>
              <a:t>74160	</a:t>
            </a:r>
            <a:r>
              <a:rPr sz="3000" b="1" spc="165" baseline="-4166" dirty="0">
                <a:latin typeface="Times New Roman"/>
                <a:cs typeface="Times New Roman"/>
              </a:rPr>
              <a:t>LD	</a:t>
            </a:r>
            <a:r>
              <a:rPr sz="2000" b="1" spc="8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1138555">
              <a:lnSpc>
                <a:spcPct val="100000"/>
              </a:lnSpc>
              <a:spcBef>
                <a:spcPts val="1785"/>
              </a:spcBef>
              <a:tabLst>
                <a:tab pos="1723389" algn="l"/>
                <a:tab pos="2327910" algn="l"/>
                <a:tab pos="2912745" algn="l"/>
              </a:tabLst>
            </a:pP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0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1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2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3</a:t>
            </a:r>
            <a:endParaRPr sz="1950" baseline="-1282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8144841" y="340178"/>
            <a:ext cx="391160" cy="0"/>
          </a:xfrm>
          <a:custGeom>
            <a:avLst/>
            <a:gdLst/>
            <a:ahLst/>
            <a:cxnLst/>
            <a:rect l="l" t="t" r="r" b="b"/>
            <a:pathLst>
              <a:path w="391159">
                <a:moveTo>
                  <a:pt x="0" y="0"/>
                </a:moveTo>
                <a:lnTo>
                  <a:pt x="390865" y="0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144841" y="518765"/>
            <a:ext cx="391160" cy="0"/>
          </a:xfrm>
          <a:custGeom>
            <a:avLst/>
            <a:gdLst/>
            <a:ahLst/>
            <a:cxnLst/>
            <a:rect l="l" t="t" r="r" b="b"/>
            <a:pathLst>
              <a:path w="391159">
                <a:moveTo>
                  <a:pt x="0" y="0"/>
                </a:moveTo>
                <a:lnTo>
                  <a:pt x="390865" y="0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535707" y="429914"/>
            <a:ext cx="389890" cy="0"/>
          </a:xfrm>
          <a:custGeom>
            <a:avLst/>
            <a:gdLst/>
            <a:ahLst/>
            <a:cxnLst/>
            <a:rect l="l" t="t" r="r" b="b"/>
            <a:pathLst>
              <a:path w="389890">
                <a:moveTo>
                  <a:pt x="389767" y="0"/>
                </a:moveTo>
                <a:lnTo>
                  <a:pt x="0" y="0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281123" y="250063"/>
            <a:ext cx="508000" cy="359410"/>
          </a:xfrm>
          <a:custGeom>
            <a:avLst/>
            <a:gdLst/>
            <a:ahLst/>
            <a:cxnLst/>
            <a:rect l="l" t="t" r="r" b="b"/>
            <a:pathLst>
              <a:path w="508000" h="359409">
                <a:moveTo>
                  <a:pt x="152750" y="0"/>
                </a:moveTo>
                <a:lnTo>
                  <a:pt x="0" y="0"/>
                </a:lnTo>
                <a:lnTo>
                  <a:pt x="16331" y="21359"/>
                </a:lnTo>
                <a:lnTo>
                  <a:pt x="31565" y="43224"/>
                </a:lnTo>
                <a:lnTo>
                  <a:pt x="53524" y="87334"/>
                </a:lnTo>
                <a:lnTo>
                  <a:pt x="67385" y="132960"/>
                </a:lnTo>
                <a:lnTo>
                  <a:pt x="71365" y="179850"/>
                </a:lnTo>
                <a:lnTo>
                  <a:pt x="70130" y="202853"/>
                </a:lnTo>
                <a:lnTo>
                  <a:pt x="61759" y="248479"/>
                </a:lnTo>
                <a:lnTo>
                  <a:pt x="43917" y="292589"/>
                </a:lnTo>
                <a:lnTo>
                  <a:pt x="16331" y="337077"/>
                </a:lnTo>
                <a:lnTo>
                  <a:pt x="0" y="358816"/>
                </a:lnTo>
                <a:lnTo>
                  <a:pt x="152750" y="358816"/>
                </a:lnTo>
                <a:lnTo>
                  <a:pt x="211764" y="348452"/>
                </a:lnTo>
                <a:lnTo>
                  <a:pt x="268308" y="333412"/>
                </a:lnTo>
                <a:lnTo>
                  <a:pt x="320734" y="314454"/>
                </a:lnTo>
                <a:lnTo>
                  <a:pt x="367534" y="292589"/>
                </a:lnTo>
                <a:lnTo>
                  <a:pt x="411589" y="268701"/>
                </a:lnTo>
                <a:lnTo>
                  <a:pt x="448781" y="242033"/>
                </a:lnTo>
                <a:lnTo>
                  <a:pt x="481719" y="211700"/>
                </a:lnTo>
                <a:lnTo>
                  <a:pt x="507933" y="179850"/>
                </a:lnTo>
                <a:lnTo>
                  <a:pt x="495581" y="163672"/>
                </a:lnTo>
                <a:lnTo>
                  <a:pt x="466760" y="131696"/>
                </a:lnTo>
                <a:lnTo>
                  <a:pt x="430940" y="102627"/>
                </a:lnTo>
                <a:lnTo>
                  <a:pt x="368769" y="64584"/>
                </a:lnTo>
                <a:lnTo>
                  <a:pt x="320734" y="43224"/>
                </a:lnTo>
                <a:lnTo>
                  <a:pt x="268308" y="25404"/>
                </a:lnTo>
                <a:lnTo>
                  <a:pt x="211764" y="10111"/>
                </a:lnTo>
                <a:lnTo>
                  <a:pt x="1527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281123" y="250063"/>
            <a:ext cx="508000" cy="359410"/>
          </a:xfrm>
          <a:custGeom>
            <a:avLst/>
            <a:gdLst/>
            <a:ahLst/>
            <a:cxnLst/>
            <a:rect l="l" t="t" r="r" b="b"/>
            <a:pathLst>
              <a:path w="508000" h="359409">
                <a:moveTo>
                  <a:pt x="507933" y="179850"/>
                </a:moveTo>
                <a:lnTo>
                  <a:pt x="481719" y="211700"/>
                </a:lnTo>
                <a:lnTo>
                  <a:pt x="448781" y="242033"/>
                </a:lnTo>
                <a:lnTo>
                  <a:pt x="411589" y="268701"/>
                </a:lnTo>
                <a:lnTo>
                  <a:pt x="367534" y="292589"/>
                </a:lnTo>
                <a:lnTo>
                  <a:pt x="320734" y="314454"/>
                </a:lnTo>
                <a:lnTo>
                  <a:pt x="268308" y="333412"/>
                </a:lnTo>
                <a:lnTo>
                  <a:pt x="211764" y="348452"/>
                </a:lnTo>
                <a:lnTo>
                  <a:pt x="152750" y="358816"/>
                </a:lnTo>
                <a:lnTo>
                  <a:pt x="0" y="358816"/>
                </a:lnTo>
                <a:lnTo>
                  <a:pt x="16331" y="337077"/>
                </a:lnTo>
                <a:lnTo>
                  <a:pt x="31565" y="315591"/>
                </a:lnTo>
                <a:lnTo>
                  <a:pt x="53524" y="271229"/>
                </a:lnTo>
                <a:lnTo>
                  <a:pt x="67385" y="225476"/>
                </a:lnTo>
                <a:lnTo>
                  <a:pt x="71365" y="179850"/>
                </a:lnTo>
                <a:lnTo>
                  <a:pt x="70130" y="155963"/>
                </a:lnTo>
                <a:lnTo>
                  <a:pt x="61758" y="110337"/>
                </a:lnTo>
                <a:lnTo>
                  <a:pt x="43917" y="65848"/>
                </a:lnTo>
                <a:lnTo>
                  <a:pt x="16331" y="21359"/>
                </a:lnTo>
                <a:lnTo>
                  <a:pt x="0" y="0"/>
                </a:lnTo>
                <a:lnTo>
                  <a:pt x="152750" y="0"/>
                </a:lnTo>
                <a:lnTo>
                  <a:pt x="211764" y="10111"/>
                </a:lnTo>
                <a:lnTo>
                  <a:pt x="268308" y="25404"/>
                </a:lnTo>
                <a:lnTo>
                  <a:pt x="320734" y="43224"/>
                </a:lnTo>
                <a:lnTo>
                  <a:pt x="368769" y="64584"/>
                </a:lnTo>
                <a:lnTo>
                  <a:pt x="411589" y="90114"/>
                </a:lnTo>
                <a:lnTo>
                  <a:pt x="450154" y="116782"/>
                </a:lnTo>
                <a:lnTo>
                  <a:pt x="481719" y="147116"/>
                </a:lnTo>
                <a:lnTo>
                  <a:pt x="507933" y="179850"/>
                </a:lnTo>
              </a:path>
            </a:pathLst>
          </a:custGeom>
          <a:ln w="286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771805" y="387476"/>
            <a:ext cx="88164" cy="836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281123" y="250063"/>
            <a:ext cx="508000" cy="359410"/>
          </a:xfrm>
          <a:custGeom>
            <a:avLst/>
            <a:gdLst/>
            <a:ahLst/>
            <a:cxnLst/>
            <a:rect l="l" t="t" r="r" b="b"/>
            <a:pathLst>
              <a:path w="508000" h="359409">
                <a:moveTo>
                  <a:pt x="331714" y="0"/>
                </a:moveTo>
                <a:lnTo>
                  <a:pt x="0" y="0"/>
                </a:lnTo>
                <a:lnTo>
                  <a:pt x="0" y="358816"/>
                </a:lnTo>
                <a:lnTo>
                  <a:pt x="331714" y="358816"/>
                </a:lnTo>
                <a:lnTo>
                  <a:pt x="352163" y="354898"/>
                </a:lnTo>
                <a:lnTo>
                  <a:pt x="404727" y="337077"/>
                </a:lnTo>
                <a:lnTo>
                  <a:pt x="450154" y="306744"/>
                </a:lnTo>
                <a:lnTo>
                  <a:pt x="484327" y="264783"/>
                </a:lnTo>
                <a:lnTo>
                  <a:pt x="503953" y="215365"/>
                </a:lnTo>
                <a:lnTo>
                  <a:pt x="507933" y="179850"/>
                </a:lnTo>
                <a:lnTo>
                  <a:pt x="506560" y="160892"/>
                </a:lnTo>
                <a:lnTo>
                  <a:pt x="491326" y="109073"/>
                </a:lnTo>
                <a:lnTo>
                  <a:pt x="462368" y="64584"/>
                </a:lnTo>
                <a:lnTo>
                  <a:pt x="421333" y="30333"/>
                </a:lnTo>
                <a:lnTo>
                  <a:pt x="370142" y="7583"/>
                </a:lnTo>
                <a:lnTo>
                  <a:pt x="3317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281123" y="250063"/>
            <a:ext cx="508000" cy="359410"/>
          </a:xfrm>
          <a:custGeom>
            <a:avLst/>
            <a:gdLst/>
            <a:ahLst/>
            <a:cxnLst/>
            <a:rect l="l" t="t" r="r" b="b"/>
            <a:pathLst>
              <a:path w="508000" h="359409">
                <a:moveTo>
                  <a:pt x="312363" y="358816"/>
                </a:moveTo>
                <a:lnTo>
                  <a:pt x="0" y="358816"/>
                </a:lnTo>
                <a:lnTo>
                  <a:pt x="0" y="0"/>
                </a:lnTo>
                <a:lnTo>
                  <a:pt x="312363" y="0"/>
                </a:lnTo>
                <a:lnTo>
                  <a:pt x="331714" y="0"/>
                </a:lnTo>
                <a:lnTo>
                  <a:pt x="370142" y="7583"/>
                </a:lnTo>
                <a:lnTo>
                  <a:pt x="421333" y="30333"/>
                </a:lnTo>
                <a:lnTo>
                  <a:pt x="462368" y="64584"/>
                </a:lnTo>
                <a:lnTo>
                  <a:pt x="491326" y="109073"/>
                </a:lnTo>
                <a:lnTo>
                  <a:pt x="506560" y="160892"/>
                </a:lnTo>
                <a:lnTo>
                  <a:pt x="507933" y="179850"/>
                </a:lnTo>
                <a:lnTo>
                  <a:pt x="506560" y="197671"/>
                </a:lnTo>
                <a:lnTo>
                  <a:pt x="491326" y="249743"/>
                </a:lnTo>
                <a:lnTo>
                  <a:pt x="462368" y="294105"/>
                </a:lnTo>
                <a:lnTo>
                  <a:pt x="421333" y="328230"/>
                </a:lnTo>
                <a:lnTo>
                  <a:pt x="370142" y="351107"/>
                </a:lnTo>
                <a:lnTo>
                  <a:pt x="331714" y="358816"/>
                </a:lnTo>
                <a:lnTo>
                  <a:pt x="312363" y="358816"/>
                </a:lnTo>
              </a:path>
            </a:pathLst>
          </a:custGeom>
          <a:ln w="286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864044" y="518765"/>
            <a:ext cx="289560" cy="0"/>
          </a:xfrm>
          <a:custGeom>
            <a:avLst/>
            <a:gdLst/>
            <a:ahLst/>
            <a:cxnLst/>
            <a:rect l="l" t="t" r="r" b="b"/>
            <a:pathLst>
              <a:path w="289559">
                <a:moveTo>
                  <a:pt x="289031" y="0"/>
                </a:moveTo>
                <a:lnTo>
                  <a:pt x="0" y="0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276099" y="340178"/>
            <a:ext cx="869315" cy="0"/>
          </a:xfrm>
          <a:custGeom>
            <a:avLst/>
            <a:gdLst/>
            <a:ahLst/>
            <a:cxnLst/>
            <a:rect l="l" t="t" r="r" b="b"/>
            <a:pathLst>
              <a:path w="869315">
                <a:moveTo>
                  <a:pt x="868742" y="0"/>
                </a:moveTo>
                <a:lnTo>
                  <a:pt x="0" y="0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925475" y="429914"/>
            <a:ext cx="689610" cy="0"/>
          </a:xfrm>
          <a:custGeom>
            <a:avLst/>
            <a:gdLst/>
            <a:ahLst/>
            <a:cxnLst/>
            <a:rect l="l" t="t" r="r" b="b"/>
            <a:pathLst>
              <a:path w="689609">
                <a:moveTo>
                  <a:pt x="0" y="0"/>
                </a:moveTo>
                <a:lnTo>
                  <a:pt x="689367" y="0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9614842" y="429914"/>
            <a:ext cx="0" cy="1707514"/>
          </a:xfrm>
          <a:custGeom>
            <a:avLst/>
            <a:gdLst/>
            <a:ahLst/>
            <a:cxnLst/>
            <a:rect l="l" t="t" r="r" b="b"/>
            <a:pathLst>
              <a:path h="1707514">
                <a:moveTo>
                  <a:pt x="0" y="0"/>
                </a:moveTo>
                <a:lnTo>
                  <a:pt x="0" y="1707254"/>
                </a:lnTo>
              </a:path>
            </a:pathLst>
          </a:custGeom>
          <a:ln w="302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9" name="object 69"/>
          <p:cNvGraphicFramePr>
            <a:graphicFrameLocks noGrp="1"/>
          </p:cNvGraphicFramePr>
          <p:nvPr/>
        </p:nvGraphicFramePr>
        <p:xfrm>
          <a:off x="5084445" y="2858642"/>
          <a:ext cx="4600574" cy="33586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7537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0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CP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0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CT</a:t>
                      </a:r>
                      <a:r>
                        <a:rPr sz="18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13970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CT</a:t>
                      </a:r>
                      <a:r>
                        <a:rPr sz="18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13970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spc="10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工作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状态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T="1143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605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022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022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0223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0223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2000" b="1" spc="10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异步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清零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T="914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4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↑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0223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0223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000" b="1" spc="10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同步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预置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477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022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000" b="1" spc="5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保持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39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917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905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905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9177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9050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746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000" b="1" spc="10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保持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000" b="1" spc="-5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（</a:t>
                      </a:r>
                      <a:r>
                        <a:rPr sz="2000" b="1" spc="-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CO=0</a:t>
                      </a:r>
                      <a:r>
                        <a:rPr sz="2000" b="1" spc="-5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0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↑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000" b="1" spc="10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计数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0" name="object 70"/>
          <p:cNvSpPr/>
          <p:nvPr/>
        </p:nvSpPr>
        <p:spPr>
          <a:xfrm>
            <a:off x="5886450" y="3025901"/>
            <a:ext cx="390525" cy="1905"/>
          </a:xfrm>
          <a:custGeom>
            <a:avLst/>
            <a:gdLst/>
            <a:ahLst/>
            <a:cxnLst/>
            <a:rect l="l" t="t" r="r" b="b"/>
            <a:pathLst>
              <a:path w="390525" h="1905">
                <a:moveTo>
                  <a:pt x="0" y="0"/>
                </a:moveTo>
                <a:lnTo>
                  <a:pt x="390016" y="165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488429" y="3030473"/>
            <a:ext cx="390525" cy="1905"/>
          </a:xfrm>
          <a:custGeom>
            <a:avLst/>
            <a:gdLst/>
            <a:ahLst/>
            <a:cxnLst/>
            <a:rect l="l" t="t" r="r" b="b"/>
            <a:pathLst>
              <a:path w="390525" h="1905">
                <a:moveTo>
                  <a:pt x="0" y="0"/>
                </a:moveTo>
                <a:lnTo>
                  <a:pt x="390017" y="165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851775" y="1688334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>
                <a:moveTo>
                  <a:pt x="0" y="0"/>
                </a:moveTo>
                <a:lnTo>
                  <a:pt x="602689" y="0"/>
                </a:lnTo>
              </a:path>
            </a:pathLst>
          </a:custGeom>
          <a:ln w="22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979735" y="1688334"/>
            <a:ext cx="930910" cy="0"/>
          </a:xfrm>
          <a:custGeom>
            <a:avLst/>
            <a:gdLst/>
            <a:ahLst/>
            <a:cxnLst/>
            <a:rect l="l" t="t" r="r" b="b"/>
            <a:pathLst>
              <a:path w="930910">
                <a:moveTo>
                  <a:pt x="0" y="0"/>
                </a:moveTo>
                <a:lnTo>
                  <a:pt x="930370" y="0"/>
                </a:lnTo>
              </a:path>
            </a:pathLst>
          </a:custGeom>
          <a:ln w="22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1790840" y="1644162"/>
            <a:ext cx="2125980" cy="5695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550" i="1" spc="229" dirty="0">
                <a:latin typeface="Times New Roman"/>
                <a:cs typeface="Times New Roman"/>
              </a:rPr>
              <a:t>CR </a:t>
            </a:r>
            <a:r>
              <a:rPr sz="3550" spc="200" dirty="0">
                <a:latin typeface="Symbol"/>
                <a:cs typeface="Symbol"/>
              </a:rPr>
              <a:t></a:t>
            </a:r>
            <a:r>
              <a:rPr sz="3550" spc="-370" dirty="0">
                <a:latin typeface="Times New Roman"/>
                <a:cs typeface="Times New Roman"/>
              </a:rPr>
              <a:t> </a:t>
            </a:r>
            <a:r>
              <a:rPr sz="3550" i="1" spc="20" dirty="0">
                <a:latin typeface="Times New Roman"/>
                <a:cs typeface="Times New Roman"/>
              </a:rPr>
              <a:t>Q</a:t>
            </a:r>
            <a:r>
              <a:rPr sz="3075" spc="30" baseline="-24390" dirty="0">
                <a:latin typeface="Times New Roman"/>
                <a:cs typeface="Times New Roman"/>
              </a:rPr>
              <a:t>1</a:t>
            </a:r>
            <a:r>
              <a:rPr sz="3550" i="1" spc="20" dirty="0">
                <a:latin typeface="Times New Roman"/>
                <a:cs typeface="Times New Roman"/>
              </a:rPr>
              <a:t>Q</a:t>
            </a:r>
            <a:r>
              <a:rPr sz="3075" spc="30" baseline="-24390" dirty="0">
                <a:latin typeface="Times New Roman"/>
                <a:cs typeface="Times New Roman"/>
              </a:rPr>
              <a:t>2</a:t>
            </a:r>
            <a:endParaRPr sz="3075" baseline="-2439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019928" y="3279215"/>
            <a:ext cx="3805765" cy="25318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2171115" y="4466535"/>
            <a:ext cx="35560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75" dirty="0">
                <a:latin typeface="宋体"/>
                <a:cs typeface="宋体"/>
              </a:rPr>
              <a:t>000</a:t>
            </a:r>
            <a:r>
              <a:rPr sz="1150" spc="70" dirty="0">
                <a:latin typeface="宋体"/>
                <a:cs typeface="宋体"/>
              </a:rPr>
              <a:t>0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104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188448" y="4466535"/>
            <a:ext cx="35560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75" dirty="0">
                <a:latin typeface="宋体"/>
                <a:cs typeface="宋体"/>
              </a:rPr>
              <a:t>000</a:t>
            </a:r>
            <a:r>
              <a:rPr sz="1150" spc="70" dirty="0">
                <a:latin typeface="宋体"/>
                <a:cs typeface="宋体"/>
              </a:rPr>
              <a:t>1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205616" y="4466535"/>
            <a:ext cx="35560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75" dirty="0">
                <a:latin typeface="宋体"/>
                <a:cs typeface="宋体"/>
              </a:rPr>
              <a:t>001</a:t>
            </a:r>
            <a:r>
              <a:rPr sz="1150" spc="70" dirty="0">
                <a:latin typeface="宋体"/>
                <a:cs typeface="宋体"/>
              </a:rPr>
              <a:t>0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171115" y="5403569"/>
            <a:ext cx="35560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75" dirty="0">
                <a:latin typeface="宋体"/>
                <a:cs typeface="宋体"/>
              </a:rPr>
              <a:t>010</a:t>
            </a:r>
            <a:r>
              <a:rPr sz="1150" spc="70" dirty="0">
                <a:latin typeface="宋体"/>
                <a:cs typeface="宋体"/>
              </a:rPr>
              <a:t>1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188448" y="5376802"/>
            <a:ext cx="35560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75" dirty="0">
                <a:latin typeface="宋体"/>
                <a:cs typeface="宋体"/>
              </a:rPr>
              <a:t>010</a:t>
            </a:r>
            <a:r>
              <a:rPr sz="1150" spc="70" dirty="0">
                <a:latin typeface="宋体"/>
                <a:cs typeface="宋体"/>
              </a:rPr>
              <a:t>0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205616" y="5403569"/>
            <a:ext cx="35560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75" dirty="0">
                <a:latin typeface="宋体"/>
                <a:cs typeface="宋体"/>
              </a:rPr>
              <a:t>001</a:t>
            </a:r>
            <a:r>
              <a:rPr sz="1150" spc="70" dirty="0">
                <a:latin typeface="宋体"/>
                <a:cs typeface="宋体"/>
              </a:rPr>
              <a:t>1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171115" y="3529577"/>
            <a:ext cx="35560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75" dirty="0">
                <a:latin typeface="宋体"/>
                <a:cs typeface="宋体"/>
              </a:rPr>
              <a:t>100</a:t>
            </a:r>
            <a:r>
              <a:rPr sz="1150" spc="70" dirty="0">
                <a:latin typeface="宋体"/>
                <a:cs typeface="宋体"/>
              </a:rPr>
              <a:t>1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188448" y="3529577"/>
            <a:ext cx="35560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75" dirty="0">
                <a:latin typeface="宋体"/>
                <a:cs typeface="宋体"/>
              </a:rPr>
              <a:t>100</a:t>
            </a:r>
            <a:r>
              <a:rPr sz="1150" spc="70" dirty="0">
                <a:latin typeface="宋体"/>
                <a:cs typeface="宋体"/>
              </a:rPr>
              <a:t>0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034819" y="3557154"/>
            <a:ext cx="695960" cy="2298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300" spc="55" dirty="0">
                <a:latin typeface="宋体"/>
                <a:cs typeface="宋体"/>
              </a:rPr>
              <a:t>Q</a:t>
            </a:r>
            <a:r>
              <a:rPr sz="1350" spc="82" baseline="-12345" dirty="0">
                <a:latin typeface="宋体"/>
                <a:cs typeface="宋体"/>
              </a:rPr>
              <a:t>3</a:t>
            </a:r>
            <a:r>
              <a:rPr sz="1300" spc="55" dirty="0">
                <a:latin typeface="宋体"/>
                <a:cs typeface="宋体"/>
              </a:rPr>
              <a:t>Q</a:t>
            </a:r>
            <a:r>
              <a:rPr sz="1350" spc="82" baseline="-12345" dirty="0">
                <a:latin typeface="宋体"/>
                <a:cs typeface="宋体"/>
              </a:rPr>
              <a:t>2</a:t>
            </a:r>
            <a:r>
              <a:rPr sz="1300" spc="55" dirty="0">
                <a:latin typeface="宋体"/>
                <a:cs typeface="宋体"/>
              </a:rPr>
              <a:t>Q</a:t>
            </a:r>
            <a:r>
              <a:rPr sz="1350" spc="82" baseline="-12345" dirty="0">
                <a:latin typeface="宋体"/>
                <a:cs typeface="宋体"/>
              </a:rPr>
              <a:t>1</a:t>
            </a:r>
            <a:r>
              <a:rPr sz="1300" spc="55" dirty="0">
                <a:latin typeface="宋体"/>
                <a:cs typeface="宋体"/>
              </a:rPr>
              <a:t>Q</a:t>
            </a:r>
            <a:r>
              <a:rPr sz="1350" spc="82" baseline="-12345" dirty="0">
                <a:latin typeface="宋体"/>
                <a:cs typeface="宋体"/>
              </a:rPr>
              <a:t>0</a:t>
            </a:r>
            <a:endParaRPr sz="1350" baseline="-12345">
              <a:latin typeface="宋体"/>
              <a:cs typeface="宋体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153821" y="4466535"/>
            <a:ext cx="35560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75" dirty="0">
                <a:latin typeface="宋体"/>
                <a:cs typeface="宋体"/>
              </a:rPr>
              <a:t>011</a:t>
            </a:r>
            <a:r>
              <a:rPr sz="1150" spc="70" dirty="0">
                <a:latin typeface="宋体"/>
                <a:cs typeface="宋体"/>
              </a:rPr>
              <a:t>1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153821" y="5403569"/>
            <a:ext cx="35560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75" dirty="0">
                <a:latin typeface="宋体"/>
                <a:cs typeface="宋体"/>
              </a:rPr>
              <a:t>011</a:t>
            </a:r>
            <a:r>
              <a:rPr sz="1150" spc="70" dirty="0">
                <a:latin typeface="宋体"/>
                <a:cs typeface="宋体"/>
              </a:rPr>
              <a:t>0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87" name="object 87"/>
          <p:cNvSpPr txBox="1">
            <a:spLocks noGrp="1"/>
          </p:cNvSpPr>
          <p:nvPr>
            <p:ph type="title"/>
          </p:nvPr>
        </p:nvSpPr>
        <p:spPr>
          <a:xfrm>
            <a:off x="1711451" y="518159"/>
            <a:ext cx="2647315" cy="585470"/>
          </a:xfrm>
          <a:prstGeom prst="rect">
            <a:avLst/>
          </a:prstGeom>
          <a:solidFill>
            <a:srgbClr val="C4F4DF"/>
          </a:solidFill>
          <a:ln w="9144">
            <a:solidFill>
              <a:srgbClr val="C00000"/>
            </a:solidFill>
          </a:ln>
        </p:spPr>
        <p:txBody>
          <a:bodyPr vert="horz" wrap="square" lIns="0" tIns="146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15"/>
              </a:spcBef>
            </a:pPr>
            <a:r>
              <a:rPr dirty="0">
                <a:solidFill>
                  <a:srgbClr val="C00000"/>
                </a:solidFill>
              </a:rPr>
              <a:t>六进制计数器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733817" y="2596748"/>
            <a:ext cx="4390390" cy="2161540"/>
          </a:xfrm>
          <a:custGeom>
            <a:avLst/>
            <a:gdLst/>
            <a:ahLst/>
            <a:cxnLst/>
            <a:rect l="l" t="t" r="r" b="b"/>
            <a:pathLst>
              <a:path w="4390390" h="2161540">
                <a:moveTo>
                  <a:pt x="0" y="2161241"/>
                </a:moveTo>
                <a:lnTo>
                  <a:pt x="4389910" y="2161241"/>
                </a:lnTo>
                <a:lnTo>
                  <a:pt x="4389910" y="0"/>
                </a:lnTo>
                <a:lnTo>
                  <a:pt x="0" y="0"/>
                </a:lnTo>
                <a:lnTo>
                  <a:pt x="0" y="2161241"/>
                </a:lnTo>
                <a:close/>
              </a:path>
            </a:pathLst>
          </a:custGeom>
          <a:ln w="42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32327" y="3137362"/>
            <a:ext cx="601980" cy="0"/>
          </a:xfrm>
          <a:custGeom>
            <a:avLst/>
            <a:gdLst/>
            <a:ahLst/>
            <a:cxnLst/>
            <a:rect l="l" t="t" r="r" b="b"/>
            <a:pathLst>
              <a:path w="601980">
                <a:moveTo>
                  <a:pt x="601490" y="0"/>
                </a:moveTo>
                <a:lnTo>
                  <a:pt x="0" y="0"/>
                </a:lnTo>
              </a:path>
            </a:pathLst>
          </a:custGeom>
          <a:ln w="417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25839" y="3676495"/>
            <a:ext cx="307975" cy="0"/>
          </a:xfrm>
          <a:custGeom>
            <a:avLst/>
            <a:gdLst/>
            <a:ahLst/>
            <a:cxnLst/>
            <a:rect l="l" t="t" r="r" b="b"/>
            <a:pathLst>
              <a:path w="307975">
                <a:moveTo>
                  <a:pt x="307977" y="0"/>
                </a:moveTo>
                <a:lnTo>
                  <a:pt x="0" y="0"/>
                </a:lnTo>
              </a:path>
            </a:pathLst>
          </a:custGeom>
          <a:ln w="417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25839" y="4217014"/>
            <a:ext cx="307975" cy="0"/>
          </a:xfrm>
          <a:custGeom>
            <a:avLst/>
            <a:gdLst/>
            <a:ahLst/>
            <a:cxnLst/>
            <a:rect l="l" t="t" r="r" b="b"/>
            <a:pathLst>
              <a:path w="307975">
                <a:moveTo>
                  <a:pt x="307977" y="0"/>
                </a:moveTo>
                <a:lnTo>
                  <a:pt x="0" y="0"/>
                </a:lnTo>
              </a:path>
            </a:pathLst>
          </a:custGeom>
          <a:ln w="417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23789" y="3137362"/>
            <a:ext cx="306070" cy="0"/>
          </a:xfrm>
          <a:custGeom>
            <a:avLst/>
            <a:gdLst/>
            <a:ahLst/>
            <a:cxnLst/>
            <a:rect l="l" t="t" r="r" b="b"/>
            <a:pathLst>
              <a:path w="306070">
                <a:moveTo>
                  <a:pt x="305999" y="0"/>
                </a:moveTo>
                <a:lnTo>
                  <a:pt x="0" y="0"/>
                </a:lnTo>
              </a:path>
            </a:pathLst>
          </a:custGeom>
          <a:ln w="417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2663" y="3676495"/>
            <a:ext cx="697230" cy="0"/>
          </a:xfrm>
          <a:custGeom>
            <a:avLst/>
            <a:gdLst/>
            <a:ahLst/>
            <a:cxnLst/>
            <a:rect l="l" t="t" r="r" b="b"/>
            <a:pathLst>
              <a:path w="697229">
                <a:moveTo>
                  <a:pt x="696690" y="0"/>
                </a:moveTo>
                <a:lnTo>
                  <a:pt x="0" y="0"/>
                </a:lnTo>
              </a:path>
            </a:pathLst>
          </a:custGeom>
          <a:ln w="417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116429" y="3587948"/>
            <a:ext cx="188017" cy="1766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09924" y="2339476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257290"/>
                </a:moveTo>
                <a:lnTo>
                  <a:pt x="0" y="0"/>
                </a:lnTo>
              </a:path>
            </a:pathLst>
          </a:custGeom>
          <a:ln w="45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88483" y="1536084"/>
            <a:ext cx="0" cy="1061085"/>
          </a:xfrm>
          <a:custGeom>
            <a:avLst/>
            <a:gdLst/>
            <a:ahLst/>
            <a:cxnLst/>
            <a:rect l="l" t="t" r="r" b="b"/>
            <a:pathLst>
              <a:path h="1061085">
                <a:moveTo>
                  <a:pt x="0" y="1060682"/>
                </a:moveTo>
                <a:lnTo>
                  <a:pt x="0" y="0"/>
                </a:lnTo>
              </a:path>
            </a:pathLst>
          </a:custGeom>
          <a:ln w="45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67125" y="1798881"/>
            <a:ext cx="0" cy="798195"/>
          </a:xfrm>
          <a:custGeom>
            <a:avLst/>
            <a:gdLst/>
            <a:ahLst/>
            <a:cxnLst/>
            <a:rect l="l" t="t" r="r" b="b"/>
            <a:pathLst>
              <a:path h="798194">
                <a:moveTo>
                  <a:pt x="0" y="797885"/>
                </a:moveTo>
                <a:lnTo>
                  <a:pt x="0" y="0"/>
                </a:lnTo>
              </a:path>
            </a:pathLst>
          </a:custGeom>
          <a:ln w="45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45148" y="2339476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257290"/>
                </a:moveTo>
                <a:lnTo>
                  <a:pt x="0" y="0"/>
                </a:lnTo>
              </a:path>
            </a:pathLst>
          </a:custGeom>
          <a:ln w="45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609925" y="4771338"/>
            <a:ext cx="0" cy="255270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255068"/>
                </a:moveTo>
                <a:lnTo>
                  <a:pt x="0" y="0"/>
                </a:lnTo>
              </a:path>
            </a:pathLst>
          </a:custGeom>
          <a:ln w="45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88483" y="4771338"/>
            <a:ext cx="0" cy="255270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255068"/>
                </a:moveTo>
                <a:lnTo>
                  <a:pt x="0" y="0"/>
                </a:lnTo>
              </a:path>
            </a:pathLst>
          </a:custGeom>
          <a:ln w="45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67125" y="4771338"/>
            <a:ext cx="0" cy="255270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255068"/>
                </a:moveTo>
                <a:lnTo>
                  <a:pt x="0" y="0"/>
                </a:lnTo>
              </a:path>
            </a:pathLst>
          </a:custGeom>
          <a:ln w="45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45149" y="4771338"/>
            <a:ext cx="0" cy="257175"/>
          </a:xfrm>
          <a:custGeom>
            <a:avLst/>
            <a:gdLst/>
            <a:ahLst/>
            <a:cxnLst/>
            <a:rect l="l" t="t" r="r" b="b"/>
            <a:pathLst>
              <a:path h="257175">
                <a:moveTo>
                  <a:pt x="0" y="256910"/>
                </a:moveTo>
                <a:lnTo>
                  <a:pt x="0" y="0"/>
                </a:lnTo>
              </a:path>
            </a:pathLst>
          </a:custGeom>
          <a:ln w="45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415081" y="2533539"/>
            <a:ext cx="3169920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903605" algn="l"/>
                <a:tab pos="1811020" algn="l"/>
                <a:tab pos="2689225" algn="l"/>
              </a:tabLst>
            </a:pPr>
            <a:r>
              <a:rPr sz="3000" b="1" i="0" spc="140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sz="2925" b="1" i="0" spc="209" baseline="-12820" dirty="0">
                <a:solidFill>
                  <a:srgbClr val="000000"/>
                </a:solidFill>
                <a:latin typeface="Times New Roman"/>
                <a:cs typeface="Times New Roman"/>
              </a:rPr>
              <a:t>0	</a:t>
            </a:r>
            <a:r>
              <a:rPr sz="3000" b="1" i="0" spc="140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sz="2925" b="1" i="0" spc="209" baseline="-12820" dirty="0">
                <a:solidFill>
                  <a:srgbClr val="000000"/>
                </a:solidFill>
                <a:latin typeface="Times New Roman"/>
                <a:cs typeface="Times New Roman"/>
              </a:rPr>
              <a:t>1	</a:t>
            </a:r>
            <a:r>
              <a:rPr sz="3000" b="1" i="0" spc="140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sz="2925" b="1" i="0" spc="209" baseline="-12820" dirty="0">
                <a:solidFill>
                  <a:srgbClr val="000000"/>
                </a:solidFill>
                <a:latin typeface="Times New Roman"/>
                <a:cs typeface="Times New Roman"/>
              </a:rPr>
              <a:t>2	</a:t>
            </a:r>
            <a:r>
              <a:rPr sz="3000" b="1" i="0" spc="130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sz="2925" b="1" i="0" spc="195" baseline="-12820" dirty="0">
                <a:solidFill>
                  <a:srgbClr val="000000"/>
                </a:solidFill>
                <a:latin typeface="Times New Roman"/>
                <a:cs typeface="Times New Roman"/>
              </a:rPr>
              <a:t>3</a:t>
            </a:r>
            <a:endParaRPr sz="2925" baseline="-1282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733817" y="4082122"/>
            <a:ext cx="144780" cy="270510"/>
          </a:xfrm>
          <a:custGeom>
            <a:avLst/>
            <a:gdLst/>
            <a:ahLst/>
            <a:cxnLst/>
            <a:rect l="l" t="t" r="r" b="b"/>
            <a:pathLst>
              <a:path w="144780" h="270510">
                <a:moveTo>
                  <a:pt x="0" y="0"/>
                </a:moveTo>
                <a:lnTo>
                  <a:pt x="144530" y="134892"/>
                </a:lnTo>
                <a:lnTo>
                  <a:pt x="0" y="270259"/>
                </a:lnTo>
              </a:path>
            </a:pathLst>
          </a:custGeom>
          <a:ln w="445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926195" y="3965423"/>
            <a:ext cx="561975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3000" b="1" spc="155" dirty="0">
                <a:latin typeface="Times New Roman"/>
                <a:cs typeface="Times New Roman"/>
              </a:rPr>
              <a:t>CP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291111" y="4217014"/>
            <a:ext cx="124460" cy="0"/>
          </a:xfrm>
          <a:custGeom>
            <a:avLst/>
            <a:gdLst/>
            <a:ahLst/>
            <a:cxnLst/>
            <a:rect l="l" t="t" r="r" b="b"/>
            <a:pathLst>
              <a:path w="124459">
                <a:moveTo>
                  <a:pt x="124254" y="0"/>
                </a:moveTo>
                <a:lnTo>
                  <a:pt x="0" y="0"/>
                </a:lnTo>
              </a:path>
            </a:pathLst>
          </a:custGeom>
          <a:ln w="417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46250" y="4150252"/>
            <a:ext cx="145415" cy="133985"/>
          </a:xfrm>
          <a:custGeom>
            <a:avLst/>
            <a:gdLst/>
            <a:ahLst/>
            <a:cxnLst/>
            <a:rect l="l" t="t" r="r" b="b"/>
            <a:pathLst>
              <a:path w="145415" h="133985">
                <a:moveTo>
                  <a:pt x="144860" y="66762"/>
                </a:moveTo>
                <a:lnTo>
                  <a:pt x="132496" y="28539"/>
                </a:lnTo>
                <a:lnTo>
                  <a:pt x="99115" y="5981"/>
                </a:lnTo>
                <a:lnTo>
                  <a:pt x="72739" y="0"/>
                </a:lnTo>
                <a:lnTo>
                  <a:pt x="57696" y="2297"/>
                </a:lnTo>
                <a:lnTo>
                  <a:pt x="20812" y="19349"/>
                </a:lnTo>
                <a:lnTo>
                  <a:pt x="0" y="53413"/>
                </a:lnTo>
                <a:lnTo>
                  <a:pt x="0" y="66762"/>
                </a:lnTo>
                <a:lnTo>
                  <a:pt x="12363" y="104966"/>
                </a:lnTo>
                <a:lnTo>
                  <a:pt x="43272" y="127999"/>
                </a:lnTo>
                <a:lnTo>
                  <a:pt x="57696" y="133525"/>
                </a:lnTo>
                <a:lnTo>
                  <a:pt x="72739" y="133525"/>
                </a:lnTo>
                <a:lnTo>
                  <a:pt x="87163" y="133525"/>
                </a:lnTo>
                <a:lnTo>
                  <a:pt x="121987" y="114650"/>
                </a:lnTo>
                <a:lnTo>
                  <a:pt x="143005" y="80111"/>
                </a:lnTo>
                <a:lnTo>
                  <a:pt x="144860" y="66762"/>
                </a:lnTo>
              </a:path>
            </a:pathLst>
          </a:custGeom>
          <a:ln w="434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532808" y="3965423"/>
            <a:ext cx="608330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3000" b="1" spc="170" dirty="0">
                <a:latin typeface="Times New Roman"/>
                <a:cs typeface="Times New Roman"/>
              </a:rPr>
              <a:t>CR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536724" y="3487695"/>
            <a:ext cx="475615" cy="0"/>
          </a:xfrm>
          <a:custGeom>
            <a:avLst/>
            <a:gdLst/>
            <a:ahLst/>
            <a:cxnLst/>
            <a:rect l="l" t="t" r="r" b="b"/>
            <a:pathLst>
              <a:path w="475615">
                <a:moveTo>
                  <a:pt x="0" y="0"/>
                </a:moveTo>
                <a:lnTo>
                  <a:pt x="475381" y="0"/>
                </a:lnTo>
              </a:path>
            </a:pathLst>
          </a:custGeom>
          <a:ln w="417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536724" y="4028708"/>
            <a:ext cx="475615" cy="0"/>
          </a:xfrm>
          <a:custGeom>
            <a:avLst/>
            <a:gdLst/>
            <a:ahLst/>
            <a:cxnLst/>
            <a:rect l="l" t="t" r="r" b="b"/>
            <a:pathLst>
              <a:path w="475615">
                <a:moveTo>
                  <a:pt x="0" y="0"/>
                </a:moveTo>
                <a:lnTo>
                  <a:pt x="475381" y="0"/>
                </a:lnTo>
              </a:path>
            </a:pathLst>
          </a:custGeom>
          <a:ln w="417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425839" y="3137362"/>
            <a:ext cx="0" cy="539750"/>
          </a:xfrm>
          <a:custGeom>
            <a:avLst/>
            <a:gdLst/>
            <a:ahLst/>
            <a:cxnLst/>
            <a:rect l="l" t="t" r="r" b="b"/>
            <a:pathLst>
              <a:path h="539750">
                <a:moveTo>
                  <a:pt x="0" y="539133"/>
                </a:moveTo>
                <a:lnTo>
                  <a:pt x="0" y="0"/>
                </a:lnTo>
              </a:path>
            </a:pathLst>
          </a:custGeom>
          <a:ln w="45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827859" y="2858997"/>
            <a:ext cx="5307330" cy="18319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17780" algn="r">
              <a:lnSpc>
                <a:spcPct val="100000"/>
              </a:lnSpc>
              <a:spcBef>
                <a:spcPts val="90"/>
              </a:spcBef>
              <a:tabLst>
                <a:tab pos="950594" algn="l"/>
                <a:tab pos="4638040" algn="l"/>
              </a:tabLst>
            </a:pPr>
            <a:r>
              <a:rPr sz="3000" b="1" spc="120" dirty="0">
                <a:latin typeface="Times New Roman"/>
                <a:cs typeface="Times New Roman"/>
              </a:rPr>
              <a:t>1	</a:t>
            </a:r>
            <a:r>
              <a:rPr sz="3000" b="1" spc="170" dirty="0">
                <a:latin typeface="Times New Roman"/>
                <a:cs typeface="Times New Roman"/>
              </a:rPr>
              <a:t>C</a:t>
            </a:r>
            <a:r>
              <a:rPr sz="3000" b="1" spc="160" dirty="0">
                <a:latin typeface="Times New Roman"/>
                <a:cs typeface="Times New Roman"/>
              </a:rPr>
              <a:t>T</a:t>
            </a:r>
            <a:r>
              <a:rPr sz="2925" b="1" spc="142" baseline="-11396" dirty="0">
                <a:latin typeface="Times New Roman"/>
                <a:cs typeface="Times New Roman"/>
              </a:rPr>
              <a:t>P</a:t>
            </a:r>
            <a:r>
              <a:rPr sz="2925" b="1" baseline="-11396" dirty="0">
                <a:latin typeface="Times New Roman"/>
                <a:cs typeface="Times New Roman"/>
              </a:rPr>
              <a:t>	</a:t>
            </a:r>
            <a:r>
              <a:rPr sz="3000" b="1" spc="175" dirty="0">
                <a:latin typeface="Times New Roman"/>
                <a:cs typeface="Times New Roman"/>
              </a:rPr>
              <a:t>CO</a:t>
            </a:r>
            <a:endParaRPr sz="3000">
              <a:latin typeface="Times New Roman"/>
              <a:cs typeface="Times New Roman"/>
            </a:endParaRPr>
          </a:p>
          <a:p>
            <a:pPr marR="40005" algn="r">
              <a:lnSpc>
                <a:spcPct val="100000"/>
              </a:lnSpc>
              <a:spcBef>
                <a:spcPts val="45"/>
              </a:spcBef>
              <a:tabLst>
                <a:tab pos="1512570" algn="l"/>
                <a:tab pos="3717925" algn="l"/>
              </a:tabLst>
            </a:pPr>
            <a:r>
              <a:rPr sz="3000" b="1" spc="170" dirty="0">
                <a:latin typeface="Times New Roman"/>
                <a:cs typeface="Times New Roman"/>
              </a:rPr>
              <a:t>C</a:t>
            </a:r>
            <a:r>
              <a:rPr sz="3000" b="1" spc="160" dirty="0">
                <a:latin typeface="Times New Roman"/>
                <a:cs typeface="Times New Roman"/>
              </a:rPr>
              <a:t>T</a:t>
            </a:r>
            <a:r>
              <a:rPr sz="2925" b="1" spc="157" baseline="-12820" dirty="0">
                <a:latin typeface="Times New Roman"/>
                <a:cs typeface="Times New Roman"/>
              </a:rPr>
              <a:t>T</a:t>
            </a:r>
            <a:r>
              <a:rPr sz="2925" b="1" baseline="-12820" dirty="0">
                <a:latin typeface="Times New Roman"/>
                <a:cs typeface="Times New Roman"/>
              </a:rPr>
              <a:t>	</a:t>
            </a:r>
            <a:r>
              <a:rPr sz="3600" b="1" spc="150" dirty="0">
                <a:solidFill>
                  <a:srgbClr val="FF0000"/>
                </a:solidFill>
                <a:latin typeface="Times New Roman"/>
                <a:cs typeface="Times New Roman"/>
              </a:rPr>
              <a:t>7416</a:t>
            </a:r>
            <a:r>
              <a:rPr sz="3600" b="1" spc="145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sz="36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4500" b="1" spc="254" baseline="-3703" dirty="0">
                <a:latin typeface="Times New Roman"/>
                <a:cs typeface="Times New Roman"/>
              </a:rPr>
              <a:t>LD</a:t>
            </a:r>
            <a:endParaRPr sz="4500" baseline="-3703">
              <a:latin typeface="Times New Roman"/>
              <a:cs typeface="Times New Roman"/>
            </a:endParaRPr>
          </a:p>
          <a:p>
            <a:pPr marL="1638935">
              <a:lnSpc>
                <a:spcPct val="100000"/>
              </a:lnSpc>
              <a:spcBef>
                <a:spcPts val="2665"/>
              </a:spcBef>
              <a:tabLst>
                <a:tab pos="2517775" algn="l"/>
                <a:tab pos="3425190" algn="l"/>
                <a:tab pos="4303395" algn="l"/>
              </a:tabLst>
            </a:pPr>
            <a:r>
              <a:rPr sz="3000" b="1" spc="125" dirty="0">
                <a:latin typeface="Times New Roman"/>
                <a:cs typeface="Times New Roman"/>
              </a:rPr>
              <a:t>D</a:t>
            </a:r>
            <a:r>
              <a:rPr sz="2925" b="1" spc="187" baseline="-11396" dirty="0">
                <a:latin typeface="Times New Roman"/>
                <a:cs typeface="Times New Roman"/>
              </a:rPr>
              <a:t>0	</a:t>
            </a:r>
            <a:r>
              <a:rPr sz="3000" b="1" spc="125" dirty="0">
                <a:latin typeface="Times New Roman"/>
                <a:cs typeface="Times New Roman"/>
              </a:rPr>
              <a:t>D</a:t>
            </a:r>
            <a:r>
              <a:rPr sz="2925" b="1" spc="187" baseline="-11396" dirty="0">
                <a:latin typeface="Times New Roman"/>
                <a:cs typeface="Times New Roman"/>
              </a:rPr>
              <a:t>1	</a:t>
            </a:r>
            <a:r>
              <a:rPr sz="3000" b="1" spc="125" dirty="0">
                <a:latin typeface="Times New Roman"/>
                <a:cs typeface="Times New Roman"/>
              </a:rPr>
              <a:t>D</a:t>
            </a:r>
            <a:r>
              <a:rPr sz="2925" b="1" spc="187" baseline="-11396" dirty="0">
                <a:latin typeface="Times New Roman"/>
                <a:cs typeface="Times New Roman"/>
              </a:rPr>
              <a:t>2	</a:t>
            </a:r>
            <a:r>
              <a:rPr sz="3000" b="1" spc="125" dirty="0">
                <a:latin typeface="Times New Roman"/>
                <a:cs typeface="Times New Roman"/>
              </a:rPr>
              <a:t>D</a:t>
            </a:r>
            <a:r>
              <a:rPr sz="2925" b="1" spc="187" baseline="-11396" dirty="0">
                <a:latin typeface="Times New Roman"/>
                <a:cs typeface="Times New Roman"/>
              </a:rPr>
              <a:t>3</a:t>
            </a:r>
            <a:endParaRPr sz="2925" baseline="-11396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07652" y="3938707"/>
            <a:ext cx="574675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b="1" spc="155" dirty="0">
                <a:latin typeface="Times New Roman"/>
                <a:cs typeface="Times New Roman"/>
              </a:rPr>
              <a:t>CP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74787" y="3925358"/>
            <a:ext cx="231775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b="1" spc="12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790785" y="1517096"/>
            <a:ext cx="587375" cy="0"/>
          </a:xfrm>
          <a:custGeom>
            <a:avLst/>
            <a:gdLst/>
            <a:ahLst/>
            <a:cxnLst/>
            <a:rect l="l" t="t" r="r" b="b"/>
            <a:pathLst>
              <a:path w="587375">
                <a:moveTo>
                  <a:pt x="0" y="0"/>
                </a:moveTo>
                <a:lnTo>
                  <a:pt x="586860" y="0"/>
                </a:lnTo>
              </a:path>
            </a:pathLst>
          </a:custGeom>
          <a:ln w="417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790785" y="1785589"/>
            <a:ext cx="587375" cy="0"/>
          </a:xfrm>
          <a:custGeom>
            <a:avLst/>
            <a:gdLst/>
            <a:ahLst/>
            <a:cxnLst/>
            <a:rect l="l" t="t" r="r" b="b"/>
            <a:pathLst>
              <a:path w="587375">
                <a:moveTo>
                  <a:pt x="0" y="0"/>
                </a:moveTo>
                <a:lnTo>
                  <a:pt x="586860" y="0"/>
                </a:lnTo>
              </a:path>
            </a:pathLst>
          </a:custGeom>
          <a:ln w="417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377645" y="1652102"/>
            <a:ext cx="584835" cy="0"/>
          </a:xfrm>
          <a:custGeom>
            <a:avLst/>
            <a:gdLst/>
            <a:ahLst/>
            <a:cxnLst/>
            <a:rect l="l" t="t" r="r" b="b"/>
            <a:pathLst>
              <a:path w="584834">
                <a:moveTo>
                  <a:pt x="584593" y="0"/>
                </a:moveTo>
                <a:lnTo>
                  <a:pt x="0" y="0"/>
                </a:lnTo>
              </a:path>
            </a:pathLst>
          </a:custGeom>
          <a:ln w="417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994991" y="1381899"/>
            <a:ext cx="763270" cy="539115"/>
          </a:xfrm>
          <a:custGeom>
            <a:avLst/>
            <a:gdLst/>
            <a:ahLst/>
            <a:cxnLst/>
            <a:rect l="l" t="t" r="r" b="b"/>
            <a:pathLst>
              <a:path w="763270" h="539114">
                <a:moveTo>
                  <a:pt x="229757" y="0"/>
                </a:moveTo>
                <a:lnTo>
                  <a:pt x="0" y="0"/>
                </a:lnTo>
                <a:lnTo>
                  <a:pt x="24933" y="32090"/>
                </a:lnTo>
                <a:lnTo>
                  <a:pt x="47806" y="64749"/>
                </a:lnTo>
                <a:lnTo>
                  <a:pt x="66351" y="98928"/>
                </a:lnTo>
                <a:lnTo>
                  <a:pt x="93139" y="165767"/>
                </a:lnTo>
                <a:lnTo>
                  <a:pt x="105708" y="234314"/>
                </a:lnTo>
                <a:lnTo>
                  <a:pt x="107563" y="270202"/>
                </a:lnTo>
                <a:lnTo>
                  <a:pt x="105708" y="304761"/>
                </a:lnTo>
                <a:lnTo>
                  <a:pt x="93139" y="373308"/>
                </a:lnTo>
                <a:lnTo>
                  <a:pt x="66351" y="439577"/>
                </a:lnTo>
                <a:lnTo>
                  <a:pt x="47806" y="474136"/>
                </a:lnTo>
                <a:lnTo>
                  <a:pt x="24933" y="506416"/>
                </a:lnTo>
                <a:lnTo>
                  <a:pt x="0" y="538696"/>
                </a:lnTo>
                <a:lnTo>
                  <a:pt x="229757" y="538696"/>
                </a:lnTo>
                <a:lnTo>
                  <a:pt x="318363" y="523315"/>
                </a:lnTo>
                <a:lnTo>
                  <a:pt x="403260" y="500909"/>
                </a:lnTo>
                <a:lnTo>
                  <a:pt x="481975" y="472237"/>
                </a:lnTo>
                <a:lnTo>
                  <a:pt x="552241" y="439577"/>
                </a:lnTo>
                <a:lnTo>
                  <a:pt x="617975" y="403689"/>
                </a:lnTo>
                <a:lnTo>
                  <a:pt x="673817" y="363624"/>
                </a:lnTo>
                <a:lnTo>
                  <a:pt x="723684" y="318052"/>
                </a:lnTo>
                <a:lnTo>
                  <a:pt x="763041" y="270202"/>
                </a:lnTo>
                <a:lnTo>
                  <a:pt x="744084" y="245707"/>
                </a:lnTo>
                <a:lnTo>
                  <a:pt x="700605" y="197857"/>
                </a:lnTo>
                <a:lnTo>
                  <a:pt x="646823" y="154184"/>
                </a:lnTo>
                <a:lnTo>
                  <a:pt x="554096" y="97029"/>
                </a:lnTo>
                <a:lnTo>
                  <a:pt x="481975" y="64749"/>
                </a:lnTo>
                <a:lnTo>
                  <a:pt x="403260" y="38166"/>
                </a:lnTo>
                <a:lnTo>
                  <a:pt x="318363" y="15190"/>
                </a:lnTo>
                <a:lnTo>
                  <a:pt x="2297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994991" y="1381899"/>
            <a:ext cx="763270" cy="539115"/>
          </a:xfrm>
          <a:custGeom>
            <a:avLst/>
            <a:gdLst/>
            <a:ahLst/>
            <a:cxnLst/>
            <a:rect l="l" t="t" r="r" b="b"/>
            <a:pathLst>
              <a:path w="763270" h="539114">
                <a:moveTo>
                  <a:pt x="763041" y="270202"/>
                </a:moveTo>
                <a:lnTo>
                  <a:pt x="744084" y="293178"/>
                </a:lnTo>
                <a:lnTo>
                  <a:pt x="723684" y="318052"/>
                </a:lnTo>
                <a:lnTo>
                  <a:pt x="700605" y="340648"/>
                </a:lnTo>
                <a:lnTo>
                  <a:pt x="646823" y="384321"/>
                </a:lnTo>
                <a:lnTo>
                  <a:pt x="552241" y="439577"/>
                </a:lnTo>
                <a:lnTo>
                  <a:pt x="481975" y="472237"/>
                </a:lnTo>
                <a:lnTo>
                  <a:pt x="403260" y="500909"/>
                </a:lnTo>
                <a:lnTo>
                  <a:pt x="318363" y="523315"/>
                </a:lnTo>
                <a:lnTo>
                  <a:pt x="229757" y="538696"/>
                </a:lnTo>
                <a:lnTo>
                  <a:pt x="0" y="538696"/>
                </a:lnTo>
                <a:lnTo>
                  <a:pt x="24933" y="506416"/>
                </a:lnTo>
                <a:lnTo>
                  <a:pt x="47806" y="474136"/>
                </a:lnTo>
                <a:lnTo>
                  <a:pt x="66351" y="439577"/>
                </a:lnTo>
                <a:lnTo>
                  <a:pt x="93139" y="373308"/>
                </a:lnTo>
                <a:lnTo>
                  <a:pt x="105708" y="304761"/>
                </a:lnTo>
                <a:lnTo>
                  <a:pt x="107563" y="270202"/>
                </a:lnTo>
                <a:lnTo>
                  <a:pt x="105708" y="234314"/>
                </a:lnTo>
                <a:lnTo>
                  <a:pt x="93139" y="165767"/>
                </a:lnTo>
                <a:lnTo>
                  <a:pt x="66351" y="98928"/>
                </a:lnTo>
                <a:lnTo>
                  <a:pt x="47806" y="64749"/>
                </a:lnTo>
                <a:lnTo>
                  <a:pt x="24933" y="32090"/>
                </a:lnTo>
                <a:lnTo>
                  <a:pt x="0" y="0"/>
                </a:lnTo>
                <a:lnTo>
                  <a:pt x="229757" y="0"/>
                </a:lnTo>
                <a:lnTo>
                  <a:pt x="318363" y="15190"/>
                </a:lnTo>
                <a:lnTo>
                  <a:pt x="403260" y="38166"/>
                </a:lnTo>
                <a:lnTo>
                  <a:pt x="481975" y="64749"/>
                </a:lnTo>
                <a:lnTo>
                  <a:pt x="554096" y="97029"/>
                </a:lnTo>
                <a:lnTo>
                  <a:pt x="617975" y="135196"/>
                </a:lnTo>
                <a:lnTo>
                  <a:pt x="676290" y="175261"/>
                </a:lnTo>
                <a:lnTo>
                  <a:pt x="723684" y="220833"/>
                </a:lnTo>
                <a:lnTo>
                  <a:pt x="763041" y="270202"/>
                </a:lnTo>
              </a:path>
            </a:pathLst>
          </a:custGeom>
          <a:ln w="42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731717" y="1588355"/>
            <a:ext cx="132789" cy="1255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994991" y="1381899"/>
            <a:ext cx="763270" cy="539115"/>
          </a:xfrm>
          <a:custGeom>
            <a:avLst/>
            <a:gdLst/>
            <a:ahLst/>
            <a:cxnLst/>
            <a:rect l="l" t="t" r="r" b="b"/>
            <a:pathLst>
              <a:path w="763270" h="539114">
                <a:moveTo>
                  <a:pt x="498460" y="0"/>
                </a:moveTo>
                <a:lnTo>
                  <a:pt x="0" y="0"/>
                </a:lnTo>
                <a:lnTo>
                  <a:pt x="0" y="538696"/>
                </a:lnTo>
                <a:lnTo>
                  <a:pt x="498460" y="538696"/>
                </a:lnTo>
                <a:lnTo>
                  <a:pt x="529163" y="532999"/>
                </a:lnTo>
                <a:lnTo>
                  <a:pt x="583150" y="517809"/>
                </a:lnTo>
                <a:lnTo>
                  <a:pt x="632399" y="492934"/>
                </a:lnTo>
                <a:lnTo>
                  <a:pt x="676290" y="460844"/>
                </a:lnTo>
                <a:lnTo>
                  <a:pt x="711114" y="420779"/>
                </a:lnTo>
                <a:lnTo>
                  <a:pt x="738108" y="375207"/>
                </a:lnTo>
                <a:lnTo>
                  <a:pt x="756447" y="323559"/>
                </a:lnTo>
                <a:lnTo>
                  <a:pt x="763041" y="270202"/>
                </a:lnTo>
                <a:lnTo>
                  <a:pt x="760981" y="241720"/>
                </a:lnTo>
                <a:lnTo>
                  <a:pt x="748617" y="188173"/>
                </a:lnTo>
                <a:lnTo>
                  <a:pt x="727599" y="140892"/>
                </a:lnTo>
                <a:lnTo>
                  <a:pt x="694629" y="97029"/>
                </a:lnTo>
                <a:lnTo>
                  <a:pt x="655272" y="60762"/>
                </a:lnTo>
                <a:lnTo>
                  <a:pt x="608084" y="32090"/>
                </a:lnTo>
                <a:lnTo>
                  <a:pt x="556157" y="11392"/>
                </a:lnTo>
                <a:lnTo>
                  <a:pt x="498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994991" y="1381899"/>
            <a:ext cx="763270" cy="539115"/>
          </a:xfrm>
          <a:custGeom>
            <a:avLst/>
            <a:gdLst/>
            <a:ahLst/>
            <a:cxnLst/>
            <a:rect l="l" t="t" r="r" b="b"/>
            <a:pathLst>
              <a:path w="763270" h="539114">
                <a:moveTo>
                  <a:pt x="469405" y="538696"/>
                </a:moveTo>
                <a:lnTo>
                  <a:pt x="0" y="538696"/>
                </a:lnTo>
                <a:lnTo>
                  <a:pt x="0" y="0"/>
                </a:lnTo>
                <a:lnTo>
                  <a:pt x="469405" y="0"/>
                </a:lnTo>
                <a:lnTo>
                  <a:pt x="498460" y="0"/>
                </a:lnTo>
                <a:lnTo>
                  <a:pt x="556157" y="11392"/>
                </a:lnTo>
                <a:lnTo>
                  <a:pt x="608084" y="32090"/>
                </a:lnTo>
                <a:lnTo>
                  <a:pt x="655272" y="60762"/>
                </a:lnTo>
                <a:lnTo>
                  <a:pt x="694629" y="97029"/>
                </a:lnTo>
                <a:lnTo>
                  <a:pt x="727599" y="140892"/>
                </a:lnTo>
                <a:lnTo>
                  <a:pt x="748617" y="188173"/>
                </a:lnTo>
                <a:lnTo>
                  <a:pt x="760981" y="241720"/>
                </a:lnTo>
                <a:lnTo>
                  <a:pt x="763041" y="270202"/>
                </a:lnTo>
                <a:lnTo>
                  <a:pt x="760981" y="296976"/>
                </a:lnTo>
                <a:lnTo>
                  <a:pt x="748617" y="350332"/>
                </a:lnTo>
                <a:lnTo>
                  <a:pt x="727599" y="397803"/>
                </a:lnTo>
                <a:lnTo>
                  <a:pt x="694629" y="441856"/>
                </a:lnTo>
                <a:lnTo>
                  <a:pt x="655272" y="477744"/>
                </a:lnTo>
                <a:lnTo>
                  <a:pt x="608084" y="506416"/>
                </a:lnTo>
                <a:lnTo>
                  <a:pt x="556157" y="527493"/>
                </a:lnTo>
                <a:lnTo>
                  <a:pt x="498460" y="538696"/>
                </a:lnTo>
                <a:lnTo>
                  <a:pt x="469405" y="538696"/>
                </a:lnTo>
              </a:path>
            </a:pathLst>
          </a:custGeom>
          <a:ln w="42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369185" y="1785589"/>
            <a:ext cx="434340" cy="0"/>
          </a:xfrm>
          <a:custGeom>
            <a:avLst/>
            <a:gdLst/>
            <a:ahLst/>
            <a:cxnLst/>
            <a:rect l="l" t="t" r="r" b="b"/>
            <a:pathLst>
              <a:path w="434339">
                <a:moveTo>
                  <a:pt x="433963" y="0"/>
                </a:moveTo>
                <a:lnTo>
                  <a:pt x="0" y="0"/>
                </a:lnTo>
              </a:path>
            </a:pathLst>
          </a:custGeom>
          <a:ln w="417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486423" y="1517096"/>
            <a:ext cx="1304925" cy="0"/>
          </a:xfrm>
          <a:custGeom>
            <a:avLst/>
            <a:gdLst/>
            <a:ahLst/>
            <a:cxnLst/>
            <a:rect l="l" t="t" r="r" b="b"/>
            <a:pathLst>
              <a:path w="1304925">
                <a:moveTo>
                  <a:pt x="1304362" y="0"/>
                </a:moveTo>
                <a:lnTo>
                  <a:pt x="0" y="0"/>
                </a:lnTo>
              </a:path>
            </a:pathLst>
          </a:custGeom>
          <a:ln w="417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962238" y="1652102"/>
            <a:ext cx="1035685" cy="0"/>
          </a:xfrm>
          <a:custGeom>
            <a:avLst/>
            <a:gdLst/>
            <a:ahLst/>
            <a:cxnLst/>
            <a:rect l="l" t="t" r="r" b="b"/>
            <a:pathLst>
              <a:path w="1035684">
                <a:moveTo>
                  <a:pt x="0" y="0"/>
                </a:moveTo>
                <a:lnTo>
                  <a:pt x="1035659" y="0"/>
                </a:lnTo>
              </a:path>
            </a:pathLst>
          </a:custGeom>
          <a:ln w="417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997898" y="1652102"/>
            <a:ext cx="0" cy="2012950"/>
          </a:xfrm>
          <a:custGeom>
            <a:avLst/>
            <a:gdLst/>
            <a:ahLst/>
            <a:cxnLst/>
            <a:rect l="l" t="t" r="r" b="b"/>
            <a:pathLst>
              <a:path h="2012950">
                <a:moveTo>
                  <a:pt x="0" y="0"/>
                </a:moveTo>
                <a:lnTo>
                  <a:pt x="0" y="2012885"/>
                </a:lnTo>
              </a:path>
            </a:pathLst>
          </a:custGeom>
          <a:ln w="45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609925" y="5028248"/>
            <a:ext cx="2635250" cy="0"/>
          </a:xfrm>
          <a:custGeom>
            <a:avLst/>
            <a:gdLst/>
            <a:ahLst/>
            <a:cxnLst/>
            <a:rect l="l" t="t" r="r" b="b"/>
            <a:pathLst>
              <a:path w="2635250">
                <a:moveTo>
                  <a:pt x="0" y="0"/>
                </a:moveTo>
                <a:lnTo>
                  <a:pt x="2635224" y="0"/>
                </a:lnTo>
              </a:path>
            </a:pathLst>
          </a:custGeom>
          <a:ln w="417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245149" y="5028248"/>
            <a:ext cx="0" cy="310515"/>
          </a:xfrm>
          <a:custGeom>
            <a:avLst/>
            <a:gdLst/>
            <a:ahLst/>
            <a:cxnLst/>
            <a:rect l="l" t="t" r="r" b="b"/>
            <a:pathLst>
              <a:path h="310514">
                <a:moveTo>
                  <a:pt x="0" y="0"/>
                </a:moveTo>
                <a:lnTo>
                  <a:pt x="0" y="310317"/>
                </a:lnTo>
              </a:path>
            </a:pathLst>
          </a:custGeom>
          <a:ln w="45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098639" y="5365269"/>
            <a:ext cx="291465" cy="0"/>
          </a:xfrm>
          <a:custGeom>
            <a:avLst/>
            <a:gdLst/>
            <a:ahLst/>
            <a:cxnLst/>
            <a:rect l="l" t="t" r="r" b="b"/>
            <a:pathLst>
              <a:path w="291464">
                <a:moveTo>
                  <a:pt x="0" y="0"/>
                </a:moveTo>
                <a:lnTo>
                  <a:pt x="290957" y="0"/>
                </a:lnTo>
              </a:path>
            </a:pathLst>
          </a:custGeom>
          <a:ln w="417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105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358640" y="982217"/>
            <a:ext cx="939165" cy="0"/>
          </a:xfrm>
          <a:custGeom>
            <a:avLst/>
            <a:gdLst/>
            <a:ahLst/>
            <a:cxnLst/>
            <a:rect l="l" t="t" r="r" b="b"/>
            <a:pathLst>
              <a:path w="939164">
                <a:moveTo>
                  <a:pt x="0" y="0"/>
                </a:moveTo>
                <a:lnTo>
                  <a:pt x="938784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1221740" cy="0"/>
          </a:xfrm>
          <a:custGeom>
            <a:avLst/>
            <a:gdLst/>
            <a:ahLst/>
            <a:cxnLst/>
            <a:rect l="l" t="t" r="r" b="b"/>
            <a:pathLst>
              <a:path w="1221739">
                <a:moveTo>
                  <a:pt x="0" y="0"/>
                </a:moveTo>
                <a:lnTo>
                  <a:pt x="1221486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74042" y="930247"/>
            <a:ext cx="2925445" cy="1440815"/>
          </a:xfrm>
          <a:custGeom>
            <a:avLst/>
            <a:gdLst/>
            <a:ahLst/>
            <a:cxnLst/>
            <a:rect l="l" t="t" r="r" b="b"/>
            <a:pathLst>
              <a:path w="2925445" h="1440814">
                <a:moveTo>
                  <a:pt x="0" y="1440288"/>
                </a:moveTo>
                <a:lnTo>
                  <a:pt x="2924865" y="1440288"/>
                </a:lnTo>
                <a:lnTo>
                  <a:pt x="2924865" y="0"/>
                </a:lnTo>
                <a:lnTo>
                  <a:pt x="0" y="0"/>
                </a:lnTo>
                <a:lnTo>
                  <a:pt x="0" y="1440288"/>
                </a:lnTo>
                <a:close/>
              </a:path>
            </a:pathLst>
          </a:custGeom>
          <a:ln w="283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73287" y="1290521"/>
            <a:ext cx="401320" cy="0"/>
          </a:xfrm>
          <a:custGeom>
            <a:avLst/>
            <a:gdLst/>
            <a:ahLst/>
            <a:cxnLst/>
            <a:rect l="l" t="t" r="r" b="b"/>
            <a:pathLst>
              <a:path w="401320">
                <a:moveTo>
                  <a:pt x="400754" y="0"/>
                </a:moveTo>
                <a:lnTo>
                  <a:pt x="0" y="0"/>
                </a:lnTo>
              </a:path>
            </a:pathLst>
          </a:custGeom>
          <a:ln w="278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68846" y="1649809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>
                <a:moveTo>
                  <a:pt x="205196" y="0"/>
                </a:moveTo>
                <a:lnTo>
                  <a:pt x="0" y="0"/>
                </a:lnTo>
              </a:path>
            </a:pathLst>
          </a:custGeom>
          <a:ln w="278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68846" y="2010020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>
                <a:moveTo>
                  <a:pt x="205196" y="0"/>
                </a:moveTo>
                <a:lnTo>
                  <a:pt x="0" y="0"/>
                </a:lnTo>
              </a:path>
            </a:pathLst>
          </a:custGeom>
          <a:ln w="278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998949" y="1290521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3878" y="0"/>
                </a:moveTo>
                <a:lnTo>
                  <a:pt x="0" y="0"/>
                </a:lnTo>
              </a:path>
            </a:pathLst>
          </a:custGeom>
          <a:ln w="278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104801" y="1649809"/>
            <a:ext cx="464184" cy="0"/>
          </a:xfrm>
          <a:custGeom>
            <a:avLst/>
            <a:gdLst/>
            <a:ahLst/>
            <a:cxnLst/>
            <a:rect l="l" t="t" r="r" b="b"/>
            <a:pathLst>
              <a:path w="464184">
                <a:moveTo>
                  <a:pt x="464183" y="0"/>
                </a:moveTo>
                <a:lnTo>
                  <a:pt x="0" y="0"/>
                </a:lnTo>
              </a:path>
            </a:pathLst>
          </a:custGeom>
          <a:ln w="278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94044" y="1590801"/>
            <a:ext cx="125273" cy="1177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657766" y="758796"/>
            <a:ext cx="0" cy="172085"/>
          </a:xfrm>
          <a:custGeom>
            <a:avLst/>
            <a:gdLst/>
            <a:ahLst/>
            <a:cxnLst/>
            <a:rect l="l" t="t" r="r" b="b"/>
            <a:pathLst>
              <a:path h="172084">
                <a:moveTo>
                  <a:pt x="0" y="171462"/>
                </a:moveTo>
                <a:lnTo>
                  <a:pt x="0" y="0"/>
                </a:lnTo>
              </a:path>
            </a:pathLst>
          </a:custGeom>
          <a:ln w="302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43123" y="223402"/>
            <a:ext cx="0" cy="707390"/>
          </a:xfrm>
          <a:custGeom>
            <a:avLst/>
            <a:gdLst/>
            <a:ahLst/>
            <a:cxnLst/>
            <a:rect l="l" t="t" r="r" b="b"/>
            <a:pathLst>
              <a:path h="707390">
                <a:moveTo>
                  <a:pt x="0" y="706857"/>
                </a:moveTo>
                <a:lnTo>
                  <a:pt x="0" y="0"/>
                </a:lnTo>
              </a:path>
            </a:pathLst>
          </a:custGeom>
          <a:ln w="302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828536" y="398534"/>
            <a:ext cx="0" cy="532130"/>
          </a:xfrm>
          <a:custGeom>
            <a:avLst/>
            <a:gdLst/>
            <a:ahLst/>
            <a:cxnLst/>
            <a:rect l="l" t="t" r="r" b="b"/>
            <a:pathLst>
              <a:path h="532130">
                <a:moveTo>
                  <a:pt x="0" y="531724"/>
                </a:moveTo>
                <a:lnTo>
                  <a:pt x="0" y="0"/>
                </a:lnTo>
              </a:path>
            </a:pathLst>
          </a:custGeom>
          <a:ln w="302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413536" y="758796"/>
            <a:ext cx="0" cy="172085"/>
          </a:xfrm>
          <a:custGeom>
            <a:avLst/>
            <a:gdLst/>
            <a:ahLst/>
            <a:cxnLst/>
            <a:rect l="l" t="t" r="r" b="b"/>
            <a:pathLst>
              <a:path h="172084">
                <a:moveTo>
                  <a:pt x="0" y="171462"/>
                </a:moveTo>
                <a:lnTo>
                  <a:pt x="0" y="0"/>
                </a:lnTo>
              </a:path>
            </a:pathLst>
          </a:custGeom>
          <a:ln w="302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57766" y="2379431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69982"/>
                </a:moveTo>
                <a:lnTo>
                  <a:pt x="0" y="0"/>
                </a:lnTo>
              </a:path>
            </a:pathLst>
          </a:custGeom>
          <a:ln w="302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243123" y="2379431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69982"/>
                </a:moveTo>
                <a:lnTo>
                  <a:pt x="0" y="0"/>
                </a:lnTo>
              </a:path>
            </a:pathLst>
          </a:custGeom>
          <a:ln w="302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828536" y="2379431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69982"/>
                </a:moveTo>
                <a:lnTo>
                  <a:pt x="0" y="0"/>
                </a:lnTo>
              </a:path>
            </a:pathLst>
          </a:custGeom>
          <a:ln w="302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413536" y="2379431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209"/>
                </a:moveTo>
                <a:lnTo>
                  <a:pt x="0" y="0"/>
                </a:lnTo>
              </a:path>
            </a:pathLst>
          </a:custGeom>
          <a:ln w="302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74042" y="1920126"/>
            <a:ext cx="96520" cy="180340"/>
          </a:xfrm>
          <a:custGeom>
            <a:avLst/>
            <a:gdLst/>
            <a:ahLst/>
            <a:cxnLst/>
            <a:rect l="l" t="t" r="r" b="b"/>
            <a:pathLst>
              <a:path w="96520" h="180339">
                <a:moveTo>
                  <a:pt x="0" y="0"/>
                </a:moveTo>
                <a:lnTo>
                  <a:pt x="96296" y="89894"/>
                </a:lnTo>
                <a:lnTo>
                  <a:pt x="0" y="180105"/>
                </a:lnTo>
              </a:path>
            </a:pathLst>
          </a:custGeom>
          <a:ln w="296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202218" y="1838119"/>
            <a:ext cx="37909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000" b="1" spc="100" dirty="0">
                <a:latin typeface="Times New Roman"/>
                <a:cs typeface="Times New Roman"/>
              </a:rPr>
              <a:t>CP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110430" y="2010020"/>
            <a:ext cx="83185" cy="0"/>
          </a:xfrm>
          <a:custGeom>
            <a:avLst/>
            <a:gdLst/>
            <a:ahLst/>
            <a:cxnLst/>
            <a:rect l="l" t="t" r="r" b="b"/>
            <a:pathLst>
              <a:path w="83184">
                <a:moveTo>
                  <a:pt x="82786" y="0"/>
                </a:moveTo>
                <a:lnTo>
                  <a:pt x="0" y="0"/>
                </a:lnTo>
              </a:path>
            </a:pathLst>
          </a:custGeom>
          <a:ln w="278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013914" y="1965529"/>
            <a:ext cx="96520" cy="89535"/>
          </a:xfrm>
          <a:custGeom>
            <a:avLst/>
            <a:gdLst/>
            <a:ahLst/>
            <a:cxnLst/>
            <a:rect l="l" t="t" r="r" b="b"/>
            <a:pathLst>
              <a:path w="96520" h="89535">
                <a:moveTo>
                  <a:pt x="96516" y="44491"/>
                </a:moveTo>
                <a:lnTo>
                  <a:pt x="74274" y="7668"/>
                </a:lnTo>
                <a:lnTo>
                  <a:pt x="48464" y="0"/>
                </a:lnTo>
                <a:lnTo>
                  <a:pt x="38441" y="1531"/>
                </a:lnTo>
                <a:lnTo>
                  <a:pt x="2883" y="26700"/>
                </a:lnTo>
                <a:lnTo>
                  <a:pt x="0" y="35595"/>
                </a:lnTo>
                <a:lnTo>
                  <a:pt x="0" y="44491"/>
                </a:lnTo>
                <a:lnTo>
                  <a:pt x="20868" y="81315"/>
                </a:lnTo>
                <a:lnTo>
                  <a:pt x="58074" y="88983"/>
                </a:lnTo>
                <a:lnTo>
                  <a:pt x="66037" y="85301"/>
                </a:lnTo>
                <a:lnTo>
                  <a:pt x="95280" y="53387"/>
                </a:lnTo>
                <a:lnTo>
                  <a:pt x="96516" y="44491"/>
                </a:lnTo>
              </a:path>
            </a:pathLst>
          </a:custGeom>
          <a:ln w="289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605196" y="1838119"/>
            <a:ext cx="40957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000" b="1" spc="110" dirty="0">
                <a:latin typeface="Times New Roman"/>
                <a:cs typeface="Times New Roman"/>
              </a:rPr>
              <a:t>CR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607804" y="1523989"/>
            <a:ext cx="316865" cy="0"/>
          </a:xfrm>
          <a:custGeom>
            <a:avLst/>
            <a:gdLst/>
            <a:ahLst/>
            <a:cxnLst/>
            <a:rect l="l" t="t" r="r" b="b"/>
            <a:pathLst>
              <a:path w="316865">
                <a:moveTo>
                  <a:pt x="0" y="0"/>
                </a:moveTo>
                <a:lnTo>
                  <a:pt x="316732" y="0"/>
                </a:lnTo>
              </a:path>
            </a:pathLst>
          </a:custGeom>
          <a:ln w="278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607804" y="1884530"/>
            <a:ext cx="316865" cy="0"/>
          </a:xfrm>
          <a:custGeom>
            <a:avLst/>
            <a:gdLst/>
            <a:ahLst/>
            <a:cxnLst/>
            <a:rect l="l" t="t" r="r" b="b"/>
            <a:pathLst>
              <a:path w="316865">
                <a:moveTo>
                  <a:pt x="0" y="0"/>
                </a:moveTo>
                <a:lnTo>
                  <a:pt x="316732" y="0"/>
                </a:lnTo>
              </a:path>
            </a:pathLst>
          </a:custGeom>
          <a:ln w="278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868846" y="1290521"/>
            <a:ext cx="0" cy="359410"/>
          </a:xfrm>
          <a:custGeom>
            <a:avLst/>
            <a:gdLst/>
            <a:ahLst/>
            <a:cxnLst/>
            <a:rect l="l" t="t" r="r" b="b"/>
            <a:pathLst>
              <a:path h="359410">
                <a:moveTo>
                  <a:pt x="0" y="359287"/>
                </a:moveTo>
                <a:lnTo>
                  <a:pt x="0" y="0"/>
                </a:lnTo>
              </a:path>
            </a:pathLst>
          </a:custGeom>
          <a:ln w="302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436553" y="883887"/>
            <a:ext cx="3642360" cy="144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08075">
              <a:lnSpc>
                <a:spcPts val="2055"/>
              </a:lnSpc>
              <a:spcBef>
                <a:spcPts val="90"/>
              </a:spcBef>
              <a:tabLst>
                <a:tab pos="1693545" algn="l"/>
                <a:tab pos="2298065" algn="l"/>
                <a:tab pos="2882900" algn="l"/>
              </a:tabLst>
            </a:pPr>
            <a:r>
              <a:rPr sz="2000" b="1" spc="90" dirty="0">
                <a:latin typeface="Times New Roman"/>
                <a:cs typeface="Times New Roman"/>
              </a:rPr>
              <a:t>Q</a:t>
            </a:r>
            <a:r>
              <a:rPr sz="1950" b="1" spc="135" baseline="-12820" dirty="0">
                <a:latin typeface="Times New Roman"/>
                <a:cs typeface="Times New Roman"/>
              </a:rPr>
              <a:t>0	</a:t>
            </a:r>
            <a:r>
              <a:rPr sz="2000" b="1" spc="90" dirty="0">
                <a:latin typeface="Times New Roman"/>
                <a:cs typeface="Times New Roman"/>
              </a:rPr>
              <a:t>Q</a:t>
            </a:r>
            <a:r>
              <a:rPr sz="1950" b="1" spc="135" baseline="-12820" dirty="0">
                <a:latin typeface="Times New Roman"/>
                <a:cs typeface="Times New Roman"/>
              </a:rPr>
              <a:t>1	</a:t>
            </a:r>
            <a:r>
              <a:rPr sz="2000" b="1" spc="90" dirty="0">
                <a:latin typeface="Times New Roman"/>
                <a:cs typeface="Times New Roman"/>
              </a:rPr>
              <a:t>Q</a:t>
            </a:r>
            <a:r>
              <a:rPr sz="1950" b="1" spc="135" baseline="-12820" dirty="0">
                <a:latin typeface="Times New Roman"/>
                <a:cs typeface="Times New Roman"/>
              </a:rPr>
              <a:t>2	</a:t>
            </a: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3</a:t>
            </a:r>
            <a:endParaRPr sz="1950" baseline="-12820">
              <a:latin typeface="Times New Roman"/>
              <a:cs typeface="Times New Roman"/>
            </a:endParaRPr>
          </a:p>
          <a:p>
            <a:pPr marR="81280" algn="r">
              <a:lnSpc>
                <a:spcPts val="2055"/>
              </a:lnSpc>
              <a:tabLst>
                <a:tab pos="633095" algn="l"/>
                <a:tab pos="3089910" algn="l"/>
              </a:tabLst>
            </a:pPr>
            <a:r>
              <a:rPr sz="2000" b="1" spc="80" dirty="0">
                <a:latin typeface="Times New Roman"/>
                <a:cs typeface="Times New Roman"/>
              </a:rPr>
              <a:t>1	</a:t>
            </a:r>
            <a:r>
              <a:rPr sz="2000" b="1" spc="110" dirty="0">
                <a:latin typeface="Times New Roman"/>
                <a:cs typeface="Times New Roman"/>
              </a:rPr>
              <a:t>C</a:t>
            </a:r>
            <a:r>
              <a:rPr sz="2000" b="1" spc="105" dirty="0">
                <a:latin typeface="Times New Roman"/>
                <a:cs typeface="Times New Roman"/>
              </a:rPr>
              <a:t>T</a:t>
            </a:r>
            <a:r>
              <a:rPr sz="1950" b="1" spc="97" baseline="-12820" dirty="0">
                <a:latin typeface="Times New Roman"/>
                <a:cs typeface="Times New Roman"/>
              </a:rPr>
              <a:t>P</a:t>
            </a:r>
            <a:r>
              <a:rPr sz="1950" b="1" baseline="-12820" dirty="0">
                <a:latin typeface="Times New Roman"/>
                <a:cs typeface="Times New Roman"/>
              </a:rPr>
              <a:t>	</a:t>
            </a:r>
            <a:r>
              <a:rPr sz="2000" b="1" spc="114" dirty="0">
                <a:latin typeface="Times New Roman"/>
                <a:cs typeface="Times New Roman"/>
              </a:rPr>
              <a:t>CO</a:t>
            </a:r>
            <a:endParaRPr sz="2000">
              <a:latin typeface="Times New Roman"/>
              <a:cs typeface="Times New Roman"/>
            </a:endParaRPr>
          </a:p>
          <a:p>
            <a:pPr marR="95885" algn="r">
              <a:lnSpc>
                <a:spcPct val="100000"/>
              </a:lnSpc>
              <a:spcBef>
                <a:spcPts val="30"/>
              </a:spcBef>
              <a:tabLst>
                <a:tab pos="1007744" algn="l"/>
                <a:tab pos="2477135" algn="l"/>
              </a:tabLst>
            </a:pPr>
            <a:r>
              <a:rPr sz="2000" b="1" spc="110" dirty="0">
                <a:latin typeface="Times New Roman"/>
                <a:cs typeface="Times New Roman"/>
              </a:rPr>
              <a:t>C</a:t>
            </a:r>
            <a:r>
              <a:rPr sz="2000" b="1" spc="105" dirty="0">
                <a:latin typeface="Times New Roman"/>
                <a:cs typeface="Times New Roman"/>
              </a:rPr>
              <a:t>T</a:t>
            </a:r>
            <a:r>
              <a:rPr sz="1950" b="1" spc="104" baseline="-12820" dirty="0">
                <a:latin typeface="Times New Roman"/>
                <a:cs typeface="Times New Roman"/>
              </a:rPr>
              <a:t>T</a:t>
            </a:r>
            <a:r>
              <a:rPr sz="1950" b="1" baseline="-12820" dirty="0">
                <a:latin typeface="Times New Roman"/>
                <a:cs typeface="Times New Roman"/>
              </a:rPr>
              <a:t>	</a:t>
            </a:r>
            <a:r>
              <a:rPr sz="240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74160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b="1" spc="165" baseline="-4166" dirty="0">
                <a:latin typeface="Times New Roman"/>
                <a:cs typeface="Times New Roman"/>
              </a:rPr>
              <a:t>LD</a:t>
            </a:r>
            <a:endParaRPr sz="3000" baseline="-4166">
              <a:latin typeface="Times New Roman"/>
              <a:cs typeface="Times New Roman"/>
            </a:endParaRPr>
          </a:p>
          <a:p>
            <a:pPr marL="1125855">
              <a:lnSpc>
                <a:spcPct val="100000"/>
              </a:lnSpc>
              <a:spcBef>
                <a:spcPts val="1780"/>
              </a:spcBef>
              <a:tabLst>
                <a:tab pos="1711325" algn="l"/>
                <a:tab pos="2315845" algn="l"/>
                <a:tab pos="2900680" algn="l"/>
              </a:tabLst>
            </a:pPr>
            <a:r>
              <a:rPr sz="2000" b="1" spc="85" dirty="0">
                <a:latin typeface="Times New Roman"/>
                <a:cs typeface="Times New Roman"/>
              </a:rPr>
              <a:t>D</a:t>
            </a:r>
            <a:r>
              <a:rPr sz="1950" b="1" spc="127" baseline="-12820" dirty="0">
                <a:latin typeface="Times New Roman"/>
                <a:cs typeface="Times New Roman"/>
              </a:rPr>
              <a:t>0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1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2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3</a:t>
            </a:r>
            <a:endParaRPr sz="1950" baseline="-1282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433479" y="1820315"/>
            <a:ext cx="39179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100" dirty="0">
                <a:latin typeface="Times New Roman"/>
                <a:cs typeface="Times New Roman"/>
              </a:rPr>
              <a:t>CP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228569" y="1811419"/>
            <a:ext cx="16319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8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110808" y="210748"/>
            <a:ext cx="391160" cy="0"/>
          </a:xfrm>
          <a:custGeom>
            <a:avLst/>
            <a:gdLst/>
            <a:ahLst/>
            <a:cxnLst/>
            <a:rect l="l" t="t" r="r" b="b"/>
            <a:pathLst>
              <a:path w="391159">
                <a:moveTo>
                  <a:pt x="0" y="0"/>
                </a:moveTo>
                <a:lnTo>
                  <a:pt x="391007" y="0"/>
                </a:lnTo>
              </a:path>
            </a:pathLst>
          </a:custGeom>
          <a:ln w="278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110808" y="389677"/>
            <a:ext cx="391160" cy="0"/>
          </a:xfrm>
          <a:custGeom>
            <a:avLst/>
            <a:gdLst/>
            <a:ahLst/>
            <a:cxnLst/>
            <a:rect l="l" t="t" r="r" b="b"/>
            <a:pathLst>
              <a:path w="391159">
                <a:moveTo>
                  <a:pt x="0" y="0"/>
                </a:moveTo>
                <a:lnTo>
                  <a:pt x="391007" y="0"/>
                </a:lnTo>
              </a:path>
            </a:pathLst>
          </a:custGeom>
          <a:ln w="278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501815" y="300718"/>
            <a:ext cx="389890" cy="0"/>
          </a:xfrm>
          <a:custGeom>
            <a:avLst/>
            <a:gdLst/>
            <a:ahLst/>
            <a:cxnLst/>
            <a:rect l="l" t="t" r="r" b="b"/>
            <a:pathLst>
              <a:path w="389890">
                <a:moveTo>
                  <a:pt x="389496" y="0"/>
                </a:moveTo>
                <a:lnTo>
                  <a:pt x="0" y="0"/>
                </a:lnTo>
              </a:path>
            </a:pathLst>
          </a:custGeom>
          <a:ln w="278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246864" y="120650"/>
            <a:ext cx="508634" cy="359410"/>
          </a:xfrm>
          <a:custGeom>
            <a:avLst/>
            <a:gdLst/>
            <a:ahLst/>
            <a:cxnLst/>
            <a:rect l="l" t="t" r="r" b="b"/>
            <a:pathLst>
              <a:path w="508634" h="359409">
                <a:moveTo>
                  <a:pt x="153080" y="0"/>
                </a:moveTo>
                <a:lnTo>
                  <a:pt x="0" y="0"/>
                </a:lnTo>
                <a:lnTo>
                  <a:pt x="16612" y="21385"/>
                </a:lnTo>
                <a:lnTo>
                  <a:pt x="31851" y="43150"/>
                </a:lnTo>
                <a:lnTo>
                  <a:pt x="53818" y="87439"/>
                </a:lnTo>
                <a:lnTo>
                  <a:pt x="67684" y="133121"/>
                </a:lnTo>
                <a:lnTo>
                  <a:pt x="71666" y="180067"/>
                </a:lnTo>
                <a:lnTo>
                  <a:pt x="70430" y="203098"/>
                </a:lnTo>
                <a:lnTo>
                  <a:pt x="62055" y="248779"/>
                </a:lnTo>
                <a:lnTo>
                  <a:pt x="44208" y="292942"/>
                </a:lnTo>
                <a:lnTo>
                  <a:pt x="16612" y="337484"/>
                </a:lnTo>
                <a:lnTo>
                  <a:pt x="0" y="358996"/>
                </a:lnTo>
                <a:lnTo>
                  <a:pt x="153080" y="358996"/>
                </a:lnTo>
                <a:lnTo>
                  <a:pt x="212115" y="348746"/>
                </a:lnTo>
                <a:lnTo>
                  <a:pt x="268680" y="333814"/>
                </a:lnTo>
                <a:lnTo>
                  <a:pt x="321125" y="314707"/>
                </a:lnTo>
                <a:lnTo>
                  <a:pt x="367942" y="292942"/>
                </a:lnTo>
                <a:lnTo>
                  <a:pt x="411738" y="269026"/>
                </a:lnTo>
                <a:lnTo>
                  <a:pt x="448944" y="242325"/>
                </a:lnTo>
                <a:lnTo>
                  <a:pt x="482169" y="211956"/>
                </a:lnTo>
                <a:lnTo>
                  <a:pt x="508391" y="180067"/>
                </a:lnTo>
                <a:lnTo>
                  <a:pt x="495760" y="163743"/>
                </a:lnTo>
                <a:lnTo>
                  <a:pt x="466792" y="131855"/>
                </a:lnTo>
                <a:lnTo>
                  <a:pt x="430959" y="102751"/>
                </a:lnTo>
                <a:lnTo>
                  <a:pt x="369177" y="64662"/>
                </a:lnTo>
                <a:lnTo>
                  <a:pt x="321125" y="43150"/>
                </a:lnTo>
                <a:lnTo>
                  <a:pt x="268680" y="25434"/>
                </a:lnTo>
                <a:lnTo>
                  <a:pt x="212115" y="10123"/>
                </a:lnTo>
                <a:lnTo>
                  <a:pt x="1530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246864" y="120651"/>
            <a:ext cx="508634" cy="359410"/>
          </a:xfrm>
          <a:custGeom>
            <a:avLst/>
            <a:gdLst/>
            <a:ahLst/>
            <a:cxnLst/>
            <a:rect l="l" t="t" r="r" b="b"/>
            <a:pathLst>
              <a:path w="508634" h="359409">
                <a:moveTo>
                  <a:pt x="508391" y="180067"/>
                </a:moveTo>
                <a:lnTo>
                  <a:pt x="495760" y="195379"/>
                </a:lnTo>
                <a:lnTo>
                  <a:pt x="482169" y="211956"/>
                </a:lnTo>
                <a:lnTo>
                  <a:pt x="466792" y="227014"/>
                </a:lnTo>
                <a:lnTo>
                  <a:pt x="430959" y="256118"/>
                </a:lnTo>
                <a:lnTo>
                  <a:pt x="367942" y="292942"/>
                </a:lnTo>
                <a:lnTo>
                  <a:pt x="321125" y="314707"/>
                </a:lnTo>
                <a:lnTo>
                  <a:pt x="268680" y="333814"/>
                </a:lnTo>
                <a:lnTo>
                  <a:pt x="212115" y="348746"/>
                </a:lnTo>
                <a:lnTo>
                  <a:pt x="153080" y="358996"/>
                </a:lnTo>
                <a:lnTo>
                  <a:pt x="0" y="358996"/>
                </a:lnTo>
                <a:lnTo>
                  <a:pt x="16612" y="337484"/>
                </a:lnTo>
                <a:lnTo>
                  <a:pt x="31851" y="315972"/>
                </a:lnTo>
                <a:lnTo>
                  <a:pt x="53818" y="271430"/>
                </a:lnTo>
                <a:lnTo>
                  <a:pt x="67684" y="225748"/>
                </a:lnTo>
                <a:lnTo>
                  <a:pt x="71666" y="180067"/>
                </a:lnTo>
                <a:lnTo>
                  <a:pt x="70430" y="156151"/>
                </a:lnTo>
                <a:lnTo>
                  <a:pt x="62055" y="110470"/>
                </a:lnTo>
                <a:lnTo>
                  <a:pt x="44207" y="65927"/>
                </a:lnTo>
                <a:lnTo>
                  <a:pt x="16612" y="21385"/>
                </a:lnTo>
                <a:lnTo>
                  <a:pt x="0" y="0"/>
                </a:lnTo>
                <a:lnTo>
                  <a:pt x="153080" y="0"/>
                </a:lnTo>
                <a:lnTo>
                  <a:pt x="212115" y="10123"/>
                </a:lnTo>
                <a:lnTo>
                  <a:pt x="268680" y="25434"/>
                </a:lnTo>
                <a:lnTo>
                  <a:pt x="321125" y="43150"/>
                </a:lnTo>
                <a:lnTo>
                  <a:pt x="369177" y="64662"/>
                </a:lnTo>
                <a:lnTo>
                  <a:pt x="411738" y="90097"/>
                </a:lnTo>
                <a:lnTo>
                  <a:pt x="450591" y="116797"/>
                </a:lnTo>
                <a:lnTo>
                  <a:pt x="482169" y="147167"/>
                </a:lnTo>
                <a:lnTo>
                  <a:pt x="508391" y="180067"/>
                </a:lnTo>
              </a:path>
            </a:pathLst>
          </a:custGeom>
          <a:ln w="286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737720" y="258238"/>
            <a:ext cx="88476" cy="836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246864" y="120650"/>
            <a:ext cx="508634" cy="359410"/>
          </a:xfrm>
          <a:custGeom>
            <a:avLst/>
            <a:gdLst/>
            <a:ahLst/>
            <a:cxnLst/>
            <a:rect l="l" t="t" r="r" b="b"/>
            <a:pathLst>
              <a:path w="508634" h="359409">
                <a:moveTo>
                  <a:pt x="332109" y="0"/>
                </a:moveTo>
                <a:lnTo>
                  <a:pt x="0" y="0"/>
                </a:lnTo>
                <a:lnTo>
                  <a:pt x="0" y="358996"/>
                </a:lnTo>
                <a:lnTo>
                  <a:pt x="332109" y="358996"/>
                </a:lnTo>
                <a:lnTo>
                  <a:pt x="370550" y="351530"/>
                </a:lnTo>
                <a:lnTo>
                  <a:pt x="421348" y="328500"/>
                </a:lnTo>
                <a:lnTo>
                  <a:pt x="462810" y="294460"/>
                </a:lnTo>
                <a:lnTo>
                  <a:pt x="491779" y="250044"/>
                </a:lnTo>
                <a:lnTo>
                  <a:pt x="507018" y="197910"/>
                </a:lnTo>
                <a:lnTo>
                  <a:pt x="508391" y="180067"/>
                </a:lnTo>
                <a:lnTo>
                  <a:pt x="507018" y="161086"/>
                </a:lnTo>
                <a:lnTo>
                  <a:pt x="491779" y="109204"/>
                </a:lnTo>
                <a:lnTo>
                  <a:pt x="462810" y="64662"/>
                </a:lnTo>
                <a:lnTo>
                  <a:pt x="421348" y="30369"/>
                </a:lnTo>
                <a:lnTo>
                  <a:pt x="370550" y="7592"/>
                </a:lnTo>
                <a:lnTo>
                  <a:pt x="33210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246864" y="120651"/>
            <a:ext cx="508634" cy="359410"/>
          </a:xfrm>
          <a:custGeom>
            <a:avLst/>
            <a:gdLst/>
            <a:ahLst/>
            <a:cxnLst/>
            <a:rect l="l" t="t" r="r" b="b"/>
            <a:pathLst>
              <a:path w="508634" h="359409">
                <a:moveTo>
                  <a:pt x="312750" y="358996"/>
                </a:moveTo>
                <a:lnTo>
                  <a:pt x="0" y="358996"/>
                </a:lnTo>
                <a:lnTo>
                  <a:pt x="0" y="0"/>
                </a:lnTo>
                <a:lnTo>
                  <a:pt x="312750" y="0"/>
                </a:lnTo>
                <a:lnTo>
                  <a:pt x="352565" y="3669"/>
                </a:lnTo>
                <a:lnTo>
                  <a:pt x="405148" y="21385"/>
                </a:lnTo>
                <a:lnTo>
                  <a:pt x="450591" y="52134"/>
                </a:lnTo>
                <a:lnTo>
                  <a:pt x="484777" y="93893"/>
                </a:lnTo>
                <a:lnTo>
                  <a:pt x="503998" y="143244"/>
                </a:lnTo>
                <a:lnTo>
                  <a:pt x="508391" y="180067"/>
                </a:lnTo>
                <a:lnTo>
                  <a:pt x="507018" y="197910"/>
                </a:lnTo>
                <a:lnTo>
                  <a:pt x="491779" y="250044"/>
                </a:lnTo>
                <a:lnTo>
                  <a:pt x="462810" y="294460"/>
                </a:lnTo>
                <a:lnTo>
                  <a:pt x="421348" y="328500"/>
                </a:lnTo>
                <a:lnTo>
                  <a:pt x="370550" y="351530"/>
                </a:lnTo>
                <a:lnTo>
                  <a:pt x="332109" y="358996"/>
                </a:lnTo>
                <a:lnTo>
                  <a:pt x="312750" y="358996"/>
                </a:lnTo>
              </a:path>
            </a:pathLst>
          </a:custGeom>
          <a:ln w="286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829908" y="389677"/>
            <a:ext cx="289560" cy="0"/>
          </a:xfrm>
          <a:custGeom>
            <a:avLst/>
            <a:gdLst/>
            <a:ahLst/>
            <a:cxnLst/>
            <a:rect l="l" t="t" r="r" b="b"/>
            <a:pathLst>
              <a:path w="289559">
                <a:moveTo>
                  <a:pt x="289136" y="0"/>
                </a:moveTo>
                <a:lnTo>
                  <a:pt x="0" y="0"/>
                </a:lnTo>
              </a:path>
            </a:pathLst>
          </a:custGeom>
          <a:ln w="278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241750" y="210748"/>
            <a:ext cx="869315" cy="0"/>
          </a:xfrm>
          <a:custGeom>
            <a:avLst/>
            <a:gdLst/>
            <a:ahLst/>
            <a:cxnLst/>
            <a:rect l="l" t="t" r="r" b="b"/>
            <a:pathLst>
              <a:path w="869315">
                <a:moveTo>
                  <a:pt x="869057" y="0"/>
                </a:moveTo>
                <a:lnTo>
                  <a:pt x="0" y="0"/>
                </a:lnTo>
              </a:path>
            </a:pathLst>
          </a:custGeom>
          <a:ln w="278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891312" y="300718"/>
            <a:ext cx="690245" cy="0"/>
          </a:xfrm>
          <a:custGeom>
            <a:avLst/>
            <a:gdLst/>
            <a:ahLst/>
            <a:cxnLst/>
            <a:rect l="l" t="t" r="r" b="b"/>
            <a:pathLst>
              <a:path w="690245">
                <a:moveTo>
                  <a:pt x="0" y="0"/>
                </a:moveTo>
                <a:lnTo>
                  <a:pt x="690028" y="0"/>
                </a:lnTo>
              </a:path>
            </a:pathLst>
          </a:custGeom>
          <a:ln w="278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581341" y="300718"/>
            <a:ext cx="0" cy="1341755"/>
          </a:xfrm>
          <a:custGeom>
            <a:avLst/>
            <a:gdLst/>
            <a:ahLst/>
            <a:cxnLst/>
            <a:rect l="l" t="t" r="r" b="b"/>
            <a:pathLst>
              <a:path h="1341755">
                <a:moveTo>
                  <a:pt x="0" y="0"/>
                </a:moveTo>
                <a:lnTo>
                  <a:pt x="0" y="1341422"/>
                </a:lnTo>
              </a:path>
            </a:pathLst>
          </a:custGeom>
          <a:ln w="302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657766" y="2550641"/>
            <a:ext cx="1755775" cy="0"/>
          </a:xfrm>
          <a:custGeom>
            <a:avLst/>
            <a:gdLst/>
            <a:ahLst/>
            <a:cxnLst/>
            <a:rect l="l" t="t" r="r" b="b"/>
            <a:pathLst>
              <a:path w="1755775">
                <a:moveTo>
                  <a:pt x="0" y="0"/>
                </a:moveTo>
                <a:lnTo>
                  <a:pt x="1755770" y="0"/>
                </a:lnTo>
              </a:path>
            </a:pathLst>
          </a:custGeom>
          <a:ln w="278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413537" y="2550641"/>
            <a:ext cx="0" cy="207010"/>
          </a:xfrm>
          <a:custGeom>
            <a:avLst/>
            <a:gdLst/>
            <a:ahLst/>
            <a:cxnLst/>
            <a:rect l="l" t="t" r="r" b="b"/>
            <a:pathLst>
              <a:path h="207010">
                <a:moveTo>
                  <a:pt x="0" y="0"/>
                </a:moveTo>
                <a:lnTo>
                  <a:pt x="0" y="206800"/>
                </a:lnTo>
              </a:path>
            </a:pathLst>
          </a:custGeom>
          <a:ln w="302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315922" y="2775237"/>
            <a:ext cx="194310" cy="0"/>
          </a:xfrm>
          <a:custGeom>
            <a:avLst/>
            <a:gdLst/>
            <a:ahLst/>
            <a:cxnLst/>
            <a:rect l="l" t="t" r="r" b="b"/>
            <a:pathLst>
              <a:path w="194309">
                <a:moveTo>
                  <a:pt x="0" y="0"/>
                </a:moveTo>
                <a:lnTo>
                  <a:pt x="193856" y="0"/>
                </a:lnTo>
              </a:path>
            </a:pathLst>
          </a:custGeom>
          <a:ln w="278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058494" y="4317294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324" y="267721"/>
                </a:moveTo>
                <a:lnTo>
                  <a:pt x="577519" y="224293"/>
                </a:lnTo>
                <a:lnTo>
                  <a:pt x="566505" y="183097"/>
                </a:lnTo>
                <a:lnTo>
                  <a:pt x="548880" y="144683"/>
                </a:lnTo>
                <a:lnTo>
                  <a:pt x="525242" y="109604"/>
                </a:lnTo>
                <a:lnTo>
                  <a:pt x="496190" y="78410"/>
                </a:lnTo>
                <a:lnTo>
                  <a:pt x="462322" y="51652"/>
                </a:lnTo>
                <a:lnTo>
                  <a:pt x="424238" y="29880"/>
                </a:lnTo>
                <a:lnTo>
                  <a:pt x="382536" y="13647"/>
                </a:lnTo>
                <a:lnTo>
                  <a:pt x="337814" y="3503"/>
                </a:lnTo>
                <a:lnTo>
                  <a:pt x="290672" y="0"/>
                </a:lnTo>
                <a:lnTo>
                  <a:pt x="243524" y="3503"/>
                </a:lnTo>
                <a:lnTo>
                  <a:pt x="198798" y="13647"/>
                </a:lnTo>
                <a:lnTo>
                  <a:pt x="157092" y="29880"/>
                </a:lnTo>
                <a:lnTo>
                  <a:pt x="119005" y="51652"/>
                </a:lnTo>
                <a:lnTo>
                  <a:pt x="85136" y="78410"/>
                </a:lnTo>
                <a:lnTo>
                  <a:pt x="56083" y="109604"/>
                </a:lnTo>
                <a:lnTo>
                  <a:pt x="32444" y="144683"/>
                </a:lnTo>
                <a:lnTo>
                  <a:pt x="14818" y="183097"/>
                </a:lnTo>
                <a:lnTo>
                  <a:pt x="3804" y="224293"/>
                </a:lnTo>
                <a:lnTo>
                  <a:pt x="0" y="267721"/>
                </a:lnTo>
                <a:lnTo>
                  <a:pt x="3804" y="311149"/>
                </a:lnTo>
                <a:lnTo>
                  <a:pt x="14818" y="352345"/>
                </a:lnTo>
                <a:lnTo>
                  <a:pt x="32444" y="390758"/>
                </a:lnTo>
                <a:lnTo>
                  <a:pt x="56083" y="425837"/>
                </a:lnTo>
                <a:lnTo>
                  <a:pt x="85136" y="457031"/>
                </a:lnTo>
                <a:lnTo>
                  <a:pt x="119005" y="483790"/>
                </a:lnTo>
                <a:lnTo>
                  <a:pt x="157092" y="505561"/>
                </a:lnTo>
                <a:lnTo>
                  <a:pt x="198798" y="521794"/>
                </a:lnTo>
                <a:lnTo>
                  <a:pt x="243524" y="531938"/>
                </a:lnTo>
                <a:lnTo>
                  <a:pt x="290672" y="535442"/>
                </a:lnTo>
                <a:lnTo>
                  <a:pt x="337814" y="531938"/>
                </a:lnTo>
                <a:lnTo>
                  <a:pt x="382536" y="521794"/>
                </a:lnTo>
                <a:lnTo>
                  <a:pt x="424238" y="505561"/>
                </a:lnTo>
                <a:lnTo>
                  <a:pt x="462322" y="483790"/>
                </a:lnTo>
                <a:lnTo>
                  <a:pt x="496190" y="457031"/>
                </a:lnTo>
                <a:lnTo>
                  <a:pt x="525242" y="425837"/>
                </a:lnTo>
                <a:lnTo>
                  <a:pt x="548880" y="390758"/>
                </a:lnTo>
                <a:lnTo>
                  <a:pt x="566505" y="352345"/>
                </a:lnTo>
                <a:lnTo>
                  <a:pt x="577519" y="311149"/>
                </a:lnTo>
                <a:lnTo>
                  <a:pt x="581324" y="267721"/>
                </a:lnTo>
                <a:close/>
              </a:path>
            </a:pathLst>
          </a:custGeom>
          <a:ln w="42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075847" y="4317294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180" y="267721"/>
                </a:moveTo>
                <a:lnTo>
                  <a:pt x="577379" y="224293"/>
                </a:lnTo>
                <a:lnTo>
                  <a:pt x="566374" y="183097"/>
                </a:lnTo>
                <a:lnTo>
                  <a:pt x="548761" y="144683"/>
                </a:lnTo>
                <a:lnTo>
                  <a:pt x="525137" y="109604"/>
                </a:lnTo>
                <a:lnTo>
                  <a:pt x="496100" y="78410"/>
                </a:lnTo>
                <a:lnTo>
                  <a:pt x="462245" y="51652"/>
                </a:lnTo>
                <a:lnTo>
                  <a:pt x="424170" y="29880"/>
                </a:lnTo>
                <a:lnTo>
                  <a:pt x="382471" y="13647"/>
                </a:lnTo>
                <a:lnTo>
                  <a:pt x="337746" y="3503"/>
                </a:lnTo>
                <a:lnTo>
                  <a:pt x="290590" y="0"/>
                </a:lnTo>
                <a:lnTo>
                  <a:pt x="243434" y="3503"/>
                </a:lnTo>
                <a:lnTo>
                  <a:pt x="198708" y="13647"/>
                </a:lnTo>
                <a:lnTo>
                  <a:pt x="157010" y="29880"/>
                </a:lnTo>
                <a:lnTo>
                  <a:pt x="118934" y="51652"/>
                </a:lnTo>
                <a:lnTo>
                  <a:pt x="85080" y="78410"/>
                </a:lnTo>
                <a:lnTo>
                  <a:pt x="56042" y="109604"/>
                </a:lnTo>
                <a:lnTo>
                  <a:pt x="32419" y="144683"/>
                </a:lnTo>
                <a:lnTo>
                  <a:pt x="14806" y="183097"/>
                </a:lnTo>
                <a:lnTo>
                  <a:pt x="3801" y="224293"/>
                </a:lnTo>
                <a:lnTo>
                  <a:pt x="0" y="267721"/>
                </a:lnTo>
                <a:lnTo>
                  <a:pt x="3801" y="311149"/>
                </a:lnTo>
                <a:lnTo>
                  <a:pt x="14806" y="352345"/>
                </a:lnTo>
                <a:lnTo>
                  <a:pt x="32419" y="390758"/>
                </a:lnTo>
                <a:lnTo>
                  <a:pt x="56042" y="425837"/>
                </a:lnTo>
                <a:lnTo>
                  <a:pt x="85080" y="457031"/>
                </a:lnTo>
                <a:lnTo>
                  <a:pt x="118934" y="483790"/>
                </a:lnTo>
                <a:lnTo>
                  <a:pt x="157010" y="505561"/>
                </a:lnTo>
                <a:lnTo>
                  <a:pt x="198708" y="521794"/>
                </a:lnTo>
                <a:lnTo>
                  <a:pt x="243434" y="531938"/>
                </a:lnTo>
                <a:lnTo>
                  <a:pt x="290590" y="535442"/>
                </a:lnTo>
                <a:lnTo>
                  <a:pt x="337746" y="531938"/>
                </a:lnTo>
                <a:lnTo>
                  <a:pt x="382471" y="521794"/>
                </a:lnTo>
                <a:lnTo>
                  <a:pt x="424170" y="505561"/>
                </a:lnTo>
                <a:lnTo>
                  <a:pt x="462245" y="483790"/>
                </a:lnTo>
                <a:lnTo>
                  <a:pt x="496100" y="457031"/>
                </a:lnTo>
                <a:lnTo>
                  <a:pt x="525137" y="425837"/>
                </a:lnTo>
                <a:lnTo>
                  <a:pt x="548761" y="390758"/>
                </a:lnTo>
                <a:lnTo>
                  <a:pt x="566374" y="352345"/>
                </a:lnTo>
                <a:lnTo>
                  <a:pt x="577379" y="311149"/>
                </a:lnTo>
                <a:lnTo>
                  <a:pt x="581180" y="267721"/>
                </a:lnTo>
                <a:close/>
              </a:path>
            </a:pathLst>
          </a:custGeom>
          <a:ln w="42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093016" y="4317294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385" y="267721"/>
                </a:moveTo>
                <a:lnTo>
                  <a:pt x="577579" y="224293"/>
                </a:lnTo>
                <a:lnTo>
                  <a:pt x="566559" y="183097"/>
                </a:lnTo>
                <a:lnTo>
                  <a:pt x="548927" y="144683"/>
                </a:lnTo>
                <a:lnTo>
                  <a:pt x="525283" y="109604"/>
                </a:lnTo>
                <a:lnTo>
                  <a:pt x="496228" y="78410"/>
                </a:lnTo>
                <a:lnTo>
                  <a:pt x="462362" y="51652"/>
                </a:lnTo>
                <a:lnTo>
                  <a:pt x="424285" y="29880"/>
                </a:lnTo>
                <a:lnTo>
                  <a:pt x="382598" y="13647"/>
                </a:lnTo>
                <a:lnTo>
                  <a:pt x="337901" y="3503"/>
                </a:lnTo>
                <a:lnTo>
                  <a:pt x="290795" y="0"/>
                </a:lnTo>
                <a:lnTo>
                  <a:pt x="243633" y="3503"/>
                </a:lnTo>
                <a:lnTo>
                  <a:pt x="198892" y="13647"/>
                </a:lnTo>
                <a:lnTo>
                  <a:pt x="157170" y="29880"/>
                </a:lnTo>
                <a:lnTo>
                  <a:pt x="119067" y="51652"/>
                </a:lnTo>
                <a:lnTo>
                  <a:pt x="85182" y="78410"/>
                </a:lnTo>
                <a:lnTo>
                  <a:pt x="56114" y="109604"/>
                </a:lnTo>
                <a:lnTo>
                  <a:pt x="32463" y="144683"/>
                </a:lnTo>
                <a:lnTo>
                  <a:pt x="14827" y="183097"/>
                </a:lnTo>
                <a:lnTo>
                  <a:pt x="3806" y="224293"/>
                </a:lnTo>
                <a:lnTo>
                  <a:pt x="0" y="267721"/>
                </a:lnTo>
                <a:lnTo>
                  <a:pt x="3806" y="311149"/>
                </a:lnTo>
                <a:lnTo>
                  <a:pt x="14827" y="352345"/>
                </a:lnTo>
                <a:lnTo>
                  <a:pt x="32463" y="390758"/>
                </a:lnTo>
                <a:lnTo>
                  <a:pt x="56114" y="425837"/>
                </a:lnTo>
                <a:lnTo>
                  <a:pt x="85182" y="457031"/>
                </a:lnTo>
                <a:lnTo>
                  <a:pt x="119067" y="483790"/>
                </a:lnTo>
                <a:lnTo>
                  <a:pt x="157170" y="505561"/>
                </a:lnTo>
                <a:lnTo>
                  <a:pt x="198892" y="521794"/>
                </a:lnTo>
                <a:lnTo>
                  <a:pt x="243633" y="531938"/>
                </a:lnTo>
                <a:lnTo>
                  <a:pt x="290795" y="535442"/>
                </a:lnTo>
                <a:lnTo>
                  <a:pt x="337901" y="531938"/>
                </a:lnTo>
                <a:lnTo>
                  <a:pt x="382598" y="521794"/>
                </a:lnTo>
                <a:lnTo>
                  <a:pt x="424285" y="505561"/>
                </a:lnTo>
                <a:lnTo>
                  <a:pt x="462362" y="483790"/>
                </a:lnTo>
                <a:lnTo>
                  <a:pt x="496228" y="457031"/>
                </a:lnTo>
                <a:lnTo>
                  <a:pt x="525283" y="425837"/>
                </a:lnTo>
                <a:lnTo>
                  <a:pt x="548927" y="390758"/>
                </a:lnTo>
                <a:lnTo>
                  <a:pt x="566559" y="352345"/>
                </a:lnTo>
                <a:lnTo>
                  <a:pt x="577579" y="311149"/>
                </a:lnTo>
                <a:lnTo>
                  <a:pt x="581385" y="267721"/>
                </a:lnTo>
                <a:close/>
              </a:path>
            </a:pathLst>
          </a:custGeom>
          <a:ln w="42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058494" y="5254327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324" y="267721"/>
                </a:moveTo>
                <a:lnTo>
                  <a:pt x="577519" y="224297"/>
                </a:lnTo>
                <a:lnTo>
                  <a:pt x="566505" y="183104"/>
                </a:lnTo>
                <a:lnTo>
                  <a:pt x="548880" y="144692"/>
                </a:lnTo>
                <a:lnTo>
                  <a:pt x="525242" y="109612"/>
                </a:lnTo>
                <a:lnTo>
                  <a:pt x="496190" y="78417"/>
                </a:lnTo>
                <a:lnTo>
                  <a:pt x="462322" y="51657"/>
                </a:lnTo>
                <a:lnTo>
                  <a:pt x="424238" y="29884"/>
                </a:lnTo>
                <a:lnTo>
                  <a:pt x="382536" y="13649"/>
                </a:lnTo>
                <a:lnTo>
                  <a:pt x="337814" y="3504"/>
                </a:lnTo>
                <a:lnTo>
                  <a:pt x="290672" y="0"/>
                </a:lnTo>
                <a:lnTo>
                  <a:pt x="243524" y="3504"/>
                </a:lnTo>
                <a:lnTo>
                  <a:pt x="198798" y="13649"/>
                </a:lnTo>
                <a:lnTo>
                  <a:pt x="157092" y="29884"/>
                </a:lnTo>
                <a:lnTo>
                  <a:pt x="119005" y="51657"/>
                </a:lnTo>
                <a:lnTo>
                  <a:pt x="85136" y="78417"/>
                </a:lnTo>
                <a:lnTo>
                  <a:pt x="56083" y="109612"/>
                </a:lnTo>
                <a:lnTo>
                  <a:pt x="32444" y="144692"/>
                </a:lnTo>
                <a:lnTo>
                  <a:pt x="14818" y="183104"/>
                </a:lnTo>
                <a:lnTo>
                  <a:pt x="3804" y="224297"/>
                </a:lnTo>
                <a:lnTo>
                  <a:pt x="0" y="267721"/>
                </a:lnTo>
                <a:lnTo>
                  <a:pt x="3804" y="311149"/>
                </a:lnTo>
                <a:lnTo>
                  <a:pt x="14818" y="352346"/>
                </a:lnTo>
                <a:lnTo>
                  <a:pt x="32444" y="390760"/>
                </a:lnTo>
                <a:lnTo>
                  <a:pt x="56083" y="425841"/>
                </a:lnTo>
                <a:lnTo>
                  <a:pt x="85136" y="457037"/>
                </a:lnTo>
                <a:lnTo>
                  <a:pt x="119005" y="483797"/>
                </a:lnTo>
                <a:lnTo>
                  <a:pt x="157092" y="505570"/>
                </a:lnTo>
                <a:lnTo>
                  <a:pt x="198798" y="521804"/>
                </a:lnTo>
                <a:lnTo>
                  <a:pt x="243524" y="531949"/>
                </a:lnTo>
                <a:lnTo>
                  <a:pt x="290672" y="535453"/>
                </a:lnTo>
                <a:lnTo>
                  <a:pt x="337814" y="531949"/>
                </a:lnTo>
                <a:lnTo>
                  <a:pt x="382536" y="521804"/>
                </a:lnTo>
                <a:lnTo>
                  <a:pt x="424238" y="505570"/>
                </a:lnTo>
                <a:lnTo>
                  <a:pt x="462322" y="483797"/>
                </a:lnTo>
                <a:lnTo>
                  <a:pt x="496190" y="457037"/>
                </a:lnTo>
                <a:lnTo>
                  <a:pt x="525242" y="425841"/>
                </a:lnTo>
                <a:lnTo>
                  <a:pt x="548880" y="390760"/>
                </a:lnTo>
                <a:lnTo>
                  <a:pt x="566505" y="352346"/>
                </a:lnTo>
                <a:lnTo>
                  <a:pt x="577519" y="311149"/>
                </a:lnTo>
                <a:lnTo>
                  <a:pt x="581324" y="267721"/>
                </a:lnTo>
                <a:close/>
              </a:path>
            </a:pathLst>
          </a:custGeom>
          <a:ln w="42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075847" y="5227561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180" y="267721"/>
                </a:moveTo>
                <a:lnTo>
                  <a:pt x="577379" y="224293"/>
                </a:lnTo>
                <a:lnTo>
                  <a:pt x="566374" y="183097"/>
                </a:lnTo>
                <a:lnTo>
                  <a:pt x="548761" y="144683"/>
                </a:lnTo>
                <a:lnTo>
                  <a:pt x="525137" y="109604"/>
                </a:lnTo>
                <a:lnTo>
                  <a:pt x="496100" y="78410"/>
                </a:lnTo>
                <a:lnTo>
                  <a:pt x="462245" y="51652"/>
                </a:lnTo>
                <a:lnTo>
                  <a:pt x="424170" y="29880"/>
                </a:lnTo>
                <a:lnTo>
                  <a:pt x="382471" y="13647"/>
                </a:lnTo>
                <a:lnTo>
                  <a:pt x="337746" y="3503"/>
                </a:lnTo>
                <a:lnTo>
                  <a:pt x="290590" y="0"/>
                </a:lnTo>
                <a:lnTo>
                  <a:pt x="243434" y="3503"/>
                </a:lnTo>
                <a:lnTo>
                  <a:pt x="198708" y="13647"/>
                </a:lnTo>
                <a:lnTo>
                  <a:pt x="157010" y="29880"/>
                </a:lnTo>
                <a:lnTo>
                  <a:pt x="118934" y="51652"/>
                </a:lnTo>
                <a:lnTo>
                  <a:pt x="85080" y="78410"/>
                </a:lnTo>
                <a:lnTo>
                  <a:pt x="56042" y="109604"/>
                </a:lnTo>
                <a:lnTo>
                  <a:pt x="32419" y="144683"/>
                </a:lnTo>
                <a:lnTo>
                  <a:pt x="14806" y="183097"/>
                </a:lnTo>
                <a:lnTo>
                  <a:pt x="3801" y="224293"/>
                </a:lnTo>
                <a:lnTo>
                  <a:pt x="0" y="267721"/>
                </a:lnTo>
                <a:lnTo>
                  <a:pt x="3801" y="311149"/>
                </a:lnTo>
                <a:lnTo>
                  <a:pt x="14806" y="352345"/>
                </a:lnTo>
                <a:lnTo>
                  <a:pt x="32419" y="390759"/>
                </a:lnTo>
                <a:lnTo>
                  <a:pt x="56042" y="425839"/>
                </a:lnTo>
                <a:lnTo>
                  <a:pt x="85080" y="457034"/>
                </a:lnTo>
                <a:lnTo>
                  <a:pt x="118934" y="483793"/>
                </a:lnTo>
                <a:lnTo>
                  <a:pt x="157010" y="505565"/>
                </a:lnTo>
                <a:lnTo>
                  <a:pt x="198708" y="521799"/>
                </a:lnTo>
                <a:lnTo>
                  <a:pt x="243434" y="531944"/>
                </a:lnTo>
                <a:lnTo>
                  <a:pt x="290590" y="535448"/>
                </a:lnTo>
                <a:lnTo>
                  <a:pt x="337746" y="531944"/>
                </a:lnTo>
                <a:lnTo>
                  <a:pt x="382471" y="521799"/>
                </a:lnTo>
                <a:lnTo>
                  <a:pt x="424170" y="505565"/>
                </a:lnTo>
                <a:lnTo>
                  <a:pt x="462245" y="483793"/>
                </a:lnTo>
                <a:lnTo>
                  <a:pt x="496100" y="457034"/>
                </a:lnTo>
                <a:lnTo>
                  <a:pt x="525137" y="425839"/>
                </a:lnTo>
                <a:lnTo>
                  <a:pt x="548761" y="390759"/>
                </a:lnTo>
                <a:lnTo>
                  <a:pt x="566374" y="352345"/>
                </a:lnTo>
                <a:lnTo>
                  <a:pt x="577379" y="311149"/>
                </a:lnTo>
                <a:lnTo>
                  <a:pt x="581180" y="267721"/>
                </a:lnTo>
                <a:close/>
              </a:path>
            </a:pathLst>
          </a:custGeom>
          <a:ln w="42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093016" y="5254327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385" y="267721"/>
                </a:moveTo>
                <a:lnTo>
                  <a:pt x="577579" y="224297"/>
                </a:lnTo>
                <a:lnTo>
                  <a:pt x="566559" y="183104"/>
                </a:lnTo>
                <a:lnTo>
                  <a:pt x="548927" y="144692"/>
                </a:lnTo>
                <a:lnTo>
                  <a:pt x="525283" y="109612"/>
                </a:lnTo>
                <a:lnTo>
                  <a:pt x="496228" y="78417"/>
                </a:lnTo>
                <a:lnTo>
                  <a:pt x="462362" y="51657"/>
                </a:lnTo>
                <a:lnTo>
                  <a:pt x="424285" y="29884"/>
                </a:lnTo>
                <a:lnTo>
                  <a:pt x="382598" y="13649"/>
                </a:lnTo>
                <a:lnTo>
                  <a:pt x="337901" y="3504"/>
                </a:lnTo>
                <a:lnTo>
                  <a:pt x="290795" y="0"/>
                </a:lnTo>
                <a:lnTo>
                  <a:pt x="243633" y="3504"/>
                </a:lnTo>
                <a:lnTo>
                  <a:pt x="198892" y="13649"/>
                </a:lnTo>
                <a:lnTo>
                  <a:pt x="157170" y="29884"/>
                </a:lnTo>
                <a:lnTo>
                  <a:pt x="119067" y="51657"/>
                </a:lnTo>
                <a:lnTo>
                  <a:pt x="85182" y="78417"/>
                </a:lnTo>
                <a:lnTo>
                  <a:pt x="56114" y="109612"/>
                </a:lnTo>
                <a:lnTo>
                  <a:pt x="32463" y="144692"/>
                </a:lnTo>
                <a:lnTo>
                  <a:pt x="14827" y="183104"/>
                </a:lnTo>
                <a:lnTo>
                  <a:pt x="3806" y="224297"/>
                </a:lnTo>
                <a:lnTo>
                  <a:pt x="0" y="267721"/>
                </a:lnTo>
                <a:lnTo>
                  <a:pt x="3806" y="311149"/>
                </a:lnTo>
                <a:lnTo>
                  <a:pt x="14827" y="352346"/>
                </a:lnTo>
                <a:lnTo>
                  <a:pt x="32463" y="390760"/>
                </a:lnTo>
                <a:lnTo>
                  <a:pt x="56114" y="425841"/>
                </a:lnTo>
                <a:lnTo>
                  <a:pt x="85182" y="457037"/>
                </a:lnTo>
                <a:lnTo>
                  <a:pt x="119067" y="483797"/>
                </a:lnTo>
                <a:lnTo>
                  <a:pt x="157170" y="505570"/>
                </a:lnTo>
                <a:lnTo>
                  <a:pt x="198892" y="521804"/>
                </a:lnTo>
                <a:lnTo>
                  <a:pt x="243633" y="531949"/>
                </a:lnTo>
                <a:lnTo>
                  <a:pt x="290795" y="535453"/>
                </a:lnTo>
                <a:lnTo>
                  <a:pt x="337901" y="531949"/>
                </a:lnTo>
                <a:lnTo>
                  <a:pt x="382598" y="521804"/>
                </a:lnTo>
                <a:lnTo>
                  <a:pt x="424285" y="505570"/>
                </a:lnTo>
                <a:lnTo>
                  <a:pt x="462362" y="483797"/>
                </a:lnTo>
                <a:lnTo>
                  <a:pt x="496228" y="457037"/>
                </a:lnTo>
                <a:lnTo>
                  <a:pt x="525283" y="425841"/>
                </a:lnTo>
                <a:lnTo>
                  <a:pt x="548927" y="390760"/>
                </a:lnTo>
                <a:lnTo>
                  <a:pt x="566559" y="352346"/>
                </a:lnTo>
                <a:lnTo>
                  <a:pt x="577579" y="311149"/>
                </a:lnTo>
                <a:lnTo>
                  <a:pt x="581385" y="267721"/>
                </a:lnTo>
                <a:close/>
              </a:path>
            </a:pathLst>
          </a:custGeom>
          <a:ln w="42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637747" y="4585015"/>
            <a:ext cx="213995" cy="0"/>
          </a:xfrm>
          <a:custGeom>
            <a:avLst/>
            <a:gdLst/>
            <a:ahLst/>
            <a:cxnLst/>
            <a:rect l="l" t="t" r="r" b="b"/>
            <a:pathLst>
              <a:path w="213994">
                <a:moveTo>
                  <a:pt x="0" y="0"/>
                </a:moveTo>
                <a:lnTo>
                  <a:pt x="213728" y="0"/>
                </a:lnTo>
              </a:path>
            </a:pathLst>
          </a:custGeom>
          <a:ln w="226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832404" y="4514746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0" y="0"/>
                </a:moveTo>
                <a:lnTo>
                  <a:pt x="0" y="140538"/>
                </a:lnTo>
                <a:lnTo>
                  <a:pt x="228883" y="702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657028" y="4585015"/>
            <a:ext cx="219075" cy="0"/>
          </a:xfrm>
          <a:custGeom>
            <a:avLst/>
            <a:gdLst/>
            <a:ahLst/>
            <a:cxnLst/>
            <a:rect l="l" t="t" r="r" b="b"/>
            <a:pathLst>
              <a:path w="219075">
                <a:moveTo>
                  <a:pt x="0" y="0"/>
                </a:moveTo>
                <a:lnTo>
                  <a:pt x="219019" y="0"/>
                </a:lnTo>
              </a:path>
            </a:pathLst>
          </a:custGeom>
          <a:ln w="226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856975" y="4514746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0" y="0"/>
                </a:moveTo>
                <a:lnTo>
                  <a:pt x="0" y="140538"/>
                </a:lnTo>
                <a:lnTo>
                  <a:pt x="228862" y="702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866409" y="5512226"/>
            <a:ext cx="234315" cy="0"/>
          </a:xfrm>
          <a:custGeom>
            <a:avLst/>
            <a:gdLst/>
            <a:ahLst/>
            <a:cxnLst/>
            <a:rect l="l" t="t" r="r" b="b"/>
            <a:pathLst>
              <a:path w="234314">
                <a:moveTo>
                  <a:pt x="233989" y="0"/>
                </a:moveTo>
                <a:lnTo>
                  <a:pt x="0" y="0"/>
                </a:lnTo>
              </a:path>
            </a:pathLst>
          </a:custGeom>
          <a:ln w="226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656618" y="5441957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228862" y="0"/>
                </a:moveTo>
                <a:lnTo>
                  <a:pt x="0" y="70269"/>
                </a:lnTo>
                <a:lnTo>
                  <a:pt x="228862" y="140538"/>
                </a:lnTo>
                <a:lnTo>
                  <a:pt x="228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848153" y="5522048"/>
            <a:ext cx="213360" cy="0"/>
          </a:xfrm>
          <a:custGeom>
            <a:avLst/>
            <a:gdLst/>
            <a:ahLst/>
            <a:cxnLst/>
            <a:rect l="l" t="t" r="r" b="b"/>
            <a:pathLst>
              <a:path w="213360">
                <a:moveTo>
                  <a:pt x="213133" y="0"/>
                </a:moveTo>
                <a:lnTo>
                  <a:pt x="0" y="0"/>
                </a:lnTo>
              </a:path>
            </a:pathLst>
          </a:custGeom>
          <a:ln w="226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638362" y="5451780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228862" y="0"/>
                </a:moveTo>
                <a:lnTo>
                  <a:pt x="0" y="70269"/>
                </a:lnTo>
                <a:lnTo>
                  <a:pt x="228862" y="140538"/>
                </a:lnTo>
                <a:lnTo>
                  <a:pt x="228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383811" y="4852510"/>
            <a:ext cx="0" cy="195580"/>
          </a:xfrm>
          <a:custGeom>
            <a:avLst/>
            <a:gdLst/>
            <a:ahLst/>
            <a:cxnLst/>
            <a:rect l="l" t="t" r="r" b="b"/>
            <a:pathLst>
              <a:path h="195579">
                <a:moveTo>
                  <a:pt x="0" y="0"/>
                </a:moveTo>
                <a:lnTo>
                  <a:pt x="0" y="195204"/>
                </a:lnTo>
              </a:path>
            </a:pathLst>
          </a:custGeom>
          <a:ln w="24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307524" y="5030128"/>
            <a:ext cx="153035" cy="210820"/>
          </a:xfrm>
          <a:custGeom>
            <a:avLst/>
            <a:gdLst/>
            <a:ahLst/>
            <a:cxnLst/>
            <a:rect l="l" t="t" r="r" b="b"/>
            <a:pathLst>
              <a:path w="153035" h="210820">
                <a:moveTo>
                  <a:pt x="152575" y="0"/>
                </a:moveTo>
                <a:lnTo>
                  <a:pt x="0" y="0"/>
                </a:lnTo>
                <a:lnTo>
                  <a:pt x="76287" y="210807"/>
                </a:lnTo>
                <a:lnTo>
                  <a:pt x="1525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961563" y="3300490"/>
            <a:ext cx="843280" cy="776605"/>
          </a:xfrm>
          <a:custGeom>
            <a:avLst/>
            <a:gdLst/>
            <a:ahLst/>
            <a:cxnLst/>
            <a:rect l="l" t="t" r="r" b="b"/>
            <a:pathLst>
              <a:path w="843279" h="776604">
                <a:moveTo>
                  <a:pt x="842855" y="388368"/>
                </a:moveTo>
                <a:lnTo>
                  <a:pt x="840020" y="343093"/>
                </a:lnTo>
                <a:lnTo>
                  <a:pt x="831725" y="299348"/>
                </a:lnTo>
                <a:lnTo>
                  <a:pt x="818287" y="257425"/>
                </a:lnTo>
                <a:lnTo>
                  <a:pt x="800022" y="217614"/>
                </a:lnTo>
                <a:lnTo>
                  <a:pt x="777246" y="180210"/>
                </a:lnTo>
                <a:lnTo>
                  <a:pt x="750276" y="145503"/>
                </a:lnTo>
                <a:lnTo>
                  <a:pt x="719426" y="113785"/>
                </a:lnTo>
                <a:lnTo>
                  <a:pt x="685013" y="85349"/>
                </a:lnTo>
                <a:lnTo>
                  <a:pt x="647355" y="60487"/>
                </a:lnTo>
                <a:lnTo>
                  <a:pt x="606765" y="39490"/>
                </a:lnTo>
                <a:lnTo>
                  <a:pt x="563562" y="22651"/>
                </a:lnTo>
                <a:lnTo>
                  <a:pt x="518060" y="10262"/>
                </a:lnTo>
                <a:lnTo>
                  <a:pt x="470577" y="2614"/>
                </a:lnTo>
                <a:lnTo>
                  <a:pt x="421427" y="0"/>
                </a:lnTo>
                <a:lnTo>
                  <a:pt x="372278" y="2614"/>
                </a:lnTo>
                <a:lnTo>
                  <a:pt x="324794" y="10262"/>
                </a:lnTo>
                <a:lnTo>
                  <a:pt x="279293" y="22651"/>
                </a:lnTo>
                <a:lnTo>
                  <a:pt x="236089" y="39490"/>
                </a:lnTo>
                <a:lnTo>
                  <a:pt x="195500" y="60487"/>
                </a:lnTo>
                <a:lnTo>
                  <a:pt x="157841" y="85349"/>
                </a:lnTo>
                <a:lnTo>
                  <a:pt x="123429" y="113785"/>
                </a:lnTo>
                <a:lnTo>
                  <a:pt x="92579" y="145503"/>
                </a:lnTo>
                <a:lnTo>
                  <a:pt x="65608" y="180210"/>
                </a:lnTo>
                <a:lnTo>
                  <a:pt x="42832" y="217614"/>
                </a:lnTo>
                <a:lnTo>
                  <a:pt x="24567" y="257425"/>
                </a:lnTo>
                <a:lnTo>
                  <a:pt x="11129" y="299348"/>
                </a:lnTo>
                <a:lnTo>
                  <a:pt x="2835" y="343093"/>
                </a:lnTo>
                <a:lnTo>
                  <a:pt x="0" y="388368"/>
                </a:lnTo>
                <a:lnTo>
                  <a:pt x="2835" y="433639"/>
                </a:lnTo>
                <a:lnTo>
                  <a:pt x="11129" y="477374"/>
                </a:lnTo>
                <a:lnTo>
                  <a:pt x="24567" y="519282"/>
                </a:lnTo>
                <a:lnTo>
                  <a:pt x="42832" y="559073"/>
                </a:lnTo>
                <a:lnTo>
                  <a:pt x="65608" y="596455"/>
                </a:lnTo>
                <a:lnTo>
                  <a:pt x="92579" y="631137"/>
                </a:lnTo>
                <a:lnTo>
                  <a:pt x="123429" y="662828"/>
                </a:lnTo>
                <a:lnTo>
                  <a:pt x="157841" y="691238"/>
                </a:lnTo>
                <a:lnTo>
                  <a:pt x="195500" y="716075"/>
                </a:lnTo>
                <a:lnTo>
                  <a:pt x="236089" y="737049"/>
                </a:lnTo>
                <a:lnTo>
                  <a:pt x="279293" y="753868"/>
                </a:lnTo>
                <a:lnTo>
                  <a:pt x="324794" y="766243"/>
                </a:lnTo>
                <a:lnTo>
                  <a:pt x="372278" y="773880"/>
                </a:lnTo>
                <a:lnTo>
                  <a:pt x="421427" y="776491"/>
                </a:lnTo>
                <a:lnTo>
                  <a:pt x="470577" y="773880"/>
                </a:lnTo>
                <a:lnTo>
                  <a:pt x="518060" y="766243"/>
                </a:lnTo>
                <a:lnTo>
                  <a:pt x="563562" y="753868"/>
                </a:lnTo>
                <a:lnTo>
                  <a:pt x="606765" y="737049"/>
                </a:lnTo>
                <a:lnTo>
                  <a:pt x="647355" y="716075"/>
                </a:lnTo>
                <a:lnTo>
                  <a:pt x="685013" y="691238"/>
                </a:lnTo>
                <a:lnTo>
                  <a:pt x="719426" y="662828"/>
                </a:lnTo>
                <a:lnTo>
                  <a:pt x="750276" y="631137"/>
                </a:lnTo>
                <a:lnTo>
                  <a:pt x="777246" y="596455"/>
                </a:lnTo>
                <a:lnTo>
                  <a:pt x="800022" y="559073"/>
                </a:lnTo>
                <a:lnTo>
                  <a:pt x="818287" y="519282"/>
                </a:lnTo>
                <a:lnTo>
                  <a:pt x="831725" y="477374"/>
                </a:lnTo>
                <a:lnTo>
                  <a:pt x="840020" y="433639"/>
                </a:lnTo>
                <a:lnTo>
                  <a:pt x="842855" y="388368"/>
                </a:lnTo>
                <a:close/>
              </a:path>
            </a:pathLst>
          </a:custGeom>
          <a:ln w="42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041202" y="5254327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303" y="267721"/>
                </a:moveTo>
                <a:lnTo>
                  <a:pt x="577499" y="224297"/>
                </a:lnTo>
                <a:lnTo>
                  <a:pt x="566486" y="183104"/>
                </a:lnTo>
                <a:lnTo>
                  <a:pt x="548863" y="144692"/>
                </a:lnTo>
                <a:lnTo>
                  <a:pt x="525227" y="109612"/>
                </a:lnTo>
                <a:lnTo>
                  <a:pt x="496177" y="78417"/>
                </a:lnTo>
                <a:lnTo>
                  <a:pt x="462311" y="51657"/>
                </a:lnTo>
                <a:lnTo>
                  <a:pt x="424227" y="29884"/>
                </a:lnTo>
                <a:lnTo>
                  <a:pt x="382523" y="13649"/>
                </a:lnTo>
                <a:lnTo>
                  <a:pt x="337799" y="3504"/>
                </a:lnTo>
                <a:lnTo>
                  <a:pt x="290651" y="0"/>
                </a:lnTo>
                <a:lnTo>
                  <a:pt x="243507" y="3504"/>
                </a:lnTo>
                <a:lnTo>
                  <a:pt x="198784" y="13649"/>
                </a:lnTo>
                <a:lnTo>
                  <a:pt x="157081" y="29884"/>
                </a:lnTo>
                <a:lnTo>
                  <a:pt x="118997" y="51657"/>
                </a:lnTo>
                <a:lnTo>
                  <a:pt x="85130" y="78417"/>
                </a:lnTo>
                <a:lnTo>
                  <a:pt x="56079" y="109612"/>
                </a:lnTo>
                <a:lnTo>
                  <a:pt x="32442" y="144692"/>
                </a:lnTo>
                <a:lnTo>
                  <a:pt x="14817" y="183104"/>
                </a:lnTo>
                <a:lnTo>
                  <a:pt x="3804" y="224297"/>
                </a:lnTo>
                <a:lnTo>
                  <a:pt x="0" y="267721"/>
                </a:lnTo>
                <a:lnTo>
                  <a:pt x="3804" y="311149"/>
                </a:lnTo>
                <a:lnTo>
                  <a:pt x="14817" y="352346"/>
                </a:lnTo>
                <a:lnTo>
                  <a:pt x="32442" y="390760"/>
                </a:lnTo>
                <a:lnTo>
                  <a:pt x="56079" y="425841"/>
                </a:lnTo>
                <a:lnTo>
                  <a:pt x="85130" y="457037"/>
                </a:lnTo>
                <a:lnTo>
                  <a:pt x="118997" y="483797"/>
                </a:lnTo>
                <a:lnTo>
                  <a:pt x="157081" y="505570"/>
                </a:lnTo>
                <a:lnTo>
                  <a:pt x="198784" y="521804"/>
                </a:lnTo>
                <a:lnTo>
                  <a:pt x="243507" y="531949"/>
                </a:lnTo>
                <a:lnTo>
                  <a:pt x="290651" y="535453"/>
                </a:lnTo>
                <a:lnTo>
                  <a:pt x="337799" y="531949"/>
                </a:lnTo>
                <a:lnTo>
                  <a:pt x="382523" y="521804"/>
                </a:lnTo>
                <a:lnTo>
                  <a:pt x="424227" y="505570"/>
                </a:lnTo>
                <a:lnTo>
                  <a:pt x="462311" y="483797"/>
                </a:lnTo>
                <a:lnTo>
                  <a:pt x="496177" y="457037"/>
                </a:lnTo>
                <a:lnTo>
                  <a:pt x="525227" y="425841"/>
                </a:lnTo>
                <a:lnTo>
                  <a:pt x="548863" y="390760"/>
                </a:lnTo>
                <a:lnTo>
                  <a:pt x="566486" y="352346"/>
                </a:lnTo>
                <a:lnTo>
                  <a:pt x="577499" y="311149"/>
                </a:lnTo>
                <a:lnTo>
                  <a:pt x="581303" y="267721"/>
                </a:lnTo>
                <a:close/>
              </a:path>
            </a:pathLst>
          </a:custGeom>
          <a:ln w="42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464127" y="4894123"/>
            <a:ext cx="514350" cy="389890"/>
          </a:xfrm>
          <a:custGeom>
            <a:avLst/>
            <a:gdLst/>
            <a:ahLst/>
            <a:cxnLst/>
            <a:rect l="l" t="t" r="r" b="b"/>
            <a:pathLst>
              <a:path w="514350" h="389889">
                <a:moveTo>
                  <a:pt x="0" y="389539"/>
                </a:moveTo>
                <a:lnTo>
                  <a:pt x="514326" y="0"/>
                </a:lnTo>
              </a:path>
            </a:pathLst>
          </a:custGeom>
          <a:ln w="233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915270" y="4771398"/>
            <a:ext cx="225425" cy="188595"/>
          </a:xfrm>
          <a:custGeom>
            <a:avLst/>
            <a:gdLst/>
            <a:ahLst/>
            <a:cxnLst/>
            <a:rect l="l" t="t" r="r" b="b"/>
            <a:pathLst>
              <a:path w="225425" h="188595">
                <a:moveTo>
                  <a:pt x="225233" y="0"/>
                </a:moveTo>
                <a:lnTo>
                  <a:pt x="0" y="79619"/>
                </a:lnTo>
                <a:lnTo>
                  <a:pt x="96897" y="188158"/>
                </a:lnTo>
                <a:lnTo>
                  <a:pt x="2252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832297" y="5522842"/>
            <a:ext cx="213360" cy="0"/>
          </a:xfrm>
          <a:custGeom>
            <a:avLst/>
            <a:gdLst/>
            <a:ahLst/>
            <a:cxnLst/>
            <a:rect l="l" t="t" r="r" b="b"/>
            <a:pathLst>
              <a:path w="213360">
                <a:moveTo>
                  <a:pt x="213133" y="0"/>
                </a:moveTo>
                <a:lnTo>
                  <a:pt x="0" y="0"/>
                </a:lnTo>
              </a:path>
            </a:pathLst>
          </a:custGeom>
          <a:ln w="226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622506" y="5452573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228862" y="0"/>
                </a:moveTo>
                <a:lnTo>
                  <a:pt x="0" y="70269"/>
                </a:lnTo>
                <a:lnTo>
                  <a:pt x="228862" y="140538"/>
                </a:lnTo>
                <a:lnTo>
                  <a:pt x="228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3" name="object 73"/>
          <p:cNvGraphicFramePr>
            <a:graphicFrameLocks noGrp="1"/>
          </p:cNvGraphicFramePr>
          <p:nvPr/>
        </p:nvGraphicFramePr>
        <p:xfrm>
          <a:off x="5084445" y="2858642"/>
          <a:ext cx="4600574" cy="33586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7537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0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CP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0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CT</a:t>
                      </a:r>
                      <a:r>
                        <a:rPr sz="18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13970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CT</a:t>
                      </a:r>
                      <a:r>
                        <a:rPr sz="18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13970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spc="10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工作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状态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T="1143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605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022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022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0223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0223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2000" b="1" spc="10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异步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清零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T="914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4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↑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0223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0223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000" b="1" spc="10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同步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预置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477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022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000" b="1" spc="5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保持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39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917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905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905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9177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9050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746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000" b="1" spc="10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保持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000" b="1" spc="-5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（</a:t>
                      </a:r>
                      <a:r>
                        <a:rPr sz="2000" b="1" spc="-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CO=0</a:t>
                      </a:r>
                      <a:r>
                        <a:rPr sz="2000" b="1" spc="-5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0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↑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000" b="1" spc="10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计数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4" name="object 74"/>
          <p:cNvSpPr/>
          <p:nvPr/>
        </p:nvSpPr>
        <p:spPr>
          <a:xfrm>
            <a:off x="5886450" y="3025901"/>
            <a:ext cx="390525" cy="1905"/>
          </a:xfrm>
          <a:custGeom>
            <a:avLst/>
            <a:gdLst/>
            <a:ahLst/>
            <a:cxnLst/>
            <a:rect l="l" t="t" r="r" b="b"/>
            <a:pathLst>
              <a:path w="390525" h="1905">
                <a:moveTo>
                  <a:pt x="0" y="0"/>
                </a:moveTo>
                <a:lnTo>
                  <a:pt x="390016" y="165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488429" y="3030473"/>
            <a:ext cx="390525" cy="1905"/>
          </a:xfrm>
          <a:custGeom>
            <a:avLst/>
            <a:gdLst/>
            <a:ahLst/>
            <a:cxnLst/>
            <a:rect l="l" t="t" r="r" b="b"/>
            <a:pathLst>
              <a:path w="390525" h="1905">
                <a:moveTo>
                  <a:pt x="0" y="0"/>
                </a:moveTo>
                <a:lnTo>
                  <a:pt x="390017" y="165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036160" y="1796751"/>
            <a:ext cx="634365" cy="0"/>
          </a:xfrm>
          <a:custGeom>
            <a:avLst/>
            <a:gdLst/>
            <a:ahLst/>
            <a:cxnLst/>
            <a:rect l="l" t="t" r="r" b="b"/>
            <a:pathLst>
              <a:path w="634364">
                <a:moveTo>
                  <a:pt x="0" y="0"/>
                </a:moveTo>
                <a:lnTo>
                  <a:pt x="634316" y="0"/>
                </a:lnTo>
              </a:path>
            </a:pathLst>
          </a:custGeom>
          <a:ln w="22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195623" y="1796751"/>
            <a:ext cx="932180" cy="0"/>
          </a:xfrm>
          <a:custGeom>
            <a:avLst/>
            <a:gdLst/>
            <a:ahLst/>
            <a:cxnLst/>
            <a:rect l="l" t="t" r="r" b="b"/>
            <a:pathLst>
              <a:path w="932179">
                <a:moveTo>
                  <a:pt x="0" y="0"/>
                </a:moveTo>
                <a:lnTo>
                  <a:pt x="932120" y="0"/>
                </a:lnTo>
              </a:path>
            </a:pathLst>
          </a:custGeom>
          <a:ln w="22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2006002" y="1752516"/>
            <a:ext cx="2128520" cy="570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550" i="1" spc="229" dirty="0">
                <a:latin typeface="Times New Roman"/>
                <a:cs typeface="Times New Roman"/>
              </a:rPr>
              <a:t>LD </a:t>
            </a:r>
            <a:r>
              <a:rPr sz="3550" spc="200" dirty="0">
                <a:latin typeface="Symbol"/>
                <a:cs typeface="Symbol"/>
              </a:rPr>
              <a:t></a:t>
            </a:r>
            <a:r>
              <a:rPr sz="3550" spc="-355" dirty="0">
                <a:latin typeface="Times New Roman"/>
                <a:cs typeface="Times New Roman"/>
              </a:rPr>
              <a:t> </a:t>
            </a:r>
            <a:r>
              <a:rPr sz="3550" i="1" spc="20" dirty="0">
                <a:latin typeface="Times New Roman"/>
                <a:cs typeface="Times New Roman"/>
              </a:rPr>
              <a:t>Q</a:t>
            </a:r>
            <a:r>
              <a:rPr sz="3075" spc="30" baseline="-24390" dirty="0">
                <a:latin typeface="Times New Roman"/>
                <a:cs typeface="Times New Roman"/>
              </a:rPr>
              <a:t>1</a:t>
            </a:r>
            <a:r>
              <a:rPr sz="3550" i="1" spc="20" dirty="0">
                <a:latin typeface="Times New Roman"/>
                <a:cs typeface="Times New Roman"/>
              </a:rPr>
              <a:t>Q</a:t>
            </a:r>
            <a:r>
              <a:rPr sz="3075" spc="30" baseline="-24390" dirty="0">
                <a:latin typeface="Times New Roman"/>
                <a:cs typeface="Times New Roman"/>
              </a:rPr>
              <a:t>2</a:t>
            </a:r>
            <a:endParaRPr sz="3075" baseline="-2439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171115" y="4466535"/>
            <a:ext cx="35560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75" dirty="0">
                <a:latin typeface="宋体"/>
                <a:cs typeface="宋体"/>
              </a:rPr>
              <a:t>000</a:t>
            </a:r>
            <a:r>
              <a:rPr sz="1150" spc="70" dirty="0">
                <a:latin typeface="宋体"/>
                <a:cs typeface="宋体"/>
              </a:rPr>
              <a:t>0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188448" y="4466535"/>
            <a:ext cx="35560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75" dirty="0">
                <a:latin typeface="宋体"/>
                <a:cs typeface="宋体"/>
              </a:rPr>
              <a:t>000</a:t>
            </a:r>
            <a:r>
              <a:rPr sz="1150" spc="70" dirty="0">
                <a:latin typeface="宋体"/>
                <a:cs typeface="宋体"/>
              </a:rPr>
              <a:t>1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205616" y="4466535"/>
            <a:ext cx="35560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75" dirty="0">
                <a:latin typeface="宋体"/>
                <a:cs typeface="宋体"/>
              </a:rPr>
              <a:t>001</a:t>
            </a:r>
            <a:r>
              <a:rPr sz="1150" spc="70" dirty="0">
                <a:latin typeface="宋体"/>
                <a:cs typeface="宋体"/>
              </a:rPr>
              <a:t>0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171115" y="5403569"/>
            <a:ext cx="35560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75" dirty="0">
                <a:latin typeface="宋体"/>
                <a:cs typeface="宋体"/>
              </a:rPr>
              <a:t>010</a:t>
            </a:r>
            <a:r>
              <a:rPr sz="1150" spc="70" dirty="0">
                <a:latin typeface="宋体"/>
                <a:cs typeface="宋体"/>
              </a:rPr>
              <a:t>1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188448" y="5376802"/>
            <a:ext cx="35560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75" dirty="0">
                <a:latin typeface="宋体"/>
                <a:cs typeface="宋体"/>
              </a:rPr>
              <a:t>010</a:t>
            </a:r>
            <a:r>
              <a:rPr sz="1150" spc="70" dirty="0">
                <a:latin typeface="宋体"/>
                <a:cs typeface="宋体"/>
              </a:rPr>
              <a:t>0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205616" y="5403569"/>
            <a:ext cx="35560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75" dirty="0">
                <a:latin typeface="宋体"/>
                <a:cs typeface="宋体"/>
              </a:rPr>
              <a:t>001</a:t>
            </a:r>
            <a:r>
              <a:rPr sz="1150" spc="70" dirty="0">
                <a:latin typeface="宋体"/>
                <a:cs typeface="宋体"/>
              </a:rPr>
              <a:t>1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1019928" y="3279215"/>
            <a:ext cx="3805765" cy="25318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2171115" y="3529577"/>
            <a:ext cx="35560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75" dirty="0">
                <a:latin typeface="宋体"/>
                <a:cs typeface="宋体"/>
              </a:rPr>
              <a:t>100</a:t>
            </a:r>
            <a:r>
              <a:rPr sz="1150" spc="70" dirty="0">
                <a:latin typeface="宋体"/>
                <a:cs typeface="宋体"/>
              </a:rPr>
              <a:t>1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106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3188448" y="3529577"/>
            <a:ext cx="35560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75" dirty="0">
                <a:latin typeface="宋体"/>
                <a:cs typeface="宋体"/>
              </a:rPr>
              <a:t>100</a:t>
            </a:r>
            <a:r>
              <a:rPr sz="1150" spc="70" dirty="0">
                <a:latin typeface="宋体"/>
                <a:cs typeface="宋体"/>
              </a:rPr>
              <a:t>0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034819" y="3557154"/>
            <a:ext cx="695960" cy="2298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300" spc="55" dirty="0">
                <a:latin typeface="宋体"/>
                <a:cs typeface="宋体"/>
              </a:rPr>
              <a:t>Q</a:t>
            </a:r>
            <a:r>
              <a:rPr sz="1350" spc="82" baseline="-12345" dirty="0">
                <a:latin typeface="宋体"/>
                <a:cs typeface="宋体"/>
              </a:rPr>
              <a:t>3</a:t>
            </a:r>
            <a:r>
              <a:rPr sz="1300" spc="55" dirty="0">
                <a:latin typeface="宋体"/>
                <a:cs typeface="宋体"/>
              </a:rPr>
              <a:t>Q</a:t>
            </a:r>
            <a:r>
              <a:rPr sz="1350" spc="82" baseline="-12345" dirty="0">
                <a:latin typeface="宋体"/>
                <a:cs typeface="宋体"/>
              </a:rPr>
              <a:t>2</a:t>
            </a:r>
            <a:r>
              <a:rPr sz="1300" spc="55" dirty="0">
                <a:latin typeface="宋体"/>
                <a:cs typeface="宋体"/>
              </a:rPr>
              <a:t>Q</a:t>
            </a:r>
            <a:r>
              <a:rPr sz="1350" spc="82" baseline="-12345" dirty="0">
                <a:latin typeface="宋体"/>
                <a:cs typeface="宋体"/>
              </a:rPr>
              <a:t>1</a:t>
            </a:r>
            <a:r>
              <a:rPr sz="1300" spc="55" dirty="0">
                <a:latin typeface="宋体"/>
                <a:cs typeface="宋体"/>
              </a:rPr>
              <a:t>Q</a:t>
            </a:r>
            <a:r>
              <a:rPr sz="1350" spc="82" baseline="-12345" dirty="0">
                <a:latin typeface="宋体"/>
                <a:cs typeface="宋体"/>
              </a:rPr>
              <a:t>0</a:t>
            </a:r>
            <a:endParaRPr sz="1350" baseline="-12345">
              <a:latin typeface="宋体"/>
              <a:cs typeface="宋体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153821" y="4466535"/>
            <a:ext cx="35560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75" dirty="0">
                <a:latin typeface="宋体"/>
                <a:cs typeface="宋体"/>
              </a:rPr>
              <a:t>011</a:t>
            </a:r>
            <a:r>
              <a:rPr sz="1150" spc="70" dirty="0">
                <a:latin typeface="宋体"/>
                <a:cs typeface="宋体"/>
              </a:rPr>
              <a:t>1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153821" y="5403569"/>
            <a:ext cx="355600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spc="75" dirty="0">
                <a:latin typeface="宋体"/>
                <a:cs typeface="宋体"/>
              </a:rPr>
              <a:t>011</a:t>
            </a:r>
            <a:r>
              <a:rPr sz="1150" spc="70" dirty="0">
                <a:latin typeface="宋体"/>
                <a:cs typeface="宋体"/>
              </a:rPr>
              <a:t>0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91" name="object 91"/>
          <p:cNvSpPr txBox="1">
            <a:spLocks noGrp="1"/>
          </p:cNvSpPr>
          <p:nvPr>
            <p:ph type="title"/>
          </p:nvPr>
        </p:nvSpPr>
        <p:spPr>
          <a:xfrm>
            <a:off x="1711451" y="518159"/>
            <a:ext cx="2647315" cy="585470"/>
          </a:xfrm>
          <a:prstGeom prst="rect">
            <a:avLst/>
          </a:prstGeom>
          <a:solidFill>
            <a:srgbClr val="C4F4DF"/>
          </a:solidFill>
          <a:ln w="9144">
            <a:solidFill>
              <a:srgbClr val="C00000"/>
            </a:solidFill>
          </a:ln>
        </p:spPr>
        <p:txBody>
          <a:bodyPr vert="horz" wrap="square" lIns="0" tIns="146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15"/>
              </a:spcBef>
            </a:pPr>
            <a:r>
              <a:rPr dirty="0">
                <a:solidFill>
                  <a:srgbClr val="C00000"/>
                </a:solidFill>
              </a:rPr>
              <a:t>七进制计数器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721468" y="1881426"/>
            <a:ext cx="4375150" cy="2152015"/>
          </a:xfrm>
          <a:custGeom>
            <a:avLst/>
            <a:gdLst/>
            <a:ahLst/>
            <a:cxnLst/>
            <a:rect l="l" t="t" r="r" b="b"/>
            <a:pathLst>
              <a:path w="4375150" h="2152015">
                <a:moveTo>
                  <a:pt x="0" y="2151927"/>
                </a:moveTo>
                <a:lnTo>
                  <a:pt x="4375057" y="2151927"/>
                </a:lnTo>
                <a:lnTo>
                  <a:pt x="4375057" y="0"/>
                </a:lnTo>
                <a:lnTo>
                  <a:pt x="0" y="0"/>
                </a:lnTo>
                <a:lnTo>
                  <a:pt x="0" y="2151927"/>
                </a:lnTo>
                <a:close/>
              </a:path>
            </a:pathLst>
          </a:custGeom>
          <a:ln w="416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23550" y="2419531"/>
            <a:ext cx="598170" cy="0"/>
          </a:xfrm>
          <a:custGeom>
            <a:avLst/>
            <a:gdLst/>
            <a:ahLst/>
            <a:cxnLst/>
            <a:rect l="l" t="t" r="r" b="b"/>
            <a:pathLst>
              <a:path w="598169">
                <a:moveTo>
                  <a:pt x="597917" y="0"/>
                </a:moveTo>
                <a:lnTo>
                  <a:pt x="0" y="0"/>
                </a:lnTo>
              </a:path>
            </a:pathLst>
          </a:custGeom>
          <a:ln w="40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15214" y="2957371"/>
            <a:ext cx="306705" cy="0"/>
          </a:xfrm>
          <a:custGeom>
            <a:avLst/>
            <a:gdLst/>
            <a:ahLst/>
            <a:cxnLst/>
            <a:rect l="l" t="t" r="r" b="b"/>
            <a:pathLst>
              <a:path w="306705">
                <a:moveTo>
                  <a:pt x="306254" y="0"/>
                </a:moveTo>
                <a:lnTo>
                  <a:pt x="0" y="0"/>
                </a:lnTo>
              </a:path>
            </a:pathLst>
          </a:custGeom>
          <a:ln w="40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15214" y="3495400"/>
            <a:ext cx="306705" cy="0"/>
          </a:xfrm>
          <a:custGeom>
            <a:avLst/>
            <a:gdLst/>
            <a:ahLst/>
            <a:cxnLst/>
            <a:rect l="l" t="t" r="r" b="b"/>
            <a:pathLst>
              <a:path w="306705">
                <a:moveTo>
                  <a:pt x="306254" y="0"/>
                </a:moveTo>
                <a:lnTo>
                  <a:pt x="0" y="0"/>
                </a:lnTo>
              </a:path>
            </a:pathLst>
          </a:custGeom>
          <a:ln w="40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96484" y="2419531"/>
            <a:ext cx="262255" cy="0"/>
          </a:xfrm>
          <a:custGeom>
            <a:avLst/>
            <a:gdLst/>
            <a:ahLst/>
            <a:cxnLst/>
            <a:rect l="l" t="t" r="r" b="b"/>
            <a:pathLst>
              <a:path w="262254">
                <a:moveTo>
                  <a:pt x="262174" y="0"/>
                </a:moveTo>
                <a:lnTo>
                  <a:pt x="0" y="0"/>
                </a:lnTo>
              </a:path>
            </a:pathLst>
          </a:custGeom>
          <a:ln w="40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56175" y="2957371"/>
            <a:ext cx="693420" cy="0"/>
          </a:xfrm>
          <a:custGeom>
            <a:avLst/>
            <a:gdLst/>
            <a:ahLst/>
            <a:cxnLst/>
            <a:rect l="l" t="t" r="r" b="b"/>
            <a:pathLst>
              <a:path w="693420">
                <a:moveTo>
                  <a:pt x="693300" y="0"/>
                </a:moveTo>
                <a:lnTo>
                  <a:pt x="0" y="0"/>
                </a:lnTo>
              </a:path>
            </a:pathLst>
          </a:custGeom>
          <a:ln w="40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090351" y="2869397"/>
            <a:ext cx="187184" cy="1759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96479" y="1626056"/>
            <a:ext cx="0" cy="255904"/>
          </a:xfrm>
          <a:custGeom>
            <a:avLst/>
            <a:gdLst/>
            <a:ahLst/>
            <a:cxnLst/>
            <a:rect l="l" t="t" r="r" b="b"/>
            <a:pathLst>
              <a:path h="255905">
                <a:moveTo>
                  <a:pt x="0" y="255445"/>
                </a:moveTo>
                <a:lnTo>
                  <a:pt x="0" y="0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71449" y="1636874"/>
            <a:ext cx="0" cy="245110"/>
          </a:xfrm>
          <a:custGeom>
            <a:avLst/>
            <a:gdLst/>
            <a:ahLst/>
            <a:cxnLst/>
            <a:rect l="l" t="t" r="r" b="b"/>
            <a:pathLst>
              <a:path h="245110">
                <a:moveTo>
                  <a:pt x="0" y="244627"/>
                </a:moveTo>
                <a:lnTo>
                  <a:pt x="0" y="0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46461" y="1644655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5">
                <a:moveTo>
                  <a:pt x="0" y="236846"/>
                </a:moveTo>
                <a:lnTo>
                  <a:pt x="0" y="0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21472" y="1626056"/>
            <a:ext cx="0" cy="255904"/>
          </a:xfrm>
          <a:custGeom>
            <a:avLst/>
            <a:gdLst/>
            <a:ahLst/>
            <a:cxnLst/>
            <a:rect l="l" t="t" r="r" b="b"/>
            <a:pathLst>
              <a:path h="255905">
                <a:moveTo>
                  <a:pt x="0" y="255445"/>
                </a:moveTo>
                <a:lnTo>
                  <a:pt x="0" y="0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96479" y="4046809"/>
            <a:ext cx="0" cy="255904"/>
          </a:xfrm>
          <a:custGeom>
            <a:avLst/>
            <a:gdLst/>
            <a:ahLst/>
            <a:cxnLst/>
            <a:rect l="l" t="t" r="r" b="b"/>
            <a:pathLst>
              <a:path h="255904">
                <a:moveTo>
                  <a:pt x="0" y="255540"/>
                </a:moveTo>
                <a:lnTo>
                  <a:pt x="0" y="0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71449" y="4046809"/>
            <a:ext cx="0" cy="255904"/>
          </a:xfrm>
          <a:custGeom>
            <a:avLst/>
            <a:gdLst/>
            <a:ahLst/>
            <a:cxnLst/>
            <a:rect l="l" t="t" r="r" b="b"/>
            <a:pathLst>
              <a:path h="255904">
                <a:moveTo>
                  <a:pt x="0" y="255540"/>
                </a:moveTo>
                <a:lnTo>
                  <a:pt x="0" y="0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46461" y="4046809"/>
            <a:ext cx="0" cy="572135"/>
          </a:xfrm>
          <a:custGeom>
            <a:avLst/>
            <a:gdLst/>
            <a:ahLst/>
            <a:cxnLst/>
            <a:rect l="l" t="t" r="r" b="b"/>
            <a:pathLst>
              <a:path h="572135">
                <a:moveTo>
                  <a:pt x="0" y="571905"/>
                </a:moveTo>
                <a:lnTo>
                  <a:pt x="0" y="0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21472" y="4046809"/>
            <a:ext cx="0" cy="255904"/>
          </a:xfrm>
          <a:custGeom>
            <a:avLst/>
            <a:gdLst/>
            <a:ahLst/>
            <a:cxnLst/>
            <a:rect l="l" t="t" r="r" b="b"/>
            <a:pathLst>
              <a:path h="255904">
                <a:moveTo>
                  <a:pt x="0" y="255540"/>
                </a:moveTo>
                <a:lnTo>
                  <a:pt x="0" y="0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413919" y="1818317"/>
            <a:ext cx="3136265" cy="4813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  <a:tabLst>
                <a:tab pos="899794" algn="l"/>
                <a:tab pos="1804035" algn="l"/>
                <a:tab pos="2679065" algn="l"/>
              </a:tabLst>
            </a:pPr>
            <a:r>
              <a:rPr sz="2950" i="0" spc="140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sz="2925" i="0" spc="209" baseline="-12820" dirty="0">
                <a:solidFill>
                  <a:srgbClr val="000000"/>
                </a:solidFill>
                <a:latin typeface="Times New Roman"/>
                <a:cs typeface="Times New Roman"/>
              </a:rPr>
              <a:t>0	</a:t>
            </a:r>
            <a:r>
              <a:rPr sz="2950" i="0" spc="140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sz="2925" i="0" spc="209" baseline="-12820" dirty="0">
                <a:solidFill>
                  <a:srgbClr val="000000"/>
                </a:solidFill>
                <a:latin typeface="Times New Roman"/>
                <a:cs typeface="Times New Roman"/>
              </a:rPr>
              <a:t>1	</a:t>
            </a:r>
            <a:r>
              <a:rPr sz="2950" i="0" spc="140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sz="2925" i="0" spc="209" baseline="-12820" dirty="0">
                <a:solidFill>
                  <a:srgbClr val="000000"/>
                </a:solidFill>
                <a:latin typeface="Times New Roman"/>
                <a:cs typeface="Times New Roman"/>
              </a:rPr>
              <a:t>2	</a:t>
            </a:r>
            <a:r>
              <a:rPr sz="2950" i="0" spc="140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sz="2925" i="0" spc="209" baseline="-12820" dirty="0">
                <a:solidFill>
                  <a:srgbClr val="000000"/>
                </a:solidFill>
                <a:latin typeface="Times New Roman"/>
                <a:cs typeface="Times New Roman"/>
              </a:rPr>
              <a:t>3</a:t>
            </a:r>
            <a:endParaRPr sz="2925" baseline="-1282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05241" y="3673161"/>
            <a:ext cx="146685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950" spc="75" dirty="0">
                <a:latin typeface="Times New Roman"/>
                <a:cs typeface="Times New Roman"/>
              </a:rPr>
              <a:t>3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21468" y="3360902"/>
            <a:ext cx="146050" cy="269240"/>
          </a:xfrm>
          <a:custGeom>
            <a:avLst/>
            <a:gdLst/>
            <a:ahLst/>
            <a:cxnLst/>
            <a:rect l="l" t="t" r="r" b="b"/>
            <a:pathLst>
              <a:path w="146050" h="269239">
                <a:moveTo>
                  <a:pt x="0" y="0"/>
                </a:moveTo>
                <a:lnTo>
                  <a:pt x="145842" y="134497"/>
                </a:lnTo>
                <a:lnTo>
                  <a:pt x="0" y="268976"/>
                </a:lnTo>
              </a:path>
            </a:pathLst>
          </a:custGeom>
          <a:ln w="436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263584" y="3495400"/>
            <a:ext cx="124460" cy="0"/>
          </a:xfrm>
          <a:custGeom>
            <a:avLst/>
            <a:gdLst/>
            <a:ahLst/>
            <a:cxnLst/>
            <a:rect l="l" t="t" r="r" b="b"/>
            <a:pathLst>
              <a:path w="124459">
                <a:moveTo>
                  <a:pt x="124296" y="0"/>
                </a:moveTo>
                <a:lnTo>
                  <a:pt x="0" y="0"/>
                </a:lnTo>
              </a:path>
            </a:pathLst>
          </a:custGeom>
          <a:ln w="40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19121" y="3428787"/>
            <a:ext cx="144780" cy="133350"/>
          </a:xfrm>
          <a:custGeom>
            <a:avLst/>
            <a:gdLst/>
            <a:ahLst/>
            <a:cxnLst/>
            <a:rect l="l" t="t" r="r" b="b"/>
            <a:pathLst>
              <a:path w="144779" h="133350">
                <a:moveTo>
                  <a:pt x="144463" y="66613"/>
                </a:moveTo>
                <a:lnTo>
                  <a:pt x="138791" y="40680"/>
                </a:lnTo>
                <a:lnTo>
                  <a:pt x="123318" y="19507"/>
                </a:lnTo>
                <a:lnTo>
                  <a:pt x="100360" y="5233"/>
                </a:lnTo>
                <a:lnTo>
                  <a:pt x="72231" y="0"/>
                </a:lnTo>
                <a:lnTo>
                  <a:pt x="44102" y="5233"/>
                </a:lnTo>
                <a:lnTo>
                  <a:pt x="21144" y="19507"/>
                </a:lnTo>
                <a:lnTo>
                  <a:pt x="5672" y="40680"/>
                </a:lnTo>
                <a:lnTo>
                  <a:pt x="0" y="66613"/>
                </a:lnTo>
                <a:lnTo>
                  <a:pt x="5672" y="92537"/>
                </a:lnTo>
                <a:lnTo>
                  <a:pt x="21144" y="113712"/>
                </a:lnTo>
                <a:lnTo>
                  <a:pt x="44102" y="127990"/>
                </a:lnTo>
                <a:lnTo>
                  <a:pt x="72231" y="133226"/>
                </a:lnTo>
                <a:lnTo>
                  <a:pt x="100360" y="127990"/>
                </a:lnTo>
                <a:lnTo>
                  <a:pt x="123318" y="113712"/>
                </a:lnTo>
                <a:lnTo>
                  <a:pt x="138791" y="92537"/>
                </a:lnTo>
                <a:lnTo>
                  <a:pt x="144463" y="66613"/>
                </a:lnTo>
                <a:close/>
              </a:path>
            </a:pathLst>
          </a:custGeom>
          <a:ln w="425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082683" y="3243896"/>
            <a:ext cx="1035050" cy="4813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4425" spc="307" baseline="-35781" dirty="0">
                <a:latin typeface="Times New Roman"/>
                <a:cs typeface="Times New Roman"/>
              </a:rPr>
              <a:t>D</a:t>
            </a:r>
            <a:r>
              <a:rPr sz="4425" spc="262" baseline="-35781" dirty="0">
                <a:latin typeface="Times New Roman"/>
                <a:cs typeface="Times New Roman"/>
              </a:rPr>
              <a:t> </a:t>
            </a:r>
            <a:r>
              <a:rPr sz="2950" spc="190" dirty="0">
                <a:latin typeface="Times New Roman"/>
                <a:cs typeface="Times New Roman"/>
              </a:rPr>
              <a:t>CR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513074" y="2769108"/>
            <a:ext cx="474345" cy="0"/>
          </a:xfrm>
          <a:custGeom>
            <a:avLst/>
            <a:gdLst/>
            <a:ahLst/>
            <a:cxnLst/>
            <a:rect l="l" t="t" r="r" b="b"/>
            <a:pathLst>
              <a:path w="474345">
                <a:moveTo>
                  <a:pt x="0" y="0"/>
                </a:moveTo>
                <a:lnTo>
                  <a:pt x="474136" y="0"/>
                </a:lnTo>
              </a:path>
            </a:pathLst>
          </a:custGeom>
          <a:ln w="40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513074" y="3307119"/>
            <a:ext cx="474345" cy="0"/>
          </a:xfrm>
          <a:custGeom>
            <a:avLst/>
            <a:gdLst/>
            <a:ahLst/>
            <a:cxnLst/>
            <a:rect l="l" t="t" r="r" b="b"/>
            <a:pathLst>
              <a:path w="474345">
                <a:moveTo>
                  <a:pt x="0" y="0"/>
                </a:moveTo>
                <a:lnTo>
                  <a:pt x="474136" y="0"/>
                </a:lnTo>
              </a:path>
            </a:pathLst>
          </a:custGeom>
          <a:ln w="40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415214" y="2419531"/>
            <a:ext cx="0" cy="537845"/>
          </a:xfrm>
          <a:custGeom>
            <a:avLst/>
            <a:gdLst/>
            <a:ahLst/>
            <a:cxnLst/>
            <a:rect l="l" t="t" r="r" b="b"/>
            <a:pathLst>
              <a:path h="537844">
                <a:moveTo>
                  <a:pt x="0" y="537839"/>
                </a:moveTo>
                <a:lnTo>
                  <a:pt x="0" y="0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820254" y="2141135"/>
            <a:ext cx="5266690" cy="18262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17780" algn="r">
              <a:lnSpc>
                <a:spcPct val="100000"/>
              </a:lnSpc>
              <a:spcBef>
                <a:spcPts val="135"/>
              </a:spcBef>
              <a:tabLst>
                <a:tab pos="975360" algn="l"/>
                <a:tab pos="4643755" algn="l"/>
              </a:tabLst>
            </a:pPr>
            <a:r>
              <a:rPr sz="2950" b="1" spc="145" dirty="0">
                <a:latin typeface="Times New Roman"/>
                <a:cs typeface="Times New Roman"/>
              </a:rPr>
              <a:t>1	</a:t>
            </a:r>
            <a:r>
              <a:rPr sz="2950" spc="185" dirty="0">
                <a:latin typeface="Times New Roman"/>
                <a:cs typeface="Times New Roman"/>
              </a:rPr>
              <a:t>CT</a:t>
            </a:r>
            <a:r>
              <a:rPr sz="2925" spc="127" baseline="-12820" dirty="0">
                <a:latin typeface="Times New Roman"/>
                <a:cs typeface="Times New Roman"/>
              </a:rPr>
              <a:t>P	</a:t>
            </a:r>
            <a:r>
              <a:rPr sz="2950" spc="190" dirty="0">
                <a:latin typeface="Times New Roman"/>
                <a:cs typeface="Times New Roman"/>
              </a:rPr>
              <a:t>C</a:t>
            </a:r>
            <a:r>
              <a:rPr sz="2950" spc="204" dirty="0">
                <a:latin typeface="Times New Roman"/>
                <a:cs typeface="Times New Roman"/>
              </a:rPr>
              <a:t>O</a:t>
            </a:r>
            <a:endParaRPr sz="2950">
              <a:latin typeface="Times New Roman"/>
              <a:cs typeface="Times New Roman"/>
            </a:endParaRPr>
          </a:p>
          <a:p>
            <a:pPr marR="29209" algn="r">
              <a:lnSpc>
                <a:spcPct val="100000"/>
              </a:lnSpc>
              <a:spcBef>
                <a:spcPts val="95"/>
              </a:spcBef>
              <a:tabLst>
                <a:tab pos="1477010" algn="l"/>
                <a:tab pos="3686810" algn="l"/>
              </a:tabLst>
            </a:pPr>
            <a:r>
              <a:rPr sz="2950" spc="185" dirty="0">
                <a:latin typeface="Times New Roman"/>
                <a:cs typeface="Times New Roman"/>
              </a:rPr>
              <a:t>CT</a:t>
            </a:r>
            <a:r>
              <a:rPr sz="2925" spc="142" baseline="-12820" dirty="0">
                <a:latin typeface="Times New Roman"/>
                <a:cs typeface="Times New Roman"/>
              </a:rPr>
              <a:t>T	</a:t>
            </a:r>
            <a:r>
              <a:rPr sz="3550" b="1" spc="165" dirty="0">
                <a:solidFill>
                  <a:srgbClr val="FF0000"/>
                </a:solidFill>
                <a:latin typeface="Times New Roman"/>
                <a:cs typeface="Times New Roman"/>
              </a:rPr>
              <a:t>74160	</a:t>
            </a:r>
            <a:r>
              <a:rPr sz="4425" spc="262" baseline="-3766" dirty="0">
                <a:latin typeface="Times New Roman"/>
                <a:cs typeface="Times New Roman"/>
              </a:rPr>
              <a:t>L</a:t>
            </a:r>
            <a:r>
              <a:rPr sz="4425" spc="307" baseline="-3766" dirty="0">
                <a:latin typeface="Times New Roman"/>
                <a:cs typeface="Times New Roman"/>
              </a:rPr>
              <a:t>D</a:t>
            </a:r>
            <a:endParaRPr sz="4425" baseline="-3766">
              <a:latin typeface="Times New Roman"/>
              <a:cs typeface="Times New Roman"/>
            </a:endParaRPr>
          </a:p>
          <a:p>
            <a:pPr marR="328295" algn="ctr">
              <a:lnSpc>
                <a:spcPct val="100000"/>
              </a:lnSpc>
              <a:spcBef>
                <a:spcPts val="2695"/>
              </a:spcBef>
              <a:tabLst>
                <a:tab pos="1421130" algn="l"/>
                <a:tab pos="2325370" algn="l"/>
              </a:tabLst>
            </a:pPr>
            <a:r>
              <a:rPr sz="4425" spc="367" baseline="35781" dirty="0">
                <a:latin typeface="Times New Roman"/>
                <a:cs typeface="Times New Roman"/>
              </a:rPr>
              <a:t>CP</a:t>
            </a:r>
            <a:r>
              <a:rPr sz="2950" spc="245" dirty="0">
                <a:latin typeface="Times New Roman"/>
                <a:cs typeface="Times New Roman"/>
              </a:rPr>
              <a:t>D</a:t>
            </a:r>
            <a:r>
              <a:rPr sz="2925" spc="367" baseline="-12820" dirty="0">
                <a:latin typeface="Times New Roman"/>
                <a:cs typeface="Times New Roman"/>
              </a:rPr>
              <a:t>0	</a:t>
            </a:r>
            <a:r>
              <a:rPr sz="2950" spc="140" dirty="0">
                <a:latin typeface="Times New Roman"/>
                <a:cs typeface="Times New Roman"/>
              </a:rPr>
              <a:t>D</a:t>
            </a:r>
            <a:r>
              <a:rPr sz="2925" spc="209" baseline="-12820" dirty="0">
                <a:latin typeface="Times New Roman"/>
                <a:cs typeface="Times New Roman"/>
              </a:rPr>
              <a:t>1	</a:t>
            </a:r>
            <a:r>
              <a:rPr sz="2950" spc="140" dirty="0">
                <a:latin typeface="Times New Roman"/>
                <a:cs typeface="Times New Roman"/>
              </a:rPr>
              <a:t>D</a:t>
            </a:r>
            <a:r>
              <a:rPr sz="2925" spc="209" baseline="-12820" dirty="0">
                <a:latin typeface="Times New Roman"/>
                <a:cs typeface="Times New Roman"/>
              </a:rPr>
              <a:t>2</a:t>
            </a:r>
            <a:endParaRPr sz="2925" baseline="-1282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00810" y="3217004"/>
            <a:ext cx="528955" cy="4813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spc="190" dirty="0">
                <a:latin typeface="Times New Roman"/>
                <a:cs typeface="Times New Roman"/>
              </a:rPr>
              <a:t>C</a:t>
            </a:r>
            <a:r>
              <a:rPr sz="2950" spc="160" dirty="0">
                <a:latin typeface="Times New Roman"/>
                <a:cs typeface="Times New Roman"/>
              </a:rPr>
              <a:t>P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47412" y="3204193"/>
            <a:ext cx="231775" cy="4813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b="1" spc="145" dirty="0">
                <a:latin typeface="Times New Roman"/>
                <a:cs typeface="Times New Roman"/>
              </a:rPr>
              <a:t>1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68615" y="2443823"/>
            <a:ext cx="0" cy="501015"/>
          </a:xfrm>
          <a:custGeom>
            <a:avLst/>
            <a:gdLst/>
            <a:ahLst/>
            <a:cxnLst/>
            <a:rect l="l" t="t" r="r" b="b"/>
            <a:pathLst>
              <a:path h="501014">
                <a:moveTo>
                  <a:pt x="0" y="0"/>
                </a:moveTo>
                <a:lnTo>
                  <a:pt x="0" y="500832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596479" y="4302349"/>
            <a:ext cx="2625090" cy="310515"/>
          </a:xfrm>
          <a:custGeom>
            <a:avLst/>
            <a:gdLst/>
            <a:ahLst/>
            <a:cxnLst/>
            <a:rect l="l" t="t" r="r" b="b"/>
            <a:pathLst>
              <a:path w="2625090" h="310514">
                <a:moveTo>
                  <a:pt x="0" y="0"/>
                </a:moveTo>
                <a:lnTo>
                  <a:pt x="2624993" y="0"/>
                </a:lnTo>
                <a:lnTo>
                  <a:pt x="2624993" y="309969"/>
                </a:lnTo>
              </a:path>
            </a:pathLst>
          </a:custGeom>
          <a:ln w="41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075363" y="4639211"/>
            <a:ext cx="292100" cy="0"/>
          </a:xfrm>
          <a:custGeom>
            <a:avLst/>
            <a:gdLst/>
            <a:ahLst/>
            <a:cxnLst/>
            <a:rect l="l" t="t" r="r" b="b"/>
            <a:pathLst>
              <a:path w="292100">
                <a:moveTo>
                  <a:pt x="0" y="0"/>
                </a:moveTo>
                <a:lnTo>
                  <a:pt x="291807" y="0"/>
                </a:lnTo>
              </a:path>
            </a:pathLst>
          </a:custGeom>
          <a:ln w="40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358658" y="2231269"/>
            <a:ext cx="408940" cy="376555"/>
          </a:xfrm>
          <a:custGeom>
            <a:avLst/>
            <a:gdLst/>
            <a:ahLst/>
            <a:cxnLst/>
            <a:rect l="l" t="t" r="r" b="b"/>
            <a:pathLst>
              <a:path w="408940" h="376555">
                <a:moveTo>
                  <a:pt x="0" y="0"/>
                </a:moveTo>
                <a:lnTo>
                  <a:pt x="408489" y="188262"/>
                </a:lnTo>
                <a:lnTo>
                  <a:pt x="0" y="376525"/>
                </a:lnTo>
                <a:lnTo>
                  <a:pt x="0" y="0"/>
                </a:lnTo>
                <a:close/>
              </a:path>
            </a:pathLst>
          </a:custGeom>
          <a:ln w="425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897617" y="2419531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556" y="0"/>
                </a:lnTo>
              </a:path>
            </a:pathLst>
          </a:custGeom>
          <a:ln w="40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753154" y="2352918"/>
            <a:ext cx="144780" cy="133350"/>
          </a:xfrm>
          <a:custGeom>
            <a:avLst/>
            <a:gdLst/>
            <a:ahLst/>
            <a:cxnLst/>
            <a:rect l="l" t="t" r="r" b="b"/>
            <a:pathLst>
              <a:path w="144779" h="133350">
                <a:moveTo>
                  <a:pt x="144463" y="66613"/>
                </a:moveTo>
                <a:lnTo>
                  <a:pt x="138791" y="40672"/>
                </a:lnTo>
                <a:lnTo>
                  <a:pt x="123318" y="19500"/>
                </a:lnTo>
                <a:lnTo>
                  <a:pt x="100360" y="5230"/>
                </a:lnTo>
                <a:lnTo>
                  <a:pt x="72231" y="0"/>
                </a:lnTo>
                <a:lnTo>
                  <a:pt x="44102" y="5230"/>
                </a:lnTo>
                <a:lnTo>
                  <a:pt x="21144" y="19500"/>
                </a:lnTo>
                <a:lnTo>
                  <a:pt x="5672" y="40672"/>
                </a:lnTo>
                <a:lnTo>
                  <a:pt x="0" y="66613"/>
                </a:lnTo>
                <a:lnTo>
                  <a:pt x="5672" y="92553"/>
                </a:lnTo>
                <a:lnTo>
                  <a:pt x="21144" y="113726"/>
                </a:lnTo>
                <a:lnTo>
                  <a:pt x="44102" y="127995"/>
                </a:lnTo>
                <a:lnTo>
                  <a:pt x="72231" y="133226"/>
                </a:lnTo>
                <a:lnTo>
                  <a:pt x="100360" y="127995"/>
                </a:lnTo>
                <a:lnTo>
                  <a:pt x="123318" y="113726"/>
                </a:lnTo>
                <a:lnTo>
                  <a:pt x="138791" y="92553"/>
                </a:lnTo>
                <a:lnTo>
                  <a:pt x="144463" y="66613"/>
                </a:lnTo>
                <a:close/>
              </a:path>
            </a:pathLst>
          </a:custGeom>
          <a:ln w="425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259883" y="4590096"/>
            <a:ext cx="231775" cy="4813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b="1" spc="145" dirty="0">
                <a:latin typeface="Times New Roman"/>
                <a:cs typeface="Times New Roman"/>
              </a:rPr>
              <a:t>1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107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358640" y="982217"/>
            <a:ext cx="944880" cy="0"/>
          </a:xfrm>
          <a:custGeom>
            <a:avLst/>
            <a:gdLst/>
            <a:ahLst/>
            <a:cxnLst/>
            <a:rect l="l" t="t" r="r" b="b"/>
            <a:pathLst>
              <a:path w="944879">
                <a:moveTo>
                  <a:pt x="0" y="0"/>
                </a:moveTo>
                <a:lnTo>
                  <a:pt x="944880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1221740" cy="0"/>
          </a:xfrm>
          <a:custGeom>
            <a:avLst/>
            <a:gdLst/>
            <a:ahLst/>
            <a:cxnLst/>
            <a:rect l="l" t="t" r="r" b="b"/>
            <a:pathLst>
              <a:path w="1221739">
                <a:moveTo>
                  <a:pt x="0" y="0"/>
                </a:moveTo>
                <a:lnTo>
                  <a:pt x="1221486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77183" y="537912"/>
            <a:ext cx="2915920" cy="1434465"/>
          </a:xfrm>
          <a:custGeom>
            <a:avLst/>
            <a:gdLst/>
            <a:ahLst/>
            <a:cxnLst/>
            <a:rect l="l" t="t" r="r" b="b"/>
            <a:pathLst>
              <a:path w="2915920" h="1434464">
                <a:moveTo>
                  <a:pt x="0" y="1434342"/>
                </a:moveTo>
                <a:lnTo>
                  <a:pt x="2915707" y="1434343"/>
                </a:lnTo>
                <a:lnTo>
                  <a:pt x="2915706" y="0"/>
                </a:lnTo>
                <a:lnTo>
                  <a:pt x="0" y="0"/>
                </a:lnTo>
                <a:lnTo>
                  <a:pt x="0" y="1434342"/>
                </a:lnTo>
                <a:close/>
              </a:path>
            </a:pathLst>
          </a:custGeom>
          <a:ln w="277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78708" y="896580"/>
            <a:ext cx="398780" cy="0"/>
          </a:xfrm>
          <a:custGeom>
            <a:avLst/>
            <a:gdLst/>
            <a:ahLst/>
            <a:cxnLst/>
            <a:rect l="l" t="t" r="r" b="b"/>
            <a:pathLst>
              <a:path w="398779">
                <a:moveTo>
                  <a:pt x="398475" y="0"/>
                </a:moveTo>
                <a:lnTo>
                  <a:pt x="0" y="0"/>
                </a:lnTo>
              </a:path>
            </a:pathLst>
          </a:custGeom>
          <a:ln w="273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73083" y="1255071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4099" y="0"/>
                </a:moveTo>
                <a:lnTo>
                  <a:pt x="0" y="0"/>
                </a:lnTo>
              </a:path>
            </a:pathLst>
          </a:custGeom>
          <a:ln w="273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73083" y="1613688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4099" y="0"/>
                </a:moveTo>
                <a:lnTo>
                  <a:pt x="0" y="0"/>
                </a:lnTo>
              </a:path>
            </a:pathLst>
          </a:custGeom>
          <a:ln w="273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992862" y="896580"/>
            <a:ext cx="175260" cy="0"/>
          </a:xfrm>
          <a:custGeom>
            <a:avLst/>
            <a:gdLst/>
            <a:ahLst/>
            <a:cxnLst/>
            <a:rect l="l" t="t" r="r" b="b"/>
            <a:pathLst>
              <a:path w="175259">
                <a:moveTo>
                  <a:pt x="174722" y="0"/>
                </a:moveTo>
                <a:lnTo>
                  <a:pt x="0" y="0"/>
                </a:lnTo>
              </a:path>
            </a:pathLst>
          </a:custGeom>
          <a:ln w="273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099287" y="1255071"/>
            <a:ext cx="462280" cy="0"/>
          </a:xfrm>
          <a:custGeom>
            <a:avLst/>
            <a:gdLst/>
            <a:ahLst/>
            <a:cxnLst/>
            <a:rect l="l" t="t" r="r" b="b"/>
            <a:pathLst>
              <a:path w="462279">
                <a:moveTo>
                  <a:pt x="462042" y="0"/>
                </a:moveTo>
                <a:lnTo>
                  <a:pt x="0" y="0"/>
                </a:lnTo>
              </a:path>
            </a:pathLst>
          </a:custGeom>
          <a:ln w="273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88774" y="1196434"/>
            <a:ext cx="124749" cy="1172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660324" y="367699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5">
                <a:moveTo>
                  <a:pt x="0" y="170264"/>
                </a:moveTo>
                <a:lnTo>
                  <a:pt x="0" y="0"/>
                </a:lnTo>
              </a:path>
            </a:pathLst>
          </a:custGeom>
          <a:ln w="296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43438" y="374909"/>
            <a:ext cx="0" cy="163195"/>
          </a:xfrm>
          <a:custGeom>
            <a:avLst/>
            <a:gdLst/>
            <a:ahLst/>
            <a:cxnLst/>
            <a:rect l="l" t="t" r="r" b="b"/>
            <a:pathLst>
              <a:path h="163195">
                <a:moveTo>
                  <a:pt x="0" y="163053"/>
                </a:moveTo>
                <a:lnTo>
                  <a:pt x="0" y="0"/>
                </a:lnTo>
              </a:path>
            </a:pathLst>
          </a:custGeom>
          <a:ln w="296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826579" y="380095"/>
            <a:ext cx="0" cy="158115"/>
          </a:xfrm>
          <a:custGeom>
            <a:avLst/>
            <a:gdLst/>
            <a:ahLst/>
            <a:cxnLst/>
            <a:rect l="l" t="t" r="r" b="b"/>
            <a:pathLst>
              <a:path h="158115">
                <a:moveTo>
                  <a:pt x="0" y="157867"/>
                </a:moveTo>
                <a:lnTo>
                  <a:pt x="0" y="0"/>
                </a:lnTo>
              </a:path>
            </a:pathLst>
          </a:custGeom>
          <a:ln w="296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409721" y="367699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5">
                <a:moveTo>
                  <a:pt x="0" y="170264"/>
                </a:moveTo>
                <a:lnTo>
                  <a:pt x="0" y="0"/>
                </a:lnTo>
              </a:path>
            </a:pathLst>
          </a:custGeom>
          <a:ln w="296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60324" y="1981224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170327"/>
                </a:moveTo>
                <a:lnTo>
                  <a:pt x="0" y="0"/>
                </a:lnTo>
              </a:path>
            </a:pathLst>
          </a:custGeom>
          <a:ln w="296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243438" y="1981224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170327"/>
                </a:moveTo>
                <a:lnTo>
                  <a:pt x="0" y="0"/>
                </a:lnTo>
              </a:path>
            </a:pathLst>
          </a:custGeom>
          <a:ln w="296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826580" y="1981224"/>
            <a:ext cx="0" cy="381635"/>
          </a:xfrm>
          <a:custGeom>
            <a:avLst/>
            <a:gdLst/>
            <a:ahLst/>
            <a:cxnLst/>
            <a:rect l="l" t="t" r="r" b="b"/>
            <a:pathLst>
              <a:path h="381635">
                <a:moveTo>
                  <a:pt x="0" y="381196"/>
                </a:moveTo>
                <a:lnTo>
                  <a:pt x="0" y="0"/>
                </a:lnTo>
              </a:path>
            </a:pathLst>
          </a:custGeom>
          <a:ln w="296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409721" y="1981224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170327"/>
                </a:moveTo>
                <a:lnTo>
                  <a:pt x="0" y="0"/>
                </a:lnTo>
              </a:path>
            </a:pathLst>
          </a:custGeom>
          <a:ln w="296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532192" y="1727938"/>
            <a:ext cx="10223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50" dirty="0"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077183" y="1524040"/>
            <a:ext cx="97790" cy="179705"/>
          </a:xfrm>
          <a:custGeom>
            <a:avLst/>
            <a:gdLst/>
            <a:ahLst/>
            <a:cxnLst/>
            <a:rect l="l" t="t" r="r" b="b"/>
            <a:pathLst>
              <a:path w="97789" h="179705">
                <a:moveTo>
                  <a:pt x="0" y="0"/>
                </a:moveTo>
                <a:lnTo>
                  <a:pt x="97194" y="89648"/>
                </a:lnTo>
                <a:lnTo>
                  <a:pt x="0" y="179283"/>
                </a:lnTo>
              </a:path>
            </a:pathLst>
          </a:custGeom>
          <a:ln w="29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104224" y="1613689"/>
            <a:ext cx="83185" cy="0"/>
          </a:xfrm>
          <a:custGeom>
            <a:avLst/>
            <a:gdLst/>
            <a:ahLst/>
            <a:cxnLst/>
            <a:rect l="l" t="t" r="r" b="b"/>
            <a:pathLst>
              <a:path w="83184">
                <a:moveTo>
                  <a:pt x="82835" y="0"/>
                </a:moveTo>
                <a:lnTo>
                  <a:pt x="0" y="0"/>
                </a:lnTo>
              </a:path>
            </a:pathLst>
          </a:custGeom>
          <a:ln w="273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007948" y="1569288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275" y="44400"/>
                </a:moveTo>
                <a:lnTo>
                  <a:pt x="92495" y="27115"/>
                </a:lnTo>
                <a:lnTo>
                  <a:pt x="82184" y="13002"/>
                </a:lnTo>
                <a:lnTo>
                  <a:pt x="66883" y="3488"/>
                </a:lnTo>
                <a:lnTo>
                  <a:pt x="48137" y="0"/>
                </a:lnTo>
                <a:lnTo>
                  <a:pt x="29391" y="3488"/>
                </a:lnTo>
                <a:lnTo>
                  <a:pt x="14091" y="13002"/>
                </a:lnTo>
                <a:lnTo>
                  <a:pt x="3780" y="27115"/>
                </a:lnTo>
                <a:lnTo>
                  <a:pt x="0" y="44400"/>
                </a:lnTo>
                <a:lnTo>
                  <a:pt x="3780" y="61680"/>
                </a:lnTo>
                <a:lnTo>
                  <a:pt x="14091" y="75793"/>
                </a:lnTo>
                <a:lnTo>
                  <a:pt x="29391" y="85310"/>
                </a:lnTo>
                <a:lnTo>
                  <a:pt x="48137" y="88800"/>
                </a:lnTo>
                <a:lnTo>
                  <a:pt x="66884" y="85310"/>
                </a:lnTo>
                <a:lnTo>
                  <a:pt x="82184" y="75793"/>
                </a:lnTo>
                <a:lnTo>
                  <a:pt x="92495" y="61680"/>
                </a:lnTo>
                <a:lnTo>
                  <a:pt x="96275" y="44400"/>
                </a:lnTo>
                <a:close/>
              </a:path>
            </a:pathLst>
          </a:custGeom>
          <a:ln w="283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308754" y="1441816"/>
            <a:ext cx="71120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3000" spc="172" baseline="-34722" dirty="0">
                <a:latin typeface="Times New Roman"/>
                <a:cs typeface="Times New Roman"/>
              </a:rPr>
              <a:t>D</a:t>
            </a:r>
            <a:r>
              <a:rPr sz="3000" spc="127" baseline="-34722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CR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604056" y="1129587"/>
            <a:ext cx="316230" cy="0"/>
          </a:xfrm>
          <a:custGeom>
            <a:avLst/>
            <a:gdLst/>
            <a:ahLst/>
            <a:cxnLst/>
            <a:rect l="l" t="t" r="r" b="b"/>
            <a:pathLst>
              <a:path w="316229">
                <a:moveTo>
                  <a:pt x="0" y="0"/>
                </a:moveTo>
                <a:lnTo>
                  <a:pt x="315982" y="0"/>
                </a:lnTo>
              </a:path>
            </a:pathLst>
          </a:custGeom>
          <a:ln w="273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604056" y="1488192"/>
            <a:ext cx="316230" cy="0"/>
          </a:xfrm>
          <a:custGeom>
            <a:avLst/>
            <a:gdLst/>
            <a:ahLst/>
            <a:cxnLst/>
            <a:rect l="l" t="t" r="r" b="b"/>
            <a:pathLst>
              <a:path w="316229">
                <a:moveTo>
                  <a:pt x="0" y="0"/>
                </a:moveTo>
                <a:lnTo>
                  <a:pt x="315982" y="0"/>
                </a:lnTo>
              </a:path>
            </a:pathLst>
          </a:custGeom>
          <a:ln w="273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873083" y="896580"/>
            <a:ext cx="0" cy="358775"/>
          </a:xfrm>
          <a:custGeom>
            <a:avLst/>
            <a:gdLst/>
            <a:ahLst/>
            <a:cxnLst/>
            <a:rect l="l" t="t" r="r" b="b"/>
            <a:pathLst>
              <a:path h="358775">
                <a:moveTo>
                  <a:pt x="0" y="358490"/>
                </a:moveTo>
                <a:lnTo>
                  <a:pt x="0" y="0"/>
                </a:lnTo>
              </a:path>
            </a:pathLst>
          </a:custGeom>
          <a:ln w="296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455406" y="491613"/>
            <a:ext cx="3590925" cy="14408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99820">
              <a:lnSpc>
                <a:spcPts val="2045"/>
              </a:lnSpc>
              <a:spcBef>
                <a:spcPts val="90"/>
              </a:spcBef>
              <a:tabLst>
                <a:tab pos="1682750" algn="l"/>
                <a:tab pos="2285365" algn="l"/>
                <a:tab pos="2868930" algn="l"/>
              </a:tabLst>
            </a:pPr>
            <a:r>
              <a:rPr sz="2000" spc="80" dirty="0">
                <a:latin typeface="Times New Roman"/>
                <a:cs typeface="Times New Roman"/>
              </a:rPr>
              <a:t>Q</a:t>
            </a:r>
            <a:r>
              <a:rPr sz="1950" spc="120" baseline="-12820" dirty="0">
                <a:latin typeface="Times New Roman"/>
                <a:cs typeface="Times New Roman"/>
              </a:rPr>
              <a:t>0	</a:t>
            </a:r>
            <a:r>
              <a:rPr sz="2000" spc="80" dirty="0">
                <a:latin typeface="Times New Roman"/>
                <a:cs typeface="Times New Roman"/>
              </a:rPr>
              <a:t>Q</a:t>
            </a:r>
            <a:r>
              <a:rPr sz="1950" spc="120" baseline="-12820" dirty="0">
                <a:latin typeface="Times New Roman"/>
                <a:cs typeface="Times New Roman"/>
              </a:rPr>
              <a:t>1	</a:t>
            </a:r>
            <a:r>
              <a:rPr sz="2000" spc="80" dirty="0">
                <a:latin typeface="Times New Roman"/>
                <a:cs typeface="Times New Roman"/>
              </a:rPr>
              <a:t>Q</a:t>
            </a:r>
            <a:r>
              <a:rPr sz="1950" spc="120" baseline="-12820" dirty="0">
                <a:latin typeface="Times New Roman"/>
                <a:cs typeface="Times New Roman"/>
              </a:rPr>
              <a:t>2	</a:t>
            </a:r>
            <a:r>
              <a:rPr sz="2000" spc="80" dirty="0">
                <a:latin typeface="Times New Roman"/>
                <a:cs typeface="Times New Roman"/>
              </a:rPr>
              <a:t>Q</a:t>
            </a:r>
            <a:r>
              <a:rPr sz="1950" spc="120" baseline="-12820" dirty="0">
                <a:latin typeface="Times New Roman"/>
                <a:cs typeface="Times New Roman"/>
              </a:rPr>
              <a:t>3</a:t>
            </a:r>
            <a:endParaRPr sz="1950" baseline="-12820">
              <a:latin typeface="Times New Roman"/>
              <a:cs typeface="Times New Roman"/>
            </a:endParaRPr>
          </a:p>
          <a:p>
            <a:pPr marR="68580" algn="r">
              <a:lnSpc>
                <a:spcPts val="2045"/>
              </a:lnSpc>
              <a:tabLst>
                <a:tab pos="650240" algn="l"/>
                <a:tab pos="3094990" algn="l"/>
              </a:tabLst>
            </a:pPr>
            <a:r>
              <a:rPr sz="2000" b="1" spc="75" dirty="0">
                <a:latin typeface="Times New Roman"/>
                <a:cs typeface="Times New Roman"/>
              </a:rPr>
              <a:t>1	</a:t>
            </a:r>
            <a:r>
              <a:rPr sz="2000" spc="100" dirty="0">
                <a:latin typeface="Times New Roman"/>
                <a:cs typeface="Times New Roman"/>
              </a:rPr>
              <a:t>CT</a:t>
            </a:r>
            <a:r>
              <a:rPr sz="1950" spc="82" baseline="-12820" dirty="0">
                <a:latin typeface="Times New Roman"/>
                <a:cs typeface="Times New Roman"/>
              </a:rPr>
              <a:t>P	</a:t>
            </a:r>
            <a:r>
              <a:rPr sz="2000" spc="105" dirty="0">
                <a:latin typeface="Times New Roman"/>
                <a:cs typeface="Times New Roman"/>
              </a:rPr>
              <a:t>C</a:t>
            </a:r>
            <a:r>
              <a:rPr sz="2000" spc="114" dirty="0">
                <a:latin typeface="Times New Roman"/>
                <a:cs typeface="Times New Roman"/>
              </a:rPr>
              <a:t>O</a:t>
            </a:r>
            <a:endParaRPr sz="2000">
              <a:latin typeface="Times New Roman"/>
              <a:cs typeface="Times New Roman"/>
            </a:endParaRPr>
          </a:p>
          <a:p>
            <a:pPr marR="76200" algn="r">
              <a:lnSpc>
                <a:spcPct val="100000"/>
              </a:lnSpc>
              <a:spcBef>
                <a:spcPts val="25"/>
              </a:spcBef>
              <a:tabLst>
                <a:tab pos="984250" algn="l"/>
                <a:tab pos="2456815" algn="l"/>
              </a:tabLst>
            </a:pPr>
            <a:r>
              <a:rPr sz="2000" spc="100" dirty="0">
                <a:latin typeface="Times New Roman"/>
                <a:cs typeface="Times New Roman"/>
              </a:rPr>
              <a:t>CT</a:t>
            </a:r>
            <a:r>
              <a:rPr sz="1950" spc="89" baseline="-12820" dirty="0">
                <a:latin typeface="Times New Roman"/>
                <a:cs typeface="Times New Roman"/>
              </a:rPr>
              <a:t>T	</a:t>
            </a:r>
            <a:r>
              <a:rPr sz="240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74160	</a:t>
            </a:r>
            <a:r>
              <a:rPr sz="3000" spc="142" baseline="-4166" dirty="0">
                <a:latin typeface="Times New Roman"/>
                <a:cs typeface="Times New Roman"/>
              </a:rPr>
              <a:t>L</a:t>
            </a:r>
            <a:r>
              <a:rPr sz="3000" spc="172" baseline="-4166" dirty="0">
                <a:latin typeface="Times New Roman"/>
                <a:cs typeface="Times New Roman"/>
              </a:rPr>
              <a:t>D</a:t>
            </a:r>
            <a:endParaRPr sz="3000" baseline="-4166">
              <a:latin typeface="Times New Roman"/>
              <a:cs typeface="Times New Roman"/>
            </a:endParaRPr>
          </a:p>
          <a:p>
            <a:pPr marL="745490">
              <a:lnSpc>
                <a:spcPct val="100000"/>
              </a:lnSpc>
              <a:spcBef>
                <a:spcPts val="1755"/>
              </a:spcBef>
              <a:tabLst>
                <a:tab pos="1692910" algn="l"/>
                <a:tab pos="2295525" algn="l"/>
              </a:tabLst>
            </a:pPr>
            <a:r>
              <a:rPr sz="3000" spc="217" baseline="34722" dirty="0">
                <a:latin typeface="Times New Roman"/>
                <a:cs typeface="Times New Roman"/>
              </a:rPr>
              <a:t>CP</a:t>
            </a:r>
            <a:r>
              <a:rPr sz="2000" spc="145" dirty="0">
                <a:latin typeface="Times New Roman"/>
                <a:cs typeface="Times New Roman"/>
              </a:rPr>
              <a:t>D</a:t>
            </a:r>
            <a:r>
              <a:rPr sz="1950" spc="217" baseline="-12820" dirty="0">
                <a:latin typeface="Times New Roman"/>
                <a:cs typeface="Times New Roman"/>
              </a:rPr>
              <a:t>0	</a:t>
            </a:r>
            <a:r>
              <a:rPr sz="2000" spc="80" dirty="0">
                <a:latin typeface="Times New Roman"/>
                <a:cs typeface="Times New Roman"/>
              </a:rPr>
              <a:t>D</a:t>
            </a:r>
            <a:r>
              <a:rPr sz="1950" spc="120" baseline="-12820" dirty="0">
                <a:latin typeface="Times New Roman"/>
                <a:cs typeface="Times New Roman"/>
              </a:rPr>
              <a:t>1	</a:t>
            </a:r>
            <a:r>
              <a:rPr sz="2000" spc="80" dirty="0">
                <a:latin typeface="Times New Roman"/>
                <a:cs typeface="Times New Roman"/>
              </a:rPr>
              <a:t>D</a:t>
            </a:r>
            <a:r>
              <a:rPr sz="1950" spc="120" baseline="-12820" dirty="0">
                <a:latin typeface="Times New Roman"/>
                <a:cs typeface="Times New Roman"/>
              </a:rPr>
              <a:t>2</a:t>
            </a:r>
            <a:endParaRPr sz="1950" baseline="-1282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459384" y="1423891"/>
            <a:ext cx="36131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105" dirty="0">
                <a:latin typeface="Times New Roman"/>
                <a:cs typeface="Times New Roman"/>
              </a:rPr>
              <a:t>C</a:t>
            </a:r>
            <a:r>
              <a:rPr sz="2000" spc="85" dirty="0"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222498" y="1415353"/>
            <a:ext cx="16256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75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574083" y="912772"/>
            <a:ext cx="0" cy="334010"/>
          </a:xfrm>
          <a:custGeom>
            <a:avLst/>
            <a:gdLst/>
            <a:ahLst/>
            <a:cxnLst/>
            <a:rect l="l" t="t" r="r" b="b"/>
            <a:pathLst>
              <a:path h="334009">
                <a:moveTo>
                  <a:pt x="0" y="0"/>
                </a:moveTo>
                <a:lnTo>
                  <a:pt x="0" y="333824"/>
                </a:lnTo>
              </a:path>
            </a:pathLst>
          </a:custGeom>
          <a:ln w="296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660324" y="2151551"/>
            <a:ext cx="1749425" cy="207010"/>
          </a:xfrm>
          <a:custGeom>
            <a:avLst/>
            <a:gdLst/>
            <a:ahLst/>
            <a:cxnLst/>
            <a:rect l="l" t="t" r="r" b="b"/>
            <a:pathLst>
              <a:path w="1749425" h="207010">
                <a:moveTo>
                  <a:pt x="0" y="0"/>
                </a:moveTo>
                <a:lnTo>
                  <a:pt x="1749396" y="0"/>
                </a:lnTo>
                <a:lnTo>
                  <a:pt x="1749396" y="206606"/>
                </a:lnTo>
              </a:path>
            </a:pathLst>
          </a:custGeom>
          <a:ln w="273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312348" y="2376083"/>
            <a:ext cx="194945" cy="0"/>
          </a:xfrm>
          <a:custGeom>
            <a:avLst/>
            <a:gdLst/>
            <a:ahLst/>
            <a:cxnLst/>
            <a:rect l="l" t="t" r="r" b="b"/>
            <a:pathLst>
              <a:path w="194945">
                <a:moveTo>
                  <a:pt x="0" y="0"/>
                </a:moveTo>
                <a:lnTo>
                  <a:pt x="194471" y="0"/>
                </a:lnTo>
              </a:path>
            </a:pathLst>
          </a:custGeom>
          <a:ln w="273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167585" y="771096"/>
            <a:ext cx="272415" cy="251460"/>
          </a:xfrm>
          <a:custGeom>
            <a:avLst/>
            <a:gdLst/>
            <a:ahLst/>
            <a:cxnLst/>
            <a:rect l="l" t="t" r="r" b="b"/>
            <a:pathLst>
              <a:path w="272415" h="251459">
                <a:moveTo>
                  <a:pt x="0" y="0"/>
                </a:moveTo>
                <a:lnTo>
                  <a:pt x="272233" y="125484"/>
                </a:lnTo>
                <a:lnTo>
                  <a:pt x="0" y="250968"/>
                </a:lnTo>
                <a:lnTo>
                  <a:pt x="0" y="0"/>
                </a:lnTo>
                <a:close/>
              </a:path>
            </a:pathLst>
          </a:custGeom>
          <a:ln w="28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526768" y="896580"/>
            <a:ext cx="46355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355" y="0"/>
                </a:lnTo>
              </a:path>
            </a:pathLst>
          </a:custGeom>
          <a:ln w="273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430493" y="852180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275" y="44400"/>
                </a:moveTo>
                <a:lnTo>
                  <a:pt x="92495" y="27109"/>
                </a:lnTo>
                <a:lnTo>
                  <a:pt x="82184" y="12997"/>
                </a:lnTo>
                <a:lnTo>
                  <a:pt x="66883" y="3486"/>
                </a:lnTo>
                <a:lnTo>
                  <a:pt x="48137" y="0"/>
                </a:lnTo>
                <a:lnTo>
                  <a:pt x="29391" y="3486"/>
                </a:lnTo>
                <a:lnTo>
                  <a:pt x="14091" y="12997"/>
                </a:lnTo>
                <a:lnTo>
                  <a:pt x="3780" y="27109"/>
                </a:lnTo>
                <a:lnTo>
                  <a:pt x="0" y="44400"/>
                </a:lnTo>
                <a:lnTo>
                  <a:pt x="3780" y="61690"/>
                </a:lnTo>
                <a:lnTo>
                  <a:pt x="14091" y="75802"/>
                </a:lnTo>
                <a:lnTo>
                  <a:pt x="29391" y="85313"/>
                </a:lnTo>
                <a:lnTo>
                  <a:pt x="48137" y="88800"/>
                </a:lnTo>
                <a:lnTo>
                  <a:pt x="66884" y="85313"/>
                </a:lnTo>
                <a:lnTo>
                  <a:pt x="82184" y="75802"/>
                </a:lnTo>
                <a:lnTo>
                  <a:pt x="92495" y="61690"/>
                </a:lnTo>
                <a:lnTo>
                  <a:pt x="96275" y="44400"/>
                </a:lnTo>
                <a:close/>
              </a:path>
            </a:pathLst>
          </a:custGeom>
          <a:ln w="283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764644" y="2339111"/>
            <a:ext cx="16256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75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5084445" y="2858642"/>
          <a:ext cx="4600574" cy="33586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7537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0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CP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0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CT</a:t>
                      </a:r>
                      <a:r>
                        <a:rPr sz="18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13970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CT</a:t>
                      </a:r>
                      <a:r>
                        <a:rPr sz="18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13970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spc="10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工作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状态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T="1143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605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022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022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0223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0223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2000" b="1" spc="10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异步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清零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T="914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4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↑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0223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0223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000" b="1" spc="10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同步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预置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477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022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000" b="1" spc="5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保持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39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917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905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905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sz="2000" b="1" dirty="0">
                          <a:latin typeface="Symbol"/>
                          <a:cs typeface="Symbol"/>
                        </a:rPr>
                        <a:t>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19177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9050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746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000" b="1" spc="10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保持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000" b="1" spc="-5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（</a:t>
                      </a:r>
                      <a:r>
                        <a:rPr sz="2000" b="1" spc="-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CO=0</a:t>
                      </a:r>
                      <a:r>
                        <a:rPr sz="2000" b="1" spc="-5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0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↑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000" b="1" spc="10" dirty="0">
                          <a:solidFill>
                            <a:srgbClr val="C00000"/>
                          </a:solidFill>
                          <a:latin typeface="华文楷体"/>
                          <a:cs typeface="华文楷体"/>
                        </a:rPr>
                        <a:t>计数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object 44"/>
          <p:cNvSpPr/>
          <p:nvPr/>
        </p:nvSpPr>
        <p:spPr>
          <a:xfrm>
            <a:off x="5886450" y="3025901"/>
            <a:ext cx="390525" cy="1905"/>
          </a:xfrm>
          <a:custGeom>
            <a:avLst/>
            <a:gdLst/>
            <a:ahLst/>
            <a:cxnLst/>
            <a:rect l="l" t="t" r="r" b="b"/>
            <a:pathLst>
              <a:path w="390525" h="1905">
                <a:moveTo>
                  <a:pt x="0" y="0"/>
                </a:moveTo>
                <a:lnTo>
                  <a:pt x="390016" y="165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488429" y="3030473"/>
            <a:ext cx="390525" cy="1905"/>
          </a:xfrm>
          <a:custGeom>
            <a:avLst/>
            <a:gdLst/>
            <a:ahLst/>
            <a:cxnLst/>
            <a:rect l="l" t="t" r="r" b="b"/>
            <a:pathLst>
              <a:path w="390525" h="1905">
                <a:moveTo>
                  <a:pt x="0" y="0"/>
                </a:moveTo>
                <a:lnTo>
                  <a:pt x="390017" y="165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931522" y="4371582"/>
            <a:ext cx="843280" cy="776605"/>
          </a:xfrm>
          <a:custGeom>
            <a:avLst/>
            <a:gdLst/>
            <a:ahLst/>
            <a:cxnLst/>
            <a:rect l="l" t="t" r="r" b="b"/>
            <a:pathLst>
              <a:path w="843279" h="776604">
                <a:moveTo>
                  <a:pt x="842798" y="388259"/>
                </a:moveTo>
                <a:lnTo>
                  <a:pt x="839963" y="342979"/>
                </a:lnTo>
                <a:lnTo>
                  <a:pt x="831671" y="299234"/>
                </a:lnTo>
                <a:lnTo>
                  <a:pt x="818238" y="257315"/>
                </a:lnTo>
                <a:lnTo>
                  <a:pt x="799978" y="217512"/>
                </a:lnTo>
                <a:lnTo>
                  <a:pt x="777210" y="180118"/>
                </a:lnTo>
                <a:lnTo>
                  <a:pt x="750247" y="145422"/>
                </a:lnTo>
                <a:lnTo>
                  <a:pt x="719407" y="113718"/>
                </a:lnTo>
                <a:lnTo>
                  <a:pt x="685005" y="85296"/>
                </a:lnTo>
                <a:lnTo>
                  <a:pt x="647358" y="60447"/>
                </a:lnTo>
                <a:lnTo>
                  <a:pt x="606781" y="39463"/>
                </a:lnTo>
                <a:lnTo>
                  <a:pt x="563591" y="22634"/>
                </a:lnTo>
                <a:lnTo>
                  <a:pt x="518104" y="10254"/>
                </a:lnTo>
                <a:lnTo>
                  <a:pt x="470635" y="2612"/>
                </a:lnTo>
                <a:lnTo>
                  <a:pt x="421501" y="0"/>
                </a:lnTo>
                <a:lnTo>
                  <a:pt x="372364" y="2612"/>
                </a:lnTo>
                <a:lnTo>
                  <a:pt x="324887" y="10254"/>
                </a:lnTo>
                <a:lnTo>
                  <a:pt x="279386" y="22634"/>
                </a:lnTo>
                <a:lnTo>
                  <a:pt x="236180" y="39463"/>
                </a:lnTo>
                <a:lnTo>
                  <a:pt x="195584" y="60447"/>
                </a:lnTo>
                <a:lnTo>
                  <a:pt x="157916" y="85296"/>
                </a:lnTo>
                <a:lnTo>
                  <a:pt x="123493" y="113718"/>
                </a:lnTo>
                <a:lnTo>
                  <a:pt x="92631" y="145422"/>
                </a:lnTo>
                <a:lnTo>
                  <a:pt x="65647" y="180118"/>
                </a:lnTo>
                <a:lnTo>
                  <a:pt x="42859" y="217512"/>
                </a:lnTo>
                <a:lnTo>
                  <a:pt x="24583" y="257315"/>
                </a:lnTo>
                <a:lnTo>
                  <a:pt x="11137" y="299234"/>
                </a:lnTo>
                <a:lnTo>
                  <a:pt x="2837" y="342979"/>
                </a:lnTo>
                <a:lnTo>
                  <a:pt x="0" y="388259"/>
                </a:lnTo>
                <a:lnTo>
                  <a:pt x="2837" y="433542"/>
                </a:lnTo>
                <a:lnTo>
                  <a:pt x="11137" y="477290"/>
                </a:lnTo>
                <a:lnTo>
                  <a:pt x="24583" y="519212"/>
                </a:lnTo>
                <a:lnTo>
                  <a:pt x="42859" y="559017"/>
                </a:lnTo>
                <a:lnTo>
                  <a:pt x="65647" y="596414"/>
                </a:lnTo>
                <a:lnTo>
                  <a:pt x="92631" y="631110"/>
                </a:lnTo>
                <a:lnTo>
                  <a:pt x="123493" y="662816"/>
                </a:lnTo>
                <a:lnTo>
                  <a:pt x="157916" y="691239"/>
                </a:lnTo>
                <a:lnTo>
                  <a:pt x="195584" y="716089"/>
                </a:lnTo>
                <a:lnTo>
                  <a:pt x="236180" y="737073"/>
                </a:lnTo>
                <a:lnTo>
                  <a:pt x="279386" y="753902"/>
                </a:lnTo>
                <a:lnTo>
                  <a:pt x="324887" y="766282"/>
                </a:lnTo>
                <a:lnTo>
                  <a:pt x="372364" y="773925"/>
                </a:lnTo>
                <a:lnTo>
                  <a:pt x="421501" y="776537"/>
                </a:lnTo>
                <a:lnTo>
                  <a:pt x="470635" y="773925"/>
                </a:lnTo>
                <a:lnTo>
                  <a:pt x="518104" y="766282"/>
                </a:lnTo>
                <a:lnTo>
                  <a:pt x="563591" y="753902"/>
                </a:lnTo>
                <a:lnTo>
                  <a:pt x="606781" y="737073"/>
                </a:lnTo>
                <a:lnTo>
                  <a:pt x="647358" y="716089"/>
                </a:lnTo>
                <a:lnTo>
                  <a:pt x="685005" y="691239"/>
                </a:lnTo>
                <a:lnTo>
                  <a:pt x="719407" y="662816"/>
                </a:lnTo>
                <a:lnTo>
                  <a:pt x="750247" y="631110"/>
                </a:lnTo>
                <a:lnTo>
                  <a:pt x="777210" y="596414"/>
                </a:lnTo>
                <a:lnTo>
                  <a:pt x="799978" y="559017"/>
                </a:lnTo>
                <a:lnTo>
                  <a:pt x="818238" y="519212"/>
                </a:lnTo>
                <a:lnTo>
                  <a:pt x="831671" y="477290"/>
                </a:lnTo>
                <a:lnTo>
                  <a:pt x="839963" y="433542"/>
                </a:lnTo>
                <a:lnTo>
                  <a:pt x="842798" y="388259"/>
                </a:lnTo>
                <a:close/>
              </a:path>
            </a:pathLst>
          </a:custGeom>
          <a:ln w="424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153761" y="4386976"/>
            <a:ext cx="3556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50" dirty="0">
                <a:latin typeface="宋体"/>
                <a:cs typeface="宋体"/>
              </a:rPr>
              <a:t>010</a:t>
            </a:r>
            <a:r>
              <a:rPr sz="1200" spc="45" dirty="0">
                <a:latin typeface="宋体"/>
                <a:cs typeface="宋体"/>
              </a:rPr>
              <a:t>0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19909" y="3279295"/>
            <a:ext cx="3659441" cy="2452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170738" y="4386976"/>
            <a:ext cx="3556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50" dirty="0">
                <a:latin typeface="宋体"/>
                <a:cs typeface="宋体"/>
              </a:rPr>
              <a:t>010</a:t>
            </a:r>
            <a:r>
              <a:rPr sz="1200" spc="45" dirty="0">
                <a:latin typeface="宋体"/>
                <a:cs typeface="宋体"/>
              </a:rPr>
              <a:t>1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187754" y="4386976"/>
            <a:ext cx="3556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50" dirty="0">
                <a:latin typeface="宋体"/>
                <a:cs typeface="宋体"/>
              </a:rPr>
              <a:t>011</a:t>
            </a:r>
            <a:r>
              <a:rPr sz="1200" spc="45" dirty="0">
                <a:latin typeface="宋体"/>
                <a:cs typeface="宋体"/>
              </a:rPr>
              <a:t>0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153761" y="5324156"/>
            <a:ext cx="3556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50" dirty="0">
                <a:latin typeface="宋体"/>
                <a:cs typeface="宋体"/>
              </a:rPr>
              <a:t>100</a:t>
            </a:r>
            <a:r>
              <a:rPr sz="1200" spc="45" dirty="0">
                <a:latin typeface="宋体"/>
                <a:cs typeface="宋体"/>
              </a:rPr>
              <a:t>1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170738" y="5297385"/>
            <a:ext cx="3556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50" dirty="0">
                <a:latin typeface="宋体"/>
                <a:cs typeface="宋体"/>
              </a:rPr>
              <a:t>100</a:t>
            </a:r>
            <a:r>
              <a:rPr sz="1200" spc="45" dirty="0">
                <a:latin typeface="宋体"/>
                <a:cs typeface="宋体"/>
              </a:rPr>
              <a:t>0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187754" y="5324156"/>
            <a:ext cx="3556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50" dirty="0">
                <a:latin typeface="宋体"/>
                <a:cs typeface="宋体"/>
              </a:rPr>
              <a:t>011</a:t>
            </a:r>
            <a:r>
              <a:rPr sz="1200" spc="45" dirty="0">
                <a:latin typeface="宋体"/>
                <a:cs typeface="宋体"/>
              </a:rPr>
              <a:t>1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153761" y="3449777"/>
            <a:ext cx="3556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50" dirty="0">
                <a:latin typeface="宋体"/>
                <a:cs typeface="宋体"/>
              </a:rPr>
              <a:t>001</a:t>
            </a:r>
            <a:r>
              <a:rPr sz="1200" spc="45" dirty="0">
                <a:latin typeface="宋体"/>
                <a:cs typeface="宋体"/>
              </a:rPr>
              <a:t>1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170738" y="3449777"/>
            <a:ext cx="3556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50" dirty="0">
                <a:latin typeface="宋体"/>
                <a:cs typeface="宋体"/>
              </a:rPr>
              <a:t>001</a:t>
            </a:r>
            <a:r>
              <a:rPr sz="1200" spc="45" dirty="0">
                <a:latin typeface="宋体"/>
                <a:cs typeface="宋体"/>
              </a:rPr>
              <a:t>0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3931522" y="4371582"/>
            <a:ext cx="843280" cy="776605"/>
          </a:xfrm>
          <a:custGeom>
            <a:avLst/>
            <a:gdLst/>
            <a:ahLst/>
            <a:cxnLst/>
            <a:rect l="l" t="t" r="r" b="b"/>
            <a:pathLst>
              <a:path w="843279" h="776604">
                <a:moveTo>
                  <a:pt x="421501" y="0"/>
                </a:moveTo>
                <a:lnTo>
                  <a:pt x="372364" y="2612"/>
                </a:lnTo>
                <a:lnTo>
                  <a:pt x="324887" y="10254"/>
                </a:lnTo>
                <a:lnTo>
                  <a:pt x="279386" y="22634"/>
                </a:lnTo>
                <a:lnTo>
                  <a:pt x="236180" y="39463"/>
                </a:lnTo>
                <a:lnTo>
                  <a:pt x="195584" y="60447"/>
                </a:lnTo>
                <a:lnTo>
                  <a:pt x="157916" y="85296"/>
                </a:lnTo>
                <a:lnTo>
                  <a:pt x="123493" y="113718"/>
                </a:lnTo>
                <a:lnTo>
                  <a:pt x="92631" y="145422"/>
                </a:lnTo>
                <a:lnTo>
                  <a:pt x="65647" y="180118"/>
                </a:lnTo>
                <a:lnTo>
                  <a:pt x="42859" y="217512"/>
                </a:lnTo>
                <a:lnTo>
                  <a:pt x="24583" y="257315"/>
                </a:lnTo>
                <a:lnTo>
                  <a:pt x="11137" y="299234"/>
                </a:lnTo>
                <a:lnTo>
                  <a:pt x="2837" y="342979"/>
                </a:lnTo>
                <a:lnTo>
                  <a:pt x="0" y="388259"/>
                </a:lnTo>
                <a:lnTo>
                  <a:pt x="2837" y="433542"/>
                </a:lnTo>
                <a:lnTo>
                  <a:pt x="11137" y="477290"/>
                </a:lnTo>
                <a:lnTo>
                  <a:pt x="24583" y="519212"/>
                </a:lnTo>
                <a:lnTo>
                  <a:pt x="42859" y="559017"/>
                </a:lnTo>
                <a:lnTo>
                  <a:pt x="65647" y="596414"/>
                </a:lnTo>
                <a:lnTo>
                  <a:pt x="92631" y="631110"/>
                </a:lnTo>
                <a:lnTo>
                  <a:pt x="123493" y="662816"/>
                </a:lnTo>
                <a:lnTo>
                  <a:pt x="157916" y="691239"/>
                </a:lnTo>
                <a:lnTo>
                  <a:pt x="195584" y="716089"/>
                </a:lnTo>
                <a:lnTo>
                  <a:pt x="236180" y="737073"/>
                </a:lnTo>
                <a:lnTo>
                  <a:pt x="279386" y="753902"/>
                </a:lnTo>
                <a:lnTo>
                  <a:pt x="324887" y="766283"/>
                </a:lnTo>
                <a:lnTo>
                  <a:pt x="372364" y="773925"/>
                </a:lnTo>
                <a:lnTo>
                  <a:pt x="421501" y="776537"/>
                </a:lnTo>
                <a:lnTo>
                  <a:pt x="470635" y="773925"/>
                </a:lnTo>
                <a:lnTo>
                  <a:pt x="518104" y="766283"/>
                </a:lnTo>
                <a:lnTo>
                  <a:pt x="563591" y="753902"/>
                </a:lnTo>
                <a:lnTo>
                  <a:pt x="606781" y="737073"/>
                </a:lnTo>
                <a:lnTo>
                  <a:pt x="647358" y="716089"/>
                </a:lnTo>
                <a:lnTo>
                  <a:pt x="685005" y="691239"/>
                </a:lnTo>
                <a:lnTo>
                  <a:pt x="719407" y="662816"/>
                </a:lnTo>
                <a:lnTo>
                  <a:pt x="750247" y="631110"/>
                </a:lnTo>
                <a:lnTo>
                  <a:pt x="777209" y="596414"/>
                </a:lnTo>
                <a:lnTo>
                  <a:pt x="799978" y="559017"/>
                </a:lnTo>
                <a:lnTo>
                  <a:pt x="818238" y="519212"/>
                </a:lnTo>
                <a:lnTo>
                  <a:pt x="831671" y="477290"/>
                </a:lnTo>
                <a:lnTo>
                  <a:pt x="839963" y="433542"/>
                </a:lnTo>
                <a:lnTo>
                  <a:pt x="842798" y="388259"/>
                </a:lnTo>
                <a:lnTo>
                  <a:pt x="839963" y="342979"/>
                </a:lnTo>
                <a:lnTo>
                  <a:pt x="831671" y="299234"/>
                </a:lnTo>
                <a:lnTo>
                  <a:pt x="818238" y="257315"/>
                </a:lnTo>
                <a:lnTo>
                  <a:pt x="799978" y="217512"/>
                </a:lnTo>
                <a:lnTo>
                  <a:pt x="777209" y="180118"/>
                </a:lnTo>
                <a:lnTo>
                  <a:pt x="750247" y="145422"/>
                </a:lnTo>
                <a:lnTo>
                  <a:pt x="719407" y="113718"/>
                </a:lnTo>
                <a:lnTo>
                  <a:pt x="685005" y="85296"/>
                </a:lnTo>
                <a:lnTo>
                  <a:pt x="647358" y="60447"/>
                </a:lnTo>
                <a:lnTo>
                  <a:pt x="606781" y="39463"/>
                </a:lnTo>
                <a:lnTo>
                  <a:pt x="563591" y="22634"/>
                </a:lnTo>
                <a:lnTo>
                  <a:pt x="518104" y="10254"/>
                </a:lnTo>
                <a:lnTo>
                  <a:pt x="470635" y="2612"/>
                </a:lnTo>
                <a:lnTo>
                  <a:pt x="4215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931522" y="4371582"/>
            <a:ext cx="843280" cy="776605"/>
          </a:xfrm>
          <a:custGeom>
            <a:avLst/>
            <a:gdLst/>
            <a:ahLst/>
            <a:cxnLst/>
            <a:rect l="l" t="t" r="r" b="b"/>
            <a:pathLst>
              <a:path w="843279" h="776604">
                <a:moveTo>
                  <a:pt x="842798" y="388259"/>
                </a:moveTo>
                <a:lnTo>
                  <a:pt x="839963" y="342979"/>
                </a:lnTo>
                <a:lnTo>
                  <a:pt x="831671" y="299234"/>
                </a:lnTo>
                <a:lnTo>
                  <a:pt x="818238" y="257315"/>
                </a:lnTo>
                <a:lnTo>
                  <a:pt x="799978" y="217512"/>
                </a:lnTo>
                <a:lnTo>
                  <a:pt x="777210" y="180118"/>
                </a:lnTo>
                <a:lnTo>
                  <a:pt x="750247" y="145422"/>
                </a:lnTo>
                <a:lnTo>
                  <a:pt x="719407" y="113718"/>
                </a:lnTo>
                <a:lnTo>
                  <a:pt x="685005" y="85296"/>
                </a:lnTo>
                <a:lnTo>
                  <a:pt x="647358" y="60447"/>
                </a:lnTo>
                <a:lnTo>
                  <a:pt x="606781" y="39463"/>
                </a:lnTo>
                <a:lnTo>
                  <a:pt x="563591" y="22634"/>
                </a:lnTo>
                <a:lnTo>
                  <a:pt x="518104" y="10254"/>
                </a:lnTo>
                <a:lnTo>
                  <a:pt x="470635" y="2612"/>
                </a:lnTo>
                <a:lnTo>
                  <a:pt x="421501" y="0"/>
                </a:lnTo>
                <a:lnTo>
                  <a:pt x="372364" y="2612"/>
                </a:lnTo>
                <a:lnTo>
                  <a:pt x="324887" y="10254"/>
                </a:lnTo>
                <a:lnTo>
                  <a:pt x="279386" y="22634"/>
                </a:lnTo>
                <a:lnTo>
                  <a:pt x="236180" y="39463"/>
                </a:lnTo>
                <a:lnTo>
                  <a:pt x="195584" y="60447"/>
                </a:lnTo>
                <a:lnTo>
                  <a:pt x="157916" y="85296"/>
                </a:lnTo>
                <a:lnTo>
                  <a:pt x="123493" y="113718"/>
                </a:lnTo>
                <a:lnTo>
                  <a:pt x="92631" y="145422"/>
                </a:lnTo>
                <a:lnTo>
                  <a:pt x="65647" y="180118"/>
                </a:lnTo>
                <a:lnTo>
                  <a:pt x="42859" y="217512"/>
                </a:lnTo>
                <a:lnTo>
                  <a:pt x="24583" y="257315"/>
                </a:lnTo>
                <a:lnTo>
                  <a:pt x="11137" y="299234"/>
                </a:lnTo>
                <a:lnTo>
                  <a:pt x="2837" y="342979"/>
                </a:lnTo>
                <a:lnTo>
                  <a:pt x="0" y="388259"/>
                </a:lnTo>
                <a:lnTo>
                  <a:pt x="2837" y="433542"/>
                </a:lnTo>
                <a:lnTo>
                  <a:pt x="11137" y="477290"/>
                </a:lnTo>
                <a:lnTo>
                  <a:pt x="24583" y="519212"/>
                </a:lnTo>
                <a:lnTo>
                  <a:pt x="42859" y="559017"/>
                </a:lnTo>
                <a:lnTo>
                  <a:pt x="65647" y="596414"/>
                </a:lnTo>
                <a:lnTo>
                  <a:pt x="92631" y="631110"/>
                </a:lnTo>
                <a:lnTo>
                  <a:pt x="123493" y="662816"/>
                </a:lnTo>
                <a:lnTo>
                  <a:pt x="157916" y="691239"/>
                </a:lnTo>
                <a:lnTo>
                  <a:pt x="195584" y="716089"/>
                </a:lnTo>
                <a:lnTo>
                  <a:pt x="236180" y="737073"/>
                </a:lnTo>
                <a:lnTo>
                  <a:pt x="279386" y="753902"/>
                </a:lnTo>
                <a:lnTo>
                  <a:pt x="324887" y="766282"/>
                </a:lnTo>
                <a:lnTo>
                  <a:pt x="372364" y="773925"/>
                </a:lnTo>
                <a:lnTo>
                  <a:pt x="421501" y="776537"/>
                </a:lnTo>
                <a:lnTo>
                  <a:pt x="470635" y="773925"/>
                </a:lnTo>
                <a:lnTo>
                  <a:pt x="518104" y="766282"/>
                </a:lnTo>
                <a:lnTo>
                  <a:pt x="563591" y="753902"/>
                </a:lnTo>
                <a:lnTo>
                  <a:pt x="606781" y="737073"/>
                </a:lnTo>
                <a:lnTo>
                  <a:pt x="647358" y="716089"/>
                </a:lnTo>
                <a:lnTo>
                  <a:pt x="685005" y="691239"/>
                </a:lnTo>
                <a:lnTo>
                  <a:pt x="719407" y="662816"/>
                </a:lnTo>
                <a:lnTo>
                  <a:pt x="750247" y="631110"/>
                </a:lnTo>
                <a:lnTo>
                  <a:pt x="777210" y="596414"/>
                </a:lnTo>
                <a:lnTo>
                  <a:pt x="799978" y="559017"/>
                </a:lnTo>
                <a:lnTo>
                  <a:pt x="818238" y="519212"/>
                </a:lnTo>
                <a:lnTo>
                  <a:pt x="831671" y="477290"/>
                </a:lnTo>
                <a:lnTo>
                  <a:pt x="839963" y="433542"/>
                </a:lnTo>
                <a:lnTo>
                  <a:pt x="842798" y="388259"/>
                </a:lnTo>
                <a:close/>
              </a:path>
            </a:pathLst>
          </a:custGeom>
          <a:ln w="424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4004947" y="4628118"/>
            <a:ext cx="695960" cy="2298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300" spc="55" dirty="0">
                <a:latin typeface="宋体"/>
                <a:cs typeface="宋体"/>
              </a:rPr>
              <a:t>Q</a:t>
            </a:r>
            <a:r>
              <a:rPr sz="1350" spc="82" baseline="-12345" dirty="0">
                <a:latin typeface="宋体"/>
                <a:cs typeface="宋体"/>
              </a:rPr>
              <a:t>3</a:t>
            </a:r>
            <a:r>
              <a:rPr sz="1300" spc="55" dirty="0">
                <a:latin typeface="宋体"/>
                <a:cs typeface="宋体"/>
              </a:rPr>
              <a:t>Q</a:t>
            </a:r>
            <a:r>
              <a:rPr sz="1350" spc="82" baseline="-12345" dirty="0">
                <a:latin typeface="宋体"/>
                <a:cs typeface="宋体"/>
              </a:rPr>
              <a:t>2</a:t>
            </a:r>
            <a:r>
              <a:rPr sz="1300" spc="55" dirty="0">
                <a:latin typeface="宋体"/>
                <a:cs typeface="宋体"/>
              </a:rPr>
              <a:t>Q</a:t>
            </a:r>
            <a:r>
              <a:rPr sz="1350" spc="82" baseline="-12345" dirty="0">
                <a:latin typeface="宋体"/>
                <a:cs typeface="宋体"/>
              </a:rPr>
              <a:t>1</a:t>
            </a:r>
            <a:r>
              <a:rPr sz="1300" spc="55" dirty="0">
                <a:latin typeface="宋体"/>
                <a:cs typeface="宋体"/>
              </a:rPr>
              <a:t>Q</a:t>
            </a:r>
            <a:r>
              <a:rPr sz="1350" spc="82" baseline="-12345" dirty="0">
                <a:latin typeface="宋体"/>
                <a:cs typeface="宋体"/>
              </a:rPr>
              <a:t>0</a:t>
            </a:r>
            <a:endParaRPr sz="1350" baseline="-12345">
              <a:latin typeface="宋体"/>
              <a:cs typeface="宋体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172583" y="3449777"/>
            <a:ext cx="3556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50" dirty="0">
                <a:latin typeface="宋体"/>
                <a:cs typeface="宋体"/>
              </a:rPr>
              <a:t>000</a:t>
            </a:r>
            <a:r>
              <a:rPr sz="1200" spc="45" dirty="0">
                <a:latin typeface="宋体"/>
                <a:cs typeface="宋体"/>
              </a:rPr>
              <a:t>1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189435" y="3449777"/>
            <a:ext cx="3556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50" dirty="0">
                <a:latin typeface="宋体"/>
                <a:cs typeface="宋体"/>
              </a:rPr>
              <a:t>000</a:t>
            </a:r>
            <a:r>
              <a:rPr sz="1200" spc="45" dirty="0">
                <a:latin typeface="宋体"/>
                <a:cs typeface="宋体"/>
              </a:rPr>
              <a:t>0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975270" y="1882510"/>
            <a:ext cx="632460" cy="0"/>
          </a:xfrm>
          <a:custGeom>
            <a:avLst/>
            <a:gdLst/>
            <a:ahLst/>
            <a:cxnLst/>
            <a:rect l="l" t="t" r="r" b="b"/>
            <a:pathLst>
              <a:path w="632460">
                <a:moveTo>
                  <a:pt x="0" y="0"/>
                </a:moveTo>
                <a:lnTo>
                  <a:pt x="631898" y="0"/>
                </a:lnTo>
              </a:path>
            </a:pathLst>
          </a:custGeom>
          <a:ln w="22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131733" y="1882510"/>
            <a:ext cx="655955" cy="0"/>
          </a:xfrm>
          <a:custGeom>
            <a:avLst/>
            <a:gdLst/>
            <a:ahLst/>
            <a:cxnLst/>
            <a:rect l="l" t="t" r="r" b="b"/>
            <a:pathLst>
              <a:path w="655954">
                <a:moveTo>
                  <a:pt x="0" y="0"/>
                </a:moveTo>
                <a:lnTo>
                  <a:pt x="655737" y="0"/>
                </a:lnTo>
              </a:path>
            </a:pathLst>
          </a:custGeom>
          <a:ln w="22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1970519" y="1839222"/>
            <a:ext cx="1839595" cy="567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50" i="1" spc="229" dirty="0">
                <a:latin typeface="Times New Roman"/>
                <a:cs typeface="Times New Roman"/>
              </a:rPr>
              <a:t>LD </a:t>
            </a:r>
            <a:r>
              <a:rPr sz="3550" spc="190" dirty="0">
                <a:latin typeface="Symbol"/>
                <a:cs typeface="Symbol"/>
              </a:rPr>
              <a:t></a:t>
            </a:r>
            <a:r>
              <a:rPr sz="3550" spc="-380" dirty="0">
                <a:latin typeface="Times New Roman"/>
                <a:cs typeface="Times New Roman"/>
              </a:rPr>
              <a:t> </a:t>
            </a:r>
            <a:r>
              <a:rPr sz="3550" i="1" spc="245" dirty="0">
                <a:latin typeface="Times New Roman"/>
                <a:cs typeface="Times New Roman"/>
              </a:rPr>
              <a:t>CO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108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title"/>
          </p:nvPr>
        </p:nvSpPr>
        <p:spPr>
          <a:xfrm>
            <a:off x="1711451" y="518159"/>
            <a:ext cx="2647315" cy="585470"/>
          </a:xfrm>
          <a:prstGeom prst="rect">
            <a:avLst/>
          </a:prstGeom>
          <a:solidFill>
            <a:srgbClr val="C4F4DF"/>
          </a:solidFill>
          <a:ln w="9144">
            <a:solidFill>
              <a:srgbClr val="C00000"/>
            </a:solidFill>
          </a:ln>
        </p:spPr>
        <p:txBody>
          <a:bodyPr vert="horz" wrap="square" lIns="0" tIns="146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15"/>
              </a:spcBef>
            </a:pPr>
            <a:r>
              <a:rPr dirty="0">
                <a:solidFill>
                  <a:srgbClr val="C00000"/>
                </a:solidFill>
              </a:rPr>
              <a:t>六进制计数器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5271"/>
            <a:ext cx="29870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10" dirty="0">
                <a:latin typeface="华文楷体"/>
                <a:cs typeface="华文楷体"/>
              </a:rPr>
              <a:t>1</a:t>
            </a:r>
            <a:r>
              <a:rPr sz="3600" b="1" i="0" dirty="0">
                <a:latin typeface="华文楷体"/>
                <a:cs typeface="华文楷体"/>
              </a:rPr>
              <a:t>）反</a:t>
            </a:r>
            <a:r>
              <a:rPr sz="3600" b="1" i="0" spc="-5" dirty="0">
                <a:latin typeface="华文楷体"/>
                <a:cs typeface="华文楷体"/>
              </a:rPr>
              <a:t>馈归零法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109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8044" y="1423542"/>
            <a:ext cx="5251450" cy="3622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33334D"/>
                </a:solidFill>
                <a:latin typeface="华文楷体"/>
                <a:cs typeface="华文楷体"/>
              </a:rPr>
              <a:t>原理：</a:t>
            </a:r>
            <a:endParaRPr sz="2800">
              <a:latin typeface="华文楷体"/>
              <a:cs typeface="华文楷体"/>
            </a:endParaRPr>
          </a:p>
          <a:p>
            <a:pPr marL="12700" marR="5080" indent="457200">
              <a:lnSpc>
                <a:spcPct val="185700"/>
              </a:lnSpc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跳过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N-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M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个状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态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直接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回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到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0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状态 </a:t>
            </a:r>
            <a:r>
              <a:rPr sz="2800" b="1" dirty="0">
                <a:solidFill>
                  <a:srgbClr val="33334D"/>
                </a:solidFill>
                <a:latin typeface="华文楷体"/>
                <a:cs typeface="华文楷体"/>
              </a:rPr>
              <a:t>分类：</a:t>
            </a:r>
            <a:endParaRPr sz="2800">
              <a:latin typeface="华文楷体"/>
              <a:cs typeface="华文楷体"/>
            </a:endParaRPr>
          </a:p>
          <a:p>
            <a:pPr marL="927100" marR="2889250">
              <a:lnSpc>
                <a:spcPct val="185700"/>
              </a:lnSpc>
              <a:spcBef>
                <a:spcPts val="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异步清零 同步清零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600" y="1493276"/>
            <a:ext cx="4817628" cy="44495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16432" y="1678596"/>
            <a:ext cx="462915" cy="41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825" spc="44" baseline="7625" dirty="0">
                <a:latin typeface="宋体"/>
                <a:cs typeface="宋体"/>
              </a:rPr>
              <a:t>S</a:t>
            </a:r>
            <a:r>
              <a:rPr sz="2550" spc="-480" dirty="0">
                <a:latin typeface="宋体"/>
                <a:cs typeface="宋体"/>
              </a:rPr>
              <a:t> </a:t>
            </a:r>
            <a:r>
              <a:rPr sz="1600" spc="65" dirty="0">
                <a:latin typeface="宋体"/>
                <a:cs typeface="宋体"/>
              </a:rPr>
              <a:t>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110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78544" y="1678596"/>
            <a:ext cx="462915" cy="41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825" spc="44" baseline="7625" dirty="0">
                <a:latin typeface="宋体"/>
                <a:cs typeface="宋体"/>
              </a:rPr>
              <a:t>S</a:t>
            </a:r>
            <a:r>
              <a:rPr sz="2550" spc="-480" dirty="0">
                <a:latin typeface="宋体"/>
                <a:cs typeface="宋体"/>
              </a:rPr>
              <a:t> </a:t>
            </a:r>
            <a:r>
              <a:rPr sz="1600" spc="65" dirty="0">
                <a:latin typeface="宋体"/>
                <a:cs typeface="宋体"/>
              </a:rPr>
              <a:t>1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40546" y="1678596"/>
            <a:ext cx="462915" cy="41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825" spc="44" baseline="7625" dirty="0">
                <a:latin typeface="宋体"/>
                <a:cs typeface="宋体"/>
              </a:rPr>
              <a:t>S</a:t>
            </a:r>
            <a:r>
              <a:rPr sz="2550" spc="-480" dirty="0">
                <a:latin typeface="宋体"/>
                <a:cs typeface="宋体"/>
              </a:rPr>
              <a:t> </a:t>
            </a:r>
            <a:r>
              <a:rPr sz="1600" spc="65" dirty="0">
                <a:latin typeface="宋体"/>
                <a:cs typeface="宋体"/>
              </a:rPr>
              <a:t>2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28168" y="1636033"/>
            <a:ext cx="190500" cy="41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50" spc="20" dirty="0">
                <a:latin typeface="宋体"/>
                <a:cs typeface="宋体"/>
              </a:rPr>
              <a:t>S</a:t>
            </a:r>
            <a:endParaRPr sz="255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61051" y="2935472"/>
            <a:ext cx="574040" cy="41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825" spc="67" baseline="7625" dirty="0">
                <a:latin typeface="宋体"/>
                <a:cs typeface="宋体"/>
              </a:rPr>
              <a:t>S</a:t>
            </a:r>
            <a:r>
              <a:rPr sz="1600" spc="45" dirty="0">
                <a:latin typeface="宋体"/>
                <a:cs typeface="宋体"/>
              </a:rPr>
              <a:t>N</a:t>
            </a:r>
            <a:r>
              <a:rPr sz="1700" spc="45" dirty="0">
                <a:latin typeface="宋体"/>
                <a:cs typeface="宋体"/>
              </a:rPr>
              <a:t>-</a:t>
            </a:r>
            <a:r>
              <a:rPr sz="1600" spc="45" dirty="0">
                <a:latin typeface="宋体"/>
                <a:cs typeface="宋体"/>
              </a:rPr>
              <a:t>1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1051" y="4192246"/>
            <a:ext cx="574040" cy="41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825" spc="67" baseline="7625" dirty="0">
                <a:latin typeface="宋体"/>
                <a:cs typeface="宋体"/>
              </a:rPr>
              <a:t>S</a:t>
            </a:r>
            <a:r>
              <a:rPr sz="1600" spc="45" dirty="0">
                <a:latin typeface="宋体"/>
                <a:cs typeface="宋体"/>
              </a:rPr>
              <a:t>N</a:t>
            </a:r>
            <a:r>
              <a:rPr sz="1700" spc="45" dirty="0">
                <a:latin typeface="宋体"/>
                <a:cs typeface="宋体"/>
              </a:rPr>
              <a:t>-</a:t>
            </a:r>
            <a:r>
              <a:rPr sz="1600" spc="45" dirty="0">
                <a:latin typeface="宋体"/>
                <a:cs typeface="宋体"/>
              </a:rPr>
              <a:t>2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1051" y="5406483"/>
            <a:ext cx="352425" cy="41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550" spc="45" dirty="0">
                <a:latin typeface="宋体"/>
                <a:cs typeface="宋体"/>
              </a:rPr>
              <a:t>S</a:t>
            </a:r>
            <a:r>
              <a:rPr sz="2400" spc="67" baseline="-12152" dirty="0">
                <a:latin typeface="宋体"/>
                <a:cs typeface="宋体"/>
              </a:rPr>
              <a:t>N</a:t>
            </a:r>
            <a:endParaRPr sz="2400" baseline="-12152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00628" y="982217"/>
            <a:ext cx="1170940" cy="0"/>
          </a:xfrm>
          <a:custGeom>
            <a:avLst/>
            <a:gdLst/>
            <a:ahLst/>
            <a:cxnLst/>
            <a:rect l="l" t="t" r="r" b="b"/>
            <a:pathLst>
              <a:path w="1170939">
                <a:moveTo>
                  <a:pt x="0" y="0"/>
                </a:moveTo>
                <a:lnTo>
                  <a:pt x="1170432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770890" cy="0"/>
          </a:xfrm>
          <a:custGeom>
            <a:avLst/>
            <a:gdLst/>
            <a:ahLst/>
            <a:cxnLst/>
            <a:rect l="l" t="t" r="r" b="b"/>
            <a:pathLst>
              <a:path w="770890">
                <a:moveTo>
                  <a:pt x="0" y="0"/>
                </a:moveTo>
                <a:lnTo>
                  <a:pt x="770382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60347" y="394715"/>
            <a:ext cx="2240280" cy="772795"/>
          </a:xfrm>
          <a:custGeom>
            <a:avLst/>
            <a:gdLst/>
            <a:ahLst/>
            <a:cxnLst/>
            <a:rect l="l" t="t" r="r" b="b"/>
            <a:pathLst>
              <a:path w="2240279" h="772794">
                <a:moveTo>
                  <a:pt x="0" y="772667"/>
                </a:moveTo>
                <a:lnTo>
                  <a:pt x="2240279" y="772667"/>
                </a:lnTo>
                <a:lnTo>
                  <a:pt x="2240279" y="0"/>
                </a:lnTo>
                <a:lnTo>
                  <a:pt x="0" y="0"/>
                </a:lnTo>
                <a:lnTo>
                  <a:pt x="0" y="772667"/>
                </a:lnTo>
                <a:close/>
              </a:path>
            </a:pathLst>
          </a:custGeom>
          <a:solidFill>
            <a:srgbClr val="FFAF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39341" y="525271"/>
            <a:ext cx="1860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5" dirty="0">
                <a:solidFill>
                  <a:srgbClr val="33334D"/>
                </a:solidFill>
                <a:latin typeface="华文楷体"/>
                <a:cs typeface="华文楷体"/>
              </a:rPr>
              <a:t>异步清零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42644" y="1121614"/>
            <a:ext cx="8115934" cy="4988560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70"/>
              </a:spcBef>
            </a:pPr>
            <a:r>
              <a:rPr sz="2800" b="1" dirty="0">
                <a:solidFill>
                  <a:srgbClr val="33334D"/>
                </a:solidFill>
                <a:latin typeface="华文楷体"/>
                <a:cs typeface="华文楷体"/>
              </a:rPr>
              <a:t>特点：</a:t>
            </a:r>
            <a:endParaRPr sz="2800">
              <a:latin typeface="华文楷体"/>
              <a:cs typeface="华文楷体"/>
            </a:endParaRPr>
          </a:p>
          <a:p>
            <a:pPr marL="495300">
              <a:lnSpc>
                <a:spcPct val="100000"/>
              </a:lnSpc>
              <a:spcBef>
                <a:spcPts val="1180"/>
              </a:spcBef>
            </a:pPr>
            <a:r>
              <a:rPr sz="2800" b="1" spc="30" dirty="0">
                <a:solidFill>
                  <a:srgbClr val="7E4D00"/>
                </a:solidFill>
                <a:latin typeface="华文楷体"/>
                <a:cs typeface="华文楷体"/>
              </a:rPr>
              <a:t>从</a:t>
            </a:r>
            <a:r>
              <a:rPr sz="2800" b="1" spc="20" dirty="0">
                <a:solidFill>
                  <a:srgbClr val="7E4D00"/>
                </a:solidFill>
                <a:latin typeface="华文楷体"/>
                <a:cs typeface="华文楷体"/>
              </a:rPr>
              <a:t>S</a:t>
            </a:r>
            <a:r>
              <a:rPr sz="2775" b="1" spc="30" baseline="-21021" dirty="0">
                <a:solidFill>
                  <a:srgbClr val="7E4D00"/>
                </a:solidFill>
                <a:latin typeface="华文楷体"/>
                <a:cs typeface="华文楷体"/>
              </a:rPr>
              <a:t>0</a:t>
            </a:r>
            <a:r>
              <a:rPr sz="2800" b="1" spc="20" dirty="0">
                <a:solidFill>
                  <a:srgbClr val="7E4D00"/>
                </a:solidFill>
                <a:latin typeface="华文楷体"/>
                <a:cs typeface="华文楷体"/>
              </a:rPr>
              <a:t>（</a:t>
            </a:r>
            <a:r>
              <a:rPr sz="2800" b="1" spc="25" dirty="0">
                <a:solidFill>
                  <a:srgbClr val="7E4D00"/>
                </a:solidFill>
                <a:latin typeface="华文楷体"/>
                <a:cs typeface="华文楷体"/>
              </a:rPr>
              <a:t>全</a:t>
            </a:r>
            <a:r>
              <a:rPr sz="2800" b="1" spc="15" dirty="0">
                <a:solidFill>
                  <a:srgbClr val="7E4D00"/>
                </a:solidFill>
                <a:latin typeface="华文楷体"/>
                <a:cs typeface="华文楷体"/>
              </a:rPr>
              <a:t>0）</a:t>
            </a:r>
            <a:r>
              <a:rPr sz="2800" b="1" spc="25" dirty="0">
                <a:solidFill>
                  <a:srgbClr val="7E4D00"/>
                </a:solidFill>
                <a:latin typeface="华文楷体"/>
                <a:cs typeface="华文楷体"/>
              </a:rPr>
              <a:t>开</a:t>
            </a:r>
            <a:r>
              <a:rPr sz="2800" b="1" spc="30" dirty="0">
                <a:solidFill>
                  <a:srgbClr val="7E4D00"/>
                </a:solidFill>
                <a:latin typeface="华文楷体"/>
                <a:cs typeface="华文楷体"/>
              </a:rPr>
              <a:t>始</a:t>
            </a:r>
            <a:r>
              <a:rPr sz="2800" b="1" spc="15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spc="25" dirty="0">
                <a:solidFill>
                  <a:srgbClr val="7E4D00"/>
                </a:solidFill>
                <a:latin typeface="华文楷体"/>
                <a:cs typeface="华文楷体"/>
              </a:rPr>
              <a:t>达到</a:t>
            </a:r>
            <a:r>
              <a:rPr sz="2800" b="1" spc="30" dirty="0">
                <a:solidFill>
                  <a:srgbClr val="7E4D00"/>
                </a:solidFill>
                <a:latin typeface="华文楷体"/>
                <a:cs typeface="华文楷体"/>
              </a:rPr>
              <a:t>S</a:t>
            </a:r>
            <a:r>
              <a:rPr sz="2775" b="1" spc="44" baseline="-21021" dirty="0">
                <a:solidFill>
                  <a:srgbClr val="7E4D00"/>
                </a:solidFill>
                <a:latin typeface="华文楷体"/>
                <a:cs typeface="华文楷体"/>
              </a:rPr>
              <a:t>M</a:t>
            </a:r>
            <a:r>
              <a:rPr sz="2800" b="1" spc="15" dirty="0">
                <a:solidFill>
                  <a:srgbClr val="7E4D00"/>
                </a:solidFill>
                <a:latin typeface="华文楷体"/>
                <a:cs typeface="华文楷体"/>
              </a:rPr>
              <a:t>状</a:t>
            </a:r>
            <a:r>
              <a:rPr sz="2800" b="1" spc="25" dirty="0">
                <a:solidFill>
                  <a:srgbClr val="7E4D00"/>
                </a:solidFill>
                <a:latin typeface="华文楷体"/>
                <a:cs typeface="华文楷体"/>
              </a:rPr>
              <a:t>态时，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立</a:t>
            </a:r>
            <a:r>
              <a:rPr sz="2800" b="1" spc="25" dirty="0">
                <a:solidFill>
                  <a:srgbClr val="7E4D00"/>
                </a:solidFill>
                <a:latin typeface="华文楷体"/>
                <a:cs typeface="华文楷体"/>
              </a:rPr>
              <a:t>刻回</a:t>
            </a:r>
            <a:r>
              <a:rPr sz="2800" b="1" spc="35" dirty="0">
                <a:solidFill>
                  <a:srgbClr val="7E4D00"/>
                </a:solidFill>
                <a:latin typeface="华文楷体"/>
                <a:cs typeface="华文楷体"/>
              </a:rPr>
              <a:t>到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S</a:t>
            </a:r>
            <a:r>
              <a:rPr sz="2775" b="1" spc="15" baseline="-21021" dirty="0">
                <a:solidFill>
                  <a:srgbClr val="7E4D00"/>
                </a:solidFill>
                <a:latin typeface="华文楷体"/>
                <a:cs typeface="华文楷体"/>
              </a:rPr>
              <a:t>0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38100" marR="6272530">
              <a:lnSpc>
                <a:spcPts val="5000"/>
              </a:lnSpc>
              <a:spcBef>
                <a:spcPts val="430"/>
              </a:spcBef>
            </a:pP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S</a:t>
            </a:r>
            <a:r>
              <a:rPr sz="2775" b="1" spc="37" baseline="-21021" dirty="0">
                <a:solidFill>
                  <a:srgbClr val="7E4D00"/>
                </a:solidFill>
                <a:latin typeface="华文楷体"/>
                <a:cs typeface="华文楷体"/>
              </a:rPr>
              <a:t>M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为瞬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态。 </a:t>
            </a:r>
            <a:r>
              <a:rPr sz="2800" b="1" dirty="0">
                <a:solidFill>
                  <a:srgbClr val="33334D"/>
                </a:solidFill>
                <a:latin typeface="华文楷体"/>
                <a:cs typeface="华文楷体"/>
              </a:rPr>
              <a:t>方法：</a:t>
            </a:r>
            <a:endParaRPr sz="2800">
              <a:latin typeface="华文楷体"/>
              <a:cs typeface="华文楷体"/>
            </a:endParaRPr>
          </a:p>
          <a:p>
            <a:pPr marL="495300">
              <a:lnSpc>
                <a:spcPct val="100000"/>
              </a:lnSpc>
              <a:spcBef>
                <a:spcPts val="121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写出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模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M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二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进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制代码</a:t>
            </a:r>
            <a:endParaRPr sz="2800">
              <a:latin typeface="华文楷体"/>
              <a:cs typeface="华文楷体"/>
            </a:endParaRPr>
          </a:p>
          <a:p>
            <a:pPr marL="495300">
              <a:lnSpc>
                <a:spcPct val="100000"/>
              </a:lnSpc>
              <a:spcBef>
                <a:spcPts val="1630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写出反馈逻</a:t>
            </a:r>
            <a:r>
              <a:rPr sz="2800" b="1" spc="-20" dirty="0">
                <a:solidFill>
                  <a:srgbClr val="7E4D00"/>
                </a:solidFill>
                <a:latin typeface="华文楷体"/>
                <a:cs typeface="华文楷体"/>
              </a:rPr>
              <a:t>辑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CR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的表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达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式</a:t>
            </a:r>
            <a:endParaRPr sz="2800">
              <a:latin typeface="华文楷体"/>
              <a:cs typeface="华文楷体"/>
            </a:endParaRPr>
          </a:p>
          <a:p>
            <a:pPr marL="495300" marR="2601595">
              <a:lnSpc>
                <a:spcPct val="148900"/>
              </a:lnSpc>
              <a:spcBef>
                <a:spcPts val="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M中所有为1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Q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端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相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与（</a:t>
            </a:r>
            <a:r>
              <a:rPr sz="2800" b="1" dirty="0">
                <a:solidFill>
                  <a:srgbClr val="33334D"/>
                </a:solidFill>
                <a:latin typeface="华文楷体"/>
                <a:cs typeface="华文楷体"/>
              </a:rPr>
              <a:t>与</a:t>
            </a:r>
            <a:r>
              <a:rPr sz="2800" b="1" spc="-10" dirty="0">
                <a:solidFill>
                  <a:srgbClr val="33334D"/>
                </a:solidFill>
                <a:latin typeface="华文楷体"/>
                <a:cs typeface="华文楷体"/>
              </a:rPr>
              <a:t>非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）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将与（</a:t>
            </a:r>
            <a:r>
              <a:rPr sz="2800" b="1" dirty="0">
                <a:solidFill>
                  <a:srgbClr val="33334D"/>
                </a:solidFill>
                <a:latin typeface="华文楷体"/>
                <a:cs typeface="华文楷体"/>
              </a:rPr>
              <a:t>与非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）结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果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接到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清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零端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671059" y="373379"/>
            <a:ext cx="4688205" cy="774700"/>
          </a:xfrm>
          <a:custGeom>
            <a:avLst/>
            <a:gdLst/>
            <a:ahLst/>
            <a:cxnLst/>
            <a:rect l="l" t="t" r="r" b="b"/>
            <a:pathLst>
              <a:path w="4688205" h="774700">
                <a:moveTo>
                  <a:pt x="0" y="774191"/>
                </a:moveTo>
                <a:lnTo>
                  <a:pt x="4687824" y="774191"/>
                </a:lnTo>
                <a:lnTo>
                  <a:pt x="4687824" y="0"/>
                </a:lnTo>
                <a:lnTo>
                  <a:pt x="0" y="0"/>
                </a:lnTo>
                <a:lnTo>
                  <a:pt x="0" y="774191"/>
                </a:lnTo>
                <a:close/>
              </a:path>
            </a:pathLst>
          </a:custGeom>
          <a:solidFill>
            <a:srgbClr val="FFAF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4750053" y="504190"/>
            <a:ext cx="4159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solidFill>
                  <a:srgbClr val="33334D"/>
                </a:solidFill>
                <a:latin typeface="华文楷体"/>
                <a:cs typeface="华文楷体"/>
              </a:rPr>
              <a:t>74160</a:t>
            </a:r>
            <a:r>
              <a:rPr sz="3600" b="1" i="0" spc="-5" dirty="0">
                <a:solidFill>
                  <a:srgbClr val="33334D"/>
                </a:solidFill>
                <a:latin typeface="华文楷体"/>
                <a:cs typeface="华文楷体"/>
              </a:rPr>
              <a:t>、</a:t>
            </a:r>
            <a:r>
              <a:rPr sz="3600" b="1" i="0" spc="-10" dirty="0">
                <a:solidFill>
                  <a:srgbClr val="33334D"/>
                </a:solidFill>
                <a:latin typeface="华文楷体"/>
                <a:cs typeface="华文楷体"/>
              </a:rPr>
              <a:t>74161</a:t>
            </a:r>
            <a:r>
              <a:rPr sz="3600" b="1" i="0" spc="-5" dirty="0">
                <a:solidFill>
                  <a:srgbClr val="33334D"/>
                </a:solidFill>
                <a:latin typeface="华文楷体"/>
                <a:cs typeface="华文楷体"/>
              </a:rPr>
              <a:t>、74290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111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00628" y="982217"/>
            <a:ext cx="5739130" cy="0"/>
          </a:xfrm>
          <a:custGeom>
            <a:avLst/>
            <a:gdLst/>
            <a:ahLst/>
            <a:cxnLst/>
            <a:rect l="l" t="t" r="r" b="b"/>
            <a:pathLst>
              <a:path w="5739130">
                <a:moveTo>
                  <a:pt x="0" y="0"/>
                </a:moveTo>
                <a:lnTo>
                  <a:pt x="5738622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770890" cy="0"/>
          </a:xfrm>
          <a:custGeom>
            <a:avLst/>
            <a:gdLst/>
            <a:ahLst/>
            <a:cxnLst/>
            <a:rect l="l" t="t" r="r" b="b"/>
            <a:pathLst>
              <a:path w="770890">
                <a:moveTo>
                  <a:pt x="0" y="0"/>
                </a:moveTo>
                <a:lnTo>
                  <a:pt x="770382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60347" y="394715"/>
            <a:ext cx="2240280" cy="772795"/>
          </a:xfrm>
          <a:custGeom>
            <a:avLst/>
            <a:gdLst/>
            <a:ahLst/>
            <a:cxnLst/>
            <a:rect l="l" t="t" r="r" b="b"/>
            <a:pathLst>
              <a:path w="2240279" h="772794">
                <a:moveTo>
                  <a:pt x="0" y="772667"/>
                </a:moveTo>
                <a:lnTo>
                  <a:pt x="2240279" y="772667"/>
                </a:lnTo>
                <a:lnTo>
                  <a:pt x="2240279" y="0"/>
                </a:lnTo>
                <a:lnTo>
                  <a:pt x="0" y="0"/>
                </a:lnTo>
                <a:lnTo>
                  <a:pt x="0" y="772667"/>
                </a:lnTo>
                <a:close/>
              </a:path>
            </a:pathLst>
          </a:custGeom>
          <a:solidFill>
            <a:srgbClr val="FFAF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339341" y="525271"/>
            <a:ext cx="1860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5" dirty="0">
                <a:solidFill>
                  <a:srgbClr val="33334D"/>
                </a:solidFill>
                <a:latin typeface="华文楷体"/>
                <a:cs typeface="华文楷体"/>
              </a:rPr>
              <a:t>同步清零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67604" y="6539775"/>
            <a:ext cx="48514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112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42644" y="1121614"/>
            <a:ext cx="8125459" cy="4988560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70"/>
              </a:spcBef>
            </a:pPr>
            <a:r>
              <a:rPr sz="2800" b="1" dirty="0">
                <a:solidFill>
                  <a:srgbClr val="33334D"/>
                </a:solidFill>
                <a:latin typeface="华文楷体"/>
                <a:cs typeface="华文楷体"/>
              </a:rPr>
              <a:t>特点：</a:t>
            </a:r>
            <a:endParaRPr sz="2800">
              <a:latin typeface="华文楷体"/>
              <a:cs typeface="华文楷体"/>
            </a:endParaRPr>
          </a:p>
          <a:p>
            <a:pPr marL="495300">
              <a:lnSpc>
                <a:spcPct val="100000"/>
              </a:lnSpc>
              <a:spcBef>
                <a:spcPts val="1180"/>
              </a:spcBef>
            </a:pPr>
            <a:r>
              <a:rPr sz="2800" b="1" spc="75" dirty="0">
                <a:solidFill>
                  <a:srgbClr val="7E4D00"/>
                </a:solidFill>
                <a:latin typeface="华文楷体"/>
                <a:cs typeface="华文楷体"/>
              </a:rPr>
              <a:t>从</a:t>
            </a:r>
            <a:r>
              <a:rPr sz="2800" b="1" spc="40" dirty="0">
                <a:solidFill>
                  <a:srgbClr val="7E4D00"/>
                </a:solidFill>
                <a:latin typeface="华文楷体"/>
                <a:cs typeface="华文楷体"/>
              </a:rPr>
              <a:t>S</a:t>
            </a:r>
            <a:r>
              <a:rPr sz="2775" b="1" spc="60" baseline="-21021" dirty="0">
                <a:solidFill>
                  <a:srgbClr val="7E4D00"/>
                </a:solidFill>
                <a:latin typeface="华文楷体"/>
                <a:cs typeface="华文楷体"/>
              </a:rPr>
              <a:t>0</a:t>
            </a:r>
            <a:r>
              <a:rPr sz="2800" b="1" spc="40" dirty="0">
                <a:solidFill>
                  <a:srgbClr val="7E4D00"/>
                </a:solidFill>
                <a:latin typeface="华文楷体"/>
                <a:cs typeface="华文楷体"/>
              </a:rPr>
              <a:t>（</a:t>
            </a:r>
            <a:r>
              <a:rPr sz="2800" b="1" spc="60" dirty="0">
                <a:solidFill>
                  <a:srgbClr val="7E4D00"/>
                </a:solidFill>
                <a:latin typeface="华文楷体"/>
                <a:cs typeface="华文楷体"/>
              </a:rPr>
              <a:t>全0）</a:t>
            </a:r>
            <a:r>
              <a:rPr sz="2800" b="1" spc="75" dirty="0">
                <a:solidFill>
                  <a:srgbClr val="7E4D00"/>
                </a:solidFill>
                <a:latin typeface="华文楷体"/>
                <a:cs typeface="华文楷体"/>
              </a:rPr>
              <a:t>开</a:t>
            </a:r>
            <a:r>
              <a:rPr sz="2800" b="1" spc="65" dirty="0">
                <a:solidFill>
                  <a:srgbClr val="7E4D00"/>
                </a:solidFill>
                <a:latin typeface="华文楷体"/>
                <a:cs typeface="华文楷体"/>
              </a:rPr>
              <a:t>始</a:t>
            </a:r>
            <a:r>
              <a:rPr sz="2800" b="1" spc="60" dirty="0">
                <a:solidFill>
                  <a:srgbClr val="7E4D00"/>
                </a:solidFill>
                <a:latin typeface="华文楷体"/>
                <a:cs typeface="华文楷体"/>
              </a:rPr>
              <a:t>，达</a:t>
            </a:r>
            <a:r>
              <a:rPr sz="2800" b="1" spc="75" dirty="0">
                <a:solidFill>
                  <a:srgbClr val="7E4D00"/>
                </a:solidFill>
                <a:latin typeface="华文楷体"/>
                <a:cs typeface="华文楷体"/>
              </a:rPr>
              <a:t>到</a:t>
            </a:r>
            <a:r>
              <a:rPr sz="2800" b="1" spc="20" dirty="0">
                <a:solidFill>
                  <a:srgbClr val="7E4D00"/>
                </a:solidFill>
                <a:latin typeface="华文楷体"/>
                <a:cs typeface="华文楷体"/>
              </a:rPr>
              <a:t>S</a:t>
            </a:r>
            <a:r>
              <a:rPr sz="2775" b="1" spc="30" baseline="-21021" dirty="0">
                <a:solidFill>
                  <a:srgbClr val="7E4D00"/>
                </a:solidFill>
                <a:latin typeface="华文楷体"/>
                <a:cs typeface="华文楷体"/>
              </a:rPr>
              <a:t>M-1</a:t>
            </a:r>
            <a:r>
              <a:rPr sz="2800" b="1" spc="65" dirty="0">
                <a:solidFill>
                  <a:srgbClr val="7E4D00"/>
                </a:solidFill>
                <a:latin typeface="华文楷体"/>
                <a:cs typeface="华文楷体"/>
              </a:rPr>
              <a:t>状态</a:t>
            </a:r>
            <a:r>
              <a:rPr sz="2800" b="1" spc="60" dirty="0">
                <a:solidFill>
                  <a:srgbClr val="7E4D00"/>
                </a:solidFill>
                <a:latin typeface="华文楷体"/>
                <a:cs typeface="华文楷体"/>
              </a:rPr>
              <a:t>时，使清零信号</a:t>
            </a:r>
            <a:endParaRPr sz="2800">
              <a:latin typeface="华文楷体"/>
              <a:cs typeface="华文楷体"/>
            </a:endParaRPr>
          </a:p>
          <a:p>
            <a:pPr marL="38100" marR="4236720">
              <a:lnSpc>
                <a:spcPts val="5000"/>
              </a:lnSpc>
              <a:spcBef>
                <a:spcPts val="430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有效，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下一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状态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回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到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S</a:t>
            </a:r>
            <a:r>
              <a:rPr sz="2775" b="1" baseline="-21021" dirty="0">
                <a:solidFill>
                  <a:srgbClr val="7E4D00"/>
                </a:solidFill>
                <a:latin typeface="华文楷体"/>
                <a:cs typeface="华文楷体"/>
              </a:rPr>
              <a:t>0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。 </a:t>
            </a:r>
            <a:r>
              <a:rPr sz="2800" b="1" dirty="0">
                <a:solidFill>
                  <a:srgbClr val="33334D"/>
                </a:solidFill>
                <a:latin typeface="华文楷体"/>
                <a:cs typeface="华文楷体"/>
              </a:rPr>
              <a:t>方法：</a:t>
            </a:r>
            <a:endParaRPr sz="2800">
              <a:latin typeface="华文楷体"/>
              <a:cs typeface="华文楷体"/>
            </a:endParaRPr>
          </a:p>
          <a:p>
            <a:pPr marL="495300" marR="3132455">
              <a:lnSpc>
                <a:spcPts val="4990"/>
              </a:lnSpc>
              <a:spcBef>
                <a:spcPts val="20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写出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模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（M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-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1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）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的二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进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制代码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写出反馈逻</a:t>
            </a:r>
            <a:r>
              <a:rPr sz="2800" b="1" spc="-20" dirty="0">
                <a:solidFill>
                  <a:srgbClr val="7E4D00"/>
                </a:solidFill>
                <a:latin typeface="华文楷体"/>
                <a:cs typeface="华文楷体"/>
              </a:rPr>
              <a:t>辑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CR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的表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达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式</a:t>
            </a:r>
            <a:endParaRPr sz="2800">
              <a:latin typeface="华文楷体"/>
              <a:cs typeface="华文楷体"/>
            </a:endParaRPr>
          </a:p>
          <a:p>
            <a:pPr marL="495300" marR="1623060">
              <a:lnSpc>
                <a:spcPts val="5000"/>
              </a:lnSpc>
              <a:spcBef>
                <a:spcPts val="10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（M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-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1）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中所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有为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1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Q端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相与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（</a:t>
            </a:r>
            <a:r>
              <a:rPr sz="2800" b="1" dirty="0">
                <a:solidFill>
                  <a:srgbClr val="33334D"/>
                </a:solidFill>
                <a:latin typeface="华文楷体"/>
                <a:cs typeface="华文楷体"/>
              </a:rPr>
              <a:t>与</a:t>
            </a:r>
            <a:r>
              <a:rPr sz="2800" b="1" spc="-10" dirty="0">
                <a:solidFill>
                  <a:srgbClr val="33334D"/>
                </a:solidFill>
                <a:latin typeface="华文楷体"/>
                <a:cs typeface="华文楷体"/>
              </a:rPr>
              <a:t>非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）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将与（</a:t>
            </a:r>
            <a:r>
              <a:rPr sz="2800" b="1" dirty="0">
                <a:solidFill>
                  <a:srgbClr val="33334D"/>
                </a:solidFill>
                <a:latin typeface="华文楷体"/>
                <a:cs typeface="华文楷体"/>
              </a:rPr>
              <a:t>与非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）结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果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接到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清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零端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34176" y="3437412"/>
            <a:ext cx="3237230" cy="1592580"/>
          </a:xfrm>
          <a:custGeom>
            <a:avLst/>
            <a:gdLst/>
            <a:ahLst/>
            <a:cxnLst/>
            <a:rect l="l" t="t" r="r" b="b"/>
            <a:pathLst>
              <a:path w="3237229" h="1592579">
                <a:moveTo>
                  <a:pt x="0" y="1592214"/>
                </a:moveTo>
                <a:lnTo>
                  <a:pt x="3236623" y="1592214"/>
                </a:lnTo>
                <a:lnTo>
                  <a:pt x="3236622" y="0"/>
                </a:lnTo>
                <a:lnTo>
                  <a:pt x="0" y="0"/>
                </a:lnTo>
                <a:lnTo>
                  <a:pt x="0" y="1592214"/>
                </a:lnTo>
                <a:close/>
              </a:path>
            </a:pathLst>
          </a:custGeom>
          <a:ln w="308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91842" y="3835543"/>
            <a:ext cx="442595" cy="0"/>
          </a:xfrm>
          <a:custGeom>
            <a:avLst/>
            <a:gdLst/>
            <a:ahLst/>
            <a:cxnLst/>
            <a:rect l="l" t="t" r="r" b="b"/>
            <a:pathLst>
              <a:path w="442594">
                <a:moveTo>
                  <a:pt x="442333" y="0"/>
                </a:moveTo>
                <a:lnTo>
                  <a:pt x="0" y="0"/>
                </a:lnTo>
              </a:path>
            </a:pathLst>
          </a:custGeom>
          <a:ln w="303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7612" y="4233547"/>
            <a:ext cx="226695" cy="0"/>
          </a:xfrm>
          <a:custGeom>
            <a:avLst/>
            <a:gdLst/>
            <a:ahLst/>
            <a:cxnLst/>
            <a:rect l="l" t="t" r="r" b="b"/>
            <a:pathLst>
              <a:path w="226694">
                <a:moveTo>
                  <a:pt x="226563" y="0"/>
                </a:moveTo>
                <a:lnTo>
                  <a:pt x="0" y="0"/>
                </a:lnTo>
              </a:path>
            </a:pathLst>
          </a:custGeom>
          <a:ln w="303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7612" y="4631580"/>
            <a:ext cx="226695" cy="0"/>
          </a:xfrm>
          <a:custGeom>
            <a:avLst/>
            <a:gdLst/>
            <a:ahLst/>
            <a:cxnLst/>
            <a:rect l="l" t="t" r="r" b="b"/>
            <a:pathLst>
              <a:path w="226694">
                <a:moveTo>
                  <a:pt x="226563" y="0"/>
                </a:moveTo>
                <a:lnTo>
                  <a:pt x="0" y="0"/>
                </a:lnTo>
              </a:path>
            </a:pathLst>
          </a:custGeom>
          <a:ln w="303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70768" y="3835543"/>
            <a:ext cx="226695" cy="0"/>
          </a:xfrm>
          <a:custGeom>
            <a:avLst/>
            <a:gdLst/>
            <a:ahLst/>
            <a:cxnLst/>
            <a:rect l="l" t="t" r="r" b="b"/>
            <a:pathLst>
              <a:path w="226695">
                <a:moveTo>
                  <a:pt x="226533" y="0"/>
                </a:moveTo>
                <a:lnTo>
                  <a:pt x="0" y="0"/>
                </a:lnTo>
              </a:path>
            </a:pathLst>
          </a:custGeom>
          <a:ln w="303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88907" y="4233547"/>
            <a:ext cx="92710" cy="0"/>
          </a:xfrm>
          <a:custGeom>
            <a:avLst/>
            <a:gdLst/>
            <a:ahLst/>
            <a:cxnLst/>
            <a:rect l="l" t="t" r="r" b="b"/>
            <a:pathLst>
              <a:path w="92710">
                <a:moveTo>
                  <a:pt x="92257" y="0"/>
                </a:moveTo>
                <a:lnTo>
                  <a:pt x="0" y="0"/>
                </a:lnTo>
              </a:path>
            </a:pathLst>
          </a:custGeom>
          <a:ln w="303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82034" y="4184260"/>
            <a:ext cx="107314" cy="99060"/>
          </a:xfrm>
          <a:custGeom>
            <a:avLst/>
            <a:gdLst/>
            <a:ahLst/>
            <a:cxnLst/>
            <a:rect l="l" t="t" r="r" b="b"/>
            <a:pathLst>
              <a:path w="107314" h="99060">
                <a:moveTo>
                  <a:pt x="106872" y="49287"/>
                </a:moveTo>
                <a:lnTo>
                  <a:pt x="102676" y="30099"/>
                </a:lnTo>
                <a:lnTo>
                  <a:pt x="91229" y="14433"/>
                </a:lnTo>
                <a:lnTo>
                  <a:pt x="74245" y="3872"/>
                </a:lnTo>
                <a:lnTo>
                  <a:pt x="53436" y="0"/>
                </a:lnTo>
                <a:lnTo>
                  <a:pt x="32626" y="3872"/>
                </a:lnTo>
                <a:lnTo>
                  <a:pt x="15642" y="14433"/>
                </a:lnTo>
                <a:lnTo>
                  <a:pt x="4196" y="30099"/>
                </a:lnTo>
                <a:lnTo>
                  <a:pt x="0" y="49287"/>
                </a:lnTo>
                <a:lnTo>
                  <a:pt x="4196" y="68468"/>
                </a:lnTo>
                <a:lnTo>
                  <a:pt x="15642" y="84135"/>
                </a:lnTo>
                <a:lnTo>
                  <a:pt x="32626" y="94700"/>
                </a:lnTo>
                <a:lnTo>
                  <a:pt x="53436" y="98574"/>
                </a:lnTo>
                <a:lnTo>
                  <a:pt x="74245" y="94700"/>
                </a:lnTo>
                <a:lnTo>
                  <a:pt x="91229" y="84135"/>
                </a:lnTo>
                <a:lnTo>
                  <a:pt x="102676" y="68468"/>
                </a:lnTo>
                <a:lnTo>
                  <a:pt x="106872" y="49287"/>
                </a:lnTo>
                <a:close/>
              </a:path>
            </a:pathLst>
          </a:custGeom>
          <a:ln w="315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81501" y="3248450"/>
            <a:ext cx="0" cy="189230"/>
          </a:xfrm>
          <a:custGeom>
            <a:avLst/>
            <a:gdLst/>
            <a:ahLst/>
            <a:cxnLst/>
            <a:rect l="l" t="t" r="r" b="b"/>
            <a:pathLst>
              <a:path h="189229">
                <a:moveTo>
                  <a:pt x="0" y="189004"/>
                </a:moveTo>
                <a:lnTo>
                  <a:pt x="0" y="0"/>
                </a:lnTo>
              </a:path>
            </a:pathLst>
          </a:custGeom>
          <a:ln w="32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28795" y="2656302"/>
            <a:ext cx="0" cy="781685"/>
          </a:xfrm>
          <a:custGeom>
            <a:avLst/>
            <a:gdLst/>
            <a:ahLst/>
            <a:cxnLst/>
            <a:rect l="l" t="t" r="r" b="b"/>
            <a:pathLst>
              <a:path h="781685">
                <a:moveTo>
                  <a:pt x="0" y="781152"/>
                </a:moveTo>
                <a:lnTo>
                  <a:pt x="0" y="0"/>
                </a:lnTo>
              </a:path>
            </a:pathLst>
          </a:custGeom>
          <a:ln w="32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76119" y="2850361"/>
            <a:ext cx="0" cy="587375"/>
          </a:xfrm>
          <a:custGeom>
            <a:avLst/>
            <a:gdLst/>
            <a:ahLst/>
            <a:cxnLst/>
            <a:rect l="l" t="t" r="r" b="b"/>
            <a:pathLst>
              <a:path h="587375">
                <a:moveTo>
                  <a:pt x="0" y="587093"/>
                </a:moveTo>
                <a:lnTo>
                  <a:pt x="0" y="0"/>
                </a:lnTo>
              </a:path>
            </a:pathLst>
          </a:custGeom>
          <a:ln w="32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23444" y="3248450"/>
            <a:ext cx="0" cy="189230"/>
          </a:xfrm>
          <a:custGeom>
            <a:avLst/>
            <a:gdLst/>
            <a:ahLst/>
            <a:cxnLst/>
            <a:rect l="l" t="t" r="r" b="b"/>
            <a:pathLst>
              <a:path h="189229">
                <a:moveTo>
                  <a:pt x="0" y="189004"/>
                </a:moveTo>
                <a:lnTo>
                  <a:pt x="0" y="0"/>
                </a:lnTo>
              </a:path>
            </a:pathLst>
          </a:custGeom>
          <a:ln w="32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481501" y="5039568"/>
            <a:ext cx="0" cy="189230"/>
          </a:xfrm>
          <a:custGeom>
            <a:avLst/>
            <a:gdLst/>
            <a:ahLst/>
            <a:cxnLst/>
            <a:rect l="l" t="t" r="r" b="b"/>
            <a:pathLst>
              <a:path h="189229">
                <a:moveTo>
                  <a:pt x="0" y="189074"/>
                </a:moveTo>
                <a:lnTo>
                  <a:pt x="0" y="0"/>
                </a:lnTo>
              </a:path>
            </a:pathLst>
          </a:custGeom>
          <a:ln w="32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28795" y="5039568"/>
            <a:ext cx="0" cy="189230"/>
          </a:xfrm>
          <a:custGeom>
            <a:avLst/>
            <a:gdLst/>
            <a:ahLst/>
            <a:cxnLst/>
            <a:rect l="l" t="t" r="r" b="b"/>
            <a:pathLst>
              <a:path h="189229">
                <a:moveTo>
                  <a:pt x="0" y="189074"/>
                </a:moveTo>
                <a:lnTo>
                  <a:pt x="0" y="0"/>
                </a:lnTo>
              </a:path>
            </a:pathLst>
          </a:custGeom>
          <a:ln w="32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76119" y="5039568"/>
            <a:ext cx="0" cy="189230"/>
          </a:xfrm>
          <a:custGeom>
            <a:avLst/>
            <a:gdLst/>
            <a:ahLst/>
            <a:cxnLst/>
            <a:rect l="l" t="t" r="r" b="b"/>
            <a:pathLst>
              <a:path h="189229">
                <a:moveTo>
                  <a:pt x="0" y="189074"/>
                </a:moveTo>
                <a:lnTo>
                  <a:pt x="0" y="0"/>
                </a:lnTo>
              </a:path>
            </a:pathLst>
          </a:custGeom>
          <a:ln w="32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23444" y="5039568"/>
            <a:ext cx="0" cy="189230"/>
          </a:xfrm>
          <a:custGeom>
            <a:avLst/>
            <a:gdLst/>
            <a:ahLst/>
            <a:cxnLst/>
            <a:rect l="l" t="t" r="r" b="b"/>
            <a:pathLst>
              <a:path h="189229">
                <a:moveTo>
                  <a:pt x="0" y="189074"/>
                </a:moveTo>
                <a:lnTo>
                  <a:pt x="0" y="0"/>
                </a:lnTo>
              </a:path>
            </a:pathLst>
          </a:custGeom>
          <a:ln w="32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339835" y="3387400"/>
            <a:ext cx="233362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  <a:tabLst>
                <a:tab pos="672465" algn="l"/>
                <a:tab pos="1341120" algn="l"/>
                <a:tab pos="1988820" algn="l"/>
              </a:tabLst>
            </a:pPr>
            <a:r>
              <a:rPr sz="2200" spc="110" dirty="0">
                <a:latin typeface="Times New Roman"/>
                <a:cs typeface="Times New Roman"/>
              </a:rPr>
              <a:t>Q</a:t>
            </a:r>
            <a:r>
              <a:rPr sz="2100" spc="165" baseline="-11904" dirty="0">
                <a:latin typeface="Times New Roman"/>
                <a:cs typeface="Times New Roman"/>
              </a:rPr>
              <a:t>0	</a:t>
            </a:r>
            <a:r>
              <a:rPr sz="2200" spc="110" dirty="0">
                <a:latin typeface="Times New Roman"/>
                <a:cs typeface="Times New Roman"/>
              </a:rPr>
              <a:t>Q</a:t>
            </a:r>
            <a:r>
              <a:rPr sz="2100" spc="165" baseline="-11904" dirty="0">
                <a:latin typeface="Times New Roman"/>
                <a:cs typeface="Times New Roman"/>
              </a:rPr>
              <a:t>1	</a:t>
            </a:r>
            <a:r>
              <a:rPr sz="2200" spc="110" dirty="0">
                <a:latin typeface="Times New Roman"/>
                <a:cs typeface="Times New Roman"/>
              </a:rPr>
              <a:t>Q</a:t>
            </a:r>
            <a:r>
              <a:rPr sz="2100" spc="165" baseline="-11904" dirty="0">
                <a:latin typeface="Times New Roman"/>
                <a:cs typeface="Times New Roman"/>
              </a:rPr>
              <a:t>2	</a:t>
            </a:r>
            <a:r>
              <a:rPr sz="2200" spc="110" dirty="0">
                <a:latin typeface="Times New Roman"/>
                <a:cs typeface="Times New Roman"/>
              </a:rPr>
              <a:t>Q</a:t>
            </a:r>
            <a:r>
              <a:rPr sz="2100" spc="165" baseline="-11904" dirty="0">
                <a:latin typeface="Times New Roman"/>
                <a:cs typeface="Times New Roman"/>
              </a:rPr>
              <a:t>3</a:t>
            </a:r>
            <a:endParaRPr sz="2100" baseline="-11904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59394" y="4759816"/>
            <a:ext cx="1117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400" spc="75" dirty="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834176" y="4532079"/>
            <a:ext cx="107950" cy="199390"/>
          </a:xfrm>
          <a:custGeom>
            <a:avLst/>
            <a:gdLst/>
            <a:ahLst/>
            <a:cxnLst/>
            <a:rect l="l" t="t" r="r" b="b"/>
            <a:pathLst>
              <a:path w="107950" h="199389">
                <a:moveTo>
                  <a:pt x="0" y="0"/>
                </a:moveTo>
                <a:lnTo>
                  <a:pt x="107892" y="99501"/>
                </a:lnTo>
                <a:lnTo>
                  <a:pt x="0" y="199016"/>
                </a:lnTo>
              </a:path>
            </a:pathLst>
          </a:custGeom>
          <a:ln w="323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194387" y="4631580"/>
            <a:ext cx="521970" cy="0"/>
          </a:xfrm>
          <a:custGeom>
            <a:avLst/>
            <a:gdLst/>
            <a:ahLst/>
            <a:cxnLst/>
            <a:rect l="l" t="t" r="r" b="b"/>
            <a:pathLst>
              <a:path w="521970">
                <a:moveTo>
                  <a:pt x="521574" y="0"/>
                </a:moveTo>
                <a:lnTo>
                  <a:pt x="0" y="0"/>
                </a:lnTo>
              </a:path>
            </a:pathLst>
          </a:custGeom>
          <a:ln w="303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071711" y="4566489"/>
            <a:ext cx="138479" cy="1301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314159" y="4442202"/>
            <a:ext cx="782320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3300" spc="209" baseline="-35353" dirty="0">
                <a:latin typeface="Times New Roman"/>
                <a:cs typeface="Times New Roman"/>
              </a:rPr>
              <a:t>D</a:t>
            </a:r>
            <a:r>
              <a:rPr sz="3300" spc="157" baseline="-35353" dirty="0">
                <a:latin typeface="Times New Roman"/>
                <a:cs typeface="Times New Roman"/>
              </a:rPr>
              <a:t> </a:t>
            </a:r>
            <a:r>
              <a:rPr sz="2200" spc="130" dirty="0">
                <a:latin typeface="Times New Roman"/>
                <a:cs typeface="Times New Roman"/>
              </a:rPr>
              <a:t>CR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639168" y="4094237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>
                <a:moveTo>
                  <a:pt x="0" y="0"/>
                </a:moveTo>
                <a:lnTo>
                  <a:pt x="350761" y="0"/>
                </a:lnTo>
              </a:path>
            </a:pathLst>
          </a:custGeom>
          <a:ln w="303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639168" y="4492270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>
                <a:moveTo>
                  <a:pt x="0" y="0"/>
                </a:moveTo>
                <a:lnTo>
                  <a:pt x="350761" y="0"/>
                </a:lnTo>
              </a:path>
            </a:pathLst>
          </a:custGeom>
          <a:ln w="303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07612" y="3835543"/>
            <a:ext cx="0" cy="398145"/>
          </a:xfrm>
          <a:custGeom>
            <a:avLst/>
            <a:gdLst/>
            <a:ahLst/>
            <a:cxnLst/>
            <a:rect l="l" t="t" r="r" b="b"/>
            <a:pathLst>
              <a:path h="398145">
                <a:moveTo>
                  <a:pt x="0" y="398004"/>
                </a:moveTo>
                <a:lnTo>
                  <a:pt x="0" y="0"/>
                </a:lnTo>
              </a:path>
            </a:pathLst>
          </a:custGeom>
          <a:ln w="32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149778" y="4422290"/>
            <a:ext cx="39814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130" dirty="0">
                <a:latin typeface="Times New Roman"/>
                <a:cs typeface="Times New Roman"/>
              </a:rPr>
              <a:t>C</a:t>
            </a:r>
            <a:r>
              <a:rPr sz="2200" spc="105" dirty="0">
                <a:latin typeface="Times New Roman"/>
                <a:cs typeface="Times New Roman"/>
              </a:rPr>
              <a:t>P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60858" y="3626211"/>
            <a:ext cx="4345940" cy="13576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  <a:tabLst>
                <a:tab pos="746760" algn="l"/>
                <a:tab pos="3460750" algn="l"/>
              </a:tabLst>
            </a:pPr>
            <a:r>
              <a:rPr sz="2200" b="1" spc="95" dirty="0">
                <a:latin typeface="Times New Roman"/>
                <a:cs typeface="Times New Roman"/>
              </a:rPr>
              <a:t>1	</a:t>
            </a:r>
            <a:r>
              <a:rPr sz="2200" spc="110" dirty="0">
                <a:latin typeface="Times New Roman"/>
                <a:cs typeface="Times New Roman"/>
              </a:rPr>
              <a:t>CT</a:t>
            </a:r>
            <a:r>
              <a:rPr sz="2100" spc="165" baseline="-11904" dirty="0">
                <a:latin typeface="Times New Roman"/>
                <a:cs typeface="Times New Roman"/>
              </a:rPr>
              <a:t>P	</a:t>
            </a:r>
            <a:r>
              <a:rPr sz="2200" spc="135" dirty="0">
                <a:latin typeface="Times New Roman"/>
                <a:cs typeface="Times New Roman"/>
              </a:rPr>
              <a:t>CO</a:t>
            </a:r>
            <a:endParaRPr sz="2200">
              <a:latin typeface="Times New Roman"/>
              <a:cs typeface="Times New Roman"/>
            </a:endParaRPr>
          </a:p>
          <a:p>
            <a:pPr marL="741680">
              <a:lnSpc>
                <a:spcPct val="100000"/>
              </a:lnSpc>
              <a:spcBef>
                <a:spcPts val="45"/>
              </a:spcBef>
              <a:tabLst>
                <a:tab pos="1834514" algn="l"/>
                <a:tab pos="3469004" algn="l"/>
                <a:tab pos="4168140" algn="l"/>
              </a:tabLst>
            </a:pPr>
            <a:r>
              <a:rPr sz="2200" spc="114" dirty="0">
                <a:latin typeface="Times New Roman"/>
                <a:cs typeface="Times New Roman"/>
              </a:rPr>
              <a:t>CT</a:t>
            </a:r>
            <a:r>
              <a:rPr sz="2100" spc="172" baseline="-11904" dirty="0">
                <a:latin typeface="Times New Roman"/>
                <a:cs typeface="Times New Roman"/>
              </a:rPr>
              <a:t>T	</a:t>
            </a:r>
            <a:r>
              <a:rPr sz="2650" b="1" spc="110" dirty="0">
                <a:solidFill>
                  <a:srgbClr val="FF0000"/>
                </a:solidFill>
                <a:latin typeface="Times New Roman"/>
                <a:cs typeface="Times New Roman"/>
              </a:rPr>
              <a:t>74160	</a:t>
            </a:r>
            <a:r>
              <a:rPr sz="3300" spc="195" baseline="-3787" dirty="0">
                <a:latin typeface="Times New Roman"/>
                <a:cs typeface="Times New Roman"/>
              </a:rPr>
              <a:t>LD	</a:t>
            </a:r>
            <a:r>
              <a:rPr sz="2200" b="1" spc="9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  <a:p>
            <a:pPr marL="810260">
              <a:lnSpc>
                <a:spcPct val="100000"/>
              </a:lnSpc>
              <a:spcBef>
                <a:spcPts val="1970"/>
              </a:spcBef>
              <a:tabLst>
                <a:tab pos="1861820" algn="l"/>
                <a:tab pos="2531110" algn="l"/>
              </a:tabLst>
            </a:pPr>
            <a:r>
              <a:rPr sz="3300" spc="262" baseline="35353" dirty="0">
                <a:latin typeface="Times New Roman"/>
                <a:cs typeface="Times New Roman"/>
              </a:rPr>
              <a:t>CP</a:t>
            </a:r>
            <a:r>
              <a:rPr sz="2200" spc="175" dirty="0">
                <a:latin typeface="Times New Roman"/>
                <a:cs typeface="Times New Roman"/>
              </a:rPr>
              <a:t>D</a:t>
            </a:r>
            <a:r>
              <a:rPr sz="2100" spc="262" baseline="-11904" dirty="0">
                <a:latin typeface="Times New Roman"/>
                <a:cs typeface="Times New Roman"/>
              </a:rPr>
              <a:t>0	</a:t>
            </a:r>
            <a:r>
              <a:rPr sz="2200" spc="110" dirty="0">
                <a:latin typeface="Times New Roman"/>
                <a:cs typeface="Times New Roman"/>
              </a:rPr>
              <a:t>D</a:t>
            </a:r>
            <a:r>
              <a:rPr sz="2100" spc="165" baseline="-11904" dirty="0">
                <a:latin typeface="Times New Roman"/>
                <a:cs typeface="Times New Roman"/>
              </a:rPr>
              <a:t>1	</a:t>
            </a:r>
            <a:r>
              <a:rPr sz="2200" spc="110" dirty="0">
                <a:latin typeface="Times New Roman"/>
                <a:cs typeface="Times New Roman"/>
              </a:rPr>
              <a:t>D</a:t>
            </a:r>
            <a:r>
              <a:rPr sz="2100" spc="165" baseline="-11904" dirty="0">
                <a:latin typeface="Times New Roman"/>
                <a:cs typeface="Times New Roman"/>
              </a:rPr>
              <a:t>2</a:t>
            </a:r>
            <a:endParaRPr sz="2100" baseline="-11904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088972" y="2641417"/>
            <a:ext cx="431800" cy="0"/>
          </a:xfrm>
          <a:custGeom>
            <a:avLst/>
            <a:gdLst/>
            <a:ahLst/>
            <a:cxnLst/>
            <a:rect l="l" t="t" r="r" b="b"/>
            <a:pathLst>
              <a:path w="431800">
                <a:moveTo>
                  <a:pt x="0" y="0"/>
                </a:moveTo>
                <a:lnTo>
                  <a:pt x="431600" y="0"/>
                </a:lnTo>
              </a:path>
            </a:pathLst>
          </a:custGeom>
          <a:ln w="303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088972" y="2840391"/>
            <a:ext cx="431800" cy="0"/>
          </a:xfrm>
          <a:custGeom>
            <a:avLst/>
            <a:gdLst/>
            <a:ahLst/>
            <a:cxnLst/>
            <a:rect l="l" t="t" r="r" b="b"/>
            <a:pathLst>
              <a:path w="431800">
                <a:moveTo>
                  <a:pt x="0" y="0"/>
                </a:moveTo>
                <a:lnTo>
                  <a:pt x="431600" y="0"/>
                </a:lnTo>
              </a:path>
            </a:pathLst>
          </a:custGeom>
          <a:ln w="303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520573" y="2740834"/>
            <a:ext cx="431800" cy="0"/>
          </a:xfrm>
          <a:custGeom>
            <a:avLst/>
            <a:gdLst/>
            <a:ahLst/>
            <a:cxnLst/>
            <a:rect l="l" t="t" r="r" b="b"/>
            <a:pathLst>
              <a:path w="431800">
                <a:moveTo>
                  <a:pt x="431600" y="0"/>
                </a:moveTo>
                <a:lnTo>
                  <a:pt x="0" y="0"/>
                </a:lnTo>
              </a:path>
            </a:pathLst>
          </a:custGeom>
          <a:ln w="303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39995" y="2541860"/>
            <a:ext cx="561340" cy="398145"/>
          </a:xfrm>
          <a:custGeom>
            <a:avLst/>
            <a:gdLst/>
            <a:ahLst/>
            <a:cxnLst/>
            <a:rect l="l" t="t" r="r" b="b"/>
            <a:pathLst>
              <a:path w="561339" h="398144">
                <a:moveTo>
                  <a:pt x="168377" y="0"/>
                </a:moveTo>
                <a:lnTo>
                  <a:pt x="0" y="0"/>
                </a:lnTo>
                <a:lnTo>
                  <a:pt x="30899" y="42706"/>
                </a:lnTo>
                <a:lnTo>
                  <a:pt x="54073" y="86546"/>
                </a:lnTo>
                <a:lnTo>
                  <a:pt x="69522" y="131198"/>
                </a:lnTo>
                <a:lnTo>
                  <a:pt x="77247" y="176338"/>
                </a:lnTo>
                <a:lnTo>
                  <a:pt x="77247" y="221645"/>
                </a:lnTo>
                <a:lnTo>
                  <a:pt x="69522" y="266796"/>
                </a:lnTo>
                <a:lnTo>
                  <a:pt x="54073" y="311469"/>
                </a:lnTo>
                <a:lnTo>
                  <a:pt x="30899" y="355340"/>
                </a:lnTo>
                <a:lnTo>
                  <a:pt x="0" y="398088"/>
                </a:lnTo>
                <a:lnTo>
                  <a:pt x="168377" y="398088"/>
                </a:lnTo>
                <a:lnTo>
                  <a:pt x="226950" y="387354"/>
                </a:lnTo>
                <a:lnTo>
                  <a:pt x="282657" y="373342"/>
                </a:lnTo>
                <a:lnTo>
                  <a:pt x="335125" y="356238"/>
                </a:lnTo>
                <a:lnTo>
                  <a:pt x="383981" y="336229"/>
                </a:lnTo>
                <a:lnTo>
                  <a:pt x="428850" y="313501"/>
                </a:lnTo>
                <a:lnTo>
                  <a:pt x="469361" y="288239"/>
                </a:lnTo>
                <a:lnTo>
                  <a:pt x="505139" y="260630"/>
                </a:lnTo>
                <a:lnTo>
                  <a:pt x="535811" y="230859"/>
                </a:lnTo>
                <a:lnTo>
                  <a:pt x="561004" y="199114"/>
                </a:lnTo>
                <a:lnTo>
                  <a:pt x="536117" y="167193"/>
                </a:lnTo>
                <a:lnTo>
                  <a:pt x="505657" y="137273"/>
                </a:lnTo>
                <a:lnTo>
                  <a:pt x="470004" y="109547"/>
                </a:lnTo>
                <a:lnTo>
                  <a:pt x="429540" y="84207"/>
                </a:lnTo>
                <a:lnTo>
                  <a:pt x="384645" y="61443"/>
                </a:lnTo>
                <a:lnTo>
                  <a:pt x="335700" y="41449"/>
                </a:lnTo>
                <a:lnTo>
                  <a:pt x="283087" y="24416"/>
                </a:lnTo>
                <a:lnTo>
                  <a:pt x="227185" y="10535"/>
                </a:lnTo>
                <a:lnTo>
                  <a:pt x="1683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39995" y="2541860"/>
            <a:ext cx="561340" cy="398145"/>
          </a:xfrm>
          <a:custGeom>
            <a:avLst/>
            <a:gdLst/>
            <a:ahLst/>
            <a:cxnLst/>
            <a:rect l="l" t="t" r="r" b="b"/>
            <a:pathLst>
              <a:path w="561339" h="398144">
                <a:moveTo>
                  <a:pt x="561004" y="199114"/>
                </a:moveTo>
                <a:lnTo>
                  <a:pt x="535811" y="230859"/>
                </a:lnTo>
                <a:lnTo>
                  <a:pt x="505139" y="260630"/>
                </a:lnTo>
                <a:lnTo>
                  <a:pt x="469361" y="288239"/>
                </a:lnTo>
                <a:lnTo>
                  <a:pt x="428850" y="313501"/>
                </a:lnTo>
                <a:lnTo>
                  <a:pt x="383981" y="336229"/>
                </a:lnTo>
                <a:lnTo>
                  <a:pt x="335125" y="356238"/>
                </a:lnTo>
                <a:lnTo>
                  <a:pt x="282657" y="373342"/>
                </a:lnTo>
                <a:lnTo>
                  <a:pt x="226950" y="387354"/>
                </a:lnTo>
                <a:lnTo>
                  <a:pt x="168377" y="398088"/>
                </a:lnTo>
                <a:lnTo>
                  <a:pt x="0" y="398088"/>
                </a:lnTo>
                <a:lnTo>
                  <a:pt x="30899" y="355340"/>
                </a:lnTo>
                <a:lnTo>
                  <a:pt x="54073" y="311469"/>
                </a:lnTo>
                <a:lnTo>
                  <a:pt x="69522" y="266796"/>
                </a:lnTo>
                <a:lnTo>
                  <a:pt x="77247" y="221645"/>
                </a:lnTo>
                <a:lnTo>
                  <a:pt x="77247" y="176338"/>
                </a:lnTo>
                <a:lnTo>
                  <a:pt x="69522" y="131198"/>
                </a:lnTo>
                <a:lnTo>
                  <a:pt x="54073" y="86546"/>
                </a:lnTo>
                <a:lnTo>
                  <a:pt x="30899" y="42706"/>
                </a:lnTo>
                <a:lnTo>
                  <a:pt x="0" y="0"/>
                </a:lnTo>
                <a:lnTo>
                  <a:pt x="168377" y="0"/>
                </a:lnTo>
                <a:lnTo>
                  <a:pt x="227185" y="10535"/>
                </a:lnTo>
                <a:lnTo>
                  <a:pt x="283087" y="24416"/>
                </a:lnTo>
                <a:lnTo>
                  <a:pt x="335700" y="41449"/>
                </a:lnTo>
                <a:lnTo>
                  <a:pt x="384645" y="61443"/>
                </a:lnTo>
                <a:lnTo>
                  <a:pt x="429540" y="84207"/>
                </a:lnTo>
                <a:lnTo>
                  <a:pt x="470004" y="109547"/>
                </a:lnTo>
                <a:lnTo>
                  <a:pt x="505657" y="137273"/>
                </a:lnTo>
                <a:lnTo>
                  <a:pt x="536117" y="167193"/>
                </a:lnTo>
                <a:lnTo>
                  <a:pt x="561004" y="199114"/>
                </a:lnTo>
                <a:close/>
              </a:path>
            </a:pathLst>
          </a:custGeom>
          <a:ln w="311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783521" y="2695261"/>
            <a:ext cx="96309" cy="912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39995" y="2541860"/>
            <a:ext cx="561340" cy="398145"/>
          </a:xfrm>
          <a:custGeom>
            <a:avLst/>
            <a:gdLst/>
            <a:ahLst/>
            <a:cxnLst/>
            <a:rect l="l" t="t" r="r" b="b"/>
            <a:pathLst>
              <a:path w="561339" h="398144">
                <a:moveTo>
                  <a:pt x="345280" y="0"/>
                </a:moveTo>
                <a:lnTo>
                  <a:pt x="0" y="0"/>
                </a:lnTo>
                <a:lnTo>
                  <a:pt x="0" y="398088"/>
                </a:lnTo>
                <a:lnTo>
                  <a:pt x="345280" y="398088"/>
                </a:lnTo>
                <a:lnTo>
                  <a:pt x="394763" y="392828"/>
                </a:lnTo>
                <a:lnTo>
                  <a:pt x="440177" y="377847"/>
                </a:lnTo>
                <a:lnTo>
                  <a:pt x="480231" y="354339"/>
                </a:lnTo>
                <a:lnTo>
                  <a:pt x="513632" y="323501"/>
                </a:lnTo>
                <a:lnTo>
                  <a:pt x="539089" y="286531"/>
                </a:lnTo>
                <a:lnTo>
                  <a:pt x="555310" y="244623"/>
                </a:lnTo>
                <a:lnTo>
                  <a:pt x="561004" y="198974"/>
                </a:lnTo>
                <a:lnTo>
                  <a:pt x="555310" y="153377"/>
                </a:lnTo>
                <a:lnTo>
                  <a:pt x="539089" y="111506"/>
                </a:lnTo>
                <a:lnTo>
                  <a:pt x="513632" y="74560"/>
                </a:lnTo>
                <a:lnTo>
                  <a:pt x="480231" y="43738"/>
                </a:lnTo>
                <a:lnTo>
                  <a:pt x="440177" y="20238"/>
                </a:lnTo>
                <a:lnTo>
                  <a:pt x="394763" y="5259"/>
                </a:lnTo>
                <a:lnTo>
                  <a:pt x="3452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239995" y="2541860"/>
            <a:ext cx="561340" cy="398145"/>
          </a:xfrm>
          <a:custGeom>
            <a:avLst/>
            <a:gdLst/>
            <a:ahLst/>
            <a:cxnLst/>
            <a:rect l="l" t="t" r="r" b="b"/>
            <a:pathLst>
              <a:path w="561339" h="398144">
                <a:moveTo>
                  <a:pt x="345280" y="398088"/>
                </a:moveTo>
                <a:lnTo>
                  <a:pt x="0" y="398088"/>
                </a:lnTo>
                <a:lnTo>
                  <a:pt x="0" y="0"/>
                </a:lnTo>
                <a:lnTo>
                  <a:pt x="345280" y="0"/>
                </a:lnTo>
                <a:lnTo>
                  <a:pt x="394763" y="5259"/>
                </a:lnTo>
                <a:lnTo>
                  <a:pt x="440177" y="20238"/>
                </a:lnTo>
                <a:lnTo>
                  <a:pt x="480231" y="43738"/>
                </a:lnTo>
                <a:lnTo>
                  <a:pt x="513632" y="74560"/>
                </a:lnTo>
                <a:lnTo>
                  <a:pt x="539089" y="111506"/>
                </a:lnTo>
                <a:lnTo>
                  <a:pt x="555310" y="153377"/>
                </a:lnTo>
                <a:lnTo>
                  <a:pt x="561004" y="198974"/>
                </a:lnTo>
                <a:lnTo>
                  <a:pt x="555310" y="244623"/>
                </a:lnTo>
                <a:lnTo>
                  <a:pt x="539089" y="286531"/>
                </a:lnTo>
                <a:lnTo>
                  <a:pt x="513632" y="323501"/>
                </a:lnTo>
                <a:lnTo>
                  <a:pt x="480231" y="354339"/>
                </a:lnTo>
                <a:lnTo>
                  <a:pt x="440177" y="377847"/>
                </a:lnTo>
                <a:lnTo>
                  <a:pt x="394763" y="392828"/>
                </a:lnTo>
                <a:lnTo>
                  <a:pt x="345280" y="398088"/>
                </a:lnTo>
                <a:close/>
              </a:path>
            </a:pathLst>
          </a:custGeom>
          <a:ln w="311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777185" y="2840391"/>
            <a:ext cx="320675" cy="0"/>
          </a:xfrm>
          <a:custGeom>
            <a:avLst/>
            <a:gdLst/>
            <a:ahLst/>
            <a:cxnLst/>
            <a:rect l="l" t="t" r="r" b="b"/>
            <a:pathLst>
              <a:path w="320675">
                <a:moveTo>
                  <a:pt x="320465" y="0"/>
                </a:moveTo>
                <a:lnTo>
                  <a:pt x="0" y="0"/>
                </a:lnTo>
              </a:path>
            </a:pathLst>
          </a:custGeom>
          <a:ln w="303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126663" y="2641417"/>
            <a:ext cx="962660" cy="0"/>
          </a:xfrm>
          <a:custGeom>
            <a:avLst/>
            <a:gdLst/>
            <a:ahLst/>
            <a:cxnLst/>
            <a:rect l="l" t="t" r="r" b="b"/>
            <a:pathLst>
              <a:path w="962660">
                <a:moveTo>
                  <a:pt x="962309" y="0"/>
                </a:moveTo>
                <a:lnTo>
                  <a:pt x="0" y="0"/>
                </a:lnTo>
              </a:path>
            </a:pathLst>
          </a:custGeom>
          <a:ln w="303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952173" y="2740834"/>
            <a:ext cx="763905" cy="1891030"/>
          </a:xfrm>
          <a:custGeom>
            <a:avLst/>
            <a:gdLst/>
            <a:ahLst/>
            <a:cxnLst/>
            <a:rect l="l" t="t" r="r" b="b"/>
            <a:pathLst>
              <a:path w="763904" h="1891029">
                <a:moveTo>
                  <a:pt x="0" y="0"/>
                </a:moveTo>
                <a:lnTo>
                  <a:pt x="763788" y="0"/>
                </a:lnTo>
                <a:lnTo>
                  <a:pt x="763788" y="1890745"/>
                </a:lnTo>
              </a:path>
            </a:pathLst>
          </a:custGeom>
          <a:ln w="32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967604" y="6539775"/>
            <a:ext cx="48514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113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58845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5" dirty="0">
                <a:latin typeface="华文楷体"/>
                <a:cs typeface="华文楷体"/>
              </a:rPr>
              <a:t>清零</a:t>
            </a:r>
            <a:r>
              <a:rPr sz="3600" b="1" i="0" spc="-5" dirty="0">
                <a:latin typeface="华文楷体"/>
                <a:cs typeface="华文楷体"/>
              </a:rPr>
              <a:t>法(</a:t>
            </a:r>
            <a:r>
              <a:rPr sz="3600" b="1" i="0" dirty="0">
                <a:latin typeface="华文楷体"/>
                <a:cs typeface="华文楷体"/>
              </a:rPr>
              <a:t>异</a:t>
            </a:r>
            <a:r>
              <a:rPr sz="3600" b="1" i="0" spc="-5" dirty="0">
                <a:latin typeface="华文楷体"/>
                <a:cs typeface="华文楷体"/>
              </a:rPr>
              <a:t>步作用</a:t>
            </a:r>
            <a:r>
              <a:rPr sz="3600" b="1" i="0" dirty="0">
                <a:latin typeface="华文楷体"/>
                <a:cs typeface="华文楷体"/>
              </a:rPr>
              <a:t>端</a:t>
            </a:r>
            <a:r>
              <a:rPr sz="3600" b="1" i="0" spc="-15" dirty="0">
                <a:latin typeface="华文楷体"/>
                <a:cs typeface="华文楷体"/>
              </a:rPr>
              <a:t>)</a:t>
            </a:r>
            <a:r>
              <a:rPr sz="3600" b="1" i="0" spc="-5" dirty="0">
                <a:latin typeface="华文楷体"/>
                <a:cs typeface="华文楷体"/>
              </a:rPr>
              <a:t>存在问题: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7604" y="6539775"/>
            <a:ext cx="48514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114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8044" y="1231324"/>
            <a:ext cx="8077834" cy="446405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缺点：</a:t>
            </a:r>
            <a:endParaRPr sz="2800" dirty="0">
              <a:latin typeface="华文楷体"/>
              <a:cs typeface="华文楷体"/>
            </a:endParaRPr>
          </a:p>
          <a:p>
            <a:pPr marL="12700" marR="17145" indent="457200" algn="just">
              <a:lnSpc>
                <a:spcPct val="130000"/>
              </a:lnSpc>
            </a:pPr>
            <a:r>
              <a:rPr sz="2800" b="1" spc="40" dirty="0">
                <a:solidFill>
                  <a:srgbClr val="7E4D00"/>
                </a:solidFill>
                <a:latin typeface="华文楷体"/>
                <a:cs typeface="华文楷体"/>
              </a:rPr>
              <a:t>异步控制可靠性</a:t>
            </a:r>
            <a:r>
              <a:rPr sz="2800" b="1" spc="25" dirty="0">
                <a:solidFill>
                  <a:srgbClr val="7E4D00"/>
                </a:solidFill>
                <a:latin typeface="华文楷体"/>
                <a:cs typeface="华文楷体"/>
              </a:rPr>
              <a:t>差</a:t>
            </a:r>
            <a:r>
              <a:rPr sz="2800" b="1" spc="40" dirty="0">
                <a:solidFill>
                  <a:srgbClr val="7E4D00"/>
                </a:solidFill>
                <a:latin typeface="华文楷体"/>
                <a:cs typeface="华文楷体"/>
              </a:rPr>
              <a:t>。清零信号随着计数器被</a:t>
            </a:r>
            <a:r>
              <a:rPr sz="2800" b="1" spc="45" dirty="0">
                <a:solidFill>
                  <a:srgbClr val="7E4D00"/>
                </a:solidFill>
                <a:latin typeface="华文楷体"/>
                <a:cs typeface="华文楷体"/>
              </a:rPr>
              <a:t>置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零 </a:t>
            </a:r>
            <a:r>
              <a:rPr sz="2800" b="1" spc="215" dirty="0">
                <a:solidFill>
                  <a:srgbClr val="7E4D00"/>
                </a:solidFill>
                <a:latin typeface="华文楷体"/>
                <a:cs typeface="华文楷体"/>
              </a:rPr>
              <a:t>立即消</a:t>
            </a:r>
            <a:r>
              <a:rPr sz="2800" b="1" spc="220" dirty="0">
                <a:solidFill>
                  <a:srgbClr val="7E4D00"/>
                </a:solidFill>
                <a:latin typeface="华文楷体"/>
                <a:cs typeface="华文楷体"/>
              </a:rPr>
              <a:t>失</a:t>
            </a:r>
            <a:r>
              <a:rPr sz="2800" b="1" spc="215" dirty="0">
                <a:solidFill>
                  <a:srgbClr val="7E4D00"/>
                </a:solidFill>
                <a:latin typeface="华文楷体"/>
                <a:cs typeface="华文楷体"/>
              </a:rPr>
              <a:t>，持续时间极</a:t>
            </a:r>
            <a:r>
              <a:rPr sz="2800" b="1" spc="220" dirty="0">
                <a:solidFill>
                  <a:srgbClr val="7E4D00"/>
                </a:solidFill>
                <a:latin typeface="华文楷体"/>
                <a:cs typeface="华文楷体"/>
              </a:rPr>
              <a:t>短</a:t>
            </a:r>
            <a:r>
              <a:rPr sz="2800" b="1" spc="215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spc="220" dirty="0">
                <a:solidFill>
                  <a:srgbClr val="7E4D00"/>
                </a:solidFill>
                <a:latin typeface="华文楷体"/>
                <a:cs typeface="华文楷体"/>
              </a:rPr>
              <a:t>易导致触发器的</a:t>
            </a:r>
            <a:r>
              <a:rPr sz="2800" b="1" spc="225" dirty="0">
                <a:solidFill>
                  <a:srgbClr val="7E4D00"/>
                </a:solidFill>
                <a:latin typeface="华文楷体"/>
                <a:cs typeface="华文楷体"/>
              </a:rPr>
              <a:t>误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动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作，该电路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不可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靠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 dirty="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解决方法：</a:t>
            </a:r>
            <a:endParaRPr sz="2800" dirty="0">
              <a:latin typeface="华文楷体"/>
              <a:cs typeface="华文楷体"/>
            </a:endParaRPr>
          </a:p>
          <a:p>
            <a:pPr marL="994410" indent="-524510">
              <a:lnSpc>
                <a:spcPct val="100000"/>
              </a:lnSpc>
              <a:spcBef>
                <a:spcPts val="1010"/>
              </a:spcBef>
              <a:buSzPct val="96428"/>
              <a:buAutoNum type="arabicPlain"/>
              <a:tabLst>
                <a:tab pos="994410" algn="l"/>
              </a:tabLst>
            </a:pP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采用同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步预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置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端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-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置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法。</a:t>
            </a:r>
            <a:endParaRPr sz="2800" dirty="0">
              <a:latin typeface="华文楷体"/>
              <a:cs typeface="华文楷体"/>
            </a:endParaRPr>
          </a:p>
          <a:p>
            <a:pPr marL="12700" marR="5080" indent="457200">
              <a:lnSpc>
                <a:spcPts val="4370"/>
              </a:lnSpc>
              <a:spcBef>
                <a:spcPts val="310"/>
              </a:spcBef>
              <a:buSzPct val="96428"/>
              <a:buAutoNum type="arabicPlain"/>
              <a:tabLst>
                <a:tab pos="1019175" algn="l"/>
              </a:tabLst>
            </a:pPr>
            <a:r>
              <a:rPr sz="2800" b="1" spc="100" dirty="0">
                <a:solidFill>
                  <a:srgbClr val="7E4D00"/>
                </a:solidFill>
                <a:latin typeface="华文楷体"/>
                <a:cs typeface="华文楷体"/>
              </a:rPr>
              <a:t>对清零信号增加基本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R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S</a:t>
            </a:r>
            <a:r>
              <a:rPr sz="2800" b="1" spc="100" dirty="0">
                <a:solidFill>
                  <a:srgbClr val="7E4D00"/>
                </a:solidFill>
                <a:latin typeface="华文楷体"/>
                <a:cs typeface="华文楷体"/>
              </a:rPr>
              <a:t>触发</a:t>
            </a:r>
            <a:r>
              <a:rPr sz="2800" b="1" spc="95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100" dirty="0">
                <a:solidFill>
                  <a:srgbClr val="7E4D00"/>
                </a:solidFill>
                <a:latin typeface="华文楷体"/>
                <a:cs typeface="华文楷体"/>
              </a:rPr>
              <a:t>，保持一段时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间。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(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见后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面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74290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应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用设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计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）</a:t>
            </a:r>
            <a:endParaRPr sz="2800" dirty="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20726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10" dirty="0">
                <a:latin typeface="华文楷体"/>
                <a:cs typeface="华文楷体"/>
              </a:rPr>
              <a:t>2</a:t>
            </a:r>
            <a:r>
              <a:rPr sz="3600" b="1" i="0" dirty="0">
                <a:latin typeface="华文楷体"/>
                <a:cs typeface="华文楷体"/>
              </a:rPr>
              <a:t>）置</a:t>
            </a:r>
            <a:r>
              <a:rPr sz="3600" b="1" i="0" spc="-5" dirty="0">
                <a:latin typeface="华文楷体"/>
                <a:cs typeface="华文楷体"/>
              </a:rPr>
              <a:t>数法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7604" y="6539775"/>
            <a:ext cx="48514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115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8044" y="1118568"/>
            <a:ext cx="8064500" cy="3744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904865">
              <a:lnSpc>
                <a:spcPct val="135700"/>
              </a:lnSpc>
              <a:spcBef>
                <a:spcPts val="95"/>
              </a:spcBef>
            </a:pPr>
            <a:r>
              <a:rPr sz="2800" b="1" dirty="0">
                <a:solidFill>
                  <a:srgbClr val="0000FF"/>
                </a:solidFill>
                <a:latin typeface="华文楷体"/>
                <a:cs typeface="华文楷体"/>
              </a:rPr>
              <a:t>利用预置数端 </a:t>
            </a: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原理：</a:t>
            </a:r>
            <a:endParaRPr sz="2800">
              <a:latin typeface="华文楷体"/>
              <a:cs typeface="华文楷体"/>
            </a:endParaRPr>
          </a:p>
          <a:p>
            <a:pPr marL="12700" marR="5080" indent="457200">
              <a:lnSpc>
                <a:spcPct val="150000"/>
              </a:lnSpc>
              <a:spcBef>
                <a:spcPts val="5"/>
              </a:spcBef>
            </a:pPr>
            <a:r>
              <a:rPr sz="2800" b="1" spc="60" dirty="0">
                <a:solidFill>
                  <a:srgbClr val="7E4D00"/>
                </a:solidFill>
                <a:latin typeface="华文楷体"/>
                <a:cs typeface="华文楷体"/>
              </a:rPr>
              <a:t>通</a:t>
            </a:r>
            <a:r>
              <a:rPr sz="2800" b="1" spc="45" dirty="0">
                <a:solidFill>
                  <a:srgbClr val="7E4D00"/>
                </a:solidFill>
                <a:latin typeface="华文楷体"/>
                <a:cs typeface="华文楷体"/>
              </a:rPr>
              <a:t>过给计</a:t>
            </a:r>
            <a:r>
              <a:rPr sz="2800" b="1" spc="60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r>
              <a:rPr sz="2800" b="1" spc="45" dirty="0">
                <a:solidFill>
                  <a:srgbClr val="7E4D00"/>
                </a:solidFill>
                <a:latin typeface="华文楷体"/>
                <a:cs typeface="华文楷体"/>
              </a:rPr>
              <a:t>器重复置</a:t>
            </a:r>
            <a:r>
              <a:rPr sz="2800" b="1" spc="60" dirty="0">
                <a:solidFill>
                  <a:srgbClr val="7E4D00"/>
                </a:solidFill>
                <a:latin typeface="华文楷体"/>
                <a:cs typeface="华文楷体"/>
              </a:rPr>
              <a:t>入</a:t>
            </a:r>
            <a:r>
              <a:rPr sz="2800" b="1" spc="45" dirty="0">
                <a:solidFill>
                  <a:srgbClr val="7E4D00"/>
                </a:solidFill>
                <a:latin typeface="华文楷体"/>
                <a:cs typeface="华文楷体"/>
              </a:rPr>
              <a:t>某数值</a:t>
            </a:r>
            <a:r>
              <a:rPr sz="2800" b="1" spc="60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b="1" spc="45" dirty="0">
                <a:solidFill>
                  <a:srgbClr val="7E4D00"/>
                </a:solidFill>
                <a:latin typeface="华文楷体"/>
                <a:cs typeface="华文楷体"/>
              </a:rPr>
              <a:t>方法跳</a:t>
            </a:r>
            <a:r>
              <a:rPr sz="2800" b="1" spc="85" dirty="0">
                <a:solidFill>
                  <a:srgbClr val="7E4D00"/>
                </a:solidFill>
                <a:latin typeface="华文楷体"/>
                <a:cs typeface="华文楷体"/>
              </a:rPr>
              <a:t>越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N-M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个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状态，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从而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获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得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M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进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计数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 marR="5715" indent="457200">
              <a:lnSpc>
                <a:spcPct val="150000"/>
              </a:lnSpc>
            </a:pPr>
            <a:r>
              <a:rPr sz="2800" b="1" spc="40" dirty="0">
                <a:solidFill>
                  <a:srgbClr val="7E4D00"/>
                </a:solidFill>
                <a:latin typeface="华文楷体"/>
                <a:cs typeface="华文楷体"/>
              </a:rPr>
              <a:t>采用置数法可以从计数循环</a:t>
            </a:r>
            <a:r>
              <a:rPr sz="2800" b="1" spc="15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b="1" spc="35" dirty="0">
                <a:solidFill>
                  <a:srgbClr val="FF0000"/>
                </a:solidFill>
                <a:latin typeface="华文楷体"/>
                <a:cs typeface="华文楷体"/>
              </a:rPr>
              <a:t>任一状态</a:t>
            </a:r>
            <a:r>
              <a:rPr sz="2800" b="1" spc="35" dirty="0">
                <a:solidFill>
                  <a:srgbClr val="7E4D00"/>
                </a:solidFill>
                <a:latin typeface="华文楷体"/>
                <a:cs typeface="华文楷体"/>
              </a:rPr>
              <a:t>置入</a:t>
            </a:r>
            <a:r>
              <a:rPr sz="2800" b="1" spc="45" dirty="0">
                <a:solidFill>
                  <a:srgbClr val="7E4D00"/>
                </a:solidFill>
                <a:latin typeface="华文楷体"/>
                <a:cs typeface="华文楷体"/>
              </a:rPr>
              <a:t>适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当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的数值而跳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越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N-M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个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态，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获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得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M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进制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计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-10" dirty="0">
                <a:solidFill>
                  <a:srgbClr val="7E4D00"/>
                </a:solidFill>
                <a:latin typeface="华文中宋"/>
                <a:cs typeface="华文中宋"/>
              </a:rPr>
              <a:t>。</a:t>
            </a:r>
            <a:endParaRPr sz="2800">
              <a:latin typeface="华文中宋"/>
              <a:cs typeface="华文中宋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D07C53E9-8894-B0F6-29B3-E3066D1DC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847364"/>
            <a:ext cx="8497486" cy="5163271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42644" y="1210061"/>
            <a:ext cx="8472170" cy="3866515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75"/>
              </a:spcBef>
            </a:pP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同步式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预置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数的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计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（74160，74161）：</a:t>
            </a:r>
            <a:endParaRPr sz="2800">
              <a:latin typeface="华文楷体"/>
              <a:cs typeface="华文楷体"/>
            </a:endParaRPr>
          </a:p>
          <a:p>
            <a:pPr marL="38100" marR="30480" indent="457200">
              <a:lnSpc>
                <a:spcPts val="5040"/>
              </a:lnSpc>
              <a:spcBef>
                <a:spcPts val="450"/>
              </a:spcBef>
            </a:pPr>
            <a:r>
              <a:rPr sz="2800" b="1" spc="65" dirty="0">
                <a:solidFill>
                  <a:srgbClr val="7E4D00"/>
                </a:solidFill>
                <a:latin typeface="华文楷体"/>
                <a:cs typeface="华文楷体"/>
              </a:rPr>
              <a:t>预置数</a:t>
            </a:r>
            <a:r>
              <a:rPr sz="2800" b="1" spc="50" dirty="0">
                <a:solidFill>
                  <a:srgbClr val="7E4D00"/>
                </a:solidFill>
                <a:latin typeface="华文楷体"/>
                <a:cs typeface="华文楷体"/>
              </a:rPr>
              <a:t>信</a:t>
            </a:r>
            <a:r>
              <a:rPr sz="2800" b="1" spc="65" dirty="0">
                <a:solidFill>
                  <a:srgbClr val="7E4D00"/>
                </a:solidFill>
                <a:latin typeface="华文楷体"/>
                <a:cs typeface="华文楷体"/>
              </a:rPr>
              <a:t>号从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S</a:t>
            </a:r>
            <a:r>
              <a:rPr sz="2775" b="1" spc="104" baseline="-21021" dirty="0">
                <a:solidFill>
                  <a:srgbClr val="7E4D00"/>
                </a:solidFill>
                <a:latin typeface="华文楷体"/>
                <a:cs typeface="华文楷体"/>
              </a:rPr>
              <a:t>i</a:t>
            </a:r>
            <a:r>
              <a:rPr sz="2800" b="1" spc="50" dirty="0">
                <a:solidFill>
                  <a:srgbClr val="7E4D00"/>
                </a:solidFill>
                <a:latin typeface="华文楷体"/>
                <a:cs typeface="华文楷体"/>
              </a:rPr>
              <a:t>状</a:t>
            </a:r>
            <a:r>
              <a:rPr sz="2800" b="1" spc="60" dirty="0">
                <a:solidFill>
                  <a:srgbClr val="7E4D00"/>
                </a:solidFill>
                <a:latin typeface="华文楷体"/>
                <a:cs typeface="华文楷体"/>
              </a:rPr>
              <a:t>态译</a:t>
            </a:r>
            <a:r>
              <a:rPr sz="2800" b="1" spc="70" dirty="0">
                <a:solidFill>
                  <a:srgbClr val="7E4D00"/>
                </a:solidFill>
                <a:latin typeface="华文楷体"/>
                <a:cs typeface="华文楷体"/>
              </a:rPr>
              <a:t>出</a:t>
            </a:r>
            <a:r>
              <a:rPr sz="2800" b="1" spc="50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spc="65" dirty="0">
                <a:solidFill>
                  <a:srgbClr val="7E4D00"/>
                </a:solidFill>
                <a:latin typeface="华文楷体"/>
                <a:cs typeface="华文楷体"/>
              </a:rPr>
              <a:t>待下一</a:t>
            </a:r>
            <a:r>
              <a:rPr sz="2800" b="1" spc="45" dirty="0">
                <a:solidFill>
                  <a:srgbClr val="7E4D00"/>
                </a:solidFill>
                <a:latin typeface="华文楷体"/>
                <a:cs typeface="华文楷体"/>
              </a:rPr>
              <a:t>个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C</a:t>
            </a:r>
            <a:r>
              <a:rPr sz="2800" b="1" spc="50" dirty="0">
                <a:solidFill>
                  <a:srgbClr val="7E4D00"/>
                </a:solidFill>
                <a:latin typeface="华文楷体"/>
                <a:cs typeface="华文楷体"/>
              </a:rPr>
              <a:t>P</a:t>
            </a:r>
            <a:r>
              <a:rPr sz="2800" b="1" spc="65" dirty="0">
                <a:solidFill>
                  <a:srgbClr val="7E4D00"/>
                </a:solidFill>
                <a:latin typeface="华文楷体"/>
                <a:cs typeface="华文楷体"/>
              </a:rPr>
              <a:t>信号</a:t>
            </a:r>
            <a:r>
              <a:rPr sz="2800" b="1" spc="50" dirty="0">
                <a:solidFill>
                  <a:srgbClr val="7E4D00"/>
                </a:solidFill>
                <a:latin typeface="华文楷体"/>
                <a:cs typeface="华文楷体"/>
              </a:rPr>
              <a:t>到</a:t>
            </a:r>
            <a:r>
              <a:rPr sz="2800" b="1" spc="65" dirty="0">
                <a:solidFill>
                  <a:srgbClr val="7E4D00"/>
                </a:solidFill>
                <a:latin typeface="华文楷体"/>
                <a:cs typeface="华文楷体"/>
              </a:rPr>
              <a:t>来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， 才将所需数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据置</a:t>
            </a:r>
            <a:r>
              <a:rPr sz="2800" b="1" spc="25" dirty="0">
                <a:solidFill>
                  <a:srgbClr val="7E4D00"/>
                </a:solidFill>
                <a:latin typeface="华文楷体"/>
                <a:cs typeface="华文楷体"/>
              </a:rPr>
              <a:t>入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1230"/>
              </a:spcBef>
            </a:pP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异步</a:t>
            </a:r>
            <a:r>
              <a:rPr sz="2800" b="1" spc="5" dirty="0">
                <a:solidFill>
                  <a:srgbClr val="C00000"/>
                </a:solidFill>
                <a:latin typeface="华文楷体"/>
                <a:cs typeface="华文楷体"/>
              </a:rPr>
              <a:t>式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预置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数的计数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（74191）：</a:t>
            </a:r>
            <a:endParaRPr sz="2800">
              <a:latin typeface="华文楷体"/>
              <a:cs typeface="华文楷体"/>
            </a:endParaRPr>
          </a:p>
          <a:p>
            <a:pPr marL="38100" marR="387985" indent="457200">
              <a:lnSpc>
                <a:spcPct val="150000"/>
              </a:lnSpc>
              <a:spcBef>
                <a:spcPts val="5"/>
              </a:spcBef>
            </a:pPr>
            <a:r>
              <a:rPr sz="2800" b="1" spc="130" dirty="0">
                <a:solidFill>
                  <a:srgbClr val="7E4D00"/>
                </a:solidFill>
                <a:latin typeface="华文楷体"/>
                <a:cs typeface="华文楷体"/>
              </a:rPr>
              <a:t>预置数</a:t>
            </a:r>
            <a:r>
              <a:rPr sz="2800" b="1" spc="120" dirty="0">
                <a:solidFill>
                  <a:srgbClr val="7E4D00"/>
                </a:solidFill>
                <a:latin typeface="华文楷体"/>
                <a:cs typeface="华文楷体"/>
              </a:rPr>
              <a:t>信</a:t>
            </a:r>
            <a:r>
              <a:rPr sz="2800" b="1" spc="130" dirty="0">
                <a:solidFill>
                  <a:srgbClr val="7E4D00"/>
                </a:solidFill>
                <a:latin typeface="华文楷体"/>
                <a:cs typeface="华文楷体"/>
              </a:rPr>
              <a:t>号</a:t>
            </a:r>
            <a:r>
              <a:rPr sz="2800" b="1" spc="140" dirty="0">
                <a:solidFill>
                  <a:srgbClr val="7E4D00"/>
                </a:solidFill>
                <a:latin typeface="华文楷体"/>
                <a:cs typeface="华文楷体"/>
              </a:rPr>
              <a:t>从</a:t>
            </a:r>
            <a:r>
              <a:rPr sz="2800" b="1" spc="35" dirty="0">
                <a:solidFill>
                  <a:srgbClr val="7E4D00"/>
                </a:solidFill>
                <a:latin typeface="华文楷体"/>
                <a:cs typeface="华文楷体"/>
              </a:rPr>
              <a:t>S</a:t>
            </a:r>
            <a:r>
              <a:rPr sz="2775" b="1" spc="52" baseline="-21021" dirty="0">
                <a:solidFill>
                  <a:srgbClr val="7E4D00"/>
                </a:solidFill>
                <a:latin typeface="华文楷体"/>
                <a:cs typeface="华文楷体"/>
              </a:rPr>
              <a:t>i+1</a:t>
            </a:r>
            <a:r>
              <a:rPr sz="2800" b="1" spc="130" dirty="0">
                <a:solidFill>
                  <a:srgbClr val="7E4D00"/>
                </a:solidFill>
                <a:latin typeface="华文楷体"/>
                <a:cs typeface="华文楷体"/>
              </a:rPr>
              <a:t>状态译</a:t>
            </a:r>
            <a:r>
              <a:rPr sz="2800" b="1" spc="120" dirty="0">
                <a:solidFill>
                  <a:srgbClr val="7E4D00"/>
                </a:solidFill>
                <a:latin typeface="华文楷体"/>
                <a:cs typeface="华文楷体"/>
              </a:rPr>
              <a:t>出</a:t>
            </a:r>
            <a:r>
              <a:rPr sz="2800" b="1" spc="135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spc="130" dirty="0">
                <a:solidFill>
                  <a:srgbClr val="7E4D00"/>
                </a:solidFill>
                <a:latin typeface="华文楷体"/>
                <a:cs typeface="华文楷体"/>
              </a:rPr>
              <a:t>只要</a:t>
            </a:r>
            <a:r>
              <a:rPr sz="2800" b="1" spc="114" dirty="0">
                <a:solidFill>
                  <a:srgbClr val="7E4D00"/>
                </a:solidFill>
                <a:latin typeface="华文楷体"/>
                <a:cs typeface="华文楷体"/>
              </a:rPr>
              <a:t>预</a:t>
            </a:r>
            <a:r>
              <a:rPr sz="2800" b="1" spc="130" dirty="0">
                <a:solidFill>
                  <a:srgbClr val="7E4D00"/>
                </a:solidFill>
                <a:latin typeface="华文楷体"/>
                <a:cs typeface="华文楷体"/>
              </a:rPr>
              <a:t>置数信</a:t>
            </a:r>
            <a:r>
              <a:rPr sz="2800" b="1" spc="114" dirty="0">
                <a:solidFill>
                  <a:srgbClr val="7E4D00"/>
                </a:solidFill>
                <a:latin typeface="华文楷体"/>
                <a:cs typeface="华文楷体"/>
              </a:rPr>
              <a:t>号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有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效，立即将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所需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据置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入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，不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受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CP信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号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控制。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67604" y="6539775"/>
            <a:ext cx="48514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117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2771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solidFill>
                  <a:srgbClr val="666699"/>
                </a:solidFill>
                <a:latin typeface="华文楷体"/>
                <a:cs typeface="华文楷体"/>
              </a:rPr>
              <a:t>常用置</a:t>
            </a:r>
            <a:r>
              <a:rPr sz="3600" b="1" i="0" spc="-5" dirty="0">
                <a:solidFill>
                  <a:srgbClr val="666699"/>
                </a:solidFill>
                <a:latin typeface="华文楷体"/>
                <a:cs typeface="华文楷体"/>
              </a:rPr>
              <a:t>数方法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7604" y="6539775"/>
            <a:ext cx="48514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118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2698" y="1583562"/>
            <a:ext cx="3583304" cy="2464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置最小数全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零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(0000）</a:t>
            </a:r>
            <a:endParaRPr sz="2800">
              <a:latin typeface="华文楷体"/>
              <a:cs typeface="华文楷体"/>
            </a:endParaRPr>
          </a:p>
          <a:p>
            <a:pPr marL="12700" marR="5080">
              <a:lnSpc>
                <a:spcPct val="235800"/>
              </a:lnSpc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用最大数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（CO）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置数 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其他置数除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去中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间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状态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图片 68">
            <a:extLst>
              <a:ext uri="{FF2B5EF4-FFF2-40B4-BE49-F238E27FC236}">
                <a16:creationId xmlns:a16="http://schemas.microsoft.com/office/drawing/2014/main" id="{1205E57F-D101-11CB-5A24-7EC692ED0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200" y="1614234"/>
            <a:ext cx="8954750" cy="3629532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643661" y="3376649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122" y="267763"/>
                </a:moveTo>
                <a:lnTo>
                  <a:pt x="577319" y="224328"/>
                </a:lnTo>
                <a:lnTo>
                  <a:pt x="566310" y="183125"/>
                </a:lnTo>
                <a:lnTo>
                  <a:pt x="548692" y="144706"/>
                </a:lnTo>
                <a:lnTo>
                  <a:pt x="525063" y="109621"/>
                </a:lnTo>
                <a:lnTo>
                  <a:pt x="496022" y="78422"/>
                </a:lnTo>
                <a:lnTo>
                  <a:pt x="462167" y="51660"/>
                </a:lnTo>
                <a:lnTo>
                  <a:pt x="424095" y="29885"/>
                </a:lnTo>
                <a:lnTo>
                  <a:pt x="382404" y="13649"/>
                </a:lnTo>
                <a:lnTo>
                  <a:pt x="337694" y="3504"/>
                </a:lnTo>
                <a:lnTo>
                  <a:pt x="290561" y="0"/>
                </a:lnTo>
                <a:lnTo>
                  <a:pt x="243431" y="3504"/>
                </a:lnTo>
                <a:lnTo>
                  <a:pt x="198722" y="13649"/>
                </a:lnTo>
                <a:lnTo>
                  <a:pt x="157032" y="29885"/>
                </a:lnTo>
                <a:lnTo>
                  <a:pt x="118960" y="51660"/>
                </a:lnTo>
                <a:lnTo>
                  <a:pt x="85104" y="78422"/>
                </a:lnTo>
                <a:lnTo>
                  <a:pt x="56062" y="109621"/>
                </a:lnTo>
                <a:lnTo>
                  <a:pt x="32432" y="144706"/>
                </a:lnTo>
                <a:lnTo>
                  <a:pt x="14813" y="183125"/>
                </a:lnTo>
                <a:lnTo>
                  <a:pt x="3803" y="224328"/>
                </a:lnTo>
                <a:lnTo>
                  <a:pt x="0" y="267762"/>
                </a:lnTo>
                <a:lnTo>
                  <a:pt x="3803" y="311197"/>
                </a:lnTo>
                <a:lnTo>
                  <a:pt x="14813" y="352400"/>
                </a:lnTo>
                <a:lnTo>
                  <a:pt x="32432" y="390819"/>
                </a:lnTo>
                <a:lnTo>
                  <a:pt x="56062" y="425904"/>
                </a:lnTo>
                <a:lnTo>
                  <a:pt x="85104" y="457103"/>
                </a:lnTo>
                <a:lnTo>
                  <a:pt x="118960" y="483865"/>
                </a:lnTo>
                <a:lnTo>
                  <a:pt x="157032" y="505640"/>
                </a:lnTo>
                <a:lnTo>
                  <a:pt x="198722" y="521876"/>
                </a:lnTo>
                <a:lnTo>
                  <a:pt x="243431" y="532021"/>
                </a:lnTo>
                <a:lnTo>
                  <a:pt x="290561" y="535525"/>
                </a:lnTo>
                <a:lnTo>
                  <a:pt x="337694" y="532021"/>
                </a:lnTo>
                <a:lnTo>
                  <a:pt x="382404" y="521876"/>
                </a:lnTo>
                <a:lnTo>
                  <a:pt x="424095" y="505640"/>
                </a:lnTo>
                <a:lnTo>
                  <a:pt x="462167" y="483865"/>
                </a:lnTo>
                <a:lnTo>
                  <a:pt x="496022" y="457103"/>
                </a:lnTo>
                <a:lnTo>
                  <a:pt x="525063" y="425904"/>
                </a:lnTo>
                <a:lnTo>
                  <a:pt x="548692" y="390819"/>
                </a:lnTo>
                <a:lnTo>
                  <a:pt x="566310" y="352400"/>
                </a:lnTo>
                <a:lnTo>
                  <a:pt x="577319" y="311197"/>
                </a:lnTo>
                <a:lnTo>
                  <a:pt x="581122" y="267763"/>
                </a:lnTo>
                <a:close/>
              </a:path>
            </a:pathLst>
          </a:custGeom>
          <a:ln w="424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56241" y="3525916"/>
            <a:ext cx="3556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50" dirty="0">
                <a:latin typeface="宋体"/>
                <a:cs typeface="宋体"/>
              </a:rPr>
              <a:t>010</a:t>
            </a:r>
            <a:r>
              <a:rPr sz="1200" spc="45" dirty="0">
                <a:latin typeface="宋体"/>
                <a:cs typeface="宋体"/>
              </a:rPr>
              <a:t>0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60636" y="3376650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59" h="535939">
                <a:moveTo>
                  <a:pt x="581143" y="267763"/>
                </a:moveTo>
                <a:lnTo>
                  <a:pt x="577339" y="224328"/>
                </a:lnTo>
                <a:lnTo>
                  <a:pt x="566329" y="183125"/>
                </a:lnTo>
                <a:lnTo>
                  <a:pt x="548709" y="144706"/>
                </a:lnTo>
                <a:lnTo>
                  <a:pt x="525078" y="109621"/>
                </a:lnTo>
                <a:lnTo>
                  <a:pt x="496035" y="78422"/>
                </a:lnTo>
                <a:lnTo>
                  <a:pt x="462178" y="51660"/>
                </a:lnTo>
                <a:lnTo>
                  <a:pt x="424106" y="29885"/>
                </a:lnTo>
                <a:lnTo>
                  <a:pt x="382417" y="13649"/>
                </a:lnTo>
                <a:lnTo>
                  <a:pt x="337709" y="3504"/>
                </a:lnTo>
                <a:lnTo>
                  <a:pt x="290581" y="0"/>
                </a:lnTo>
                <a:lnTo>
                  <a:pt x="243448" y="3504"/>
                </a:lnTo>
                <a:lnTo>
                  <a:pt x="198736" y="13649"/>
                </a:lnTo>
                <a:lnTo>
                  <a:pt x="157043" y="29885"/>
                </a:lnTo>
                <a:lnTo>
                  <a:pt x="118968" y="51660"/>
                </a:lnTo>
                <a:lnTo>
                  <a:pt x="85110" y="78422"/>
                </a:lnTo>
                <a:lnTo>
                  <a:pt x="56065" y="109621"/>
                </a:lnTo>
                <a:lnTo>
                  <a:pt x="32434" y="144706"/>
                </a:lnTo>
                <a:lnTo>
                  <a:pt x="14814" y="183125"/>
                </a:lnTo>
                <a:lnTo>
                  <a:pt x="3803" y="224328"/>
                </a:lnTo>
                <a:lnTo>
                  <a:pt x="0" y="267762"/>
                </a:lnTo>
                <a:lnTo>
                  <a:pt x="3803" y="311197"/>
                </a:lnTo>
                <a:lnTo>
                  <a:pt x="14814" y="352400"/>
                </a:lnTo>
                <a:lnTo>
                  <a:pt x="32434" y="390819"/>
                </a:lnTo>
                <a:lnTo>
                  <a:pt x="56065" y="425904"/>
                </a:lnTo>
                <a:lnTo>
                  <a:pt x="85110" y="457103"/>
                </a:lnTo>
                <a:lnTo>
                  <a:pt x="118968" y="483865"/>
                </a:lnTo>
                <a:lnTo>
                  <a:pt x="157043" y="505640"/>
                </a:lnTo>
                <a:lnTo>
                  <a:pt x="198736" y="521876"/>
                </a:lnTo>
                <a:lnTo>
                  <a:pt x="243448" y="532021"/>
                </a:lnTo>
                <a:lnTo>
                  <a:pt x="290581" y="535525"/>
                </a:lnTo>
                <a:lnTo>
                  <a:pt x="337709" y="532021"/>
                </a:lnTo>
                <a:lnTo>
                  <a:pt x="382417" y="521876"/>
                </a:lnTo>
                <a:lnTo>
                  <a:pt x="424106" y="505640"/>
                </a:lnTo>
                <a:lnTo>
                  <a:pt x="462178" y="483865"/>
                </a:lnTo>
                <a:lnTo>
                  <a:pt x="496035" y="457103"/>
                </a:lnTo>
                <a:lnTo>
                  <a:pt x="525078" y="425904"/>
                </a:lnTo>
                <a:lnTo>
                  <a:pt x="548709" y="390819"/>
                </a:lnTo>
                <a:lnTo>
                  <a:pt x="566329" y="352400"/>
                </a:lnTo>
                <a:lnTo>
                  <a:pt x="577339" y="311197"/>
                </a:lnTo>
                <a:lnTo>
                  <a:pt x="581143" y="267763"/>
                </a:lnTo>
                <a:close/>
              </a:path>
            </a:pathLst>
          </a:custGeom>
          <a:ln w="424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773218" y="3525916"/>
            <a:ext cx="3556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50" dirty="0">
                <a:latin typeface="宋体"/>
                <a:cs typeface="宋体"/>
              </a:rPr>
              <a:t>010</a:t>
            </a:r>
            <a:r>
              <a:rPr sz="1200" spc="45" dirty="0">
                <a:latin typeface="宋体"/>
                <a:cs typeface="宋体"/>
              </a:rPr>
              <a:t>1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77673" y="3376650"/>
            <a:ext cx="581025" cy="535940"/>
          </a:xfrm>
          <a:custGeom>
            <a:avLst/>
            <a:gdLst/>
            <a:ahLst/>
            <a:cxnLst/>
            <a:rect l="l" t="t" r="r" b="b"/>
            <a:pathLst>
              <a:path w="581025" h="535939">
                <a:moveTo>
                  <a:pt x="580999" y="267763"/>
                </a:moveTo>
                <a:lnTo>
                  <a:pt x="577199" y="224328"/>
                </a:lnTo>
                <a:lnTo>
                  <a:pt x="566197" y="183125"/>
                </a:lnTo>
                <a:lnTo>
                  <a:pt x="548590" y="144706"/>
                </a:lnTo>
                <a:lnTo>
                  <a:pt x="524974" y="109621"/>
                </a:lnTo>
                <a:lnTo>
                  <a:pt x="495945" y="78422"/>
                </a:lnTo>
                <a:lnTo>
                  <a:pt x="462101" y="51660"/>
                </a:lnTo>
                <a:lnTo>
                  <a:pt x="424038" y="29885"/>
                </a:lnTo>
                <a:lnTo>
                  <a:pt x="382352" y="13649"/>
                </a:lnTo>
                <a:lnTo>
                  <a:pt x="337640" y="3504"/>
                </a:lnTo>
                <a:lnTo>
                  <a:pt x="290499" y="0"/>
                </a:lnTo>
                <a:lnTo>
                  <a:pt x="243358" y="3504"/>
                </a:lnTo>
                <a:lnTo>
                  <a:pt x="198646" y="13649"/>
                </a:lnTo>
                <a:lnTo>
                  <a:pt x="156961" y="29885"/>
                </a:lnTo>
                <a:lnTo>
                  <a:pt x="118897" y="51660"/>
                </a:lnTo>
                <a:lnTo>
                  <a:pt x="85053" y="78422"/>
                </a:lnTo>
                <a:lnTo>
                  <a:pt x="56025" y="109621"/>
                </a:lnTo>
                <a:lnTo>
                  <a:pt x="32409" y="144706"/>
                </a:lnTo>
                <a:lnTo>
                  <a:pt x="14801" y="183125"/>
                </a:lnTo>
                <a:lnTo>
                  <a:pt x="3799" y="224328"/>
                </a:lnTo>
                <a:lnTo>
                  <a:pt x="0" y="267762"/>
                </a:lnTo>
                <a:lnTo>
                  <a:pt x="3799" y="311197"/>
                </a:lnTo>
                <a:lnTo>
                  <a:pt x="14801" y="352400"/>
                </a:lnTo>
                <a:lnTo>
                  <a:pt x="32409" y="390819"/>
                </a:lnTo>
                <a:lnTo>
                  <a:pt x="56025" y="425904"/>
                </a:lnTo>
                <a:lnTo>
                  <a:pt x="85053" y="457103"/>
                </a:lnTo>
                <a:lnTo>
                  <a:pt x="118897" y="483865"/>
                </a:lnTo>
                <a:lnTo>
                  <a:pt x="156961" y="505640"/>
                </a:lnTo>
                <a:lnTo>
                  <a:pt x="198646" y="521876"/>
                </a:lnTo>
                <a:lnTo>
                  <a:pt x="243358" y="532021"/>
                </a:lnTo>
                <a:lnTo>
                  <a:pt x="290499" y="535525"/>
                </a:lnTo>
                <a:lnTo>
                  <a:pt x="337641" y="532021"/>
                </a:lnTo>
                <a:lnTo>
                  <a:pt x="382352" y="521876"/>
                </a:lnTo>
                <a:lnTo>
                  <a:pt x="424038" y="505640"/>
                </a:lnTo>
                <a:lnTo>
                  <a:pt x="462101" y="483865"/>
                </a:lnTo>
                <a:lnTo>
                  <a:pt x="495945" y="457103"/>
                </a:lnTo>
                <a:lnTo>
                  <a:pt x="524974" y="425904"/>
                </a:lnTo>
                <a:lnTo>
                  <a:pt x="548590" y="390819"/>
                </a:lnTo>
                <a:lnTo>
                  <a:pt x="566197" y="352400"/>
                </a:lnTo>
                <a:lnTo>
                  <a:pt x="577199" y="311197"/>
                </a:lnTo>
                <a:lnTo>
                  <a:pt x="580999" y="267763"/>
                </a:lnTo>
                <a:close/>
              </a:path>
            </a:pathLst>
          </a:custGeom>
          <a:ln w="424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90234" y="3525916"/>
            <a:ext cx="3556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50" dirty="0">
                <a:latin typeface="宋体"/>
                <a:cs typeface="宋体"/>
              </a:rPr>
              <a:t>011</a:t>
            </a:r>
            <a:r>
              <a:rPr sz="1200" spc="45" dirty="0">
                <a:latin typeface="宋体"/>
                <a:cs typeface="宋体"/>
              </a:rPr>
              <a:t>0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43661" y="4313829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122" y="267763"/>
                </a:moveTo>
                <a:lnTo>
                  <a:pt x="577319" y="224332"/>
                </a:lnTo>
                <a:lnTo>
                  <a:pt x="566310" y="183133"/>
                </a:lnTo>
                <a:lnTo>
                  <a:pt x="548692" y="144714"/>
                </a:lnTo>
                <a:lnTo>
                  <a:pt x="525063" y="109629"/>
                </a:lnTo>
                <a:lnTo>
                  <a:pt x="496022" y="78429"/>
                </a:lnTo>
                <a:lnTo>
                  <a:pt x="462167" y="51665"/>
                </a:lnTo>
                <a:lnTo>
                  <a:pt x="424095" y="29889"/>
                </a:lnTo>
                <a:lnTo>
                  <a:pt x="382404" y="13651"/>
                </a:lnTo>
                <a:lnTo>
                  <a:pt x="337694" y="3504"/>
                </a:lnTo>
                <a:lnTo>
                  <a:pt x="290561" y="0"/>
                </a:lnTo>
                <a:lnTo>
                  <a:pt x="243431" y="3504"/>
                </a:lnTo>
                <a:lnTo>
                  <a:pt x="198722" y="13651"/>
                </a:lnTo>
                <a:lnTo>
                  <a:pt x="157032" y="29889"/>
                </a:lnTo>
                <a:lnTo>
                  <a:pt x="118960" y="51665"/>
                </a:lnTo>
                <a:lnTo>
                  <a:pt x="85104" y="78429"/>
                </a:lnTo>
                <a:lnTo>
                  <a:pt x="56062" y="109629"/>
                </a:lnTo>
                <a:lnTo>
                  <a:pt x="32432" y="144714"/>
                </a:lnTo>
                <a:lnTo>
                  <a:pt x="14813" y="183133"/>
                </a:lnTo>
                <a:lnTo>
                  <a:pt x="3803" y="224332"/>
                </a:lnTo>
                <a:lnTo>
                  <a:pt x="0" y="267762"/>
                </a:lnTo>
                <a:lnTo>
                  <a:pt x="3803" y="311197"/>
                </a:lnTo>
                <a:lnTo>
                  <a:pt x="14813" y="352400"/>
                </a:lnTo>
                <a:lnTo>
                  <a:pt x="32432" y="390821"/>
                </a:lnTo>
                <a:lnTo>
                  <a:pt x="56062" y="425906"/>
                </a:lnTo>
                <a:lnTo>
                  <a:pt x="85104" y="457107"/>
                </a:lnTo>
                <a:lnTo>
                  <a:pt x="118960" y="483870"/>
                </a:lnTo>
                <a:lnTo>
                  <a:pt x="157032" y="505646"/>
                </a:lnTo>
                <a:lnTo>
                  <a:pt x="198722" y="521882"/>
                </a:lnTo>
                <a:lnTo>
                  <a:pt x="243431" y="532029"/>
                </a:lnTo>
                <a:lnTo>
                  <a:pt x="290561" y="535533"/>
                </a:lnTo>
                <a:lnTo>
                  <a:pt x="337694" y="532029"/>
                </a:lnTo>
                <a:lnTo>
                  <a:pt x="382404" y="521882"/>
                </a:lnTo>
                <a:lnTo>
                  <a:pt x="424095" y="505646"/>
                </a:lnTo>
                <a:lnTo>
                  <a:pt x="462167" y="483870"/>
                </a:lnTo>
                <a:lnTo>
                  <a:pt x="496022" y="457107"/>
                </a:lnTo>
                <a:lnTo>
                  <a:pt x="525063" y="425906"/>
                </a:lnTo>
                <a:lnTo>
                  <a:pt x="548692" y="390821"/>
                </a:lnTo>
                <a:lnTo>
                  <a:pt x="566310" y="352401"/>
                </a:lnTo>
                <a:lnTo>
                  <a:pt x="577319" y="311197"/>
                </a:lnTo>
                <a:lnTo>
                  <a:pt x="581122" y="267763"/>
                </a:lnTo>
                <a:close/>
              </a:path>
            </a:pathLst>
          </a:custGeom>
          <a:ln w="424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756241" y="4463096"/>
            <a:ext cx="3556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50" dirty="0">
                <a:latin typeface="宋体"/>
                <a:cs typeface="宋体"/>
              </a:rPr>
              <a:t>100</a:t>
            </a:r>
            <a:r>
              <a:rPr sz="1200" spc="45" dirty="0">
                <a:latin typeface="宋体"/>
                <a:cs typeface="宋体"/>
              </a:rPr>
              <a:t>1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60636" y="4287059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59" h="535939">
                <a:moveTo>
                  <a:pt x="581143" y="267763"/>
                </a:moveTo>
                <a:lnTo>
                  <a:pt x="577339" y="224328"/>
                </a:lnTo>
                <a:lnTo>
                  <a:pt x="566329" y="183125"/>
                </a:lnTo>
                <a:lnTo>
                  <a:pt x="548709" y="144706"/>
                </a:lnTo>
                <a:lnTo>
                  <a:pt x="525078" y="109621"/>
                </a:lnTo>
                <a:lnTo>
                  <a:pt x="496035" y="78422"/>
                </a:lnTo>
                <a:lnTo>
                  <a:pt x="462178" y="51660"/>
                </a:lnTo>
                <a:lnTo>
                  <a:pt x="424106" y="29885"/>
                </a:lnTo>
                <a:lnTo>
                  <a:pt x="382417" y="13649"/>
                </a:lnTo>
                <a:lnTo>
                  <a:pt x="337709" y="3504"/>
                </a:lnTo>
                <a:lnTo>
                  <a:pt x="290581" y="0"/>
                </a:lnTo>
                <a:lnTo>
                  <a:pt x="243448" y="3504"/>
                </a:lnTo>
                <a:lnTo>
                  <a:pt x="198736" y="13649"/>
                </a:lnTo>
                <a:lnTo>
                  <a:pt x="157043" y="29885"/>
                </a:lnTo>
                <a:lnTo>
                  <a:pt x="118968" y="51660"/>
                </a:lnTo>
                <a:lnTo>
                  <a:pt x="85110" y="78422"/>
                </a:lnTo>
                <a:lnTo>
                  <a:pt x="56065" y="109621"/>
                </a:lnTo>
                <a:lnTo>
                  <a:pt x="32434" y="144706"/>
                </a:lnTo>
                <a:lnTo>
                  <a:pt x="14814" y="183125"/>
                </a:lnTo>
                <a:lnTo>
                  <a:pt x="3803" y="224328"/>
                </a:lnTo>
                <a:lnTo>
                  <a:pt x="0" y="267762"/>
                </a:lnTo>
                <a:lnTo>
                  <a:pt x="3803" y="311197"/>
                </a:lnTo>
                <a:lnTo>
                  <a:pt x="14814" y="352400"/>
                </a:lnTo>
                <a:lnTo>
                  <a:pt x="32434" y="390819"/>
                </a:lnTo>
                <a:lnTo>
                  <a:pt x="56065" y="425904"/>
                </a:lnTo>
                <a:lnTo>
                  <a:pt x="85110" y="457104"/>
                </a:lnTo>
                <a:lnTo>
                  <a:pt x="118968" y="483867"/>
                </a:lnTo>
                <a:lnTo>
                  <a:pt x="157043" y="505641"/>
                </a:lnTo>
                <a:lnTo>
                  <a:pt x="198736" y="521877"/>
                </a:lnTo>
                <a:lnTo>
                  <a:pt x="243448" y="532023"/>
                </a:lnTo>
                <a:lnTo>
                  <a:pt x="290581" y="535527"/>
                </a:lnTo>
                <a:lnTo>
                  <a:pt x="337709" y="532023"/>
                </a:lnTo>
                <a:lnTo>
                  <a:pt x="382417" y="521877"/>
                </a:lnTo>
                <a:lnTo>
                  <a:pt x="424106" y="505641"/>
                </a:lnTo>
                <a:lnTo>
                  <a:pt x="462178" y="483867"/>
                </a:lnTo>
                <a:lnTo>
                  <a:pt x="496035" y="457104"/>
                </a:lnTo>
                <a:lnTo>
                  <a:pt x="525078" y="425904"/>
                </a:lnTo>
                <a:lnTo>
                  <a:pt x="548709" y="390819"/>
                </a:lnTo>
                <a:lnTo>
                  <a:pt x="566329" y="352400"/>
                </a:lnTo>
                <a:lnTo>
                  <a:pt x="577339" y="311197"/>
                </a:lnTo>
                <a:lnTo>
                  <a:pt x="581143" y="267763"/>
                </a:lnTo>
                <a:close/>
              </a:path>
            </a:pathLst>
          </a:custGeom>
          <a:ln w="424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773218" y="4436326"/>
            <a:ext cx="3556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50" dirty="0">
                <a:latin typeface="宋体"/>
                <a:cs typeface="宋体"/>
              </a:rPr>
              <a:t>100</a:t>
            </a:r>
            <a:r>
              <a:rPr sz="1200" spc="45" dirty="0">
                <a:latin typeface="宋体"/>
                <a:cs typeface="宋体"/>
              </a:rPr>
              <a:t>0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77673" y="4313829"/>
            <a:ext cx="581025" cy="535940"/>
          </a:xfrm>
          <a:custGeom>
            <a:avLst/>
            <a:gdLst/>
            <a:ahLst/>
            <a:cxnLst/>
            <a:rect l="l" t="t" r="r" b="b"/>
            <a:pathLst>
              <a:path w="581025" h="535939">
                <a:moveTo>
                  <a:pt x="580999" y="267763"/>
                </a:moveTo>
                <a:lnTo>
                  <a:pt x="577199" y="224332"/>
                </a:lnTo>
                <a:lnTo>
                  <a:pt x="566197" y="183133"/>
                </a:lnTo>
                <a:lnTo>
                  <a:pt x="548590" y="144714"/>
                </a:lnTo>
                <a:lnTo>
                  <a:pt x="524974" y="109629"/>
                </a:lnTo>
                <a:lnTo>
                  <a:pt x="495945" y="78429"/>
                </a:lnTo>
                <a:lnTo>
                  <a:pt x="462101" y="51665"/>
                </a:lnTo>
                <a:lnTo>
                  <a:pt x="424038" y="29889"/>
                </a:lnTo>
                <a:lnTo>
                  <a:pt x="382352" y="13651"/>
                </a:lnTo>
                <a:lnTo>
                  <a:pt x="337640" y="3504"/>
                </a:lnTo>
                <a:lnTo>
                  <a:pt x="290499" y="0"/>
                </a:lnTo>
                <a:lnTo>
                  <a:pt x="243358" y="3504"/>
                </a:lnTo>
                <a:lnTo>
                  <a:pt x="198646" y="13651"/>
                </a:lnTo>
                <a:lnTo>
                  <a:pt x="156961" y="29889"/>
                </a:lnTo>
                <a:lnTo>
                  <a:pt x="118897" y="51665"/>
                </a:lnTo>
                <a:lnTo>
                  <a:pt x="85053" y="78429"/>
                </a:lnTo>
                <a:lnTo>
                  <a:pt x="56025" y="109629"/>
                </a:lnTo>
                <a:lnTo>
                  <a:pt x="32409" y="144714"/>
                </a:lnTo>
                <a:lnTo>
                  <a:pt x="14801" y="183133"/>
                </a:lnTo>
                <a:lnTo>
                  <a:pt x="3799" y="224332"/>
                </a:lnTo>
                <a:lnTo>
                  <a:pt x="0" y="267762"/>
                </a:lnTo>
                <a:lnTo>
                  <a:pt x="3799" y="311197"/>
                </a:lnTo>
                <a:lnTo>
                  <a:pt x="14801" y="352400"/>
                </a:lnTo>
                <a:lnTo>
                  <a:pt x="32409" y="390821"/>
                </a:lnTo>
                <a:lnTo>
                  <a:pt x="56025" y="425906"/>
                </a:lnTo>
                <a:lnTo>
                  <a:pt x="85053" y="457107"/>
                </a:lnTo>
                <a:lnTo>
                  <a:pt x="118897" y="483870"/>
                </a:lnTo>
                <a:lnTo>
                  <a:pt x="156961" y="505646"/>
                </a:lnTo>
                <a:lnTo>
                  <a:pt x="198646" y="521882"/>
                </a:lnTo>
                <a:lnTo>
                  <a:pt x="243358" y="532029"/>
                </a:lnTo>
                <a:lnTo>
                  <a:pt x="290499" y="535533"/>
                </a:lnTo>
                <a:lnTo>
                  <a:pt x="337641" y="532029"/>
                </a:lnTo>
                <a:lnTo>
                  <a:pt x="382352" y="521882"/>
                </a:lnTo>
                <a:lnTo>
                  <a:pt x="424038" y="505646"/>
                </a:lnTo>
                <a:lnTo>
                  <a:pt x="462101" y="483870"/>
                </a:lnTo>
                <a:lnTo>
                  <a:pt x="495945" y="457107"/>
                </a:lnTo>
                <a:lnTo>
                  <a:pt x="524974" y="425906"/>
                </a:lnTo>
                <a:lnTo>
                  <a:pt x="548590" y="390821"/>
                </a:lnTo>
                <a:lnTo>
                  <a:pt x="566197" y="352401"/>
                </a:lnTo>
                <a:lnTo>
                  <a:pt x="577199" y="311197"/>
                </a:lnTo>
                <a:lnTo>
                  <a:pt x="580999" y="267763"/>
                </a:lnTo>
                <a:close/>
              </a:path>
            </a:pathLst>
          </a:custGeom>
          <a:ln w="424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790234" y="4463096"/>
            <a:ext cx="3556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50" dirty="0">
                <a:latin typeface="宋体"/>
                <a:cs typeface="宋体"/>
              </a:rPr>
              <a:t>011</a:t>
            </a:r>
            <a:r>
              <a:rPr sz="1200" spc="45" dirty="0">
                <a:latin typeface="宋体"/>
                <a:cs typeface="宋体"/>
              </a:rPr>
              <a:t>1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222713" y="3644412"/>
            <a:ext cx="213995" cy="0"/>
          </a:xfrm>
          <a:custGeom>
            <a:avLst/>
            <a:gdLst/>
            <a:ahLst/>
            <a:cxnLst/>
            <a:rect l="l" t="t" r="r" b="b"/>
            <a:pathLst>
              <a:path w="213995">
                <a:moveTo>
                  <a:pt x="0" y="0"/>
                </a:moveTo>
                <a:lnTo>
                  <a:pt x="213682" y="0"/>
                </a:lnTo>
              </a:path>
            </a:pathLst>
          </a:custGeom>
          <a:ln w="226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17330" y="3574133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4" h="140970">
                <a:moveTo>
                  <a:pt x="0" y="0"/>
                </a:moveTo>
                <a:lnTo>
                  <a:pt x="0" y="140559"/>
                </a:lnTo>
                <a:lnTo>
                  <a:pt x="228791" y="702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41779" y="3644412"/>
            <a:ext cx="219075" cy="0"/>
          </a:xfrm>
          <a:custGeom>
            <a:avLst/>
            <a:gdLst/>
            <a:ahLst/>
            <a:cxnLst/>
            <a:rect l="l" t="t" r="r" b="b"/>
            <a:pathLst>
              <a:path w="219075">
                <a:moveTo>
                  <a:pt x="0" y="0"/>
                </a:moveTo>
                <a:lnTo>
                  <a:pt x="218848" y="0"/>
                </a:lnTo>
              </a:path>
            </a:pathLst>
          </a:custGeom>
          <a:ln w="226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41562" y="3574133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4" h="140970">
                <a:moveTo>
                  <a:pt x="0" y="0"/>
                </a:moveTo>
                <a:lnTo>
                  <a:pt x="0" y="140559"/>
                </a:lnTo>
                <a:lnTo>
                  <a:pt x="228730" y="702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450911" y="4571768"/>
            <a:ext cx="234315" cy="0"/>
          </a:xfrm>
          <a:custGeom>
            <a:avLst/>
            <a:gdLst/>
            <a:ahLst/>
            <a:cxnLst/>
            <a:rect l="l" t="t" r="r" b="b"/>
            <a:pathLst>
              <a:path w="234315">
                <a:moveTo>
                  <a:pt x="233937" y="0"/>
                </a:moveTo>
                <a:lnTo>
                  <a:pt x="0" y="0"/>
                </a:lnTo>
              </a:path>
            </a:pathLst>
          </a:custGeom>
          <a:ln w="226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241185" y="4501488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4" h="140970">
                <a:moveTo>
                  <a:pt x="228791" y="0"/>
                </a:moveTo>
                <a:lnTo>
                  <a:pt x="0" y="70279"/>
                </a:lnTo>
                <a:lnTo>
                  <a:pt x="228791" y="140559"/>
                </a:lnTo>
                <a:lnTo>
                  <a:pt x="2287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33054" y="4581592"/>
            <a:ext cx="213360" cy="0"/>
          </a:xfrm>
          <a:custGeom>
            <a:avLst/>
            <a:gdLst/>
            <a:ahLst/>
            <a:cxnLst/>
            <a:rect l="l" t="t" r="r" b="b"/>
            <a:pathLst>
              <a:path w="213359">
                <a:moveTo>
                  <a:pt x="213067" y="0"/>
                </a:moveTo>
                <a:lnTo>
                  <a:pt x="0" y="0"/>
                </a:lnTo>
              </a:path>
            </a:pathLst>
          </a:custGeom>
          <a:ln w="226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23329" y="4511312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70">
                <a:moveTo>
                  <a:pt x="228791" y="0"/>
                </a:moveTo>
                <a:lnTo>
                  <a:pt x="0" y="70279"/>
                </a:lnTo>
                <a:lnTo>
                  <a:pt x="228791" y="140559"/>
                </a:lnTo>
                <a:lnTo>
                  <a:pt x="2287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968173" y="3911949"/>
            <a:ext cx="0" cy="195580"/>
          </a:xfrm>
          <a:custGeom>
            <a:avLst/>
            <a:gdLst/>
            <a:ahLst/>
            <a:cxnLst/>
            <a:rect l="l" t="t" r="r" b="b"/>
            <a:pathLst>
              <a:path h="195579">
                <a:moveTo>
                  <a:pt x="0" y="0"/>
                </a:moveTo>
                <a:lnTo>
                  <a:pt x="0" y="195215"/>
                </a:lnTo>
              </a:path>
            </a:pathLst>
          </a:custGeom>
          <a:ln w="246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891908" y="4089594"/>
            <a:ext cx="153035" cy="211454"/>
          </a:xfrm>
          <a:custGeom>
            <a:avLst/>
            <a:gdLst/>
            <a:ahLst/>
            <a:cxnLst/>
            <a:rect l="l" t="t" r="r" b="b"/>
            <a:pathLst>
              <a:path w="153034" h="211454">
                <a:moveTo>
                  <a:pt x="152527" y="0"/>
                </a:moveTo>
                <a:lnTo>
                  <a:pt x="0" y="0"/>
                </a:lnTo>
                <a:lnTo>
                  <a:pt x="76263" y="210839"/>
                </a:lnTo>
                <a:lnTo>
                  <a:pt x="1525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934223" y="4103386"/>
            <a:ext cx="0" cy="210820"/>
          </a:xfrm>
          <a:custGeom>
            <a:avLst/>
            <a:gdLst/>
            <a:ahLst/>
            <a:cxnLst/>
            <a:rect l="l" t="t" r="r" b="b"/>
            <a:pathLst>
              <a:path h="210820">
                <a:moveTo>
                  <a:pt x="0" y="210443"/>
                </a:moveTo>
                <a:lnTo>
                  <a:pt x="0" y="0"/>
                </a:lnTo>
              </a:path>
            </a:pathLst>
          </a:custGeom>
          <a:ln w="246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857959" y="3910116"/>
            <a:ext cx="153035" cy="211454"/>
          </a:xfrm>
          <a:custGeom>
            <a:avLst/>
            <a:gdLst/>
            <a:ahLst/>
            <a:cxnLst/>
            <a:rect l="l" t="t" r="r" b="b"/>
            <a:pathLst>
              <a:path w="153035" h="211454">
                <a:moveTo>
                  <a:pt x="76263" y="0"/>
                </a:moveTo>
                <a:lnTo>
                  <a:pt x="0" y="210839"/>
                </a:lnTo>
                <a:lnTo>
                  <a:pt x="152527" y="210839"/>
                </a:lnTo>
                <a:lnTo>
                  <a:pt x="762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643661" y="2439507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60" h="535939">
                <a:moveTo>
                  <a:pt x="581122" y="267706"/>
                </a:moveTo>
                <a:lnTo>
                  <a:pt x="577319" y="224264"/>
                </a:lnTo>
                <a:lnTo>
                  <a:pt x="566310" y="183060"/>
                </a:lnTo>
                <a:lnTo>
                  <a:pt x="548692" y="144645"/>
                </a:lnTo>
                <a:lnTo>
                  <a:pt x="525063" y="109568"/>
                </a:lnTo>
                <a:lnTo>
                  <a:pt x="496022" y="78380"/>
                </a:lnTo>
                <a:lnTo>
                  <a:pt x="462167" y="51629"/>
                </a:lnTo>
                <a:lnTo>
                  <a:pt x="424095" y="29866"/>
                </a:lnTo>
                <a:lnTo>
                  <a:pt x="382404" y="13640"/>
                </a:lnTo>
                <a:lnTo>
                  <a:pt x="337694" y="3501"/>
                </a:lnTo>
                <a:lnTo>
                  <a:pt x="290561" y="0"/>
                </a:lnTo>
                <a:lnTo>
                  <a:pt x="243431" y="3501"/>
                </a:lnTo>
                <a:lnTo>
                  <a:pt x="198722" y="13640"/>
                </a:lnTo>
                <a:lnTo>
                  <a:pt x="157032" y="29866"/>
                </a:lnTo>
                <a:lnTo>
                  <a:pt x="118960" y="51629"/>
                </a:lnTo>
                <a:lnTo>
                  <a:pt x="85104" y="78380"/>
                </a:lnTo>
                <a:lnTo>
                  <a:pt x="56062" y="109568"/>
                </a:lnTo>
                <a:lnTo>
                  <a:pt x="32432" y="144645"/>
                </a:lnTo>
                <a:lnTo>
                  <a:pt x="14813" y="183060"/>
                </a:lnTo>
                <a:lnTo>
                  <a:pt x="3803" y="224264"/>
                </a:lnTo>
                <a:lnTo>
                  <a:pt x="0" y="267706"/>
                </a:lnTo>
                <a:lnTo>
                  <a:pt x="3803" y="311148"/>
                </a:lnTo>
                <a:lnTo>
                  <a:pt x="14813" y="352352"/>
                </a:lnTo>
                <a:lnTo>
                  <a:pt x="32432" y="390767"/>
                </a:lnTo>
                <a:lnTo>
                  <a:pt x="56062" y="425843"/>
                </a:lnTo>
                <a:lnTo>
                  <a:pt x="85104" y="457032"/>
                </a:lnTo>
                <a:lnTo>
                  <a:pt x="118960" y="483783"/>
                </a:lnTo>
                <a:lnTo>
                  <a:pt x="157032" y="505546"/>
                </a:lnTo>
                <a:lnTo>
                  <a:pt x="198722" y="521772"/>
                </a:lnTo>
                <a:lnTo>
                  <a:pt x="243431" y="531910"/>
                </a:lnTo>
                <a:lnTo>
                  <a:pt x="290561" y="535412"/>
                </a:lnTo>
                <a:lnTo>
                  <a:pt x="337694" y="531910"/>
                </a:lnTo>
                <a:lnTo>
                  <a:pt x="382404" y="521772"/>
                </a:lnTo>
                <a:lnTo>
                  <a:pt x="424095" y="505546"/>
                </a:lnTo>
                <a:lnTo>
                  <a:pt x="462167" y="483783"/>
                </a:lnTo>
                <a:lnTo>
                  <a:pt x="496022" y="457032"/>
                </a:lnTo>
                <a:lnTo>
                  <a:pt x="525063" y="425843"/>
                </a:lnTo>
                <a:lnTo>
                  <a:pt x="548692" y="390767"/>
                </a:lnTo>
                <a:lnTo>
                  <a:pt x="566310" y="352352"/>
                </a:lnTo>
                <a:lnTo>
                  <a:pt x="577319" y="311148"/>
                </a:lnTo>
                <a:lnTo>
                  <a:pt x="581122" y="267706"/>
                </a:lnTo>
                <a:close/>
              </a:path>
            </a:pathLst>
          </a:custGeom>
          <a:ln w="42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756241" y="2588717"/>
            <a:ext cx="3556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50" dirty="0">
                <a:latin typeface="宋体"/>
                <a:cs typeface="宋体"/>
              </a:rPr>
              <a:t>001</a:t>
            </a:r>
            <a:r>
              <a:rPr sz="1200" spc="45" dirty="0">
                <a:latin typeface="宋体"/>
                <a:cs typeface="宋体"/>
              </a:rPr>
              <a:t>1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660636" y="2439507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59" h="535939">
                <a:moveTo>
                  <a:pt x="581143" y="267706"/>
                </a:moveTo>
                <a:lnTo>
                  <a:pt x="577339" y="224264"/>
                </a:lnTo>
                <a:lnTo>
                  <a:pt x="566329" y="183060"/>
                </a:lnTo>
                <a:lnTo>
                  <a:pt x="548709" y="144645"/>
                </a:lnTo>
                <a:lnTo>
                  <a:pt x="525078" y="109568"/>
                </a:lnTo>
                <a:lnTo>
                  <a:pt x="496035" y="78380"/>
                </a:lnTo>
                <a:lnTo>
                  <a:pt x="462178" y="51629"/>
                </a:lnTo>
                <a:lnTo>
                  <a:pt x="424106" y="29866"/>
                </a:lnTo>
                <a:lnTo>
                  <a:pt x="382417" y="13640"/>
                </a:lnTo>
                <a:lnTo>
                  <a:pt x="337709" y="3501"/>
                </a:lnTo>
                <a:lnTo>
                  <a:pt x="290581" y="0"/>
                </a:lnTo>
                <a:lnTo>
                  <a:pt x="243448" y="3501"/>
                </a:lnTo>
                <a:lnTo>
                  <a:pt x="198736" y="13640"/>
                </a:lnTo>
                <a:lnTo>
                  <a:pt x="157043" y="29866"/>
                </a:lnTo>
                <a:lnTo>
                  <a:pt x="118968" y="51629"/>
                </a:lnTo>
                <a:lnTo>
                  <a:pt x="85110" y="78380"/>
                </a:lnTo>
                <a:lnTo>
                  <a:pt x="56065" y="109568"/>
                </a:lnTo>
                <a:lnTo>
                  <a:pt x="32434" y="144645"/>
                </a:lnTo>
                <a:lnTo>
                  <a:pt x="14814" y="183060"/>
                </a:lnTo>
                <a:lnTo>
                  <a:pt x="3803" y="224264"/>
                </a:lnTo>
                <a:lnTo>
                  <a:pt x="0" y="267706"/>
                </a:lnTo>
                <a:lnTo>
                  <a:pt x="3803" y="311148"/>
                </a:lnTo>
                <a:lnTo>
                  <a:pt x="14814" y="352352"/>
                </a:lnTo>
                <a:lnTo>
                  <a:pt x="32434" y="390767"/>
                </a:lnTo>
                <a:lnTo>
                  <a:pt x="56065" y="425843"/>
                </a:lnTo>
                <a:lnTo>
                  <a:pt x="85110" y="457032"/>
                </a:lnTo>
                <a:lnTo>
                  <a:pt x="118968" y="483783"/>
                </a:lnTo>
                <a:lnTo>
                  <a:pt x="157043" y="505546"/>
                </a:lnTo>
                <a:lnTo>
                  <a:pt x="198736" y="521772"/>
                </a:lnTo>
                <a:lnTo>
                  <a:pt x="243448" y="531910"/>
                </a:lnTo>
                <a:lnTo>
                  <a:pt x="290581" y="535412"/>
                </a:lnTo>
                <a:lnTo>
                  <a:pt x="337709" y="531910"/>
                </a:lnTo>
                <a:lnTo>
                  <a:pt x="382417" y="521772"/>
                </a:lnTo>
                <a:lnTo>
                  <a:pt x="424106" y="505546"/>
                </a:lnTo>
                <a:lnTo>
                  <a:pt x="462178" y="483783"/>
                </a:lnTo>
                <a:lnTo>
                  <a:pt x="496035" y="457032"/>
                </a:lnTo>
                <a:lnTo>
                  <a:pt x="525078" y="425843"/>
                </a:lnTo>
                <a:lnTo>
                  <a:pt x="548709" y="390767"/>
                </a:lnTo>
                <a:lnTo>
                  <a:pt x="566329" y="352352"/>
                </a:lnTo>
                <a:lnTo>
                  <a:pt x="577339" y="311148"/>
                </a:lnTo>
                <a:lnTo>
                  <a:pt x="581143" y="267706"/>
                </a:lnTo>
                <a:close/>
              </a:path>
            </a:pathLst>
          </a:custGeom>
          <a:ln w="42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773218" y="2588717"/>
            <a:ext cx="3556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50" dirty="0">
                <a:latin typeface="宋体"/>
                <a:cs typeface="宋体"/>
              </a:rPr>
              <a:t>001</a:t>
            </a:r>
            <a:r>
              <a:rPr sz="1200" spc="45" dirty="0">
                <a:latin typeface="宋体"/>
                <a:cs typeface="宋体"/>
              </a:rPr>
              <a:t>0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934223" y="2995135"/>
            <a:ext cx="0" cy="189230"/>
          </a:xfrm>
          <a:custGeom>
            <a:avLst/>
            <a:gdLst/>
            <a:ahLst/>
            <a:cxnLst/>
            <a:rect l="l" t="t" r="r" b="b"/>
            <a:pathLst>
              <a:path h="189230">
                <a:moveTo>
                  <a:pt x="0" y="0"/>
                </a:moveTo>
                <a:lnTo>
                  <a:pt x="0" y="189019"/>
                </a:lnTo>
              </a:path>
            </a:pathLst>
          </a:custGeom>
          <a:ln w="246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857959" y="3166584"/>
            <a:ext cx="153035" cy="211454"/>
          </a:xfrm>
          <a:custGeom>
            <a:avLst/>
            <a:gdLst/>
            <a:ahLst/>
            <a:cxnLst/>
            <a:rect l="l" t="t" r="r" b="b"/>
            <a:pathLst>
              <a:path w="153035" h="211454">
                <a:moveTo>
                  <a:pt x="152527" y="0"/>
                </a:moveTo>
                <a:lnTo>
                  <a:pt x="0" y="0"/>
                </a:lnTo>
                <a:lnTo>
                  <a:pt x="76263" y="210839"/>
                </a:lnTo>
                <a:lnTo>
                  <a:pt x="1525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534001" y="3510522"/>
            <a:ext cx="843280" cy="776605"/>
          </a:xfrm>
          <a:custGeom>
            <a:avLst/>
            <a:gdLst/>
            <a:ahLst/>
            <a:cxnLst/>
            <a:rect l="l" t="t" r="r" b="b"/>
            <a:pathLst>
              <a:path w="843279" h="776604">
                <a:moveTo>
                  <a:pt x="842798" y="388259"/>
                </a:moveTo>
                <a:lnTo>
                  <a:pt x="839963" y="342979"/>
                </a:lnTo>
                <a:lnTo>
                  <a:pt x="831671" y="299234"/>
                </a:lnTo>
                <a:lnTo>
                  <a:pt x="818238" y="257315"/>
                </a:lnTo>
                <a:lnTo>
                  <a:pt x="799978" y="217512"/>
                </a:lnTo>
                <a:lnTo>
                  <a:pt x="777209" y="180118"/>
                </a:lnTo>
                <a:lnTo>
                  <a:pt x="750247" y="145422"/>
                </a:lnTo>
                <a:lnTo>
                  <a:pt x="719407" y="113718"/>
                </a:lnTo>
                <a:lnTo>
                  <a:pt x="685005" y="85296"/>
                </a:lnTo>
                <a:lnTo>
                  <a:pt x="647358" y="60447"/>
                </a:lnTo>
                <a:lnTo>
                  <a:pt x="606781" y="39463"/>
                </a:lnTo>
                <a:lnTo>
                  <a:pt x="563591" y="22634"/>
                </a:lnTo>
                <a:lnTo>
                  <a:pt x="518104" y="10254"/>
                </a:lnTo>
                <a:lnTo>
                  <a:pt x="470635" y="2612"/>
                </a:lnTo>
                <a:lnTo>
                  <a:pt x="421501" y="0"/>
                </a:lnTo>
                <a:lnTo>
                  <a:pt x="372364" y="2612"/>
                </a:lnTo>
                <a:lnTo>
                  <a:pt x="324887" y="10254"/>
                </a:lnTo>
                <a:lnTo>
                  <a:pt x="279386" y="22634"/>
                </a:lnTo>
                <a:lnTo>
                  <a:pt x="236180" y="39463"/>
                </a:lnTo>
                <a:lnTo>
                  <a:pt x="195584" y="60447"/>
                </a:lnTo>
                <a:lnTo>
                  <a:pt x="157916" y="85296"/>
                </a:lnTo>
                <a:lnTo>
                  <a:pt x="123493" y="113718"/>
                </a:lnTo>
                <a:lnTo>
                  <a:pt x="92631" y="145422"/>
                </a:lnTo>
                <a:lnTo>
                  <a:pt x="65647" y="180118"/>
                </a:lnTo>
                <a:lnTo>
                  <a:pt x="42859" y="217512"/>
                </a:lnTo>
                <a:lnTo>
                  <a:pt x="24583" y="257315"/>
                </a:lnTo>
                <a:lnTo>
                  <a:pt x="11137" y="299234"/>
                </a:lnTo>
                <a:lnTo>
                  <a:pt x="2837" y="342979"/>
                </a:lnTo>
                <a:lnTo>
                  <a:pt x="0" y="388259"/>
                </a:lnTo>
                <a:lnTo>
                  <a:pt x="2837" y="433542"/>
                </a:lnTo>
                <a:lnTo>
                  <a:pt x="11137" y="477290"/>
                </a:lnTo>
                <a:lnTo>
                  <a:pt x="24584" y="519212"/>
                </a:lnTo>
                <a:lnTo>
                  <a:pt x="42859" y="559017"/>
                </a:lnTo>
                <a:lnTo>
                  <a:pt x="65647" y="596414"/>
                </a:lnTo>
                <a:lnTo>
                  <a:pt x="92631" y="631110"/>
                </a:lnTo>
                <a:lnTo>
                  <a:pt x="123493" y="662816"/>
                </a:lnTo>
                <a:lnTo>
                  <a:pt x="157916" y="691239"/>
                </a:lnTo>
                <a:lnTo>
                  <a:pt x="195584" y="716089"/>
                </a:lnTo>
                <a:lnTo>
                  <a:pt x="236180" y="737073"/>
                </a:lnTo>
                <a:lnTo>
                  <a:pt x="279386" y="753902"/>
                </a:lnTo>
                <a:lnTo>
                  <a:pt x="324887" y="766282"/>
                </a:lnTo>
                <a:lnTo>
                  <a:pt x="372364" y="773925"/>
                </a:lnTo>
                <a:lnTo>
                  <a:pt x="421501" y="776537"/>
                </a:lnTo>
                <a:lnTo>
                  <a:pt x="470635" y="773925"/>
                </a:lnTo>
                <a:lnTo>
                  <a:pt x="518104" y="766282"/>
                </a:lnTo>
                <a:lnTo>
                  <a:pt x="563591" y="753902"/>
                </a:lnTo>
                <a:lnTo>
                  <a:pt x="606782" y="737073"/>
                </a:lnTo>
                <a:lnTo>
                  <a:pt x="647358" y="716089"/>
                </a:lnTo>
                <a:lnTo>
                  <a:pt x="685005" y="691239"/>
                </a:lnTo>
                <a:lnTo>
                  <a:pt x="719407" y="662816"/>
                </a:lnTo>
                <a:lnTo>
                  <a:pt x="750247" y="631110"/>
                </a:lnTo>
                <a:lnTo>
                  <a:pt x="777210" y="596414"/>
                </a:lnTo>
                <a:lnTo>
                  <a:pt x="799978" y="559017"/>
                </a:lnTo>
                <a:lnTo>
                  <a:pt x="818238" y="519212"/>
                </a:lnTo>
                <a:lnTo>
                  <a:pt x="831671" y="477290"/>
                </a:lnTo>
                <a:lnTo>
                  <a:pt x="839963" y="433542"/>
                </a:lnTo>
                <a:lnTo>
                  <a:pt x="842798" y="388259"/>
                </a:lnTo>
                <a:close/>
              </a:path>
            </a:pathLst>
          </a:custGeom>
          <a:ln w="424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607427" y="3767058"/>
            <a:ext cx="695960" cy="2298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300" spc="55" dirty="0">
                <a:latin typeface="宋体"/>
                <a:cs typeface="宋体"/>
              </a:rPr>
              <a:t>Q</a:t>
            </a:r>
            <a:r>
              <a:rPr sz="1350" spc="82" baseline="-12345" dirty="0">
                <a:latin typeface="宋体"/>
                <a:cs typeface="宋体"/>
              </a:rPr>
              <a:t>3</a:t>
            </a:r>
            <a:r>
              <a:rPr sz="1300" spc="55" dirty="0">
                <a:latin typeface="宋体"/>
                <a:cs typeface="宋体"/>
              </a:rPr>
              <a:t>Q</a:t>
            </a:r>
            <a:r>
              <a:rPr sz="1350" spc="82" baseline="-12345" dirty="0">
                <a:latin typeface="宋体"/>
                <a:cs typeface="宋体"/>
              </a:rPr>
              <a:t>2</a:t>
            </a:r>
            <a:r>
              <a:rPr sz="1300" spc="55" dirty="0">
                <a:latin typeface="宋体"/>
                <a:cs typeface="宋体"/>
              </a:rPr>
              <a:t>Q</a:t>
            </a:r>
            <a:r>
              <a:rPr sz="1350" spc="82" baseline="-12345" dirty="0">
                <a:latin typeface="宋体"/>
                <a:cs typeface="宋体"/>
              </a:rPr>
              <a:t>1</a:t>
            </a:r>
            <a:r>
              <a:rPr sz="1300" spc="55" dirty="0">
                <a:latin typeface="宋体"/>
                <a:cs typeface="宋体"/>
              </a:rPr>
              <a:t>Q</a:t>
            </a:r>
            <a:r>
              <a:rPr sz="1350" spc="82" baseline="-12345" dirty="0">
                <a:latin typeface="宋体"/>
                <a:cs typeface="宋体"/>
              </a:rPr>
              <a:t>0</a:t>
            </a:r>
            <a:endParaRPr sz="1350" baseline="-12345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447671" y="2713448"/>
            <a:ext cx="213360" cy="0"/>
          </a:xfrm>
          <a:custGeom>
            <a:avLst/>
            <a:gdLst/>
            <a:ahLst/>
            <a:cxnLst/>
            <a:rect l="l" t="t" r="r" b="b"/>
            <a:pathLst>
              <a:path w="213359">
                <a:moveTo>
                  <a:pt x="213046" y="0"/>
                </a:moveTo>
                <a:lnTo>
                  <a:pt x="0" y="0"/>
                </a:lnTo>
              </a:path>
            </a:pathLst>
          </a:custGeom>
          <a:ln w="226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237945" y="2643168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5" h="140969">
                <a:moveTo>
                  <a:pt x="228791" y="0"/>
                </a:moveTo>
                <a:lnTo>
                  <a:pt x="0" y="70279"/>
                </a:lnTo>
                <a:lnTo>
                  <a:pt x="228791" y="140559"/>
                </a:lnTo>
                <a:lnTo>
                  <a:pt x="2287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662297" y="2439507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59" h="535939">
                <a:moveTo>
                  <a:pt x="581204" y="267706"/>
                </a:moveTo>
                <a:lnTo>
                  <a:pt x="577404" y="224264"/>
                </a:lnTo>
                <a:lnTo>
                  <a:pt x="566402" y="183060"/>
                </a:lnTo>
                <a:lnTo>
                  <a:pt x="548795" y="144645"/>
                </a:lnTo>
                <a:lnTo>
                  <a:pt x="525179" y="109568"/>
                </a:lnTo>
                <a:lnTo>
                  <a:pt x="496150" y="78380"/>
                </a:lnTo>
                <a:lnTo>
                  <a:pt x="462306" y="51629"/>
                </a:lnTo>
                <a:lnTo>
                  <a:pt x="424243" y="29866"/>
                </a:lnTo>
                <a:lnTo>
                  <a:pt x="382557" y="13640"/>
                </a:lnTo>
                <a:lnTo>
                  <a:pt x="337845" y="3501"/>
                </a:lnTo>
                <a:lnTo>
                  <a:pt x="290704" y="0"/>
                </a:lnTo>
                <a:lnTo>
                  <a:pt x="243557" y="3501"/>
                </a:lnTo>
                <a:lnTo>
                  <a:pt x="198830" y="13640"/>
                </a:lnTo>
                <a:lnTo>
                  <a:pt x="157121" y="29866"/>
                </a:lnTo>
                <a:lnTo>
                  <a:pt x="119030" y="51629"/>
                </a:lnTo>
                <a:lnTo>
                  <a:pt x="85156" y="78380"/>
                </a:lnTo>
                <a:lnTo>
                  <a:pt x="56097" y="109568"/>
                </a:lnTo>
                <a:lnTo>
                  <a:pt x="32453" y="144645"/>
                </a:lnTo>
                <a:lnTo>
                  <a:pt x="14823" y="183060"/>
                </a:lnTo>
                <a:lnTo>
                  <a:pt x="3805" y="224264"/>
                </a:lnTo>
                <a:lnTo>
                  <a:pt x="0" y="267706"/>
                </a:lnTo>
                <a:lnTo>
                  <a:pt x="3805" y="311148"/>
                </a:lnTo>
                <a:lnTo>
                  <a:pt x="14823" y="352352"/>
                </a:lnTo>
                <a:lnTo>
                  <a:pt x="32453" y="390767"/>
                </a:lnTo>
                <a:lnTo>
                  <a:pt x="56097" y="425843"/>
                </a:lnTo>
                <a:lnTo>
                  <a:pt x="85156" y="457032"/>
                </a:lnTo>
                <a:lnTo>
                  <a:pt x="119030" y="483783"/>
                </a:lnTo>
                <a:lnTo>
                  <a:pt x="157121" y="505546"/>
                </a:lnTo>
                <a:lnTo>
                  <a:pt x="198830" y="521772"/>
                </a:lnTo>
                <a:lnTo>
                  <a:pt x="243558" y="531910"/>
                </a:lnTo>
                <a:lnTo>
                  <a:pt x="290704" y="535412"/>
                </a:lnTo>
                <a:lnTo>
                  <a:pt x="337846" y="531910"/>
                </a:lnTo>
                <a:lnTo>
                  <a:pt x="382557" y="521772"/>
                </a:lnTo>
                <a:lnTo>
                  <a:pt x="424243" y="505546"/>
                </a:lnTo>
                <a:lnTo>
                  <a:pt x="462306" y="483783"/>
                </a:lnTo>
                <a:lnTo>
                  <a:pt x="496150" y="457032"/>
                </a:lnTo>
                <a:lnTo>
                  <a:pt x="525179" y="425843"/>
                </a:lnTo>
                <a:lnTo>
                  <a:pt x="548795" y="390767"/>
                </a:lnTo>
                <a:lnTo>
                  <a:pt x="566402" y="352352"/>
                </a:lnTo>
                <a:lnTo>
                  <a:pt x="577404" y="311148"/>
                </a:lnTo>
                <a:lnTo>
                  <a:pt x="581204" y="267706"/>
                </a:lnTo>
                <a:close/>
              </a:path>
            </a:pathLst>
          </a:custGeom>
          <a:ln w="42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775063" y="2588717"/>
            <a:ext cx="3556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50" dirty="0">
                <a:latin typeface="宋体"/>
                <a:cs typeface="宋体"/>
              </a:rPr>
              <a:t>000</a:t>
            </a:r>
            <a:r>
              <a:rPr sz="1200" spc="45" dirty="0">
                <a:latin typeface="宋体"/>
                <a:cs typeface="宋体"/>
              </a:rPr>
              <a:t>1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679353" y="2439507"/>
            <a:ext cx="581660" cy="535940"/>
          </a:xfrm>
          <a:custGeom>
            <a:avLst/>
            <a:gdLst/>
            <a:ahLst/>
            <a:cxnLst/>
            <a:rect l="l" t="t" r="r" b="b"/>
            <a:pathLst>
              <a:path w="581659" h="535939">
                <a:moveTo>
                  <a:pt x="581204" y="267706"/>
                </a:moveTo>
                <a:lnTo>
                  <a:pt x="577399" y="224264"/>
                </a:lnTo>
                <a:lnTo>
                  <a:pt x="566381" y="183060"/>
                </a:lnTo>
                <a:lnTo>
                  <a:pt x="548751" y="144645"/>
                </a:lnTo>
                <a:lnTo>
                  <a:pt x="525107" y="109568"/>
                </a:lnTo>
                <a:lnTo>
                  <a:pt x="496048" y="78380"/>
                </a:lnTo>
                <a:lnTo>
                  <a:pt x="462173" y="51629"/>
                </a:lnTo>
                <a:lnTo>
                  <a:pt x="424082" y="29866"/>
                </a:lnTo>
                <a:lnTo>
                  <a:pt x="382374" y="13640"/>
                </a:lnTo>
                <a:lnTo>
                  <a:pt x="337646" y="3501"/>
                </a:lnTo>
                <a:lnTo>
                  <a:pt x="290499" y="0"/>
                </a:lnTo>
                <a:lnTo>
                  <a:pt x="243408" y="3501"/>
                </a:lnTo>
                <a:lnTo>
                  <a:pt x="198725" y="13640"/>
                </a:lnTo>
                <a:lnTo>
                  <a:pt x="157051" y="29866"/>
                </a:lnTo>
                <a:lnTo>
                  <a:pt x="118986" y="51629"/>
                </a:lnTo>
                <a:lnTo>
                  <a:pt x="85130" y="78380"/>
                </a:lnTo>
                <a:lnTo>
                  <a:pt x="56084" y="109568"/>
                </a:lnTo>
                <a:lnTo>
                  <a:pt x="32447" y="144645"/>
                </a:lnTo>
                <a:lnTo>
                  <a:pt x="14821" y="183060"/>
                </a:lnTo>
                <a:lnTo>
                  <a:pt x="3805" y="224264"/>
                </a:lnTo>
                <a:lnTo>
                  <a:pt x="0" y="267706"/>
                </a:lnTo>
                <a:lnTo>
                  <a:pt x="3805" y="311148"/>
                </a:lnTo>
                <a:lnTo>
                  <a:pt x="14821" y="352352"/>
                </a:lnTo>
                <a:lnTo>
                  <a:pt x="32447" y="390767"/>
                </a:lnTo>
                <a:lnTo>
                  <a:pt x="56084" y="425843"/>
                </a:lnTo>
                <a:lnTo>
                  <a:pt x="85130" y="457032"/>
                </a:lnTo>
                <a:lnTo>
                  <a:pt x="118986" y="483783"/>
                </a:lnTo>
                <a:lnTo>
                  <a:pt x="157051" y="505546"/>
                </a:lnTo>
                <a:lnTo>
                  <a:pt x="198725" y="521772"/>
                </a:lnTo>
                <a:lnTo>
                  <a:pt x="243408" y="531910"/>
                </a:lnTo>
                <a:lnTo>
                  <a:pt x="290499" y="535412"/>
                </a:lnTo>
                <a:lnTo>
                  <a:pt x="337646" y="531910"/>
                </a:lnTo>
                <a:lnTo>
                  <a:pt x="382374" y="521772"/>
                </a:lnTo>
                <a:lnTo>
                  <a:pt x="424082" y="505546"/>
                </a:lnTo>
                <a:lnTo>
                  <a:pt x="462173" y="483783"/>
                </a:lnTo>
                <a:lnTo>
                  <a:pt x="496048" y="457032"/>
                </a:lnTo>
                <a:lnTo>
                  <a:pt x="525107" y="425843"/>
                </a:lnTo>
                <a:lnTo>
                  <a:pt x="548751" y="390767"/>
                </a:lnTo>
                <a:lnTo>
                  <a:pt x="566381" y="352352"/>
                </a:lnTo>
                <a:lnTo>
                  <a:pt x="577399" y="311148"/>
                </a:lnTo>
                <a:lnTo>
                  <a:pt x="581204" y="267706"/>
                </a:lnTo>
                <a:close/>
              </a:path>
            </a:pathLst>
          </a:custGeom>
          <a:ln w="42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791915" y="2588717"/>
            <a:ext cx="3556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50" dirty="0">
                <a:latin typeface="宋体"/>
                <a:cs typeface="宋体"/>
              </a:rPr>
              <a:t>000</a:t>
            </a:r>
            <a:r>
              <a:rPr sz="1200" spc="45" dirty="0">
                <a:latin typeface="宋体"/>
                <a:cs typeface="宋体"/>
              </a:rPr>
              <a:t>0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449353" y="2707214"/>
            <a:ext cx="213360" cy="0"/>
          </a:xfrm>
          <a:custGeom>
            <a:avLst/>
            <a:gdLst/>
            <a:ahLst/>
            <a:cxnLst/>
            <a:rect l="l" t="t" r="r" b="b"/>
            <a:pathLst>
              <a:path w="213359">
                <a:moveTo>
                  <a:pt x="212944" y="0"/>
                </a:moveTo>
                <a:lnTo>
                  <a:pt x="0" y="0"/>
                </a:lnTo>
              </a:path>
            </a:pathLst>
          </a:custGeom>
          <a:ln w="226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239627" y="2636934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4" h="140969">
                <a:moveTo>
                  <a:pt x="228791" y="0"/>
                </a:moveTo>
                <a:lnTo>
                  <a:pt x="0" y="70279"/>
                </a:lnTo>
                <a:lnTo>
                  <a:pt x="228791" y="140559"/>
                </a:lnTo>
                <a:lnTo>
                  <a:pt x="2287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453227" y="2713826"/>
            <a:ext cx="213360" cy="0"/>
          </a:xfrm>
          <a:custGeom>
            <a:avLst/>
            <a:gdLst/>
            <a:ahLst/>
            <a:cxnLst/>
            <a:rect l="l" t="t" r="r" b="b"/>
            <a:pathLst>
              <a:path w="213359">
                <a:moveTo>
                  <a:pt x="213005" y="0"/>
                </a:moveTo>
                <a:lnTo>
                  <a:pt x="0" y="0"/>
                </a:lnTo>
              </a:path>
            </a:pathLst>
          </a:custGeom>
          <a:ln w="226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243502" y="2643546"/>
            <a:ext cx="229235" cy="140970"/>
          </a:xfrm>
          <a:custGeom>
            <a:avLst/>
            <a:gdLst/>
            <a:ahLst/>
            <a:cxnLst/>
            <a:rect l="l" t="t" r="r" b="b"/>
            <a:pathLst>
              <a:path w="229234" h="140969">
                <a:moveTo>
                  <a:pt x="228791" y="0"/>
                </a:moveTo>
                <a:lnTo>
                  <a:pt x="0" y="70279"/>
                </a:lnTo>
                <a:lnTo>
                  <a:pt x="228791" y="140559"/>
                </a:lnTo>
                <a:lnTo>
                  <a:pt x="2287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517281" y="2679659"/>
            <a:ext cx="3133725" cy="1541145"/>
          </a:xfrm>
          <a:custGeom>
            <a:avLst/>
            <a:gdLst/>
            <a:ahLst/>
            <a:cxnLst/>
            <a:rect l="l" t="t" r="r" b="b"/>
            <a:pathLst>
              <a:path w="3133725" h="1541145">
                <a:moveTo>
                  <a:pt x="0" y="1540911"/>
                </a:moveTo>
                <a:lnTo>
                  <a:pt x="3133604" y="1540911"/>
                </a:lnTo>
                <a:lnTo>
                  <a:pt x="3133604" y="0"/>
                </a:lnTo>
                <a:lnTo>
                  <a:pt x="0" y="0"/>
                </a:lnTo>
                <a:lnTo>
                  <a:pt x="0" y="1540911"/>
                </a:lnTo>
                <a:close/>
              </a:path>
            </a:pathLst>
          </a:custGeom>
          <a:ln w="298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089026" y="3064975"/>
            <a:ext cx="428625" cy="0"/>
          </a:xfrm>
          <a:custGeom>
            <a:avLst/>
            <a:gdLst/>
            <a:ahLst/>
            <a:cxnLst/>
            <a:rect l="l" t="t" r="r" b="b"/>
            <a:pathLst>
              <a:path w="428625">
                <a:moveTo>
                  <a:pt x="428254" y="0"/>
                </a:moveTo>
                <a:lnTo>
                  <a:pt x="0" y="0"/>
                </a:lnTo>
              </a:path>
            </a:pathLst>
          </a:custGeom>
          <a:ln w="29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297928" y="3450101"/>
            <a:ext cx="219710" cy="0"/>
          </a:xfrm>
          <a:custGeom>
            <a:avLst/>
            <a:gdLst/>
            <a:ahLst/>
            <a:cxnLst/>
            <a:rect l="l" t="t" r="r" b="b"/>
            <a:pathLst>
              <a:path w="219709">
                <a:moveTo>
                  <a:pt x="219352" y="0"/>
                </a:moveTo>
                <a:lnTo>
                  <a:pt x="0" y="0"/>
                </a:lnTo>
              </a:path>
            </a:pathLst>
          </a:custGeom>
          <a:ln w="29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297928" y="3835363"/>
            <a:ext cx="219710" cy="0"/>
          </a:xfrm>
          <a:custGeom>
            <a:avLst/>
            <a:gdLst/>
            <a:ahLst/>
            <a:cxnLst/>
            <a:rect l="l" t="t" r="r" b="b"/>
            <a:pathLst>
              <a:path w="219709">
                <a:moveTo>
                  <a:pt x="219352" y="0"/>
                </a:moveTo>
                <a:lnTo>
                  <a:pt x="0" y="0"/>
                </a:lnTo>
              </a:path>
            </a:pathLst>
          </a:custGeom>
          <a:ln w="29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650855" y="3064975"/>
            <a:ext cx="187960" cy="0"/>
          </a:xfrm>
          <a:custGeom>
            <a:avLst/>
            <a:gdLst/>
            <a:ahLst/>
            <a:cxnLst/>
            <a:rect l="l" t="t" r="r" b="b"/>
            <a:pathLst>
              <a:path w="187960">
                <a:moveTo>
                  <a:pt x="187780" y="0"/>
                </a:moveTo>
                <a:lnTo>
                  <a:pt x="0" y="0"/>
                </a:lnTo>
              </a:path>
            </a:pathLst>
          </a:custGeom>
          <a:ln w="29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765233" y="3450101"/>
            <a:ext cx="496570" cy="0"/>
          </a:xfrm>
          <a:custGeom>
            <a:avLst/>
            <a:gdLst/>
            <a:ahLst/>
            <a:cxnLst/>
            <a:rect l="l" t="t" r="r" b="b"/>
            <a:pathLst>
              <a:path w="496570">
                <a:moveTo>
                  <a:pt x="496571" y="0"/>
                </a:moveTo>
                <a:lnTo>
                  <a:pt x="0" y="0"/>
                </a:lnTo>
              </a:path>
            </a:pathLst>
          </a:custGeom>
          <a:ln w="29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646465" y="3387105"/>
            <a:ext cx="134066" cy="1259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144001" y="2496799"/>
            <a:ext cx="0" cy="183515"/>
          </a:xfrm>
          <a:custGeom>
            <a:avLst/>
            <a:gdLst/>
            <a:ahLst/>
            <a:cxnLst/>
            <a:rect l="l" t="t" r="r" b="b"/>
            <a:pathLst>
              <a:path h="183514">
                <a:moveTo>
                  <a:pt x="0" y="182914"/>
                </a:moveTo>
                <a:lnTo>
                  <a:pt x="0" y="0"/>
                </a:lnTo>
              </a:path>
            </a:pathLst>
          </a:custGeom>
          <a:ln w="318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770693" y="2504545"/>
            <a:ext cx="0" cy="175260"/>
          </a:xfrm>
          <a:custGeom>
            <a:avLst/>
            <a:gdLst/>
            <a:ahLst/>
            <a:cxnLst/>
            <a:rect l="l" t="t" r="r" b="b"/>
            <a:pathLst>
              <a:path h="175260">
                <a:moveTo>
                  <a:pt x="0" y="175168"/>
                </a:moveTo>
                <a:lnTo>
                  <a:pt x="0" y="0"/>
                </a:lnTo>
              </a:path>
            </a:pathLst>
          </a:custGeom>
          <a:ln w="318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397413" y="2510117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69596"/>
                </a:moveTo>
                <a:lnTo>
                  <a:pt x="0" y="0"/>
                </a:lnTo>
              </a:path>
            </a:pathLst>
          </a:custGeom>
          <a:ln w="318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024134" y="2496799"/>
            <a:ext cx="0" cy="183515"/>
          </a:xfrm>
          <a:custGeom>
            <a:avLst/>
            <a:gdLst/>
            <a:ahLst/>
            <a:cxnLst/>
            <a:rect l="l" t="t" r="r" b="b"/>
            <a:pathLst>
              <a:path h="183514">
                <a:moveTo>
                  <a:pt x="0" y="182914"/>
                </a:moveTo>
                <a:lnTo>
                  <a:pt x="0" y="0"/>
                </a:lnTo>
              </a:path>
            </a:pathLst>
          </a:custGeom>
          <a:ln w="318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144001" y="4230206"/>
            <a:ext cx="0" cy="183515"/>
          </a:xfrm>
          <a:custGeom>
            <a:avLst/>
            <a:gdLst/>
            <a:ahLst/>
            <a:cxnLst/>
            <a:rect l="l" t="t" r="r" b="b"/>
            <a:pathLst>
              <a:path h="183514">
                <a:moveTo>
                  <a:pt x="0" y="182982"/>
                </a:moveTo>
                <a:lnTo>
                  <a:pt x="0" y="0"/>
                </a:lnTo>
              </a:path>
            </a:pathLst>
          </a:custGeom>
          <a:ln w="318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770693" y="4230206"/>
            <a:ext cx="0" cy="183515"/>
          </a:xfrm>
          <a:custGeom>
            <a:avLst/>
            <a:gdLst/>
            <a:ahLst/>
            <a:cxnLst/>
            <a:rect l="l" t="t" r="r" b="b"/>
            <a:pathLst>
              <a:path h="183514">
                <a:moveTo>
                  <a:pt x="0" y="182982"/>
                </a:moveTo>
                <a:lnTo>
                  <a:pt x="0" y="0"/>
                </a:lnTo>
              </a:path>
            </a:pathLst>
          </a:custGeom>
          <a:ln w="318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397413" y="4230206"/>
            <a:ext cx="0" cy="409575"/>
          </a:xfrm>
          <a:custGeom>
            <a:avLst/>
            <a:gdLst/>
            <a:ahLst/>
            <a:cxnLst/>
            <a:rect l="l" t="t" r="r" b="b"/>
            <a:pathLst>
              <a:path h="409575">
                <a:moveTo>
                  <a:pt x="0" y="409518"/>
                </a:moveTo>
                <a:lnTo>
                  <a:pt x="0" y="0"/>
                </a:lnTo>
              </a:path>
            </a:pathLst>
          </a:custGeom>
          <a:ln w="318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024134" y="4230206"/>
            <a:ext cx="0" cy="183515"/>
          </a:xfrm>
          <a:custGeom>
            <a:avLst/>
            <a:gdLst/>
            <a:ahLst/>
            <a:cxnLst/>
            <a:rect l="l" t="t" r="r" b="b"/>
            <a:pathLst>
              <a:path h="183514">
                <a:moveTo>
                  <a:pt x="0" y="182982"/>
                </a:moveTo>
                <a:lnTo>
                  <a:pt x="0" y="0"/>
                </a:lnTo>
              </a:path>
            </a:pathLst>
          </a:custGeom>
          <a:ln w="318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4155758" y="3959045"/>
            <a:ext cx="10858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400" spc="50" dirty="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517281" y="3739055"/>
            <a:ext cx="104775" cy="193040"/>
          </a:xfrm>
          <a:custGeom>
            <a:avLst/>
            <a:gdLst/>
            <a:ahLst/>
            <a:cxnLst/>
            <a:rect l="l" t="t" r="r" b="b"/>
            <a:pathLst>
              <a:path w="104775" h="193039">
                <a:moveTo>
                  <a:pt x="0" y="0"/>
                </a:moveTo>
                <a:lnTo>
                  <a:pt x="104458" y="96308"/>
                </a:lnTo>
                <a:lnTo>
                  <a:pt x="0" y="192603"/>
                </a:lnTo>
              </a:path>
            </a:pathLst>
          </a:custGeom>
          <a:ln w="312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770539" y="3835363"/>
            <a:ext cx="89535" cy="0"/>
          </a:xfrm>
          <a:custGeom>
            <a:avLst/>
            <a:gdLst/>
            <a:ahLst/>
            <a:cxnLst/>
            <a:rect l="l" t="t" r="r" b="b"/>
            <a:pathLst>
              <a:path w="89535">
                <a:moveTo>
                  <a:pt x="89026" y="0"/>
                </a:moveTo>
                <a:lnTo>
                  <a:pt x="0" y="0"/>
                </a:lnTo>
              </a:path>
            </a:pathLst>
          </a:custGeom>
          <a:ln w="29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667069" y="3787664"/>
            <a:ext cx="103505" cy="95885"/>
          </a:xfrm>
          <a:custGeom>
            <a:avLst/>
            <a:gdLst/>
            <a:ahLst/>
            <a:cxnLst/>
            <a:rect l="l" t="t" r="r" b="b"/>
            <a:pathLst>
              <a:path w="103504" h="95885">
                <a:moveTo>
                  <a:pt x="103470" y="47699"/>
                </a:moveTo>
                <a:lnTo>
                  <a:pt x="99408" y="29129"/>
                </a:lnTo>
                <a:lnTo>
                  <a:pt x="88326" y="13968"/>
                </a:lnTo>
                <a:lnTo>
                  <a:pt x="71882" y="3747"/>
                </a:lnTo>
                <a:lnTo>
                  <a:pt x="51735" y="0"/>
                </a:lnTo>
                <a:lnTo>
                  <a:pt x="31588" y="3747"/>
                </a:lnTo>
                <a:lnTo>
                  <a:pt x="15144" y="13968"/>
                </a:lnTo>
                <a:lnTo>
                  <a:pt x="4062" y="29129"/>
                </a:lnTo>
                <a:lnTo>
                  <a:pt x="0" y="47699"/>
                </a:lnTo>
                <a:lnTo>
                  <a:pt x="4062" y="66262"/>
                </a:lnTo>
                <a:lnTo>
                  <a:pt x="15144" y="81424"/>
                </a:lnTo>
                <a:lnTo>
                  <a:pt x="31588" y="91648"/>
                </a:lnTo>
                <a:lnTo>
                  <a:pt x="51735" y="95398"/>
                </a:lnTo>
                <a:lnTo>
                  <a:pt x="71882" y="91648"/>
                </a:lnTo>
                <a:lnTo>
                  <a:pt x="88326" y="81424"/>
                </a:lnTo>
                <a:lnTo>
                  <a:pt x="99408" y="66262"/>
                </a:lnTo>
                <a:lnTo>
                  <a:pt x="103470" y="47699"/>
                </a:lnTo>
                <a:close/>
              </a:path>
            </a:pathLst>
          </a:custGeom>
          <a:ln w="304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3917520" y="3651665"/>
            <a:ext cx="759460" cy="351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3225" spc="179" baseline="-34883" dirty="0">
                <a:latin typeface="Times New Roman"/>
                <a:cs typeface="Times New Roman"/>
              </a:rPr>
              <a:t>D</a:t>
            </a:r>
            <a:r>
              <a:rPr sz="3225" spc="150" baseline="-34883" dirty="0">
                <a:latin typeface="Times New Roman"/>
                <a:cs typeface="Times New Roman"/>
              </a:rPr>
              <a:t> </a:t>
            </a:r>
            <a:r>
              <a:rPr sz="2150" spc="110" dirty="0">
                <a:latin typeface="Times New Roman"/>
                <a:cs typeface="Times New Roman"/>
              </a:rPr>
              <a:t>CR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4232992" y="3315294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>
                <a:moveTo>
                  <a:pt x="0" y="0"/>
                </a:moveTo>
                <a:lnTo>
                  <a:pt x="339596" y="0"/>
                </a:lnTo>
              </a:path>
            </a:pathLst>
          </a:custGeom>
          <a:ln w="29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232992" y="3700542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>
                <a:moveTo>
                  <a:pt x="0" y="0"/>
                </a:moveTo>
                <a:lnTo>
                  <a:pt x="339596" y="0"/>
                </a:lnTo>
              </a:path>
            </a:pathLst>
          </a:custGeom>
          <a:ln w="29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297928" y="3064975"/>
            <a:ext cx="0" cy="385445"/>
          </a:xfrm>
          <a:custGeom>
            <a:avLst/>
            <a:gdLst/>
            <a:ahLst/>
            <a:cxnLst/>
            <a:rect l="l" t="t" r="r" b="b"/>
            <a:pathLst>
              <a:path h="385445">
                <a:moveTo>
                  <a:pt x="0" y="385125"/>
                </a:moveTo>
                <a:lnTo>
                  <a:pt x="0" y="0"/>
                </a:lnTo>
              </a:path>
            </a:pathLst>
          </a:custGeom>
          <a:ln w="318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851885" y="2630864"/>
            <a:ext cx="3850640" cy="154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79195">
              <a:lnSpc>
                <a:spcPts val="2200"/>
              </a:lnSpc>
              <a:spcBef>
                <a:spcPts val="90"/>
              </a:spcBef>
              <a:tabLst>
                <a:tab pos="1805939" algn="l"/>
                <a:tab pos="2453640" algn="l"/>
                <a:tab pos="3080385" algn="l"/>
              </a:tabLst>
            </a:pPr>
            <a:r>
              <a:rPr sz="2150" spc="85" dirty="0">
                <a:latin typeface="Times New Roman"/>
                <a:cs typeface="Times New Roman"/>
              </a:rPr>
              <a:t>Q</a:t>
            </a:r>
            <a:r>
              <a:rPr sz="2100" spc="127" baseline="-11904" dirty="0">
                <a:latin typeface="Times New Roman"/>
                <a:cs typeface="Times New Roman"/>
              </a:rPr>
              <a:t>0	</a:t>
            </a:r>
            <a:r>
              <a:rPr sz="2150" spc="85" dirty="0">
                <a:latin typeface="Times New Roman"/>
                <a:cs typeface="Times New Roman"/>
              </a:rPr>
              <a:t>Q</a:t>
            </a:r>
            <a:r>
              <a:rPr sz="2100" spc="127" baseline="-11904" dirty="0">
                <a:latin typeface="Times New Roman"/>
                <a:cs typeface="Times New Roman"/>
              </a:rPr>
              <a:t>1	</a:t>
            </a:r>
            <a:r>
              <a:rPr sz="2150" spc="85" dirty="0">
                <a:latin typeface="Times New Roman"/>
                <a:cs typeface="Times New Roman"/>
              </a:rPr>
              <a:t>Q</a:t>
            </a:r>
            <a:r>
              <a:rPr sz="2100" spc="127" baseline="-11904" dirty="0">
                <a:latin typeface="Times New Roman"/>
                <a:cs typeface="Times New Roman"/>
              </a:rPr>
              <a:t>2	</a:t>
            </a:r>
            <a:r>
              <a:rPr sz="2150" spc="85" dirty="0">
                <a:latin typeface="Times New Roman"/>
                <a:cs typeface="Times New Roman"/>
              </a:rPr>
              <a:t>Q</a:t>
            </a:r>
            <a:r>
              <a:rPr sz="2100" spc="127" baseline="-11904" dirty="0">
                <a:latin typeface="Times New Roman"/>
                <a:cs typeface="Times New Roman"/>
              </a:rPr>
              <a:t>3</a:t>
            </a:r>
            <a:endParaRPr sz="2100" baseline="-11904">
              <a:latin typeface="Times New Roman"/>
              <a:cs typeface="Times New Roman"/>
            </a:endParaRPr>
          </a:p>
          <a:p>
            <a:pPr marR="68580" algn="r">
              <a:lnSpc>
                <a:spcPts val="2200"/>
              </a:lnSpc>
              <a:tabLst>
                <a:tab pos="698500" algn="l"/>
                <a:tab pos="3326129" algn="l"/>
              </a:tabLst>
            </a:pPr>
            <a:r>
              <a:rPr sz="2150" b="1" spc="85" dirty="0">
                <a:latin typeface="Times New Roman"/>
                <a:cs typeface="Times New Roman"/>
              </a:rPr>
              <a:t>1	</a:t>
            </a:r>
            <a:r>
              <a:rPr sz="2150" spc="105" dirty="0">
                <a:latin typeface="Times New Roman"/>
                <a:cs typeface="Times New Roman"/>
              </a:rPr>
              <a:t>CT</a:t>
            </a:r>
            <a:r>
              <a:rPr sz="2100" spc="89" baseline="-11904" dirty="0">
                <a:latin typeface="Times New Roman"/>
                <a:cs typeface="Times New Roman"/>
              </a:rPr>
              <a:t>P	</a:t>
            </a:r>
            <a:r>
              <a:rPr sz="2150" spc="110" dirty="0">
                <a:latin typeface="Times New Roman"/>
                <a:cs typeface="Times New Roman"/>
              </a:rPr>
              <a:t>C</a:t>
            </a:r>
            <a:r>
              <a:rPr sz="2150" spc="120" dirty="0">
                <a:latin typeface="Times New Roman"/>
                <a:cs typeface="Times New Roman"/>
              </a:rPr>
              <a:t>O</a:t>
            </a:r>
            <a:endParaRPr sz="2150">
              <a:latin typeface="Times New Roman"/>
              <a:cs typeface="Times New Roman"/>
            </a:endParaRPr>
          </a:p>
          <a:p>
            <a:pPr marR="76835" algn="r">
              <a:lnSpc>
                <a:spcPct val="100000"/>
              </a:lnSpc>
              <a:spcBef>
                <a:spcPts val="50"/>
              </a:spcBef>
              <a:tabLst>
                <a:tab pos="1057910" algn="l"/>
                <a:tab pos="2640330" algn="l"/>
              </a:tabLst>
            </a:pPr>
            <a:r>
              <a:rPr sz="2150" spc="105" dirty="0">
                <a:latin typeface="Times New Roman"/>
                <a:cs typeface="Times New Roman"/>
              </a:rPr>
              <a:t>CT</a:t>
            </a:r>
            <a:r>
              <a:rPr sz="2100" spc="97" baseline="-11904" dirty="0">
                <a:latin typeface="Times New Roman"/>
                <a:cs typeface="Times New Roman"/>
              </a:rPr>
              <a:t>T	</a:t>
            </a:r>
            <a:r>
              <a:rPr sz="2550" b="1" spc="114" dirty="0">
                <a:solidFill>
                  <a:srgbClr val="FF0000"/>
                </a:solidFill>
                <a:latin typeface="Times New Roman"/>
                <a:cs typeface="Times New Roman"/>
              </a:rPr>
              <a:t>74160	</a:t>
            </a:r>
            <a:r>
              <a:rPr sz="3225" spc="150" baseline="-3875" dirty="0">
                <a:latin typeface="Times New Roman"/>
                <a:cs typeface="Times New Roman"/>
              </a:rPr>
              <a:t>L</a:t>
            </a:r>
            <a:r>
              <a:rPr sz="3225" spc="179" baseline="-3875" dirty="0">
                <a:latin typeface="Times New Roman"/>
                <a:cs typeface="Times New Roman"/>
              </a:rPr>
              <a:t>D</a:t>
            </a:r>
            <a:endParaRPr sz="3225" baseline="-3875">
              <a:latin typeface="Times New Roman"/>
              <a:cs typeface="Times New Roman"/>
            </a:endParaRPr>
          </a:p>
          <a:p>
            <a:pPr marL="798195">
              <a:lnSpc>
                <a:spcPct val="100000"/>
              </a:lnSpc>
              <a:spcBef>
                <a:spcPts val="1889"/>
              </a:spcBef>
              <a:tabLst>
                <a:tab pos="1816100" algn="l"/>
                <a:tab pos="2463800" algn="l"/>
              </a:tabLst>
            </a:pPr>
            <a:r>
              <a:rPr sz="3225" spc="232" baseline="34883" dirty="0">
                <a:latin typeface="Times New Roman"/>
                <a:cs typeface="Times New Roman"/>
              </a:rPr>
              <a:t>CP</a:t>
            </a:r>
            <a:r>
              <a:rPr sz="2150" spc="155" dirty="0">
                <a:latin typeface="Times New Roman"/>
                <a:cs typeface="Times New Roman"/>
              </a:rPr>
              <a:t>D</a:t>
            </a:r>
            <a:r>
              <a:rPr sz="2100" spc="232" baseline="-11904" dirty="0">
                <a:latin typeface="Times New Roman"/>
                <a:cs typeface="Times New Roman"/>
              </a:rPr>
              <a:t>0	</a:t>
            </a:r>
            <a:r>
              <a:rPr sz="2150" spc="85" dirty="0">
                <a:latin typeface="Times New Roman"/>
                <a:cs typeface="Times New Roman"/>
              </a:rPr>
              <a:t>D</a:t>
            </a:r>
            <a:r>
              <a:rPr sz="2100" spc="127" baseline="-11904" dirty="0">
                <a:latin typeface="Times New Roman"/>
                <a:cs typeface="Times New Roman"/>
              </a:rPr>
              <a:t>1	</a:t>
            </a:r>
            <a:r>
              <a:rPr sz="2150" spc="85" dirty="0">
                <a:latin typeface="Times New Roman"/>
                <a:cs typeface="Times New Roman"/>
              </a:rPr>
              <a:t>D</a:t>
            </a:r>
            <a:r>
              <a:rPr sz="2100" spc="127" baseline="-11904" dirty="0">
                <a:latin typeface="Times New Roman"/>
                <a:cs typeface="Times New Roman"/>
              </a:rPr>
              <a:t>2</a:t>
            </a:r>
            <a:endParaRPr sz="2100" baseline="-11904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54262" y="3632408"/>
            <a:ext cx="386080" cy="351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50" spc="110" dirty="0">
                <a:latin typeface="Times New Roman"/>
                <a:cs typeface="Times New Roman"/>
              </a:rPr>
              <a:t>C</a:t>
            </a:r>
            <a:r>
              <a:rPr sz="2150" spc="90" dirty="0">
                <a:latin typeface="Times New Roman"/>
                <a:cs typeface="Times New Roman"/>
              </a:rPr>
              <a:t>P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898601" y="3623235"/>
            <a:ext cx="173355" cy="351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50" b="1" spc="85" dirty="0">
                <a:latin typeface="Times New Roman"/>
                <a:cs typeface="Times New Roman"/>
              </a:rPr>
              <a:t>1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5275512" y="3082370"/>
            <a:ext cx="0" cy="358775"/>
          </a:xfrm>
          <a:custGeom>
            <a:avLst/>
            <a:gdLst/>
            <a:ahLst/>
            <a:cxnLst/>
            <a:rect l="l" t="t" r="r" b="b"/>
            <a:pathLst>
              <a:path h="358775">
                <a:moveTo>
                  <a:pt x="0" y="0"/>
                </a:moveTo>
                <a:lnTo>
                  <a:pt x="0" y="358626"/>
                </a:lnTo>
              </a:path>
            </a:pathLst>
          </a:custGeom>
          <a:ln w="318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144001" y="4413188"/>
            <a:ext cx="1880235" cy="222250"/>
          </a:xfrm>
          <a:custGeom>
            <a:avLst/>
            <a:gdLst/>
            <a:ahLst/>
            <a:cxnLst/>
            <a:rect l="l" t="t" r="r" b="b"/>
            <a:pathLst>
              <a:path w="1880235" h="222250">
                <a:moveTo>
                  <a:pt x="0" y="0"/>
                </a:moveTo>
                <a:lnTo>
                  <a:pt x="1880132" y="0"/>
                </a:lnTo>
                <a:lnTo>
                  <a:pt x="1880132" y="221956"/>
                </a:lnTo>
              </a:path>
            </a:pathLst>
          </a:custGeom>
          <a:ln w="293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919484" y="4654401"/>
            <a:ext cx="209550" cy="0"/>
          </a:xfrm>
          <a:custGeom>
            <a:avLst/>
            <a:gdLst/>
            <a:ahLst/>
            <a:cxnLst/>
            <a:rect l="l" t="t" r="r" b="b"/>
            <a:pathLst>
              <a:path w="209550">
                <a:moveTo>
                  <a:pt x="0" y="0"/>
                </a:moveTo>
                <a:lnTo>
                  <a:pt x="209005" y="0"/>
                </a:lnTo>
              </a:path>
            </a:pathLst>
          </a:custGeom>
          <a:ln w="29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838636" y="2930168"/>
            <a:ext cx="292735" cy="269875"/>
          </a:xfrm>
          <a:custGeom>
            <a:avLst/>
            <a:gdLst/>
            <a:ahLst/>
            <a:cxnLst/>
            <a:rect l="l" t="t" r="r" b="b"/>
            <a:pathLst>
              <a:path w="292735" h="269875">
                <a:moveTo>
                  <a:pt x="0" y="0"/>
                </a:moveTo>
                <a:lnTo>
                  <a:pt x="292577" y="134807"/>
                </a:lnTo>
                <a:lnTo>
                  <a:pt x="0" y="269615"/>
                </a:lnTo>
                <a:lnTo>
                  <a:pt x="0" y="0"/>
                </a:lnTo>
                <a:close/>
              </a:path>
            </a:pathLst>
          </a:custGeom>
          <a:ln w="304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224662" y="3064975"/>
            <a:ext cx="50165" cy="0"/>
          </a:xfrm>
          <a:custGeom>
            <a:avLst/>
            <a:gdLst/>
            <a:ahLst/>
            <a:cxnLst/>
            <a:rect l="l" t="t" r="r" b="b"/>
            <a:pathLst>
              <a:path w="50164">
                <a:moveTo>
                  <a:pt x="0" y="0"/>
                </a:moveTo>
                <a:lnTo>
                  <a:pt x="49819" y="0"/>
                </a:lnTo>
              </a:path>
            </a:pathLst>
          </a:custGeom>
          <a:ln w="29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121190" y="3017276"/>
            <a:ext cx="103505" cy="95885"/>
          </a:xfrm>
          <a:custGeom>
            <a:avLst/>
            <a:gdLst/>
            <a:ahLst/>
            <a:cxnLst/>
            <a:rect l="l" t="t" r="r" b="b"/>
            <a:pathLst>
              <a:path w="103504" h="95885">
                <a:moveTo>
                  <a:pt x="103470" y="47699"/>
                </a:moveTo>
                <a:lnTo>
                  <a:pt x="99408" y="29123"/>
                </a:lnTo>
                <a:lnTo>
                  <a:pt x="88326" y="13963"/>
                </a:lnTo>
                <a:lnTo>
                  <a:pt x="71882" y="3745"/>
                </a:lnTo>
                <a:lnTo>
                  <a:pt x="51735" y="0"/>
                </a:lnTo>
                <a:lnTo>
                  <a:pt x="31588" y="3745"/>
                </a:lnTo>
                <a:lnTo>
                  <a:pt x="15144" y="13963"/>
                </a:lnTo>
                <a:lnTo>
                  <a:pt x="4062" y="29123"/>
                </a:lnTo>
                <a:lnTo>
                  <a:pt x="0" y="47699"/>
                </a:lnTo>
                <a:lnTo>
                  <a:pt x="4062" y="66274"/>
                </a:lnTo>
                <a:lnTo>
                  <a:pt x="15144" y="81434"/>
                </a:lnTo>
                <a:lnTo>
                  <a:pt x="31588" y="91652"/>
                </a:lnTo>
                <a:lnTo>
                  <a:pt x="51735" y="95398"/>
                </a:lnTo>
                <a:lnTo>
                  <a:pt x="71882" y="91652"/>
                </a:lnTo>
                <a:lnTo>
                  <a:pt x="88326" y="81434"/>
                </a:lnTo>
                <a:lnTo>
                  <a:pt x="99408" y="66274"/>
                </a:lnTo>
                <a:lnTo>
                  <a:pt x="103470" y="47699"/>
                </a:lnTo>
                <a:close/>
              </a:path>
            </a:pathLst>
          </a:custGeom>
          <a:ln w="304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3331799" y="4615626"/>
            <a:ext cx="173355" cy="351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50" b="1" spc="85" dirty="0">
                <a:latin typeface="Times New Roman"/>
                <a:cs typeface="Times New Roman"/>
              </a:rPr>
              <a:t>1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967604" y="6539775"/>
            <a:ext cx="48514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120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2440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5" dirty="0">
                <a:solidFill>
                  <a:srgbClr val="C00000"/>
                </a:solidFill>
                <a:latin typeface="华文楷体"/>
                <a:cs typeface="华文楷体"/>
              </a:rPr>
              <a:t>M</a:t>
            </a:r>
            <a:r>
              <a:rPr sz="3600" b="1" i="0" dirty="0">
                <a:solidFill>
                  <a:srgbClr val="C00000"/>
                </a:solidFill>
                <a:latin typeface="华文楷体"/>
                <a:cs typeface="华文楷体"/>
              </a:rPr>
              <a:t>&gt;</a:t>
            </a:r>
            <a:r>
              <a:rPr sz="3600" b="1" i="0" spc="5" dirty="0">
                <a:solidFill>
                  <a:srgbClr val="C00000"/>
                </a:solidFill>
                <a:latin typeface="华文楷体"/>
                <a:cs typeface="华文楷体"/>
              </a:rPr>
              <a:t>N</a:t>
            </a:r>
            <a:r>
              <a:rPr sz="3600" b="1" i="0" spc="-5" dirty="0">
                <a:solidFill>
                  <a:srgbClr val="C00000"/>
                </a:solidFill>
                <a:latin typeface="华文楷体"/>
                <a:cs typeface="华文楷体"/>
              </a:rPr>
              <a:t>的情况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8044" y="1271142"/>
            <a:ext cx="3079750" cy="3561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有四种设计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方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法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:</a:t>
            </a:r>
            <a:endParaRPr sz="2800">
              <a:latin typeface="华文楷体"/>
              <a:cs typeface="华文楷体"/>
            </a:endParaRPr>
          </a:p>
          <a:p>
            <a:pPr marL="927100" marR="5080">
              <a:lnSpc>
                <a:spcPts val="6240"/>
              </a:lnSpc>
              <a:spcBef>
                <a:spcPts val="209"/>
              </a:spcBef>
            </a:pPr>
            <a:r>
              <a:rPr sz="2800" b="1" dirty="0">
                <a:solidFill>
                  <a:srgbClr val="CC0000"/>
                </a:solidFill>
                <a:latin typeface="华文楷体"/>
                <a:cs typeface="华文楷体"/>
              </a:rPr>
              <a:t>串行进位方式 并行进位方式</a:t>
            </a:r>
            <a:endParaRPr sz="2800">
              <a:latin typeface="华文楷体"/>
              <a:cs typeface="华文楷体"/>
            </a:endParaRPr>
          </a:p>
          <a:p>
            <a:pPr marL="927100" marR="5080">
              <a:lnSpc>
                <a:spcPts val="6240"/>
              </a:lnSpc>
              <a:spcBef>
                <a:spcPts val="5"/>
              </a:spcBef>
            </a:pPr>
            <a:r>
              <a:rPr sz="2800" b="1" dirty="0">
                <a:solidFill>
                  <a:srgbClr val="990033"/>
                </a:solidFill>
                <a:latin typeface="华文楷体"/>
                <a:cs typeface="华文楷体"/>
              </a:rPr>
              <a:t>整体清零方式 整体置数方式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22470" y="2196845"/>
            <a:ext cx="1051560" cy="1049020"/>
          </a:xfrm>
          <a:custGeom>
            <a:avLst/>
            <a:gdLst/>
            <a:ahLst/>
            <a:cxnLst/>
            <a:rect l="l" t="t" r="r" b="b"/>
            <a:pathLst>
              <a:path w="1051560" h="1049020">
                <a:moveTo>
                  <a:pt x="0" y="0"/>
                </a:moveTo>
                <a:lnTo>
                  <a:pt x="77682" y="947"/>
                </a:lnTo>
                <a:lnTo>
                  <a:pt x="151830" y="3699"/>
                </a:lnTo>
                <a:lnTo>
                  <a:pt x="221630" y="8120"/>
                </a:lnTo>
                <a:lnTo>
                  <a:pt x="286266" y="14075"/>
                </a:lnTo>
                <a:lnTo>
                  <a:pt x="344926" y="21430"/>
                </a:lnTo>
                <a:lnTo>
                  <a:pt x="396795" y="30049"/>
                </a:lnTo>
                <a:lnTo>
                  <a:pt x="441058" y="39797"/>
                </a:lnTo>
                <a:lnTo>
                  <a:pt x="503514" y="62139"/>
                </a:lnTo>
                <a:lnTo>
                  <a:pt x="525779" y="87375"/>
                </a:lnTo>
                <a:lnTo>
                  <a:pt x="525779" y="436879"/>
                </a:lnTo>
                <a:lnTo>
                  <a:pt x="531482" y="449792"/>
                </a:lnTo>
                <a:lnTo>
                  <a:pt x="574656" y="473717"/>
                </a:lnTo>
                <a:lnTo>
                  <a:pt x="654764" y="494206"/>
                </a:lnTo>
                <a:lnTo>
                  <a:pt x="706633" y="502825"/>
                </a:lnTo>
                <a:lnTo>
                  <a:pt x="765293" y="510180"/>
                </a:lnTo>
                <a:lnTo>
                  <a:pt x="829929" y="516135"/>
                </a:lnTo>
                <a:lnTo>
                  <a:pt x="899729" y="520556"/>
                </a:lnTo>
                <a:lnTo>
                  <a:pt x="973877" y="523308"/>
                </a:lnTo>
                <a:lnTo>
                  <a:pt x="1051559" y="524255"/>
                </a:lnTo>
                <a:lnTo>
                  <a:pt x="973877" y="525203"/>
                </a:lnTo>
                <a:lnTo>
                  <a:pt x="899729" y="527955"/>
                </a:lnTo>
                <a:lnTo>
                  <a:pt x="829929" y="532376"/>
                </a:lnTo>
                <a:lnTo>
                  <a:pt x="765293" y="538331"/>
                </a:lnTo>
                <a:lnTo>
                  <a:pt x="706633" y="545686"/>
                </a:lnTo>
                <a:lnTo>
                  <a:pt x="654764" y="554305"/>
                </a:lnTo>
                <a:lnTo>
                  <a:pt x="610501" y="564053"/>
                </a:lnTo>
                <a:lnTo>
                  <a:pt x="548045" y="586395"/>
                </a:lnTo>
                <a:lnTo>
                  <a:pt x="525779" y="611631"/>
                </a:lnTo>
                <a:lnTo>
                  <a:pt x="525779" y="961136"/>
                </a:lnTo>
                <a:lnTo>
                  <a:pt x="520077" y="974048"/>
                </a:lnTo>
                <a:lnTo>
                  <a:pt x="476903" y="997973"/>
                </a:lnTo>
                <a:lnTo>
                  <a:pt x="396795" y="1018462"/>
                </a:lnTo>
                <a:lnTo>
                  <a:pt x="344926" y="1027081"/>
                </a:lnTo>
                <a:lnTo>
                  <a:pt x="286266" y="1034436"/>
                </a:lnTo>
                <a:lnTo>
                  <a:pt x="221630" y="1040391"/>
                </a:lnTo>
                <a:lnTo>
                  <a:pt x="151830" y="1044812"/>
                </a:lnTo>
                <a:lnTo>
                  <a:pt x="77682" y="1047564"/>
                </a:lnTo>
                <a:lnTo>
                  <a:pt x="0" y="1048512"/>
                </a:lnTo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32120" y="2535935"/>
            <a:ext cx="2658110" cy="368935"/>
          </a:xfrm>
          <a:prstGeom prst="rect">
            <a:avLst/>
          </a:prstGeom>
          <a:solidFill>
            <a:srgbClr val="C4F4DF"/>
          </a:solidFill>
        </p:spPr>
        <p:txBody>
          <a:bodyPr vert="horz" wrap="square" lIns="0" tIns="304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0"/>
              </a:spcBef>
            </a:pPr>
            <a:r>
              <a:rPr sz="1800" b="1" spc="5" dirty="0">
                <a:solidFill>
                  <a:srgbClr val="C00000"/>
                </a:solidFill>
                <a:latin typeface="华文楷体"/>
                <a:cs typeface="华文楷体"/>
              </a:rPr>
              <a:t>适合于</a:t>
            </a:r>
            <a:r>
              <a:rPr sz="1800" b="1" spc="-5" dirty="0">
                <a:solidFill>
                  <a:srgbClr val="C00000"/>
                </a:solidFill>
                <a:latin typeface="华文楷体"/>
                <a:cs typeface="华文楷体"/>
              </a:rPr>
              <a:t>M=N</a:t>
            </a:r>
            <a:r>
              <a:rPr sz="1800" b="1" spc="-7" baseline="-20833" dirty="0">
                <a:solidFill>
                  <a:srgbClr val="C00000"/>
                </a:solidFill>
                <a:latin typeface="华文楷体"/>
                <a:cs typeface="华文楷体"/>
              </a:rPr>
              <a:t>1</a:t>
            </a:r>
            <a:r>
              <a:rPr sz="1800" b="1" spc="135" baseline="-20833" dirty="0">
                <a:solidFill>
                  <a:srgbClr val="C00000"/>
                </a:solidFill>
                <a:latin typeface="华文楷体"/>
                <a:cs typeface="华文楷体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Symbol"/>
                <a:cs typeface="Symbol"/>
              </a:rPr>
              <a:t></a:t>
            </a:r>
            <a:r>
              <a:rPr sz="1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10" dirty="0">
                <a:solidFill>
                  <a:srgbClr val="C00000"/>
                </a:solidFill>
                <a:latin typeface="华文楷体"/>
                <a:cs typeface="华文楷体"/>
              </a:rPr>
              <a:t>N</a:t>
            </a:r>
            <a:r>
              <a:rPr sz="1800" b="1" spc="15" baseline="-20833" dirty="0">
                <a:solidFill>
                  <a:srgbClr val="C00000"/>
                </a:solidFill>
                <a:latin typeface="华文楷体"/>
                <a:cs typeface="华文楷体"/>
              </a:rPr>
              <a:t>2</a:t>
            </a:r>
            <a:r>
              <a:rPr sz="1800" b="1" spc="-5" dirty="0">
                <a:solidFill>
                  <a:srgbClr val="C00000"/>
                </a:solidFill>
                <a:latin typeface="华文楷体"/>
                <a:cs typeface="华文楷体"/>
              </a:rPr>
              <a:t>的情况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64123" y="4300728"/>
            <a:ext cx="1800225" cy="370840"/>
          </a:xfrm>
          <a:custGeom>
            <a:avLst/>
            <a:gdLst/>
            <a:ahLst/>
            <a:cxnLst/>
            <a:rect l="l" t="t" r="r" b="b"/>
            <a:pathLst>
              <a:path w="1800225" h="370839">
                <a:moveTo>
                  <a:pt x="0" y="370332"/>
                </a:moveTo>
                <a:lnTo>
                  <a:pt x="1799844" y="370332"/>
                </a:lnTo>
                <a:lnTo>
                  <a:pt x="1799844" y="0"/>
                </a:lnTo>
                <a:lnTo>
                  <a:pt x="0" y="0"/>
                </a:lnTo>
                <a:lnTo>
                  <a:pt x="0" y="370332"/>
                </a:lnTo>
                <a:close/>
              </a:path>
            </a:pathLst>
          </a:custGeom>
          <a:solidFill>
            <a:srgbClr val="C4F4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564123" y="4316983"/>
            <a:ext cx="1800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solidFill>
                  <a:srgbClr val="C00000"/>
                </a:solidFill>
                <a:latin typeface="华文楷体"/>
                <a:cs typeface="华文楷体"/>
              </a:rPr>
              <a:t>适合于</a:t>
            </a:r>
            <a:r>
              <a:rPr sz="1800" i="1" dirty="0">
                <a:solidFill>
                  <a:srgbClr val="C00000"/>
                </a:solidFill>
                <a:latin typeface="华文楷体"/>
                <a:cs typeface="华文楷体"/>
              </a:rPr>
              <a:t>所有</a:t>
            </a:r>
            <a:r>
              <a:rPr sz="1800" b="1" spc="-5" dirty="0">
                <a:solidFill>
                  <a:srgbClr val="C00000"/>
                </a:solidFill>
                <a:latin typeface="华文楷体"/>
                <a:cs typeface="华文楷体"/>
              </a:rPr>
              <a:t>情况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51426" y="3777234"/>
            <a:ext cx="1053465" cy="1049020"/>
          </a:xfrm>
          <a:custGeom>
            <a:avLst/>
            <a:gdLst/>
            <a:ahLst/>
            <a:cxnLst/>
            <a:rect l="l" t="t" r="r" b="b"/>
            <a:pathLst>
              <a:path w="1053464" h="1049020">
                <a:moveTo>
                  <a:pt x="0" y="0"/>
                </a:moveTo>
                <a:lnTo>
                  <a:pt x="77815" y="947"/>
                </a:lnTo>
                <a:lnTo>
                  <a:pt x="152082" y="3699"/>
                </a:lnTo>
                <a:lnTo>
                  <a:pt x="221989" y="8120"/>
                </a:lnTo>
                <a:lnTo>
                  <a:pt x="286720" y="14075"/>
                </a:lnTo>
                <a:lnTo>
                  <a:pt x="345461" y="21430"/>
                </a:lnTo>
                <a:lnTo>
                  <a:pt x="397399" y="30049"/>
                </a:lnTo>
                <a:lnTo>
                  <a:pt x="441720" y="39797"/>
                </a:lnTo>
                <a:lnTo>
                  <a:pt x="504251" y="62139"/>
                </a:lnTo>
                <a:lnTo>
                  <a:pt x="526541" y="87376"/>
                </a:lnTo>
                <a:lnTo>
                  <a:pt x="526541" y="436880"/>
                </a:lnTo>
                <a:lnTo>
                  <a:pt x="532250" y="449792"/>
                </a:lnTo>
                <a:lnTo>
                  <a:pt x="575475" y="473717"/>
                </a:lnTo>
                <a:lnTo>
                  <a:pt x="655684" y="494206"/>
                </a:lnTo>
                <a:lnTo>
                  <a:pt x="707622" y="502825"/>
                </a:lnTo>
                <a:lnTo>
                  <a:pt x="766363" y="510180"/>
                </a:lnTo>
                <a:lnTo>
                  <a:pt x="831094" y="516135"/>
                </a:lnTo>
                <a:lnTo>
                  <a:pt x="901001" y="520556"/>
                </a:lnTo>
                <a:lnTo>
                  <a:pt x="975268" y="523308"/>
                </a:lnTo>
                <a:lnTo>
                  <a:pt x="1053084" y="524256"/>
                </a:lnTo>
                <a:lnTo>
                  <a:pt x="975268" y="525203"/>
                </a:lnTo>
                <a:lnTo>
                  <a:pt x="901001" y="527955"/>
                </a:lnTo>
                <a:lnTo>
                  <a:pt x="831094" y="532376"/>
                </a:lnTo>
                <a:lnTo>
                  <a:pt x="766363" y="538331"/>
                </a:lnTo>
                <a:lnTo>
                  <a:pt x="707622" y="545686"/>
                </a:lnTo>
                <a:lnTo>
                  <a:pt x="655684" y="554305"/>
                </a:lnTo>
                <a:lnTo>
                  <a:pt x="611363" y="564053"/>
                </a:lnTo>
                <a:lnTo>
                  <a:pt x="548832" y="586395"/>
                </a:lnTo>
                <a:lnTo>
                  <a:pt x="526541" y="611632"/>
                </a:lnTo>
                <a:lnTo>
                  <a:pt x="526541" y="961136"/>
                </a:lnTo>
                <a:lnTo>
                  <a:pt x="520833" y="974048"/>
                </a:lnTo>
                <a:lnTo>
                  <a:pt x="477608" y="997973"/>
                </a:lnTo>
                <a:lnTo>
                  <a:pt x="397399" y="1018462"/>
                </a:lnTo>
                <a:lnTo>
                  <a:pt x="345461" y="1027081"/>
                </a:lnTo>
                <a:lnTo>
                  <a:pt x="286720" y="1034436"/>
                </a:lnTo>
                <a:lnTo>
                  <a:pt x="221989" y="1040391"/>
                </a:lnTo>
                <a:lnTo>
                  <a:pt x="152082" y="1044812"/>
                </a:lnTo>
                <a:lnTo>
                  <a:pt x="77815" y="1047564"/>
                </a:lnTo>
                <a:lnTo>
                  <a:pt x="0" y="1048512"/>
                </a:lnTo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967604" y="6539775"/>
            <a:ext cx="48514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121</a:t>
            </a:r>
            <a:endParaRPr sz="1800">
              <a:latin typeface="Franklin Gothic Medium"/>
              <a:cs typeface="Franklin Gothic Medium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3374D3E5-2DF9-C16D-1CD1-CABB9681F261}"/>
                  </a:ext>
                </a:extLst>
              </p14:cNvPr>
              <p14:cNvContentPartPr/>
              <p14:nvPr/>
            </p14:nvContentPartPr>
            <p14:xfrm>
              <a:off x="2390775" y="2133495"/>
              <a:ext cx="2005560" cy="39492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3374D3E5-2DF9-C16D-1CD1-CABB9681F2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36775" y="2025495"/>
                <a:ext cx="2113200" cy="61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18124D14-F857-597D-2C82-2EB8330D6698}"/>
                  </a:ext>
                </a:extLst>
              </p14:cNvPr>
              <p14:cNvContentPartPr/>
              <p14:nvPr/>
            </p14:nvContentPartPr>
            <p14:xfrm>
              <a:off x="2428575" y="2927295"/>
              <a:ext cx="1958400" cy="18864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18124D14-F857-597D-2C82-2EB8330D669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74575" y="2819295"/>
                <a:ext cx="206604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82E9BD7E-F977-BA58-7554-7CE5A50F8D04}"/>
                  </a:ext>
                </a:extLst>
              </p14:cNvPr>
              <p14:cNvContentPartPr/>
              <p14:nvPr/>
            </p14:nvContentPartPr>
            <p14:xfrm>
              <a:off x="5676855" y="2562255"/>
              <a:ext cx="2462040" cy="16272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82E9BD7E-F977-BA58-7554-7CE5A50F8D0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22855" y="2454615"/>
                <a:ext cx="256968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ADE7AA7D-2F05-25E2-4080-C94EB593E82F}"/>
                  </a:ext>
                </a:extLst>
              </p14:cNvPr>
              <p14:cNvContentPartPr/>
              <p14:nvPr/>
            </p14:nvContentPartPr>
            <p14:xfrm>
              <a:off x="2238495" y="3598695"/>
              <a:ext cx="2211480" cy="24048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ADE7AA7D-2F05-25E2-4080-C94EB593E82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84495" y="3491055"/>
                <a:ext cx="2319120" cy="4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DF62C0EF-4A08-B801-ABC1-A01F878CF6E2}"/>
                  </a:ext>
                </a:extLst>
              </p14:cNvPr>
              <p14:cNvContentPartPr/>
              <p14:nvPr/>
            </p14:nvContentPartPr>
            <p14:xfrm>
              <a:off x="2257215" y="4599855"/>
              <a:ext cx="2064600" cy="9144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DF62C0EF-4A08-B801-ABC1-A01F878CF6E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03575" y="4492215"/>
                <a:ext cx="217224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CABD80F1-98E6-30ED-D3E9-A78DF050679D}"/>
                  </a:ext>
                </a:extLst>
              </p14:cNvPr>
              <p14:cNvContentPartPr/>
              <p14:nvPr/>
            </p14:nvContentPartPr>
            <p14:xfrm>
              <a:off x="5419815" y="4424535"/>
              <a:ext cx="2183760" cy="12852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CABD80F1-98E6-30ED-D3E9-A78DF050679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65815" y="4316535"/>
                <a:ext cx="2291400" cy="344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5057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latin typeface="华文楷体"/>
                <a:cs typeface="华文楷体"/>
              </a:rPr>
              <a:t>串行进</a:t>
            </a:r>
            <a:r>
              <a:rPr sz="3600" b="1" i="0" spc="-5" dirty="0">
                <a:latin typeface="华文楷体"/>
                <a:cs typeface="华文楷体"/>
              </a:rPr>
              <a:t>位和并行进位方式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7604" y="6539775"/>
            <a:ext cx="48514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122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74444" y="1583562"/>
            <a:ext cx="6224905" cy="2464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若M可分解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为</a:t>
            </a: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M=N</a:t>
            </a:r>
            <a:r>
              <a:rPr sz="2775" b="1" baseline="-21021" dirty="0">
                <a:solidFill>
                  <a:srgbClr val="C00000"/>
                </a:solidFill>
                <a:latin typeface="华文楷体"/>
                <a:cs typeface="华文楷体"/>
              </a:rPr>
              <a:t>1</a:t>
            </a:r>
            <a:r>
              <a:rPr sz="2800" b="1" dirty="0">
                <a:solidFill>
                  <a:srgbClr val="C00000"/>
                </a:solidFill>
                <a:latin typeface="Symbol"/>
                <a:cs typeface="Symbol"/>
              </a:rPr>
              <a:t></a:t>
            </a: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N</a:t>
            </a:r>
            <a:r>
              <a:rPr sz="2775" b="1" baseline="-21021" dirty="0">
                <a:solidFill>
                  <a:srgbClr val="C00000"/>
                </a:solidFill>
                <a:latin typeface="华文楷体"/>
                <a:cs typeface="华文楷体"/>
              </a:rPr>
              <a:t>2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750">
              <a:latin typeface="华文楷体"/>
              <a:cs typeface="华文楷体"/>
            </a:endParaRPr>
          </a:p>
          <a:p>
            <a:pPr marL="63500">
              <a:lnSpc>
                <a:spcPct val="100000"/>
              </a:lnSpc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可用串行进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位或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行进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位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方式，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750">
              <a:latin typeface="华文楷体"/>
              <a:cs typeface="华文楷体"/>
            </a:endParaRPr>
          </a:p>
          <a:p>
            <a:pPr marL="63500">
              <a:lnSpc>
                <a:spcPct val="100000"/>
              </a:lnSpc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将</a:t>
            </a:r>
            <a:r>
              <a:rPr sz="2800" b="1" spc="10" dirty="0">
                <a:solidFill>
                  <a:srgbClr val="C00000"/>
                </a:solidFill>
                <a:latin typeface="华文楷体"/>
                <a:cs typeface="华文楷体"/>
              </a:rPr>
              <a:t>N</a:t>
            </a:r>
            <a:r>
              <a:rPr sz="2775" b="1" spc="15" baseline="-21021" dirty="0">
                <a:solidFill>
                  <a:srgbClr val="C00000"/>
                </a:solidFill>
                <a:latin typeface="华文楷体"/>
                <a:cs typeface="华文楷体"/>
              </a:rPr>
              <a:t>1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进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制和</a:t>
            </a:r>
            <a:r>
              <a:rPr sz="2800" b="1" spc="5" dirty="0">
                <a:solidFill>
                  <a:srgbClr val="C00000"/>
                </a:solidFill>
                <a:latin typeface="华文楷体"/>
                <a:cs typeface="华文楷体"/>
              </a:rPr>
              <a:t>N</a:t>
            </a:r>
            <a:r>
              <a:rPr sz="2775" b="1" spc="7" baseline="-21021" dirty="0">
                <a:solidFill>
                  <a:srgbClr val="C00000"/>
                </a:solidFill>
                <a:latin typeface="华文楷体"/>
                <a:cs typeface="华文楷体"/>
              </a:rPr>
              <a:t>2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进制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计数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连接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起</a:t>
            </a:r>
            <a:r>
              <a:rPr sz="2800" b="1" spc="-20" dirty="0">
                <a:solidFill>
                  <a:srgbClr val="7E4D00"/>
                </a:solidFill>
                <a:latin typeface="华文楷体"/>
                <a:cs typeface="华文楷体"/>
              </a:rPr>
              <a:t>来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68044" y="1118568"/>
            <a:ext cx="8063230" cy="374459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串行进位方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式：</a:t>
            </a:r>
            <a:endParaRPr sz="2800">
              <a:latin typeface="华文楷体"/>
              <a:cs typeface="华文楷体"/>
            </a:endParaRPr>
          </a:p>
          <a:p>
            <a:pPr marL="279400">
              <a:lnSpc>
                <a:spcPct val="100000"/>
              </a:lnSpc>
              <a:spcBef>
                <a:spcPts val="1200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低位片的进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位输出信号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作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为高位片的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时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钟输</a:t>
            </a:r>
            <a:r>
              <a:rPr sz="2800" b="1" spc="35" dirty="0">
                <a:solidFill>
                  <a:srgbClr val="7E4D00"/>
                </a:solidFill>
                <a:latin typeface="华文楷体"/>
                <a:cs typeface="华文楷体"/>
              </a:rPr>
              <a:t>入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并行进位方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式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:</a:t>
            </a:r>
            <a:endParaRPr sz="2800">
              <a:latin typeface="华文楷体"/>
              <a:cs typeface="华文楷体"/>
            </a:endParaRPr>
          </a:p>
          <a:p>
            <a:pPr marL="12700" marR="5080" indent="266700" algn="just">
              <a:lnSpc>
                <a:spcPct val="150000"/>
              </a:lnSpc>
            </a:pPr>
            <a:r>
              <a:rPr sz="2800" b="1" spc="114" dirty="0">
                <a:solidFill>
                  <a:srgbClr val="7E4D00"/>
                </a:solidFill>
                <a:latin typeface="华文楷体"/>
                <a:cs typeface="华文楷体"/>
              </a:rPr>
              <a:t>低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位片</a:t>
            </a:r>
            <a:r>
              <a:rPr sz="2800" b="1" spc="114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进位输</a:t>
            </a:r>
            <a:r>
              <a:rPr sz="2800" b="1" spc="114" dirty="0">
                <a:solidFill>
                  <a:srgbClr val="7E4D00"/>
                </a:solidFill>
                <a:latin typeface="华文楷体"/>
                <a:cs typeface="华文楷体"/>
              </a:rPr>
              <a:t>出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信号作</a:t>
            </a:r>
            <a:r>
              <a:rPr sz="2800" b="1" spc="114" dirty="0">
                <a:solidFill>
                  <a:srgbClr val="7E4D00"/>
                </a:solidFill>
                <a:latin typeface="华文楷体"/>
                <a:cs typeface="华文楷体"/>
              </a:rPr>
              <a:t>为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高位片</a:t>
            </a:r>
            <a:r>
              <a:rPr sz="2800" b="1" spc="114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工作状</a:t>
            </a:r>
            <a:r>
              <a:rPr sz="2800" b="1" spc="114" dirty="0">
                <a:solidFill>
                  <a:srgbClr val="7E4D00"/>
                </a:solidFill>
                <a:latin typeface="华文楷体"/>
                <a:cs typeface="华文楷体"/>
              </a:rPr>
              <a:t>态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控 </a:t>
            </a:r>
            <a:r>
              <a:rPr sz="2800" b="1" spc="70" dirty="0">
                <a:solidFill>
                  <a:srgbClr val="7E4D00"/>
                </a:solidFill>
                <a:latin typeface="华文楷体"/>
                <a:cs typeface="华文楷体"/>
              </a:rPr>
              <a:t>制信</a:t>
            </a:r>
            <a:r>
              <a:rPr sz="2800" b="1" spc="75" dirty="0">
                <a:solidFill>
                  <a:srgbClr val="7E4D00"/>
                </a:solidFill>
                <a:latin typeface="华文楷体"/>
                <a:cs typeface="华文楷体"/>
              </a:rPr>
              <a:t>号</a:t>
            </a:r>
            <a:r>
              <a:rPr sz="2800" b="1" spc="70" dirty="0">
                <a:solidFill>
                  <a:srgbClr val="7E4D00"/>
                </a:solidFill>
                <a:latin typeface="华文楷体"/>
                <a:cs typeface="华文楷体"/>
              </a:rPr>
              <a:t>（使能</a:t>
            </a:r>
            <a:r>
              <a:rPr sz="2800" b="1" spc="75" dirty="0">
                <a:solidFill>
                  <a:srgbClr val="7E4D00"/>
                </a:solidFill>
                <a:latin typeface="华文楷体"/>
                <a:cs typeface="华文楷体"/>
              </a:rPr>
              <a:t>），</a:t>
            </a:r>
            <a:r>
              <a:rPr sz="2800" b="1" spc="70" dirty="0">
                <a:solidFill>
                  <a:srgbClr val="7E4D00"/>
                </a:solidFill>
                <a:latin typeface="华文楷体"/>
                <a:cs typeface="华文楷体"/>
              </a:rPr>
              <a:t>两片的时钟输入端同时接输</a:t>
            </a:r>
            <a:r>
              <a:rPr sz="2800" b="1" spc="80" dirty="0">
                <a:solidFill>
                  <a:srgbClr val="7E4D00"/>
                </a:solidFill>
                <a:latin typeface="华文楷体"/>
                <a:cs typeface="华文楷体"/>
              </a:rPr>
              <a:t>入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信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号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67604" y="6539775"/>
            <a:ext cx="48514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123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87783" y="1482542"/>
            <a:ext cx="2916555" cy="1432560"/>
          </a:xfrm>
          <a:custGeom>
            <a:avLst/>
            <a:gdLst/>
            <a:ahLst/>
            <a:cxnLst/>
            <a:rect l="l" t="t" r="r" b="b"/>
            <a:pathLst>
              <a:path w="2916554" h="1432560">
                <a:moveTo>
                  <a:pt x="0" y="1432115"/>
                </a:moveTo>
                <a:lnTo>
                  <a:pt x="2916043" y="1432115"/>
                </a:lnTo>
                <a:lnTo>
                  <a:pt x="2916043" y="0"/>
                </a:lnTo>
                <a:lnTo>
                  <a:pt x="0" y="0"/>
                </a:lnTo>
                <a:lnTo>
                  <a:pt x="0" y="1432115"/>
                </a:lnTo>
                <a:close/>
              </a:path>
            </a:pathLst>
          </a:custGeom>
          <a:ln w="27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81726" y="1840640"/>
            <a:ext cx="206375" cy="0"/>
          </a:xfrm>
          <a:custGeom>
            <a:avLst/>
            <a:gdLst/>
            <a:ahLst/>
            <a:cxnLst/>
            <a:rect l="l" t="t" r="r" b="b"/>
            <a:pathLst>
              <a:path w="206375">
                <a:moveTo>
                  <a:pt x="206057" y="0"/>
                </a:moveTo>
                <a:lnTo>
                  <a:pt x="0" y="0"/>
                </a:lnTo>
              </a:path>
            </a:pathLst>
          </a:custGeom>
          <a:ln w="272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3673" y="2198574"/>
            <a:ext cx="204470" cy="0"/>
          </a:xfrm>
          <a:custGeom>
            <a:avLst/>
            <a:gdLst/>
            <a:ahLst/>
            <a:cxnLst/>
            <a:rect l="l" t="t" r="r" b="b"/>
            <a:pathLst>
              <a:path w="204469">
                <a:moveTo>
                  <a:pt x="204109" y="0"/>
                </a:moveTo>
                <a:lnTo>
                  <a:pt x="0" y="0"/>
                </a:lnTo>
              </a:path>
            </a:pathLst>
          </a:custGeom>
          <a:ln w="272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87327" y="2556648"/>
            <a:ext cx="400685" cy="0"/>
          </a:xfrm>
          <a:custGeom>
            <a:avLst/>
            <a:gdLst/>
            <a:ahLst/>
            <a:cxnLst/>
            <a:rect l="l" t="t" r="r" b="b"/>
            <a:pathLst>
              <a:path w="400685">
                <a:moveTo>
                  <a:pt x="400455" y="0"/>
                </a:moveTo>
                <a:lnTo>
                  <a:pt x="0" y="0"/>
                </a:lnTo>
              </a:path>
            </a:pathLst>
          </a:custGeom>
          <a:ln w="272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03841" y="1840640"/>
            <a:ext cx="649605" cy="0"/>
          </a:xfrm>
          <a:custGeom>
            <a:avLst/>
            <a:gdLst/>
            <a:ahLst/>
            <a:cxnLst/>
            <a:rect l="l" t="t" r="r" b="b"/>
            <a:pathLst>
              <a:path w="649604">
                <a:moveTo>
                  <a:pt x="649320" y="0"/>
                </a:moveTo>
                <a:lnTo>
                  <a:pt x="0" y="0"/>
                </a:lnTo>
              </a:path>
            </a:pathLst>
          </a:custGeom>
          <a:ln w="2728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10277" y="2198575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4">
                <a:moveTo>
                  <a:pt x="183247" y="0"/>
                </a:moveTo>
                <a:lnTo>
                  <a:pt x="0" y="0"/>
                </a:lnTo>
              </a:path>
            </a:pathLst>
          </a:custGeom>
          <a:ln w="272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13990" y="2154243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287" y="44331"/>
                </a:moveTo>
                <a:lnTo>
                  <a:pt x="92506" y="27120"/>
                </a:lnTo>
                <a:lnTo>
                  <a:pt x="82193" y="13024"/>
                </a:lnTo>
                <a:lnTo>
                  <a:pt x="66891" y="3498"/>
                </a:lnTo>
                <a:lnTo>
                  <a:pt x="48143" y="0"/>
                </a:lnTo>
                <a:lnTo>
                  <a:pt x="29395" y="3498"/>
                </a:lnTo>
                <a:lnTo>
                  <a:pt x="14093" y="13024"/>
                </a:lnTo>
                <a:lnTo>
                  <a:pt x="3780" y="27120"/>
                </a:lnTo>
                <a:lnTo>
                  <a:pt x="0" y="44331"/>
                </a:lnTo>
                <a:lnTo>
                  <a:pt x="3780" y="61594"/>
                </a:lnTo>
                <a:lnTo>
                  <a:pt x="14093" y="75685"/>
                </a:lnTo>
                <a:lnTo>
                  <a:pt x="29395" y="85181"/>
                </a:lnTo>
                <a:lnTo>
                  <a:pt x="48143" y="88662"/>
                </a:lnTo>
                <a:lnTo>
                  <a:pt x="66891" y="85181"/>
                </a:lnTo>
                <a:lnTo>
                  <a:pt x="82193" y="75685"/>
                </a:lnTo>
                <a:lnTo>
                  <a:pt x="92506" y="61594"/>
                </a:lnTo>
                <a:lnTo>
                  <a:pt x="96287" y="44331"/>
                </a:lnTo>
                <a:close/>
              </a:path>
            </a:pathLst>
          </a:custGeom>
          <a:ln w="283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71005" y="1312580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69999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54214" y="1312959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69620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37423" y="1321926"/>
            <a:ext cx="0" cy="160655"/>
          </a:xfrm>
          <a:custGeom>
            <a:avLst/>
            <a:gdLst/>
            <a:ahLst/>
            <a:cxnLst/>
            <a:rect l="l" t="t" r="r" b="b"/>
            <a:pathLst>
              <a:path h="160655">
                <a:moveTo>
                  <a:pt x="0" y="160653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20632" y="1312580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69999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671005" y="2923612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70062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54214" y="2923612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70062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37423" y="2923612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70062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20632" y="2923612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70062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087783" y="2467139"/>
            <a:ext cx="97790" cy="179070"/>
          </a:xfrm>
          <a:custGeom>
            <a:avLst/>
            <a:gdLst/>
            <a:ahLst/>
            <a:cxnLst/>
            <a:rect l="l" t="t" r="r" b="b"/>
            <a:pathLst>
              <a:path w="97789" h="179069">
                <a:moveTo>
                  <a:pt x="0" y="0"/>
                </a:moveTo>
                <a:lnTo>
                  <a:pt x="97206" y="89508"/>
                </a:lnTo>
                <a:lnTo>
                  <a:pt x="0" y="179017"/>
                </a:lnTo>
              </a:path>
            </a:pathLst>
          </a:custGeom>
          <a:ln w="29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224587" y="2385022"/>
            <a:ext cx="378460" cy="328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50" b="1" spc="150" dirty="0">
                <a:latin typeface="Times New Roman"/>
                <a:cs typeface="Times New Roman"/>
              </a:rPr>
              <a:t>C</a:t>
            </a:r>
            <a:r>
              <a:rPr sz="1950" b="1" spc="125" dirty="0">
                <a:latin typeface="Times New Roman"/>
                <a:cs typeface="Times New Roman"/>
              </a:rPr>
              <a:t>P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115078" y="2556648"/>
            <a:ext cx="198120" cy="0"/>
          </a:xfrm>
          <a:custGeom>
            <a:avLst/>
            <a:gdLst/>
            <a:ahLst/>
            <a:cxnLst/>
            <a:rect l="l" t="t" r="r" b="b"/>
            <a:pathLst>
              <a:path w="198120">
                <a:moveTo>
                  <a:pt x="197786" y="0"/>
                </a:moveTo>
                <a:lnTo>
                  <a:pt x="0" y="0"/>
                </a:lnTo>
              </a:path>
            </a:pathLst>
          </a:custGeom>
          <a:ln w="272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018791" y="2512316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287" y="44331"/>
                </a:moveTo>
                <a:lnTo>
                  <a:pt x="92506" y="27072"/>
                </a:lnTo>
                <a:lnTo>
                  <a:pt x="82193" y="12982"/>
                </a:lnTo>
                <a:lnTo>
                  <a:pt x="66891" y="3482"/>
                </a:lnTo>
                <a:lnTo>
                  <a:pt x="48143" y="0"/>
                </a:lnTo>
                <a:lnTo>
                  <a:pt x="29453" y="3482"/>
                </a:lnTo>
                <a:lnTo>
                  <a:pt x="14144" y="12982"/>
                </a:lnTo>
                <a:lnTo>
                  <a:pt x="3799" y="27072"/>
                </a:lnTo>
                <a:lnTo>
                  <a:pt x="0" y="44331"/>
                </a:lnTo>
                <a:lnTo>
                  <a:pt x="3799" y="61584"/>
                </a:lnTo>
                <a:lnTo>
                  <a:pt x="14144" y="75675"/>
                </a:lnTo>
                <a:lnTo>
                  <a:pt x="29453" y="85177"/>
                </a:lnTo>
                <a:lnTo>
                  <a:pt x="48143" y="88662"/>
                </a:lnTo>
                <a:lnTo>
                  <a:pt x="66891" y="85177"/>
                </a:lnTo>
                <a:lnTo>
                  <a:pt x="82193" y="75675"/>
                </a:lnTo>
                <a:lnTo>
                  <a:pt x="92506" y="61584"/>
                </a:lnTo>
                <a:lnTo>
                  <a:pt x="96287" y="44331"/>
                </a:lnTo>
                <a:close/>
              </a:path>
            </a:pathLst>
          </a:custGeom>
          <a:ln w="283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611285" y="2385022"/>
            <a:ext cx="408940" cy="328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50" b="1" spc="150" dirty="0">
                <a:latin typeface="Times New Roman"/>
                <a:cs typeface="Times New Roman"/>
              </a:rPr>
              <a:t>CR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614989" y="2073285"/>
            <a:ext cx="316230" cy="0"/>
          </a:xfrm>
          <a:custGeom>
            <a:avLst/>
            <a:gdLst/>
            <a:ahLst/>
            <a:cxnLst/>
            <a:rect l="l" t="t" r="r" b="b"/>
            <a:pathLst>
              <a:path w="316229">
                <a:moveTo>
                  <a:pt x="0" y="0"/>
                </a:moveTo>
                <a:lnTo>
                  <a:pt x="315881" y="0"/>
                </a:lnTo>
              </a:path>
            </a:pathLst>
          </a:custGeom>
          <a:ln w="272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614989" y="2431345"/>
            <a:ext cx="316230" cy="0"/>
          </a:xfrm>
          <a:custGeom>
            <a:avLst/>
            <a:gdLst/>
            <a:ahLst/>
            <a:cxnLst/>
            <a:rect l="l" t="t" r="r" b="b"/>
            <a:pathLst>
              <a:path w="316229">
                <a:moveTo>
                  <a:pt x="0" y="0"/>
                </a:moveTo>
                <a:lnTo>
                  <a:pt x="315881" y="0"/>
                </a:lnTo>
              </a:path>
            </a:pathLst>
          </a:custGeom>
          <a:ln w="272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091297" y="1436282"/>
            <a:ext cx="2980690" cy="143891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42545" marR="68580" indent="424180">
              <a:lnSpc>
                <a:spcPct val="72300"/>
              </a:lnSpc>
              <a:spcBef>
                <a:spcPts val="785"/>
              </a:spcBef>
              <a:tabLst>
                <a:tab pos="1050290" algn="l"/>
                <a:tab pos="1652905" algn="l"/>
                <a:tab pos="2235835" algn="l"/>
                <a:tab pos="2492375" algn="l"/>
              </a:tabLst>
            </a:pPr>
            <a:r>
              <a:rPr sz="1950" b="1" spc="105" dirty="0">
                <a:latin typeface="Times New Roman"/>
                <a:cs typeface="Times New Roman"/>
              </a:rPr>
              <a:t>Q</a:t>
            </a:r>
            <a:r>
              <a:rPr sz="1950" b="1" spc="157" baseline="-12820" dirty="0">
                <a:latin typeface="Times New Roman"/>
                <a:cs typeface="Times New Roman"/>
              </a:rPr>
              <a:t>0	</a:t>
            </a:r>
            <a:r>
              <a:rPr sz="1950" b="1" spc="105" dirty="0">
                <a:latin typeface="Times New Roman"/>
                <a:cs typeface="Times New Roman"/>
              </a:rPr>
              <a:t>Q</a:t>
            </a:r>
            <a:r>
              <a:rPr sz="1950" b="1" spc="157" baseline="-12820" dirty="0">
                <a:latin typeface="Times New Roman"/>
                <a:cs typeface="Times New Roman"/>
              </a:rPr>
              <a:t>1	</a:t>
            </a:r>
            <a:r>
              <a:rPr sz="1950" b="1" spc="105" dirty="0">
                <a:latin typeface="Times New Roman"/>
                <a:cs typeface="Times New Roman"/>
              </a:rPr>
              <a:t>Q</a:t>
            </a:r>
            <a:r>
              <a:rPr sz="1950" b="1" spc="157" baseline="-12820" dirty="0">
                <a:latin typeface="Times New Roman"/>
                <a:cs typeface="Times New Roman"/>
              </a:rPr>
              <a:t>2	</a:t>
            </a:r>
            <a:r>
              <a:rPr sz="1950" b="1" spc="105" dirty="0">
                <a:latin typeface="Times New Roman"/>
                <a:cs typeface="Times New Roman"/>
              </a:rPr>
              <a:t>Q</a:t>
            </a:r>
            <a:r>
              <a:rPr sz="1950" b="1" spc="157" baseline="-12820" dirty="0">
                <a:latin typeface="Times New Roman"/>
                <a:cs typeface="Times New Roman"/>
              </a:rPr>
              <a:t>3  </a:t>
            </a:r>
            <a:r>
              <a:rPr sz="1950" b="1" spc="150" dirty="0">
                <a:latin typeface="Times New Roman"/>
                <a:cs typeface="Times New Roman"/>
              </a:rPr>
              <a:t>C</a:t>
            </a:r>
            <a:r>
              <a:rPr sz="1950" b="1" spc="135" dirty="0">
                <a:latin typeface="Times New Roman"/>
                <a:cs typeface="Times New Roman"/>
              </a:rPr>
              <a:t>T</a:t>
            </a:r>
            <a:r>
              <a:rPr sz="1950" b="1" spc="89" baseline="-12820" dirty="0">
                <a:latin typeface="Times New Roman"/>
                <a:cs typeface="Times New Roman"/>
              </a:rPr>
              <a:t>P</a:t>
            </a:r>
            <a:r>
              <a:rPr sz="1950" b="1" baseline="-12820" dirty="0">
                <a:latin typeface="Times New Roman"/>
                <a:cs typeface="Times New Roman"/>
              </a:rPr>
              <a:t>				</a:t>
            </a:r>
            <a:r>
              <a:rPr sz="1950" b="1" spc="150" dirty="0">
                <a:latin typeface="Times New Roman"/>
                <a:cs typeface="Times New Roman"/>
              </a:rPr>
              <a:t>C</a:t>
            </a:r>
            <a:r>
              <a:rPr sz="1950" b="1" spc="160" dirty="0">
                <a:latin typeface="Times New Roman"/>
                <a:cs typeface="Times New Roman"/>
              </a:rPr>
              <a:t>O</a:t>
            </a:r>
            <a:endParaRPr sz="19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0"/>
              </a:spcBef>
              <a:tabLst>
                <a:tab pos="809625" algn="l"/>
                <a:tab pos="2507615" algn="l"/>
              </a:tabLst>
            </a:pPr>
            <a:r>
              <a:rPr sz="1950" b="1" spc="120" dirty="0">
                <a:latin typeface="Times New Roman"/>
                <a:cs typeface="Times New Roman"/>
              </a:rPr>
              <a:t>CT</a:t>
            </a:r>
            <a:r>
              <a:rPr sz="1950" b="1" spc="179" baseline="-12820" dirty="0">
                <a:latin typeface="Times New Roman"/>
                <a:cs typeface="Times New Roman"/>
              </a:rPr>
              <a:t>T	</a:t>
            </a:r>
            <a:r>
              <a:rPr sz="2350" b="1" spc="120" dirty="0">
                <a:solidFill>
                  <a:srgbClr val="FF0000"/>
                </a:solidFill>
                <a:latin typeface="Times New Roman"/>
                <a:cs typeface="Times New Roman"/>
              </a:rPr>
              <a:t>74160</a:t>
            </a:r>
            <a:r>
              <a:rPr sz="2350" b="1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b="1" spc="90" dirty="0">
                <a:solidFill>
                  <a:srgbClr val="FF0000"/>
                </a:solidFill>
                <a:latin typeface="Times New Roman"/>
                <a:cs typeface="Times New Roman"/>
              </a:rPr>
              <a:t>(1)	</a:t>
            </a:r>
            <a:r>
              <a:rPr sz="2925" b="1" spc="217" baseline="-4273" dirty="0">
                <a:latin typeface="Times New Roman"/>
                <a:cs typeface="Times New Roman"/>
              </a:rPr>
              <a:t>LD</a:t>
            </a:r>
            <a:endParaRPr sz="2925" baseline="-4273">
              <a:latin typeface="Times New Roman"/>
              <a:cs typeface="Times New Roman"/>
            </a:endParaRPr>
          </a:p>
          <a:p>
            <a:pPr marL="484505">
              <a:lnSpc>
                <a:spcPct val="100000"/>
              </a:lnSpc>
              <a:spcBef>
                <a:spcPts val="1810"/>
              </a:spcBef>
              <a:tabLst>
                <a:tab pos="1067435" algn="l"/>
                <a:tab pos="1670050" algn="l"/>
                <a:tab pos="2253615" algn="l"/>
              </a:tabLst>
            </a:pPr>
            <a:r>
              <a:rPr sz="1950" b="1" spc="100" dirty="0">
                <a:latin typeface="Times New Roman"/>
                <a:cs typeface="Times New Roman"/>
              </a:rPr>
              <a:t>D</a:t>
            </a:r>
            <a:r>
              <a:rPr sz="1950" b="1" spc="150" baseline="-12820" dirty="0">
                <a:latin typeface="Times New Roman"/>
                <a:cs typeface="Times New Roman"/>
              </a:rPr>
              <a:t>0	</a:t>
            </a:r>
            <a:r>
              <a:rPr sz="1950" b="1" spc="100" dirty="0">
                <a:latin typeface="Times New Roman"/>
                <a:cs typeface="Times New Roman"/>
              </a:rPr>
              <a:t>D</a:t>
            </a:r>
            <a:r>
              <a:rPr sz="1950" b="1" spc="150" baseline="-12820" dirty="0">
                <a:latin typeface="Times New Roman"/>
                <a:cs typeface="Times New Roman"/>
              </a:rPr>
              <a:t>1	</a:t>
            </a:r>
            <a:r>
              <a:rPr sz="1950" b="1" spc="100" dirty="0">
                <a:latin typeface="Times New Roman"/>
                <a:cs typeface="Times New Roman"/>
              </a:rPr>
              <a:t>D</a:t>
            </a:r>
            <a:r>
              <a:rPr sz="1950" b="1" spc="150" baseline="-12820" dirty="0">
                <a:latin typeface="Times New Roman"/>
                <a:cs typeface="Times New Roman"/>
              </a:rPr>
              <a:t>2	</a:t>
            </a:r>
            <a:r>
              <a:rPr sz="1950" b="1" spc="100" dirty="0">
                <a:latin typeface="Times New Roman"/>
                <a:cs typeface="Times New Roman"/>
              </a:rPr>
              <a:t>D</a:t>
            </a:r>
            <a:r>
              <a:rPr sz="1950" b="1" spc="150" baseline="-12820" dirty="0">
                <a:latin typeface="Times New Roman"/>
                <a:cs typeface="Times New Roman"/>
              </a:rPr>
              <a:t>3</a:t>
            </a:r>
            <a:endParaRPr sz="1950" baseline="-1282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883673" y="1840640"/>
            <a:ext cx="0" cy="1432560"/>
          </a:xfrm>
          <a:custGeom>
            <a:avLst/>
            <a:gdLst/>
            <a:ahLst/>
            <a:cxnLst/>
            <a:rect l="l" t="t" r="r" b="b"/>
            <a:pathLst>
              <a:path h="1432560">
                <a:moveTo>
                  <a:pt x="0" y="1432468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063948" y="3244836"/>
            <a:ext cx="391160" cy="328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b="1" spc="150" dirty="0">
                <a:latin typeface="Times New Roman"/>
                <a:cs typeface="Times New Roman"/>
              </a:rPr>
              <a:t>C</a:t>
            </a:r>
            <a:r>
              <a:rPr sz="1950" b="1" spc="125" dirty="0">
                <a:latin typeface="Times New Roman"/>
                <a:cs typeface="Times New Roman"/>
              </a:rPr>
              <a:t>P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459710" y="3101636"/>
            <a:ext cx="162560" cy="328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b="1" spc="10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983582" y="1482542"/>
            <a:ext cx="2916555" cy="1432560"/>
          </a:xfrm>
          <a:custGeom>
            <a:avLst/>
            <a:gdLst/>
            <a:ahLst/>
            <a:cxnLst/>
            <a:rect l="l" t="t" r="r" b="b"/>
            <a:pathLst>
              <a:path w="2916554" h="1432560">
                <a:moveTo>
                  <a:pt x="0" y="1432115"/>
                </a:moveTo>
                <a:lnTo>
                  <a:pt x="2916043" y="1432115"/>
                </a:lnTo>
                <a:lnTo>
                  <a:pt x="2916043" y="0"/>
                </a:lnTo>
                <a:lnTo>
                  <a:pt x="0" y="0"/>
                </a:lnTo>
                <a:lnTo>
                  <a:pt x="0" y="1432115"/>
                </a:lnTo>
                <a:close/>
              </a:path>
            </a:pathLst>
          </a:custGeom>
          <a:ln w="27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585129" y="1840640"/>
            <a:ext cx="398780" cy="0"/>
          </a:xfrm>
          <a:custGeom>
            <a:avLst/>
            <a:gdLst/>
            <a:ahLst/>
            <a:cxnLst/>
            <a:rect l="l" t="t" r="r" b="b"/>
            <a:pathLst>
              <a:path w="398779">
                <a:moveTo>
                  <a:pt x="398452" y="0"/>
                </a:moveTo>
                <a:lnTo>
                  <a:pt x="0" y="0"/>
                </a:lnTo>
              </a:path>
            </a:pathLst>
          </a:custGeom>
          <a:ln w="2728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779486" y="2198575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4095" y="0"/>
                </a:moveTo>
                <a:lnTo>
                  <a:pt x="0" y="0"/>
                </a:lnTo>
              </a:path>
            </a:pathLst>
          </a:custGeom>
          <a:ln w="2728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779486" y="2556648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4095" y="0"/>
                </a:moveTo>
                <a:lnTo>
                  <a:pt x="0" y="0"/>
                </a:lnTo>
              </a:path>
            </a:pathLst>
          </a:custGeom>
          <a:ln w="272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899626" y="1840641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4095" y="0"/>
                </a:moveTo>
                <a:lnTo>
                  <a:pt x="0" y="0"/>
                </a:lnTo>
              </a:path>
            </a:pathLst>
          </a:custGeom>
          <a:ln w="272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006063" y="2198575"/>
            <a:ext cx="185420" cy="0"/>
          </a:xfrm>
          <a:custGeom>
            <a:avLst/>
            <a:gdLst/>
            <a:ahLst/>
            <a:cxnLst/>
            <a:rect l="l" t="t" r="r" b="b"/>
            <a:pathLst>
              <a:path w="185420">
                <a:moveTo>
                  <a:pt x="185167" y="0"/>
                </a:moveTo>
                <a:lnTo>
                  <a:pt x="0" y="0"/>
                </a:lnTo>
              </a:path>
            </a:pathLst>
          </a:custGeom>
          <a:ln w="272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909776" y="2154243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287" y="44331"/>
                </a:moveTo>
                <a:lnTo>
                  <a:pt x="92506" y="27120"/>
                </a:lnTo>
                <a:lnTo>
                  <a:pt x="82193" y="13024"/>
                </a:lnTo>
                <a:lnTo>
                  <a:pt x="66891" y="3498"/>
                </a:lnTo>
                <a:lnTo>
                  <a:pt x="48143" y="0"/>
                </a:lnTo>
                <a:lnTo>
                  <a:pt x="29395" y="3498"/>
                </a:lnTo>
                <a:lnTo>
                  <a:pt x="14093" y="13024"/>
                </a:lnTo>
                <a:lnTo>
                  <a:pt x="3780" y="27120"/>
                </a:lnTo>
                <a:lnTo>
                  <a:pt x="0" y="44331"/>
                </a:lnTo>
                <a:lnTo>
                  <a:pt x="3780" y="61594"/>
                </a:lnTo>
                <a:lnTo>
                  <a:pt x="14093" y="75685"/>
                </a:lnTo>
                <a:lnTo>
                  <a:pt x="29395" y="85181"/>
                </a:lnTo>
                <a:lnTo>
                  <a:pt x="48143" y="88662"/>
                </a:lnTo>
                <a:lnTo>
                  <a:pt x="66891" y="85181"/>
                </a:lnTo>
                <a:lnTo>
                  <a:pt x="82193" y="75685"/>
                </a:lnTo>
                <a:lnTo>
                  <a:pt x="92506" y="61594"/>
                </a:lnTo>
                <a:lnTo>
                  <a:pt x="96287" y="44331"/>
                </a:lnTo>
                <a:close/>
              </a:path>
            </a:pathLst>
          </a:custGeom>
          <a:ln w="283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566791" y="1312580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69999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150000" y="1312959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69620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733208" y="1321927"/>
            <a:ext cx="0" cy="160655"/>
          </a:xfrm>
          <a:custGeom>
            <a:avLst/>
            <a:gdLst/>
            <a:ahLst/>
            <a:cxnLst/>
            <a:rect l="l" t="t" r="r" b="b"/>
            <a:pathLst>
              <a:path h="160655">
                <a:moveTo>
                  <a:pt x="0" y="160653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316417" y="1312580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69999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566791" y="2923612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70062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150000" y="2923612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70062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733208" y="2923612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70062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316417" y="2923612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70062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983582" y="2467139"/>
            <a:ext cx="97790" cy="179070"/>
          </a:xfrm>
          <a:custGeom>
            <a:avLst/>
            <a:gdLst/>
            <a:ahLst/>
            <a:cxnLst/>
            <a:rect l="l" t="t" r="r" b="b"/>
            <a:pathLst>
              <a:path w="97789" h="179069">
                <a:moveTo>
                  <a:pt x="0" y="0"/>
                </a:moveTo>
                <a:lnTo>
                  <a:pt x="97247" y="89508"/>
                </a:lnTo>
                <a:lnTo>
                  <a:pt x="0" y="179017"/>
                </a:lnTo>
              </a:path>
            </a:pathLst>
          </a:custGeom>
          <a:ln w="29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116491" y="2385023"/>
            <a:ext cx="378460" cy="328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50" b="1" spc="150" dirty="0">
                <a:latin typeface="Times New Roman"/>
                <a:cs typeface="Times New Roman"/>
              </a:rPr>
              <a:t>C</a:t>
            </a:r>
            <a:r>
              <a:rPr sz="1950" b="1" spc="125" dirty="0">
                <a:latin typeface="Times New Roman"/>
                <a:cs typeface="Times New Roman"/>
              </a:rPr>
              <a:t>P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9011001" y="2556648"/>
            <a:ext cx="180340" cy="0"/>
          </a:xfrm>
          <a:custGeom>
            <a:avLst/>
            <a:gdLst/>
            <a:ahLst/>
            <a:cxnLst/>
            <a:rect l="l" t="t" r="r" b="b"/>
            <a:pathLst>
              <a:path w="180340">
                <a:moveTo>
                  <a:pt x="180229" y="0"/>
                </a:moveTo>
                <a:lnTo>
                  <a:pt x="0" y="0"/>
                </a:lnTo>
              </a:path>
            </a:pathLst>
          </a:custGeom>
          <a:ln w="272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914713" y="2512316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287" y="44331"/>
                </a:moveTo>
                <a:lnTo>
                  <a:pt x="92487" y="27072"/>
                </a:lnTo>
                <a:lnTo>
                  <a:pt x="82142" y="12982"/>
                </a:lnTo>
                <a:lnTo>
                  <a:pt x="66833" y="3482"/>
                </a:lnTo>
                <a:lnTo>
                  <a:pt x="48143" y="0"/>
                </a:lnTo>
                <a:lnTo>
                  <a:pt x="29395" y="3482"/>
                </a:lnTo>
                <a:lnTo>
                  <a:pt x="14093" y="12982"/>
                </a:lnTo>
                <a:lnTo>
                  <a:pt x="3780" y="27072"/>
                </a:lnTo>
                <a:lnTo>
                  <a:pt x="0" y="44331"/>
                </a:lnTo>
                <a:lnTo>
                  <a:pt x="3780" y="61584"/>
                </a:lnTo>
                <a:lnTo>
                  <a:pt x="14093" y="75675"/>
                </a:lnTo>
                <a:lnTo>
                  <a:pt x="29395" y="85177"/>
                </a:lnTo>
                <a:lnTo>
                  <a:pt x="48143" y="88662"/>
                </a:lnTo>
                <a:lnTo>
                  <a:pt x="66833" y="85177"/>
                </a:lnTo>
                <a:lnTo>
                  <a:pt x="82142" y="75675"/>
                </a:lnTo>
                <a:lnTo>
                  <a:pt x="92487" y="61584"/>
                </a:lnTo>
                <a:lnTo>
                  <a:pt x="96287" y="44331"/>
                </a:lnTo>
                <a:close/>
              </a:path>
            </a:pathLst>
          </a:custGeom>
          <a:ln w="283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8507071" y="2385023"/>
            <a:ext cx="408940" cy="328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50" b="1" spc="150" dirty="0">
                <a:latin typeface="Times New Roman"/>
                <a:cs typeface="Times New Roman"/>
              </a:rPr>
              <a:t>CR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510774" y="2073285"/>
            <a:ext cx="316230" cy="0"/>
          </a:xfrm>
          <a:custGeom>
            <a:avLst/>
            <a:gdLst/>
            <a:ahLst/>
            <a:cxnLst/>
            <a:rect l="l" t="t" r="r" b="b"/>
            <a:pathLst>
              <a:path w="316229">
                <a:moveTo>
                  <a:pt x="0" y="0"/>
                </a:moveTo>
                <a:lnTo>
                  <a:pt x="315881" y="0"/>
                </a:lnTo>
              </a:path>
            </a:pathLst>
          </a:custGeom>
          <a:ln w="272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510774" y="2431346"/>
            <a:ext cx="316230" cy="0"/>
          </a:xfrm>
          <a:custGeom>
            <a:avLst/>
            <a:gdLst/>
            <a:ahLst/>
            <a:cxnLst/>
            <a:rect l="l" t="t" r="r" b="b"/>
            <a:pathLst>
              <a:path w="316229">
                <a:moveTo>
                  <a:pt x="0" y="0"/>
                </a:moveTo>
                <a:lnTo>
                  <a:pt x="315881" y="0"/>
                </a:lnTo>
              </a:path>
            </a:pathLst>
          </a:custGeom>
          <a:ln w="272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974342" y="1436282"/>
            <a:ext cx="2993390" cy="143891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55244" marR="68580" indent="424180">
              <a:lnSpc>
                <a:spcPct val="72300"/>
              </a:lnSpc>
              <a:spcBef>
                <a:spcPts val="785"/>
              </a:spcBef>
              <a:tabLst>
                <a:tab pos="1062990" algn="l"/>
                <a:tab pos="1665605" algn="l"/>
                <a:tab pos="2248535" algn="l"/>
                <a:tab pos="2505075" algn="l"/>
              </a:tabLst>
            </a:pPr>
            <a:r>
              <a:rPr sz="1950" b="1" spc="105" dirty="0">
                <a:latin typeface="Times New Roman"/>
                <a:cs typeface="Times New Roman"/>
              </a:rPr>
              <a:t>Q</a:t>
            </a:r>
            <a:r>
              <a:rPr sz="1950" b="1" spc="157" baseline="-12820" dirty="0">
                <a:latin typeface="Times New Roman"/>
                <a:cs typeface="Times New Roman"/>
              </a:rPr>
              <a:t>0	</a:t>
            </a:r>
            <a:r>
              <a:rPr sz="1950" b="1" spc="105" dirty="0">
                <a:latin typeface="Times New Roman"/>
                <a:cs typeface="Times New Roman"/>
              </a:rPr>
              <a:t>Q</a:t>
            </a:r>
            <a:r>
              <a:rPr sz="1950" b="1" spc="157" baseline="-12820" dirty="0">
                <a:latin typeface="Times New Roman"/>
                <a:cs typeface="Times New Roman"/>
              </a:rPr>
              <a:t>1	</a:t>
            </a:r>
            <a:r>
              <a:rPr sz="1950" b="1" spc="105" dirty="0">
                <a:latin typeface="Times New Roman"/>
                <a:cs typeface="Times New Roman"/>
              </a:rPr>
              <a:t>Q</a:t>
            </a:r>
            <a:r>
              <a:rPr sz="1950" b="1" spc="157" baseline="-12820" dirty="0">
                <a:latin typeface="Times New Roman"/>
                <a:cs typeface="Times New Roman"/>
              </a:rPr>
              <a:t>2	</a:t>
            </a:r>
            <a:r>
              <a:rPr sz="1950" b="1" spc="105" dirty="0">
                <a:latin typeface="Times New Roman"/>
                <a:cs typeface="Times New Roman"/>
              </a:rPr>
              <a:t>Q</a:t>
            </a:r>
            <a:r>
              <a:rPr sz="1950" b="1" spc="157" baseline="-12820" dirty="0">
                <a:latin typeface="Times New Roman"/>
                <a:cs typeface="Times New Roman"/>
              </a:rPr>
              <a:t>3  </a:t>
            </a:r>
            <a:r>
              <a:rPr sz="1950" b="1" spc="150" dirty="0">
                <a:latin typeface="Times New Roman"/>
                <a:cs typeface="Times New Roman"/>
              </a:rPr>
              <a:t>C</a:t>
            </a:r>
            <a:r>
              <a:rPr sz="1950" b="1" spc="135" dirty="0">
                <a:latin typeface="Times New Roman"/>
                <a:cs typeface="Times New Roman"/>
              </a:rPr>
              <a:t>T</a:t>
            </a:r>
            <a:r>
              <a:rPr sz="1950" b="1" spc="89" baseline="-12820" dirty="0">
                <a:latin typeface="Times New Roman"/>
                <a:cs typeface="Times New Roman"/>
              </a:rPr>
              <a:t>P</a:t>
            </a:r>
            <a:r>
              <a:rPr sz="1950" b="1" baseline="-12820" dirty="0">
                <a:latin typeface="Times New Roman"/>
                <a:cs typeface="Times New Roman"/>
              </a:rPr>
              <a:t>				</a:t>
            </a:r>
            <a:r>
              <a:rPr sz="1950" b="1" spc="150" dirty="0">
                <a:latin typeface="Times New Roman"/>
                <a:cs typeface="Times New Roman"/>
              </a:rPr>
              <a:t>C</a:t>
            </a:r>
            <a:r>
              <a:rPr sz="1950" b="1" spc="160" dirty="0">
                <a:latin typeface="Times New Roman"/>
                <a:cs typeface="Times New Roman"/>
              </a:rPr>
              <a:t>O</a:t>
            </a:r>
            <a:endParaRPr sz="19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80"/>
              </a:spcBef>
              <a:tabLst>
                <a:tab pos="822325" algn="l"/>
                <a:tab pos="2520315" algn="l"/>
              </a:tabLst>
            </a:pPr>
            <a:r>
              <a:rPr sz="1950" b="1" spc="120" dirty="0">
                <a:latin typeface="Times New Roman"/>
                <a:cs typeface="Times New Roman"/>
              </a:rPr>
              <a:t>CT</a:t>
            </a:r>
            <a:r>
              <a:rPr sz="1950" b="1" spc="179" baseline="-12820" dirty="0">
                <a:latin typeface="Times New Roman"/>
                <a:cs typeface="Times New Roman"/>
              </a:rPr>
              <a:t>T	</a:t>
            </a:r>
            <a:r>
              <a:rPr sz="2350" b="1" spc="120" dirty="0">
                <a:solidFill>
                  <a:srgbClr val="FF0000"/>
                </a:solidFill>
                <a:latin typeface="Times New Roman"/>
                <a:cs typeface="Times New Roman"/>
              </a:rPr>
              <a:t>74160</a:t>
            </a:r>
            <a:r>
              <a:rPr sz="2350" b="1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b="1" spc="90" dirty="0">
                <a:solidFill>
                  <a:srgbClr val="FF0000"/>
                </a:solidFill>
                <a:latin typeface="Times New Roman"/>
                <a:cs typeface="Times New Roman"/>
              </a:rPr>
              <a:t>(2)	</a:t>
            </a:r>
            <a:r>
              <a:rPr sz="2925" b="1" spc="217" baseline="-4273" dirty="0">
                <a:latin typeface="Times New Roman"/>
                <a:cs typeface="Times New Roman"/>
              </a:rPr>
              <a:t>LD</a:t>
            </a:r>
            <a:endParaRPr sz="2925" baseline="-4273">
              <a:latin typeface="Times New Roman"/>
              <a:cs typeface="Times New Roman"/>
            </a:endParaRPr>
          </a:p>
          <a:p>
            <a:pPr marL="497205">
              <a:lnSpc>
                <a:spcPct val="100000"/>
              </a:lnSpc>
              <a:spcBef>
                <a:spcPts val="1810"/>
              </a:spcBef>
              <a:tabLst>
                <a:tab pos="1080135" algn="l"/>
                <a:tab pos="1682750" algn="l"/>
                <a:tab pos="2266315" algn="l"/>
              </a:tabLst>
            </a:pPr>
            <a:r>
              <a:rPr sz="1950" b="1" spc="100" dirty="0">
                <a:latin typeface="Times New Roman"/>
                <a:cs typeface="Times New Roman"/>
              </a:rPr>
              <a:t>D</a:t>
            </a:r>
            <a:r>
              <a:rPr sz="1950" b="1" spc="150" baseline="-12820" dirty="0">
                <a:latin typeface="Times New Roman"/>
                <a:cs typeface="Times New Roman"/>
              </a:rPr>
              <a:t>0	</a:t>
            </a:r>
            <a:r>
              <a:rPr sz="1950" b="1" spc="100" dirty="0">
                <a:latin typeface="Times New Roman"/>
                <a:cs typeface="Times New Roman"/>
              </a:rPr>
              <a:t>D</a:t>
            </a:r>
            <a:r>
              <a:rPr sz="1950" b="1" spc="150" baseline="-12820" dirty="0">
                <a:latin typeface="Times New Roman"/>
                <a:cs typeface="Times New Roman"/>
              </a:rPr>
              <a:t>1	</a:t>
            </a:r>
            <a:r>
              <a:rPr sz="1950" b="1" spc="100" dirty="0">
                <a:latin typeface="Times New Roman"/>
                <a:cs typeface="Times New Roman"/>
              </a:rPr>
              <a:t>D</a:t>
            </a:r>
            <a:r>
              <a:rPr sz="1950" b="1" spc="150" baseline="-12820" dirty="0">
                <a:latin typeface="Times New Roman"/>
                <a:cs typeface="Times New Roman"/>
              </a:rPr>
              <a:t>2	</a:t>
            </a:r>
            <a:r>
              <a:rPr sz="1950" b="1" spc="100" dirty="0">
                <a:latin typeface="Times New Roman"/>
                <a:cs typeface="Times New Roman"/>
              </a:rPr>
              <a:t>D</a:t>
            </a:r>
            <a:r>
              <a:rPr sz="1950" b="1" spc="150" baseline="-12820" dirty="0">
                <a:latin typeface="Times New Roman"/>
                <a:cs typeface="Times New Roman"/>
              </a:rPr>
              <a:t>3</a:t>
            </a:r>
            <a:endParaRPr sz="1950" baseline="-1282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779486" y="1840640"/>
            <a:ext cx="0" cy="358140"/>
          </a:xfrm>
          <a:custGeom>
            <a:avLst/>
            <a:gdLst/>
            <a:ahLst/>
            <a:cxnLst/>
            <a:rect l="l" t="t" r="r" b="b"/>
            <a:pathLst>
              <a:path h="358139">
                <a:moveTo>
                  <a:pt x="0" y="357934"/>
                </a:moveTo>
                <a:lnTo>
                  <a:pt x="0" y="0"/>
                </a:lnTo>
              </a:path>
            </a:pathLst>
          </a:custGeom>
          <a:ln w="2962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312864" y="2198575"/>
            <a:ext cx="0" cy="1075055"/>
          </a:xfrm>
          <a:custGeom>
            <a:avLst/>
            <a:gdLst/>
            <a:ahLst/>
            <a:cxnLst/>
            <a:rect l="l" t="t" r="r" b="b"/>
            <a:pathLst>
              <a:path h="1075054">
                <a:moveTo>
                  <a:pt x="0" y="0"/>
                </a:moveTo>
                <a:lnTo>
                  <a:pt x="0" y="1074534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191230" y="2198575"/>
            <a:ext cx="0" cy="1066165"/>
          </a:xfrm>
          <a:custGeom>
            <a:avLst/>
            <a:gdLst/>
            <a:ahLst/>
            <a:cxnLst/>
            <a:rect l="l" t="t" r="r" b="b"/>
            <a:pathLst>
              <a:path h="1066164">
                <a:moveTo>
                  <a:pt x="0" y="0"/>
                </a:moveTo>
                <a:lnTo>
                  <a:pt x="0" y="106558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883673" y="3273109"/>
            <a:ext cx="7531100" cy="0"/>
          </a:xfrm>
          <a:custGeom>
            <a:avLst/>
            <a:gdLst/>
            <a:ahLst/>
            <a:cxnLst/>
            <a:rect l="l" t="t" r="r" b="b"/>
            <a:pathLst>
              <a:path w="7531100">
                <a:moveTo>
                  <a:pt x="0" y="0"/>
                </a:moveTo>
                <a:lnTo>
                  <a:pt x="7530992" y="0"/>
                </a:lnTo>
              </a:path>
            </a:pathLst>
          </a:custGeom>
          <a:ln w="272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687327" y="2556648"/>
            <a:ext cx="0" cy="904875"/>
          </a:xfrm>
          <a:custGeom>
            <a:avLst/>
            <a:gdLst/>
            <a:ahLst/>
            <a:cxnLst/>
            <a:rect l="l" t="t" r="r" b="b"/>
            <a:pathLst>
              <a:path h="904875">
                <a:moveTo>
                  <a:pt x="0" y="0"/>
                </a:moveTo>
                <a:lnTo>
                  <a:pt x="0" y="904421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473329" y="3461069"/>
            <a:ext cx="4306570" cy="0"/>
          </a:xfrm>
          <a:custGeom>
            <a:avLst/>
            <a:gdLst/>
            <a:ahLst/>
            <a:cxnLst/>
            <a:rect l="l" t="t" r="r" b="b"/>
            <a:pathLst>
              <a:path w="4306570">
                <a:moveTo>
                  <a:pt x="0" y="0"/>
                </a:moveTo>
                <a:lnTo>
                  <a:pt x="4306157" y="0"/>
                </a:lnTo>
              </a:path>
            </a:pathLst>
          </a:custGeom>
          <a:ln w="272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779486" y="2556648"/>
            <a:ext cx="0" cy="904875"/>
          </a:xfrm>
          <a:custGeom>
            <a:avLst/>
            <a:gdLst/>
            <a:ahLst/>
            <a:cxnLst/>
            <a:rect l="l" t="t" r="r" b="b"/>
            <a:pathLst>
              <a:path h="904875">
                <a:moveTo>
                  <a:pt x="0" y="0"/>
                </a:moveTo>
                <a:lnTo>
                  <a:pt x="0" y="904421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2656077" y="4746116"/>
            <a:ext cx="49072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solidFill>
                  <a:srgbClr val="33334D"/>
                </a:solidFill>
                <a:latin typeface="华文楷体"/>
                <a:cs typeface="华文楷体"/>
              </a:rPr>
              <a:t>同步级联（并行进位方</a:t>
            </a:r>
            <a:r>
              <a:rPr sz="3200" i="1" spc="-15" dirty="0">
                <a:solidFill>
                  <a:srgbClr val="33334D"/>
                </a:solidFill>
                <a:latin typeface="华文楷体"/>
                <a:cs typeface="华文楷体"/>
              </a:rPr>
              <a:t>式</a:t>
            </a:r>
            <a:r>
              <a:rPr sz="3200" i="1" dirty="0">
                <a:solidFill>
                  <a:srgbClr val="33334D"/>
                </a:solidFill>
                <a:latin typeface="华文楷体"/>
                <a:cs typeface="华文楷体"/>
              </a:rPr>
              <a:t>）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967604" y="6539775"/>
            <a:ext cx="48514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124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663696" y="3982211"/>
            <a:ext cx="2814955" cy="585470"/>
          </a:xfrm>
          <a:prstGeom prst="rect">
            <a:avLst/>
          </a:prstGeom>
          <a:solidFill>
            <a:srgbClr val="FFAF7E"/>
          </a:solidFill>
        </p:spPr>
        <p:txBody>
          <a:bodyPr vert="horz" wrap="square" lIns="0" tIns="1460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14"/>
              </a:spcBef>
            </a:pPr>
            <a:r>
              <a:rPr sz="3200" spc="-5" dirty="0">
                <a:solidFill>
                  <a:srgbClr val="33334D"/>
                </a:solidFill>
                <a:latin typeface="华文楷体"/>
                <a:cs typeface="华文楷体"/>
              </a:rPr>
              <a:t>100</a:t>
            </a:r>
            <a:r>
              <a:rPr sz="3200" i="1" dirty="0">
                <a:solidFill>
                  <a:srgbClr val="33334D"/>
                </a:solidFill>
                <a:latin typeface="华文楷体"/>
                <a:cs typeface="华文楷体"/>
              </a:rPr>
              <a:t>进制计数器</a:t>
            </a:r>
            <a:endParaRPr sz="3200">
              <a:latin typeface="华文楷体"/>
              <a:cs typeface="华文楷体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4EBC1E92-C3A3-2F1C-7EBB-A52823EDCF49}"/>
                  </a:ext>
                </a:extLst>
              </p14:cNvPr>
              <p14:cNvContentPartPr/>
              <p14:nvPr/>
            </p14:nvContentPartPr>
            <p14:xfrm>
              <a:off x="4571655" y="1805895"/>
              <a:ext cx="429480" cy="14040"/>
            </p14:xfrm>
          </p:contentPart>
        </mc:Choice>
        <mc:Fallback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4EBC1E92-C3A3-2F1C-7EBB-A52823EDCF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18015" y="1697895"/>
                <a:ext cx="53712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3" name="墨迹 62">
                <a:extLst>
                  <a:ext uri="{FF2B5EF4-FFF2-40B4-BE49-F238E27FC236}">
                    <a16:creationId xmlns:a16="http://schemas.microsoft.com/office/drawing/2014/main" id="{F909E6D2-81FE-552E-FAF8-B9C7F154AEE8}"/>
                  </a:ext>
                </a:extLst>
              </p14:cNvPr>
              <p14:cNvContentPartPr/>
              <p14:nvPr/>
            </p14:nvContentPartPr>
            <p14:xfrm>
              <a:off x="6000855" y="1838295"/>
              <a:ext cx="539280" cy="87480"/>
            </p14:xfrm>
          </p:contentPart>
        </mc:Choice>
        <mc:Fallback>
          <p:pic>
            <p:nvPicPr>
              <p:cNvPr id="63" name="墨迹 62">
                <a:extLst>
                  <a:ext uri="{FF2B5EF4-FFF2-40B4-BE49-F238E27FC236}">
                    <a16:creationId xmlns:a16="http://schemas.microsoft.com/office/drawing/2014/main" id="{F909E6D2-81FE-552E-FAF8-B9C7F154AEE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46855" y="1730295"/>
                <a:ext cx="64692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4" name="墨迹 63">
                <a:extLst>
                  <a:ext uri="{FF2B5EF4-FFF2-40B4-BE49-F238E27FC236}">
                    <a16:creationId xmlns:a16="http://schemas.microsoft.com/office/drawing/2014/main" id="{5CAB9976-F40B-4B44-C0E5-FB176D986B28}"/>
                  </a:ext>
                </a:extLst>
              </p14:cNvPr>
              <p14:cNvContentPartPr/>
              <p14:nvPr/>
            </p14:nvContentPartPr>
            <p14:xfrm>
              <a:off x="6181575" y="1771335"/>
              <a:ext cx="172800" cy="6480"/>
            </p14:xfrm>
          </p:contentPart>
        </mc:Choice>
        <mc:Fallback>
          <p:pic>
            <p:nvPicPr>
              <p:cNvPr id="64" name="墨迹 63">
                <a:extLst>
                  <a:ext uri="{FF2B5EF4-FFF2-40B4-BE49-F238E27FC236}">
                    <a16:creationId xmlns:a16="http://schemas.microsoft.com/office/drawing/2014/main" id="{5CAB9976-F40B-4B44-C0E5-FB176D986B2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27935" y="1663335"/>
                <a:ext cx="28044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5" name="墨迹 64">
                <a:extLst>
                  <a:ext uri="{FF2B5EF4-FFF2-40B4-BE49-F238E27FC236}">
                    <a16:creationId xmlns:a16="http://schemas.microsoft.com/office/drawing/2014/main" id="{AE63B0EF-6B3C-83A0-53D4-08B3FC3D23CE}"/>
                  </a:ext>
                </a:extLst>
              </p14:cNvPr>
              <p14:cNvContentPartPr/>
              <p14:nvPr/>
            </p14:nvContentPartPr>
            <p14:xfrm>
              <a:off x="5886375" y="2200095"/>
              <a:ext cx="515880" cy="62280"/>
            </p14:xfrm>
          </p:contentPart>
        </mc:Choice>
        <mc:Fallback>
          <p:pic>
            <p:nvPicPr>
              <p:cNvPr id="65" name="墨迹 64">
                <a:extLst>
                  <a:ext uri="{FF2B5EF4-FFF2-40B4-BE49-F238E27FC236}">
                    <a16:creationId xmlns:a16="http://schemas.microsoft.com/office/drawing/2014/main" id="{AE63B0EF-6B3C-83A0-53D4-08B3FC3D23C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32375" y="2092095"/>
                <a:ext cx="62352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6" name="墨迹 65">
                <a:extLst>
                  <a:ext uri="{FF2B5EF4-FFF2-40B4-BE49-F238E27FC236}">
                    <a16:creationId xmlns:a16="http://schemas.microsoft.com/office/drawing/2014/main" id="{89CC760C-A8E2-E1F6-D543-361D027E5610}"/>
                  </a:ext>
                </a:extLst>
              </p14:cNvPr>
              <p14:cNvContentPartPr/>
              <p14:nvPr/>
            </p14:nvContentPartPr>
            <p14:xfrm>
              <a:off x="2786415" y="4942575"/>
              <a:ext cx="4551120" cy="230400"/>
            </p14:xfrm>
          </p:contentPart>
        </mc:Choice>
        <mc:Fallback>
          <p:pic>
            <p:nvPicPr>
              <p:cNvPr id="66" name="墨迹 65">
                <a:extLst>
                  <a:ext uri="{FF2B5EF4-FFF2-40B4-BE49-F238E27FC236}">
                    <a16:creationId xmlns:a16="http://schemas.microsoft.com/office/drawing/2014/main" id="{89CC760C-A8E2-E1F6-D543-361D027E561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32415" y="4834575"/>
                <a:ext cx="4658760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7" name="墨迹 66">
                <a:extLst>
                  <a:ext uri="{FF2B5EF4-FFF2-40B4-BE49-F238E27FC236}">
                    <a16:creationId xmlns:a16="http://schemas.microsoft.com/office/drawing/2014/main" id="{330896AF-9AFD-A088-3FBA-E773EF5C3385}"/>
                  </a:ext>
                </a:extLst>
              </p14:cNvPr>
              <p14:cNvContentPartPr/>
              <p14:nvPr/>
            </p14:nvContentPartPr>
            <p14:xfrm>
              <a:off x="8439855" y="2142855"/>
              <a:ext cx="1019160" cy="458280"/>
            </p14:xfrm>
          </p:contentPart>
        </mc:Choice>
        <mc:Fallback>
          <p:pic>
            <p:nvPicPr>
              <p:cNvPr id="67" name="墨迹 66">
                <a:extLst>
                  <a:ext uri="{FF2B5EF4-FFF2-40B4-BE49-F238E27FC236}">
                    <a16:creationId xmlns:a16="http://schemas.microsoft.com/office/drawing/2014/main" id="{330896AF-9AFD-A088-3FBA-E773EF5C338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386215" y="2034855"/>
                <a:ext cx="1126800" cy="67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68" name="墨迹 67">
                <a:extLst>
                  <a:ext uri="{FF2B5EF4-FFF2-40B4-BE49-F238E27FC236}">
                    <a16:creationId xmlns:a16="http://schemas.microsoft.com/office/drawing/2014/main" id="{DAF7CF8C-C527-BCDB-FD52-F80E4674A57B}"/>
                  </a:ext>
                </a:extLst>
              </p14:cNvPr>
              <p14:cNvContentPartPr/>
              <p14:nvPr/>
            </p14:nvContentPartPr>
            <p14:xfrm>
              <a:off x="9078135" y="3147975"/>
              <a:ext cx="532800" cy="157320"/>
            </p14:xfrm>
          </p:contentPart>
        </mc:Choice>
        <mc:Fallback>
          <p:pic>
            <p:nvPicPr>
              <p:cNvPr id="68" name="墨迹 67">
                <a:extLst>
                  <a:ext uri="{FF2B5EF4-FFF2-40B4-BE49-F238E27FC236}">
                    <a16:creationId xmlns:a16="http://schemas.microsoft.com/office/drawing/2014/main" id="{DAF7CF8C-C527-BCDB-FD52-F80E4674A57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24495" y="3040335"/>
                <a:ext cx="64044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69" name="墨迹 68">
                <a:extLst>
                  <a:ext uri="{FF2B5EF4-FFF2-40B4-BE49-F238E27FC236}">
                    <a16:creationId xmlns:a16="http://schemas.microsoft.com/office/drawing/2014/main" id="{00302995-1C30-B7F9-A838-5CC7F0C8C0A0}"/>
                  </a:ext>
                </a:extLst>
              </p14:cNvPr>
              <p14:cNvContentPartPr/>
              <p14:nvPr/>
            </p14:nvContentPartPr>
            <p14:xfrm>
              <a:off x="9086775" y="2362095"/>
              <a:ext cx="335520" cy="847800"/>
            </p14:xfrm>
          </p:contentPart>
        </mc:Choice>
        <mc:Fallback>
          <p:pic>
            <p:nvPicPr>
              <p:cNvPr id="69" name="墨迹 68">
                <a:extLst>
                  <a:ext uri="{FF2B5EF4-FFF2-40B4-BE49-F238E27FC236}">
                    <a16:creationId xmlns:a16="http://schemas.microsoft.com/office/drawing/2014/main" id="{00302995-1C30-B7F9-A838-5CC7F0C8C0A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033135" y="2254095"/>
                <a:ext cx="443160" cy="10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EDC495B1-FD93-4A75-5A67-FDC86E5245BA}"/>
                  </a:ext>
                </a:extLst>
              </p14:cNvPr>
              <p14:cNvContentPartPr/>
              <p14:nvPr/>
            </p14:nvContentPartPr>
            <p14:xfrm>
              <a:off x="1933215" y="1866735"/>
              <a:ext cx="919440" cy="355320"/>
            </p14:xfrm>
          </p:contentPart>
        </mc:Choice>
        <mc:Fallback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EDC495B1-FD93-4A75-5A67-FDC86E5245B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879575" y="1759095"/>
                <a:ext cx="1027080" cy="57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9897E887-3865-8C06-06EC-4C09538514D6}"/>
                  </a:ext>
                </a:extLst>
              </p14:cNvPr>
              <p14:cNvContentPartPr/>
              <p14:nvPr/>
            </p14:nvContentPartPr>
            <p14:xfrm>
              <a:off x="4666695" y="2218815"/>
              <a:ext cx="801720" cy="421200"/>
            </p14:xfrm>
          </p:contentPart>
        </mc:Choice>
        <mc:Fallback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9897E887-3865-8C06-06EC-4C09538514D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613055" y="2110815"/>
                <a:ext cx="909360" cy="63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>
            <a:extLst>
              <a:ext uri="{FF2B5EF4-FFF2-40B4-BE49-F238E27FC236}">
                <a16:creationId xmlns:a16="http://schemas.microsoft.com/office/drawing/2014/main" id="{CE108CCD-3D68-FED1-46E7-B7DAAC130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19200"/>
            <a:ext cx="8716591" cy="475363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B4F91FD0-AA9C-F8D0-6DA4-53C9BEABF229}"/>
                  </a:ext>
                </a:extLst>
              </p14:cNvPr>
              <p14:cNvContentPartPr/>
              <p14:nvPr/>
            </p14:nvContentPartPr>
            <p14:xfrm>
              <a:off x="1033215" y="5061015"/>
              <a:ext cx="7107480" cy="379440"/>
            </p14:xfrm>
          </p:contentPart>
        </mc:Choice>
        <mc:Fallback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B4F91FD0-AA9C-F8D0-6DA4-53C9BEABF2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9575" y="4953375"/>
                <a:ext cx="7215120" cy="59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AFE3D6F8-BE36-C3AF-1581-42B66C1EB68C}"/>
                  </a:ext>
                </a:extLst>
              </p14:cNvPr>
              <p14:cNvContentPartPr/>
              <p14:nvPr/>
            </p14:nvContentPartPr>
            <p14:xfrm>
              <a:off x="4733655" y="2000295"/>
              <a:ext cx="1134720" cy="134280"/>
            </p14:xfrm>
          </p:contentPart>
        </mc:Choice>
        <mc:Fallback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AFE3D6F8-BE36-C3AF-1581-42B66C1EB6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80015" y="1892295"/>
                <a:ext cx="124236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4391AFC4-4902-221B-1037-3EC08CA0944B}"/>
                  </a:ext>
                </a:extLst>
              </p14:cNvPr>
              <p14:cNvContentPartPr/>
              <p14:nvPr/>
            </p14:nvContentPartPr>
            <p14:xfrm>
              <a:off x="5753175" y="2130615"/>
              <a:ext cx="898560" cy="698400"/>
            </p14:xfrm>
          </p:contentPart>
        </mc:Choice>
        <mc:Fallback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4391AFC4-4902-221B-1037-3EC08CA0944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99535" y="2022615"/>
                <a:ext cx="1006200" cy="914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42644" y="1210061"/>
            <a:ext cx="8138159" cy="4323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indent="457200" algn="just">
              <a:lnSpc>
                <a:spcPct val="150000"/>
              </a:lnSpc>
              <a:spcBef>
                <a:spcPts val="95"/>
              </a:spcBef>
            </a:pPr>
            <a:r>
              <a:rPr sz="2800" b="1" spc="180" dirty="0">
                <a:solidFill>
                  <a:srgbClr val="7E4D00"/>
                </a:solidFill>
                <a:latin typeface="华文楷体"/>
                <a:cs typeface="华文楷体"/>
              </a:rPr>
              <a:t>当所</a:t>
            </a:r>
            <a:r>
              <a:rPr sz="2800" b="1" spc="165" dirty="0">
                <a:solidFill>
                  <a:srgbClr val="7E4D00"/>
                </a:solidFill>
                <a:latin typeface="华文楷体"/>
                <a:cs typeface="华文楷体"/>
              </a:rPr>
              <a:t>设计</a:t>
            </a:r>
            <a:r>
              <a:rPr sz="2800" b="1" spc="180" dirty="0">
                <a:solidFill>
                  <a:srgbClr val="7E4D00"/>
                </a:solidFill>
                <a:latin typeface="华文楷体"/>
                <a:cs typeface="华文楷体"/>
              </a:rPr>
              <a:t>计数</a:t>
            </a:r>
            <a:r>
              <a:rPr sz="2800" b="1" spc="185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165" dirty="0">
                <a:solidFill>
                  <a:srgbClr val="7E4D00"/>
                </a:solidFill>
                <a:latin typeface="华文楷体"/>
                <a:cs typeface="华文楷体"/>
              </a:rPr>
              <a:t>M</a:t>
            </a:r>
            <a:r>
              <a:rPr sz="2800" b="1" spc="180" dirty="0">
                <a:solidFill>
                  <a:srgbClr val="7E4D00"/>
                </a:solidFill>
                <a:latin typeface="华文楷体"/>
                <a:cs typeface="华文楷体"/>
              </a:rPr>
              <a:t>不是</a:t>
            </a:r>
            <a:r>
              <a:rPr sz="2800" b="1" spc="165" dirty="0">
                <a:solidFill>
                  <a:srgbClr val="7E4D00"/>
                </a:solidFill>
                <a:latin typeface="华文楷体"/>
                <a:cs typeface="华文楷体"/>
              </a:rPr>
              <a:t>素数</a:t>
            </a:r>
            <a:r>
              <a:rPr sz="2800" b="1" spc="195" dirty="0">
                <a:solidFill>
                  <a:srgbClr val="7E4D00"/>
                </a:solidFill>
                <a:latin typeface="华文楷体"/>
                <a:cs typeface="华文楷体"/>
              </a:rPr>
              <a:t>时</a:t>
            </a:r>
            <a:r>
              <a:rPr sz="2800" b="1" spc="35" dirty="0">
                <a:solidFill>
                  <a:srgbClr val="7E4D00"/>
                </a:solidFill>
                <a:latin typeface="华文楷体"/>
                <a:cs typeface="华文楷体"/>
              </a:rPr>
              <a:t>，M=</a:t>
            </a:r>
            <a:r>
              <a:rPr sz="2800" b="1" spc="35" dirty="0">
                <a:solidFill>
                  <a:srgbClr val="C00000"/>
                </a:solidFill>
                <a:latin typeface="华文楷体"/>
                <a:cs typeface="华文楷体"/>
              </a:rPr>
              <a:t>N</a:t>
            </a:r>
            <a:r>
              <a:rPr sz="2775" b="1" spc="52" baseline="-21021" dirty="0">
                <a:solidFill>
                  <a:srgbClr val="C00000"/>
                </a:solidFill>
                <a:latin typeface="华文楷体"/>
                <a:cs typeface="华文楷体"/>
              </a:rPr>
              <a:t>1</a:t>
            </a:r>
            <a:r>
              <a:rPr sz="2800" b="1" spc="35" dirty="0">
                <a:solidFill>
                  <a:srgbClr val="7E4D00"/>
                </a:solidFill>
                <a:latin typeface="Symbol"/>
                <a:cs typeface="Symbol"/>
              </a:rPr>
              <a:t></a:t>
            </a:r>
            <a:r>
              <a:rPr sz="2800" b="1" spc="35" dirty="0">
                <a:solidFill>
                  <a:srgbClr val="C00000"/>
                </a:solidFill>
                <a:latin typeface="华文楷体"/>
                <a:cs typeface="华文楷体"/>
              </a:rPr>
              <a:t>N</a:t>
            </a:r>
            <a:r>
              <a:rPr sz="2775" b="1" spc="52" baseline="-21021" dirty="0">
                <a:solidFill>
                  <a:srgbClr val="C00000"/>
                </a:solidFill>
                <a:latin typeface="华文楷体"/>
                <a:cs typeface="华文楷体"/>
              </a:rPr>
              <a:t>2</a:t>
            </a:r>
            <a:r>
              <a:rPr sz="2800" b="1" spc="35" dirty="0">
                <a:solidFill>
                  <a:srgbClr val="7E4D00"/>
                </a:solidFill>
                <a:latin typeface="华文楷体"/>
                <a:cs typeface="华文楷体"/>
              </a:rPr>
              <a:t>,</a:t>
            </a:r>
            <a:r>
              <a:rPr sz="2800" b="1" spc="170" dirty="0">
                <a:solidFill>
                  <a:srgbClr val="7E4D00"/>
                </a:solidFill>
                <a:latin typeface="华文楷体"/>
                <a:cs typeface="华文楷体"/>
              </a:rPr>
              <a:t>并且 </a:t>
            </a:r>
            <a:r>
              <a:rPr sz="2800" b="1" spc="60" dirty="0">
                <a:solidFill>
                  <a:srgbClr val="C00000"/>
                </a:solidFill>
                <a:latin typeface="华文楷体"/>
                <a:cs typeface="华文楷体"/>
              </a:rPr>
              <a:t>N</a:t>
            </a:r>
            <a:r>
              <a:rPr sz="2775" b="1" spc="89" baseline="-21021" dirty="0">
                <a:solidFill>
                  <a:srgbClr val="C00000"/>
                </a:solidFill>
                <a:latin typeface="华文楷体"/>
                <a:cs typeface="华文楷体"/>
              </a:rPr>
              <a:t>1</a:t>
            </a:r>
            <a:r>
              <a:rPr sz="2800" b="1" spc="100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2800" b="1" spc="60" dirty="0">
                <a:solidFill>
                  <a:srgbClr val="C00000"/>
                </a:solidFill>
                <a:latin typeface="华文楷体"/>
                <a:cs typeface="华文楷体"/>
              </a:rPr>
              <a:t>N</a:t>
            </a:r>
            <a:r>
              <a:rPr sz="2775" b="1" spc="89" baseline="-21021" dirty="0">
                <a:solidFill>
                  <a:srgbClr val="C00000"/>
                </a:solidFill>
                <a:latin typeface="华文楷体"/>
                <a:cs typeface="华文楷体"/>
              </a:rPr>
              <a:t>2</a:t>
            </a:r>
            <a:r>
              <a:rPr sz="2800" b="1" spc="95" dirty="0">
                <a:solidFill>
                  <a:srgbClr val="7E4D00"/>
                </a:solidFill>
                <a:latin typeface="华文楷体"/>
                <a:cs typeface="华文楷体"/>
              </a:rPr>
              <a:t>都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小</a:t>
            </a:r>
            <a:r>
              <a:rPr sz="2800" b="1" spc="114" dirty="0">
                <a:solidFill>
                  <a:srgbClr val="7E4D00"/>
                </a:solidFill>
                <a:latin typeface="华文楷体"/>
                <a:cs typeface="华文楷体"/>
              </a:rPr>
              <a:t>于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N</a:t>
            </a:r>
            <a:r>
              <a:rPr sz="2800" b="1" spc="100" dirty="0">
                <a:solidFill>
                  <a:srgbClr val="7E4D00"/>
                </a:solidFill>
                <a:latin typeface="华文楷体"/>
                <a:cs typeface="华文楷体"/>
              </a:rPr>
              <a:t>时</a:t>
            </a: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则</a:t>
            </a:r>
            <a:r>
              <a:rPr sz="2800" b="1" spc="95" dirty="0">
                <a:solidFill>
                  <a:srgbClr val="7E4D00"/>
                </a:solidFill>
                <a:latin typeface="华文楷体"/>
                <a:cs typeface="华文楷体"/>
              </a:rPr>
              <a:t>可采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用级</a:t>
            </a:r>
            <a:r>
              <a:rPr sz="2800" b="1" spc="95" dirty="0">
                <a:solidFill>
                  <a:srgbClr val="7E4D00"/>
                </a:solidFill>
                <a:latin typeface="华文楷体"/>
                <a:cs typeface="华文楷体"/>
              </a:rPr>
              <a:t>联法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构</a:t>
            </a:r>
            <a:r>
              <a:rPr sz="2800" b="1" spc="130" dirty="0">
                <a:solidFill>
                  <a:srgbClr val="7E4D00"/>
                </a:solidFill>
                <a:latin typeface="华文楷体"/>
                <a:cs typeface="华文楷体"/>
              </a:rPr>
              <a:t>成</a:t>
            </a: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M</a:t>
            </a:r>
            <a:r>
              <a:rPr sz="2800" b="1" spc="100" dirty="0">
                <a:solidFill>
                  <a:srgbClr val="7E4D00"/>
                </a:solidFill>
                <a:latin typeface="华文楷体"/>
                <a:cs typeface="华文楷体"/>
              </a:rPr>
              <a:t>进</a:t>
            </a: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制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计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数器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952500" marR="1997710" indent="-915035" algn="just">
              <a:lnSpc>
                <a:spcPts val="6240"/>
              </a:lnSpc>
              <a:spcBef>
                <a:spcPts val="690"/>
              </a:spcBef>
            </a:pPr>
            <a:r>
              <a:rPr sz="2800" b="1" spc="5" dirty="0">
                <a:solidFill>
                  <a:srgbClr val="7E4D00"/>
                </a:solidFill>
                <a:latin typeface="隶书"/>
                <a:cs typeface="隶书"/>
              </a:rPr>
              <a:t>例：</a:t>
            </a:r>
            <a:r>
              <a:rPr sz="2800" b="1" spc="5" dirty="0">
                <a:latin typeface="华文楷体"/>
                <a:cs typeface="华文楷体"/>
              </a:rPr>
              <a:t>用两</a:t>
            </a:r>
            <a:r>
              <a:rPr sz="2800" b="1" dirty="0">
                <a:latin typeface="华文楷体"/>
                <a:cs typeface="华文楷体"/>
              </a:rPr>
              <a:t>片</a:t>
            </a:r>
            <a:r>
              <a:rPr sz="2800" b="1" spc="-5" dirty="0">
                <a:latin typeface="华文楷体"/>
                <a:cs typeface="华文楷体"/>
              </a:rPr>
              <a:t>74160构</a:t>
            </a:r>
            <a:r>
              <a:rPr sz="2800" b="1" spc="-10" dirty="0">
                <a:latin typeface="华文楷体"/>
                <a:cs typeface="华文楷体"/>
              </a:rPr>
              <a:t>成</a:t>
            </a:r>
            <a:r>
              <a:rPr sz="2800" b="1" dirty="0">
                <a:latin typeface="华文楷体"/>
                <a:cs typeface="华文楷体"/>
              </a:rPr>
              <a:t>M</a:t>
            </a:r>
            <a:r>
              <a:rPr sz="2800" b="1" spc="-10" dirty="0">
                <a:latin typeface="华文楷体"/>
                <a:cs typeface="华文楷体"/>
              </a:rPr>
              <a:t>＝</a:t>
            </a:r>
            <a:r>
              <a:rPr sz="2800" b="1" dirty="0">
                <a:latin typeface="华文楷体"/>
                <a:cs typeface="华文楷体"/>
              </a:rPr>
              <a:t>2</a:t>
            </a:r>
            <a:r>
              <a:rPr sz="2800" b="1" spc="-10" dirty="0">
                <a:latin typeface="华文楷体"/>
                <a:cs typeface="华文楷体"/>
              </a:rPr>
              <a:t>4</a:t>
            </a:r>
            <a:r>
              <a:rPr sz="2800" b="1" dirty="0">
                <a:latin typeface="华文楷体"/>
                <a:cs typeface="华文楷体"/>
              </a:rPr>
              <a:t>进</a:t>
            </a:r>
            <a:r>
              <a:rPr sz="2800" b="1" spc="-5" dirty="0">
                <a:latin typeface="华文楷体"/>
                <a:cs typeface="华文楷体"/>
              </a:rPr>
              <a:t>制计数器 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令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N</a:t>
            </a:r>
            <a:r>
              <a:rPr sz="2775" b="1" spc="7" baseline="-21021" dirty="0">
                <a:solidFill>
                  <a:srgbClr val="7E4D00"/>
                </a:solidFill>
                <a:latin typeface="华文楷体"/>
                <a:cs typeface="华文楷体"/>
              </a:rPr>
              <a:t>1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=6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N</a:t>
            </a:r>
            <a:r>
              <a:rPr sz="2775" b="1" spc="-7" baseline="-21021" dirty="0">
                <a:solidFill>
                  <a:srgbClr val="7E4D00"/>
                </a:solidFill>
                <a:latin typeface="华文楷体"/>
                <a:cs typeface="华文楷体"/>
              </a:rPr>
              <a:t>2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=4</a:t>
            </a:r>
            <a:endParaRPr sz="2800">
              <a:latin typeface="华文楷体"/>
              <a:cs typeface="华文楷体"/>
            </a:endParaRPr>
          </a:p>
          <a:p>
            <a:pPr marL="952500" algn="just">
              <a:lnSpc>
                <a:spcPct val="100000"/>
              </a:lnSpc>
              <a:spcBef>
                <a:spcPts val="2195"/>
              </a:spcBef>
            </a:pP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或</a:t>
            </a:r>
            <a:r>
              <a:rPr sz="2800" b="1" spc="-65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N</a:t>
            </a:r>
            <a:r>
              <a:rPr sz="2775" b="1" spc="7" baseline="-21021" dirty="0">
                <a:solidFill>
                  <a:srgbClr val="7E4D00"/>
                </a:solidFill>
                <a:latin typeface="华文楷体"/>
                <a:cs typeface="华文楷体"/>
              </a:rPr>
              <a:t>1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=3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N</a:t>
            </a:r>
            <a:r>
              <a:rPr sz="2775" b="1" spc="-7" baseline="-21021" dirty="0">
                <a:solidFill>
                  <a:srgbClr val="7E4D00"/>
                </a:solidFill>
                <a:latin typeface="华文楷体"/>
                <a:cs typeface="华文楷体"/>
              </a:rPr>
              <a:t>2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=8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67604" y="6539775"/>
            <a:ext cx="48450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126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44411" y="982217"/>
            <a:ext cx="2894965" cy="0"/>
          </a:xfrm>
          <a:custGeom>
            <a:avLst/>
            <a:gdLst/>
            <a:ahLst/>
            <a:cxnLst/>
            <a:rect l="l" t="t" r="r" b="b"/>
            <a:pathLst>
              <a:path w="2894965">
                <a:moveTo>
                  <a:pt x="0" y="0"/>
                </a:moveTo>
                <a:lnTo>
                  <a:pt x="2894837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3233420" cy="0"/>
          </a:xfrm>
          <a:custGeom>
            <a:avLst/>
            <a:gdLst/>
            <a:ahLst/>
            <a:cxnLst/>
            <a:rect l="l" t="t" r="r" b="b"/>
            <a:pathLst>
              <a:path w="3233420">
                <a:moveTo>
                  <a:pt x="0" y="0"/>
                </a:moveTo>
                <a:lnTo>
                  <a:pt x="3233166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086804" y="2931980"/>
            <a:ext cx="391160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b="1" spc="145" dirty="0">
                <a:latin typeface="Times New Roman"/>
                <a:cs typeface="Times New Roman"/>
              </a:rPr>
              <a:t>C</a:t>
            </a:r>
            <a:r>
              <a:rPr sz="1950" b="1" spc="125" dirty="0">
                <a:latin typeface="Times New Roman"/>
                <a:cs typeface="Times New Roman"/>
              </a:rPr>
              <a:t>P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62094" y="3575788"/>
            <a:ext cx="162560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b="1" spc="100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91184" y="2007592"/>
            <a:ext cx="2544445" cy="1385570"/>
          </a:xfrm>
          <a:custGeom>
            <a:avLst/>
            <a:gdLst/>
            <a:ahLst/>
            <a:cxnLst/>
            <a:rect l="l" t="t" r="r" b="b"/>
            <a:pathLst>
              <a:path w="2544445" h="1385570">
                <a:moveTo>
                  <a:pt x="2544062" y="0"/>
                </a:moveTo>
                <a:lnTo>
                  <a:pt x="0" y="0"/>
                </a:lnTo>
                <a:lnTo>
                  <a:pt x="0" y="1385502"/>
                </a:lnTo>
              </a:path>
            </a:pathLst>
          </a:custGeom>
          <a:ln w="277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87145" y="2365346"/>
            <a:ext cx="195580" cy="0"/>
          </a:xfrm>
          <a:custGeom>
            <a:avLst/>
            <a:gdLst/>
            <a:ahLst/>
            <a:cxnLst/>
            <a:rect l="l" t="t" r="r" b="b"/>
            <a:pathLst>
              <a:path w="195579">
                <a:moveTo>
                  <a:pt x="0" y="0"/>
                </a:moveTo>
                <a:lnTo>
                  <a:pt x="195312" y="0"/>
                </a:lnTo>
              </a:path>
            </a:pathLst>
          </a:custGeom>
          <a:ln w="272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87145" y="2722999"/>
            <a:ext cx="195580" cy="0"/>
          </a:xfrm>
          <a:custGeom>
            <a:avLst/>
            <a:gdLst/>
            <a:ahLst/>
            <a:cxnLst/>
            <a:rect l="l" t="t" r="r" b="b"/>
            <a:pathLst>
              <a:path w="195579">
                <a:moveTo>
                  <a:pt x="0" y="0"/>
                </a:moveTo>
                <a:lnTo>
                  <a:pt x="195312" y="0"/>
                </a:lnTo>
              </a:path>
            </a:pathLst>
          </a:custGeom>
          <a:ln w="272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25002" y="3080665"/>
            <a:ext cx="457834" cy="0"/>
          </a:xfrm>
          <a:custGeom>
            <a:avLst/>
            <a:gdLst/>
            <a:ahLst/>
            <a:cxnLst/>
            <a:rect l="l" t="t" r="r" b="b"/>
            <a:pathLst>
              <a:path w="457835">
                <a:moveTo>
                  <a:pt x="0" y="0"/>
                </a:moveTo>
                <a:lnTo>
                  <a:pt x="457454" y="0"/>
                </a:lnTo>
              </a:path>
            </a:pathLst>
          </a:custGeom>
          <a:ln w="272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73695" y="1837794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0"/>
                </a:moveTo>
                <a:lnTo>
                  <a:pt x="0" y="169836"/>
                </a:lnTo>
              </a:path>
            </a:pathLst>
          </a:custGeom>
          <a:ln w="295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56233" y="1838173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4">
                <a:moveTo>
                  <a:pt x="0" y="0"/>
                </a:moveTo>
                <a:lnTo>
                  <a:pt x="0" y="169457"/>
                </a:lnTo>
              </a:path>
            </a:pathLst>
          </a:custGeom>
          <a:ln w="295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738772" y="1658873"/>
            <a:ext cx="0" cy="349250"/>
          </a:xfrm>
          <a:custGeom>
            <a:avLst/>
            <a:gdLst/>
            <a:ahLst/>
            <a:cxnLst/>
            <a:rect l="l" t="t" r="r" b="b"/>
            <a:pathLst>
              <a:path h="349250">
                <a:moveTo>
                  <a:pt x="0" y="0"/>
                </a:moveTo>
                <a:lnTo>
                  <a:pt x="0" y="348757"/>
                </a:lnTo>
              </a:path>
            </a:pathLst>
          </a:custGeom>
          <a:ln w="295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21310" y="1837794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0"/>
                </a:moveTo>
                <a:lnTo>
                  <a:pt x="0" y="169836"/>
                </a:lnTo>
              </a:path>
            </a:pathLst>
          </a:custGeom>
          <a:ln w="295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91184" y="2991242"/>
            <a:ext cx="97155" cy="179070"/>
          </a:xfrm>
          <a:custGeom>
            <a:avLst/>
            <a:gdLst/>
            <a:ahLst/>
            <a:cxnLst/>
            <a:rect l="l" t="t" r="r" b="b"/>
            <a:pathLst>
              <a:path w="97154" h="179069">
                <a:moveTo>
                  <a:pt x="0" y="0"/>
                </a:moveTo>
                <a:lnTo>
                  <a:pt x="97094" y="89422"/>
                </a:lnTo>
                <a:lnTo>
                  <a:pt x="0" y="178845"/>
                </a:lnTo>
              </a:path>
            </a:pathLst>
          </a:custGeom>
          <a:ln w="29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032751" y="2001543"/>
            <a:ext cx="2409190" cy="122745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4445" indent="423545">
              <a:lnSpc>
                <a:spcPct val="72200"/>
              </a:lnSpc>
              <a:spcBef>
                <a:spcPts val="470"/>
              </a:spcBef>
              <a:tabLst>
                <a:tab pos="1010919" algn="l"/>
                <a:tab pos="1612900" algn="l"/>
                <a:tab pos="2195195" algn="l"/>
              </a:tabLst>
            </a:pPr>
            <a:r>
              <a:rPr sz="1950" b="1" spc="160" dirty="0">
                <a:latin typeface="Times New Roman"/>
                <a:cs typeface="Times New Roman"/>
              </a:rPr>
              <a:t>Q</a:t>
            </a:r>
            <a:r>
              <a:rPr sz="1950" b="1" spc="75" baseline="-12820" dirty="0">
                <a:latin typeface="Times New Roman"/>
                <a:cs typeface="Times New Roman"/>
              </a:rPr>
              <a:t>0	</a:t>
            </a:r>
            <a:r>
              <a:rPr sz="1950" b="1" spc="160" dirty="0">
                <a:latin typeface="Times New Roman"/>
                <a:cs typeface="Times New Roman"/>
              </a:rPr>
              <a:t>Q</a:t>
            </a:r>
            <a:r>
              <a:rPr sz="1950" b="1" spc="75" baseline="-12820" dirty="0">
                <a:latin typeface="Times New Roman"/>
                <a:cs typeface="Times New Roman"/>
              </a:rPr>
              <a:t>1	</a:t>
            </a:r>
            <a:r>
              <a:rPr sz="1950" b="1" spc="155" dirty="0">
                <a:latin typeface="Times New Roman"/>
                <a:cs typeface="Times New Roman"/>
              </a:rPr>
              <a:t>Q</a:t>
            </a:r>
            <a:r>
              <a:rPr sz="1950" b="1" spc="75" baseline="-12820" dirty="0">
                <a:latin typeface="Times New Roman"/>
                <a:cs typeface="Times New Roman"/>
              </a:rPr>
              <a:t>2</a:t>
            </a:r>
            <a:r>
              <a:rPr sz="1950" b="1" baseline="-12820" dirty="0">
                <a:latin typeface="Times New Roman"/>
                <a:cs typeface="Times New Roman"/>
              </a:rPr>
              <a:t>	</a:t>
            </a:r>
            <a:r>
              <a:rPr sz="1950" b="1" spc="85" dirty="0">
                <a:latin typeface="Times New Roman"/>
                <a:cs typeface="Times New Roman"/>
              </a:rPr>
              <a:t>Q  </a:t>
            </a:r>
            <a:r>
              <a:rPr sz="1950" b="1" spc="114" dirty="0">
                <a:latin typeface="Times New Roman"/>
                <a:cs typeface="Times New Roman"/>
              </a:rPr>
              <a:t>CT</a:t>
            </a:r>
            <a:r>
              <a:rPr sz="1950" b="1" spc="172" baseline="-12820" dirty="0">
                <a:latin typeface="Times New Roman"/>
                <a:cs typeface="Times New Roman"/>
              </a:rPr>
              <a:t>P</a:t>
            </a:r>
            <a:endParaRPr sz="1950" baseline="-1282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tabLst>
                <a:tab pos="1003300" algn="l"/>
              </a:tabLst>
            </a:pPr>
            <a:r>
              <a:rPr sz="1950" b="1" spc="114" dirty="0">
                <a:latin typeface="Times New Roman"/>
                <a:cs typeface="Times New Roman"/>
              </a:rPr>
              <a:t>CT</a:t>
            </a:r>
            <a:r>
              <a:rPr sz="1950" b="1" spc="172" baseline="-12820" dirty="0">
                <a:latin typeface="Times New Roman"/>
                <a:cs typeface="Times New Roman"/>
              </a:rPr>
              <a:t>T	</a:t>
            </a:r>
            <a:r>
              <a:rPr sz="2350" b="1" spc="114" dirty="0">
                <a:solidFill>
                  <a:srgbClr val="FF0000"/>
                </a:solidFill>
                <a:latin typeface="Times New Roman"/>
                <a:cs typeface="Times New Roman"/>
              </a:rPr>
              <a:t>74</a:t>
            </a:r>
            <a:endParaRPr sz="235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540"/>
              </a:spcBef>
            </a:pPr>
            <a:r>
              <a:rPr sz="1950" b="1" spc="135" dirty="0">
                <a:latin typeface="Times New Roman"/>
                <a:cs typeface="Times New Roman"/>
              </a:rPr>
              <a:t>CP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787145" y="2365346"/>
            <a:ext cx="0" cy="1147445"/>
          </a:xfrm>
          <a:custGeom>
            <a:avLst/>
            <a:gdLst/>
            <a:ahLst/>
            <a:cxnLst/>
            <a:rect l="l" t="t" r="r" b="b"/>
            <a:pathLst>
              <a:path h="1147445">
                <a:moveTo>
                  <a:pt x="0" y="0"/>
                </a:moveTo>
                <a:lnTo>
                  <a:pt x="0" y="1146927"/>
                </a:lnTo>
              </a:path>
            </a:pathLst>
          </a:custGeom>
          <a:ln w="295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932769" y="1480078"/>
            <a:ext cx="388620" cy="358140"/>
          </a:xfrm>
          <a:custGeom>
            <a:avLst/>
            <a:gdLst/>
            <a:ahLst/>
            <a:cxnLst/>
            <a:rect l="l" t="t" r="r" b="b"/>
            <a:pathLst>
              <a:path w="388620" h="358139">
                <a:moveTo>
                  <a:pt x="0" y="0"/>
                </a:moveTo>
                <a:lnTo>
                  <a:pt x="388404" y="178794"/>
                </a:lnTo>
                <a:lnTo>
                  <a:pt x="0" y="357716"/>
                </a:lnTo>
                <a:lnTo>
                  <a:pt x="0" y="0"/>
                </a:lnTo>
              </a:path>
            </a:pathLst>
          </a:custGeom>
          <a:ln w="283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738772" y="1658873"/>
            <a:ext cx="194310" cy="0"/>
          </a:xfrm>
          <a:custGeom>
            <a:avLst/>
            <a:gdLst/>
            <a:ahLst/>
            <a:cxnLst/>
            <a:rect l="l" t="t" r="r" b="b"/>
            <a:pathLst>
              <a:path w="194309">
                <a:moveTo>
                  <a:pt x="0" y="0"/>
                </a:moveTo>
                <a:lnTo>
                  <a:pt x="193996" y="0"/>
                </a:lnTo>
              </a:path>
            </a:pathLst>
          </a:custGeom>
          <a:ln w="272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369262" y="1658873"/>
            <a:ext cx="831850" cy="0"/>
          </a:xfrm>
          <a:custGeom>
            <a:avLst/>
            <a:gdLst/>
            <a:ahLst/>
            <a:cxnLst/>
            <a:rect l="l" t="t" r="r" b="b"/>
            <a:pathLst>
              <a:path w="831850">
                <a:moveTo>
                  <a:pt x="0" y="0"/>
                </a:moveTo>
                <a:lnTo>
                  <a:pt x="831326" y="0"/>
                </a:lnTo>
              </a:path>
            </a:pathLst>
          </a:custGeom>
          <a:ln w="272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258874" y="1600373"/>
            <a:ext cx="124600" cy="117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13210" y="2023308"/>
            <a:ext cx="2913380" cy="1430655"/>
          </a:xfrm>
          <a:custGeom>
            <a:avLst/>
            <a:gdLst/>
            <a:ahLst/>
            <a:cxnLst/>
            <a:rect l="l" t="t" r="r" b="b"/>
            <a:pathLst>
              <a:path w="2913379" h="1430654">
                <a:moveTo>
                  <a:pt x="0" y="1430518"/>
                </a:moveTo>
                <a:lnTo>
                  <a:pt x="2913124" y="1430518"/>
                </a:lnTo>
                <a:lnTo>
                  <a:pt x="2913124" y="0"/>
                </a:lnTo>
                <a:lnTo>
                  <a:pt x="0" y="0"/>
                </a:lnTo>
                <a:lnTo>
                  <a:pt x="0" y="1430518"/>
                </a:lnTo>
                <a:close/>
              </a:path>
            </a:pathLst>
          </a:custGeom>
          <a:ln w="277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07346" y="2381020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>
                <a:moveTo>
                  <a:pt x="0" y="0"/>
                </a:moveTo>
                <a:lnTo>
                  <a:pt x="193942" y="0"/>
                </a:lnTo>
              </a:path>
            </a:pathLst>
          </a:custGeom>
          <a:ln w="272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509292" y="2738593"/>
            <a:ext cx="192405" cy="0"/>
          </a:xfrm>
          <a:custGeom>
            <a:avLst/>
            <a:gdLst/>
            <a:ahLst/>
            <a:cxnLst/>
            <a:rect l="l" t="t" r="r" b="b"/>
            <a:pathLst>
              <a:path w="192405">
                <a:moveTo>
                  <a:pt x="0" y="0"/>
                </a:moveTo>
                <a:lnTo>
                  <a:pt x="191996" y="0"/>
                </a:lnTo>
              </a:path>
            </a:pathLst>
          </a:custGeom>
          <a:ln w="272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13142" y="3096216"/>
            <a:ext cx="388620" cy="0"/>
          </a:xfrm>
          <a:custGeom>
            <a:avLst/>
            <a:gdLst/>
            <a:ahLst/>
            <a:cxnLst/>
            <a:rect l="l" t="t" r="r" b="b"/>
            <a:pathLst>
              <a:path w="388619">
                <a:moveTo>
                  <a:pt x="0" y="0"/>
                </a:moveTo>
                <a:lnTo>
                  <a:pt x="388145" y="0"/>
                </a:lnTo>
              </a:path>
            </a:pathLst>
          </a:custGeom>
          <a:ln w="272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621335" y="2382219"/>
            <a:ext cx="123189" cy="0"/>
          </a:xfrm>
          <a:custGeom>
            <a:avLst/>
            <a:gdLst/>
            <a:ahLst/>
            <a:cxnLst/>
            <a:rect l="l" t="t" r="r" b="b"/>
            <a:pathLst>
              <a:path w="123189">
                <a:moveTo>
                  <a:pt x="0" y="0"/>
                </a:moveTo>
                <a:lnTo>
                  <a:pt x="123107" y="0"/>
                </a:lnTo>
              </a:path>
            </a:pathLst>
          </a:custGeom>
          <a:ln w="296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732734" y="2738593"/>
            <a:ext cx="775335" cy="0"/>
          </a:xfrm>
          <a:custGeom>
            <a:avLst/>
            <a:gdLst/>
            <a:ahLst/>
            <a:cxnLst/>
            <a:rect l="l" t="t" r="r" b="b"/>
            <a:pathLst>
              <a:path w="775335">
                <a:moveTo>
                  <a:pt x="775143" y="0"/>
                </a:moveTo>
                <a:lnTo>
                  <a:pt x="0" y="0"/>
                </a:lnTo>
              </a:path>
            </a:pathLst>
          </a:custGeom>
          <a:ln w="272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622332" y="2680099"/>
            <a:ext cx="124614" cy="1169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295767" y="1853549"/>
            <a:ext cx="0" cy="156210"/>
          </a:xfrm>
          <a:custGeom>
            <a:avLst/>
            <a:gdLst/>
            <a:ahLst/>
            <a:cxnLst/>
            <a:rect l="l" t="t" r="r" b="b"/>
            <a:pathLst>
              <a:path h="156210">
                <a:moveTo>
                  <a:pt x="0" y="0"/>
                </a:moveTo>
                <a:lnTo>
                  <a:pt x="0" y="156108"/>
                </a:lnTo>
              </a:path>
            </a:pathLst>
          </a:custGeom>
          <a:ln w="29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878392" y="1853927"/>
            <a:ext cx="0" cy="156210"/>
          </a:xfrm>
          <a:custGeom>
            <a:avLst/>
            <a:gdLst/>
            <a:ahLst/>
            <a:cxnLst/>
            <a:rect l="l" t="t" r="r" b="b"/>
            <a:pathLst>
              <a:path h="156210">
                <a:moveTo>
                  <a:pt x="0" y="0"/>
                </a:moveTo>
                <a:lnTo>
                  <a:pt x="0" y="155730"/>
                </a:lnTo>
              </a:path>
            </a:pathLst>
          </a:custGeom>
          <a:ln w="29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461017" y="1862885"/>
            <a:ext cx="0" cy="147320"/>
          </a:xfrm>
          <a:custGeom>
            <a:avLst/>
            <a:gdLst/>
            <a:ahLst/>
            <a:cxnLst/>
            <a:rect l="l" t="t" r="r" b="b"/>
            <a:pathLst>
              <a:path h="147319">
                <a:moveTo>
                  <a:pt x="0" y="0"/>
                </a:moveTo>
                <a:lnTo>
                  <a:pt x="0" y="146772"/>
                </a:lnTo>
              </a:path>
            </a:pathLst>
          </a:custGeom>
          <a:ln w="29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043642" y="1853549"/>
            <a:ext cx="0" cy="156210"/>
          </a:xfrm>
          <a:custGeom>
            <a:avLst/>
            <a:gdLst/>
            <a:ahLst/>
            <a:cxnLst/>
            <a:rect l="l" t="t" r="r" b="b"/>
            <a:pathLst>
              <a:path h="156210">
                <a:moveTo>
                  <a:pt x="0" y="0"/>
                </a:moveTo>
                <a:lnTo>
                  <a:pt x="0" y="156108"/>
                </a:lnTo>
              </a:path>
            </a:pathLst>
          </a:custGeom>
          <a:ln w="29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280968" y="3462771"/>
            <a:ext cx="29845" cy="170180"/>
          </a:xfrm>
          <a:custGeom>
            <a:avLst/>
            <a:gdLst/>
            <a:ahLst/>
            <a:cxnLst/>
            <a:rect l="l" t="t" r="r" b="b"/>
            <a:pathLst>
              <a:path w="29844" h="170179">
                <a:moveTo>
                  <a:pt x="0" y="169860"/>
                </a:moveTo>
                <a:lnTo>
                  <a:pt x="29597" y="169860"/>
                </a:lnTo>
                <a:lnTo>
                  <a:pt x="29597" y="0"/>
                </a:lnTo>
                <a:lnTo>
                  <a:pt x="0" y="0"/>
                </a:lnTo>
                <a:lnTo>
                  <a:pt x="0" y="16986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863594" y="3462771"/>
            <a:ext cx="29845" cy="170180"/>
          </a:xfrm>
          <a:custGeom>
            <a:avLst/>
            <a:gdLst/>
            <a:ahLst/>
            <a:cxnLst/>
            <a:rect l="l" t="t" r="r" b="b"/>
            <a:pathLst>
              <a:path w="29844" h="170179">
                <a:moveTo>
                  <a:pt x="0" y="169860"/>
                </a:moveTo>
                <a:lnTo>
                  <a:pt x="29597" y="169860"/>
                </a:lnTo>
                <a:lnTo>
                  <a:pt x="29597" y="0"/>
                </a:lnTo>
                <a:lnTo>
                  <a:pt x="0" y="0"/>
                </a:lnTo>
                <a:lnTo>
                  <a:pt x="0" y="16986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461017" y="3462772"/>
            <a:ext cx="0" cy="349250"/>
          </a:xfrm>
          <a:custGeom>
            <a:avLst/>
            <a:gdLst/>
            <a:ahLst/>
            <a:cxnLst/>
            <a:rect l="l" t="t" r="r" b="b"/>
            <a:pathLst>
              <a:path h="349250">
                <a:moveTo>
                  <a:pt x="0" y="348678"/>
                </a:moveTo>
                <a:lnTo>
                  <a:pt x="0" y="0"/>
                </a:lnTo>
              </a:path>
            </a:pathLst>
          </a:custGeom>
          <a:ln w="29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028844" y="3462772"/>
            <a:ext cx="29845" cy="170180"/>
          </a:xfrm>
          <a:custGeom>
            <a:avLst/>
            <a:gdLst/>
            <a:ahLst/>
            <a:cxnLst/>
            <a:rect l="l" t="t" r="r" b="b"/>
            <a:pathLst>
              <a:path w="29845" h="170179">
                <a:moveTo>
                  <a:pt x="0" y="169860"/>
                </a:moveTo>
                <a:lnTo>
                  <a:pt x="29597" y="169860"/>
                </a:lnTo>
                <a:lnTo>
                  <a:pt x="29597" y="0"/>
                </a:lnTo>
                <a:lnTo>
                  <a:pt x="0" y="0"/>
                </a:lnTo>
                <a:lnTo>
                  <a:pt x="0" y="16986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713211" y="3006807"/>
            <a:ext cx="97155" cy="179070"/>
          </a:xfrm>
          <a:custGeom>
            <a:avLst/>
            <a:gdLst/>
            <a:ahLst/>
            <a:cxnLst/>
            <a:rect l="l" t="t" r="r" b="b"/>
            <a:pathLst>
              <a:path w="97155" h="179069">
                <a:moveTo>
                  <a:pt x="0" y="0"/>
                </a:moveTo>
                <a:lnTo>
                  <a:pt x="97108" y="89408"/>
                </a:lnTo>
                <a:lnTo>
                  <a:pt x="0" y="178805"/>
                </a:lnTo>
              </a:path>
            </a:pathLst>
          </a:custGeom>
          <a:ln w="290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737530" y="3096216"/>
            <a:ext cx="198120" cy="0"/>
          </a:xfrm>
          <a:custGeom>
            <a:avLst/>
            <a:gdLst/>
            <a:ahLst/>
            <a:cxnLst/>
            <a:rect l="l" t="t" r="r" b="b"/>
            <a:pathLst>
              <a:path w="198120">
                <a:moveTo>
                  <a:pt x="197588" y="0"/>
                </a:moveTo>
                <a:lnTo>
                  <a:pt x="0" y="0"/>
                </a:lnTo>
              </a:path>
            </a:pathLst>
          </a:custGeom>
          <a:ln w="272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641339" y="3051935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190" y="44281"/>
                </a:moveTo>
                <a:lnTo>
                  <a:pt x="92413" y="27042"/>
                </a:lnTo>
                <a:lnTo>
                  <a:pt x="82111" y="12967"/>
                </a:lnTo>
                <a:lnTo>
                  <a:pt x="66824" y="3479"/>
                </a:lnTo>
                <a:lnTo>
                  <a:pt x="48095" y="0"/>
                </a:lnTo>
                <a:lnTo>
                  <a:pt x="29365" y="3479"/>
                </a:lnTo>
                <a:lnTo>
                  <a:pt x="14079" y="12967"/>
                </a:lnTo>
                <a:lnTo>
                  <a:pt x="3776" y="27042"/>
                </a:lnTo>
                <a:lnTo>
                  <a:pt x="0" y="44281"/>
                </a:lnTo>
                <a:lnTo>
                  <a:pt x="3776" y="61515"/>
                </a:lnTo>
                <a:lnTo>
                  <a:pt x="14079" y="75591"/>
                </a:lnTo>
                <a:lnTo>
                  <a:pt x="29365" y="85082"/>
                </a:lnTo>
                <a:lnTo>
                  <a:pt x="48095" y="88563"/>
                </a:lnTo>
                <a:lnTo>
                  <a:pt x="66824" y="85082"/>
                </a:lnTo>
                <a:lnTo>
                  <a:pt x="82111" y="75591"/>
                </a:lnTo>
                <a:lnTo>
                  <a:pt x="92413" y="61515"/>
                </a:lnTo>
                <a:lnTo>
                  <a:pt x="96190" y="44281"/>
                </a:lnTo>
                <a:close/>
              </a:path>
            </a:pathLst>
          </a:custGeom>
          <a:ln w="283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754770" y="2017273"/>
            <a:ext cx="2875280" cy="140525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4445" marR="3810" indent="423545">
              <a:lnSpc>
                <a:spcPct val="72200"/>
              </a:lnSpc>
              <a:spcBef>
                <a:spcPts val="470"/>
              </a:spcBef>
              <a:tabLst>
                <a:tab pos="1010919" algn="l"/>
                <a:tab pos="1612900" algn="l"/>
                <a:tab pos="2195830" algn="l"/>
                <a:tab pos="2451735" algn="l"/>
              </a:tabLst>
            </a:pPr>
            <a:r>
              <a:rPr sz="1950" b="1" spc="105" dirty="0">
                <a:latin typeface="Times New Roman"/>
                <a:cs typeface="Times New Roman"/>
              </a:rPr>
              <a:t>Q</a:t>
            </a:r>
            <a:r>
              <a:rPr sz="1950" b="1" spc="157" baseline="-12820" dirty="0">
                <a:latin typeface="Times New Roman"/>
                <a:cs typeface="Times New Roman"/>
              </a:rPr>
              <a:t>0	</a:t>
            </a:r>
            <a:r>
              <a:rPr sz="1950" b="1" spc="105" dirty="0">
                <a:latin typeface="Times New Roman"/>
                <a:cs typeface="Times New Roman"/>
              </a:rPr>
              <a:t>Q</a:t>
            </a:r>
            <a:r>
              <a:rPr sz="1950" b="1" spc="157" baseline="-12820" dirty="0">
                <a:latin typeface="Times New Roman"/>
                <a:cs typeface="Times New Roman"/>
              </a:rPr>
              <a:t>1	</a:t>
            </a:r>
            <a:r>
              <a:rPr sz="1950" b="1" spc="100" dirty="0">
                <a:latin typeface="Times New Roman"/>
                <a:cs typeface="Times New Roman"/>
              </a:rPr>
              <a:t>Q</a:t>
            </a:r>
            <a:r>
              <a:rPr sz="1950" b="1" spc="150" baseline="-12820" dirty="0">
                <a:latin typeface="Times New Roman"/>
                <a:cs typeface="Times New Roman"/>
              </a:rPr>
              <a:t>2	</a:t>
            </a:r>
            <a:r>
              <a:rPr sz="1950" b="1" spc="100" dirty="0">
                <a:latin typeface="Times New Roman"/>
                <a:cs typeface="Times New Roman"/>
              </a:rPr>
              <a:t>Q</a:t>
            </a:r>
            <a:r>
              <a:rPr sz="1950" b="1" spc="150" baseline="-12820" dirty="0">
                <a:latin typeface="Times New Roman"/>
                <a:cs typeface="Times New Roman"/>
              </a:rPr>
              <a:t>3  </a:t>
            </a:r>
            <a:r>
              <a:rPr sz="1950" b="1" spc="145" dirty="0">
                <a:latin typeface="Times New Roman"/>
                <a:cs typeface="Times New Roman"/>
              </a:rPr>
              <a:t>C</a:t>
            </a:r>
            <a:r>
              <a:rPr sz="1950" b="1" spc="135" dirty="0">
                <a:latin typeface="Times New Roman"/>
                <a:cs typeface="Times New Roman"/>
              </a:rPr>
              <a:t>T</a:t>
            </a:r>
            <a:r>
              <a:rPr sz="1950" b="1" spc="89" baseline="-12820" dirty="0">
                <a:latin typeface="Times New Roman"/>
                <a:cs typeface="Times New Roman"/>
              </a:rPr>
              <a:t>P</a:t>
            </a:r>
            <a:r>
              <a:rPr sz="1950" b="1" baseline="-12820" dirty="0">
                <a:latin typeface="Times New Roman"/>
                <a:cs typeface="Times New Roman"/>
              </a:rPr>
              <a:t>				</a:t>
            </a:r>
            <a:r>
              <a:rPr sz="1950" b="1" spc="145" dirty="0">
                <a:latin typeface="Times New Roman"/>
                <a:cs typeface="Times New Roman"/>
              </a:rPr>
              <a:t>C</a:t>
            </a:r>
            <a:r>
              <a:rPr sz="1950" b="1" spc="160" dirty="0">
                <a:latin typeface="Times New Roman"/>
                <a:cs typeface="Times New Roman"/>
              </a:rPr>
              <a:t>O</a:t>
            </a:r>
            <a:endParaRPr sz="1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tabLst>
                <a:tab pos="1003300" algn="l"/>
                <a:tab pos="2466975" algn="l"/>
              </a:tabLst>
            </a:pPr>
            <a:r>
              <a:rPr sz="1950" b="1" spc="114" dirty="0">
                <a:latin typeface="Times New Roman"/>
                <a:cs typeface="Times New Roman"/>
              </a:rPr>
              <a:t>CT</a:t>
            </a:r>
            <a:r>
              <a:rPr sz="1950" b="1" spc="172" baseline="-12820" dirty="0">
                <a:latin typeface="Times New Roman"/>
                <a:cs typeface="Times New Roman"/>
              </a:rPr>
              <a:t>T	</a:t>
            </a:r>
            <a:r>
              <a:rPr sz="2350" b="1" spc="114" dirty="0">
                <a:solidFill>
                  <a:srgbClr val="FF0000"/>
                </a:solidFill>
                <a:latin typeface="Times New Roman"/>
                <a:cs typeface="Times New Roman"/>
              </a:rPr>
              <a:t>74160	</a:t>
            </a:r>
            <a:r>
              <a:rPr sz="2925" b="1" spc="209" baseline="-4273" dirty="0">
                <a:latin typeface="Times New Roman"/>
                <a:cs typeface="Times New Roman"/>
              </a:rPr>
              <a:t>LD</a:t>
            </a:r>
            <a:endParaRPr sz="2925" baseline="-4273">
              <a:latin typeface="Times New Roman"/>
              <a:cs typeface="Times New Roman"/>
            </a:endParaRPr>
          </a:p>
          <a:p>
            <a:pPr marL="94615">
              <a:lnSpc>
                <a:spcPts val="75"/>
              </a:lnSpc>
              <a:spcBef>
                <a:spcPts val="1725"/>
              </a:spcBef>
              <a:tabLst>
                <a:tab pos="445770" algn="l"/>
                <a:tab pos="1028700" algn="l"/>
                <a:tab pos="1630680" algn="l"/>
                <a:tab pos="2212975" algn="l"/>
                <a:tab pos="2677160" algn="l"/>
              </a:tabLst>
            </a:pPr>
            <a:r>
              <a:rPr sz="2925" b="1" spc="217" baseline="35612" dirty="0">
                <a:latin typeface="Times New Roman"/>
                <a:cs typeface="Times New Roman"/>
              </a:rPr>
              <a:t>C	</a:t>
            </a:r>
            <a:r>
              <a:rPr sz="1950" b="1" spc="145" dirty="0">
                <a:latin typeface="Times New Roman"/>
                <a:cs typeface="Times New Roman"/>
              </a:rPr>
              <a:t>D</a:t>
            </a:r>
            <a:r>
              <a:rPr sz="1950" b="1" spc="75" baseline="-12820" dirty="0">
                <a:latin typeface="Times New Roman"/>
                <a:cs typeface="Times New Roman"/>
              </a:rPr>
              <a:t>0	</a:t>
            </a:r>
            <a:r>
              <a:rPr sz="1950" b="1" spc="145" dirty="0">
                <a:latin typeface="Times New Roman"/>
                <a:cs typeface="Times New Roman"/>
              </a:rPr>
              <a:t>D</a:t>
            </a:r>
            <a:r>
              <a:rPr sz="1950" b="1" spc="75" baseline="-12820" dirty="0">
                <a:latin typeface="Times New Roman"/>
                <a:cs typeface="Times New Roman"/>
              </a:rPr>
              <a:t>1	</a:t>
            </a:r>
            <a:r>
              <a:rPr sz="1950" b="1" spc="145" dirty="0">
                <a:latin typeface="Times New Roman"/>
                <a:cs typeface="Times New Roman"/>
              </a:rPr>
              <a:t>D</a:t>
            </a:r>
            <a:r>
              <a:rPr sz="1950" b="1" spc="75" baseline="-12820" dirty="0">
                <a:latin typeface="Times New Roman"/>
                <a:cs typeface="Times New Roman"/>
              </a:rPr>
              <a:t>2	</a:t>
            </a:r>
            <a:r>
              <a:rPr sz="1950" b="1" spc="145" dirty="0">
                <a:latin typeface="Times New Roman"/>
                <a:cs typeface="Times New Roman"/>
              </a:rPr>
              <a:t>D</a:t>
            </a:r>
            <a:r>
              <a:rPr sz="1950" b="1" spc="75" baseline="-12820" dirty="0">
                <a:latin typeface="Times New Roman"/>
                <a:cs typeface="Times New Roman"/>
              </a:rPr>
              <a:t>3	</a:t>
            </a:r>
            <a:r>
              <a:rPr sz="2925" b="1" spc="217" baseline="35612" dirty="0">
                <a:latin typeface="Times New Roman"/>
                <a:cs typeface="Times New Roman"/>
              </a:rPr>
              <a:t>R</a:t>
            </a:r>
            <a:endParaRPr sz="2925" baseline="35612">
              <a:latin typeface="Times New Roman"/>
              <a:cs typeface="Times New Roman"/>
            </a:endParaRPr>
          </a:p>
          <a:p>
            <a:pPr marL="292735">
              <a:lnSpc>
                <a:spcPts val="1075"/>
              </a:lnSpc>
              <a:tabLst>
                <a:tab pos="2479040" algn="l"/>
              </a:tabLst>
            </a:pPr>
            <a:r>
              <a:rPr sz="1950" b="1" spc="125" dirty="0">
                <a:latin typeface="Times New Roman"/>
                <a:cs typeface="Times New Roman"/>
              </a:rPr>
              <a:t>P	</a:t>
            </a:r>
            <a:r>
              <a:rPr sz="1950" b="1" spc="145" dirty="0">
                <a:latin typeface="Times New Roman"/>
                <a:cs typeface="Times New Roman"/>
              </a:rPr>
              <a:t>C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509292" y="2381020"/>
            <a:ext cx="0" cy="1431290"/>
          </a:xfrm>
          <a:custGeom>
            <a:avLst/>
            <a:gdLst/>
            <a:ahLst/>
            <a:cxnLst/>
            <a:rect l="l" t="t" r="r" b="b"/>
            <a:pathLst>
              <a:path h="1431289">
                <a:moveTo>
                  <a:pt x="0" y="1430859"/>
                </a:moveTo>
                <a:lnTo>
                  <a:pt x="0" y="0"/>
                </a:lnTo>
              </a:path>
            </a:pathLst>
          </a:custGeom>
          <a:ln w="29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934982" y="3096216"/>
            <a:ext cx="635" cy="716280"/>
          </a:xfrm>
          <a:custGeom>
            <a:avLst/>
            <a:gdLst/>
            <a:ahLst/>
            <a:cxnLst/>
            <a:rect l="l" t="t" r="r" b="b"/>
            <a:pathLst>
              <a:path w="635" h="716279">
                <a:moveTo>
                  <a:pt x="0" y="0"/>
                </a:moveTo>
                <a:lnTo>
                  <a:pt x="137" y="715662"/>
                </a:lnTo>
              </a:path>
            </a:pathLst>
          </a:custGeom>
          <a:ln w="29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283860" y="3811879"/>
            <a:ext cx="3651250" cy="0"/>
          </a:xfrm>
          <a:custGeom>
            <a:avLst/>
            <a:gdLst/>
            <a:ahLst/>
            <a:cxnLst/>
            <a:rect l="l" t="t" r="r" b="b"/>
            <a:pathLst>
              <a:path w="3651250">
                <a:moveTo>
                  <a:pt x="0" y="0"/>
                </a:moveTo>
                <a:lnTo>
                  <a:pt x="3650984" y="0"/>
                </a:lnTo>
              </a:path>
            </a:pathLst>
          </a:custGeom>
          <a:ln w="272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730816" y="2204523"/>
            <a:ext cx="388620" cy="358140"/>
          </a:xfrm>
          <a:custGeom>
            <a:avLst/>
            <a:gdLst/>
            <a:ahLst/>
            <a:cxnLst/>
            <a:rect l="l" t="t" r="r" b="b"/>
            <a:pathLst>
              <a:path w="388620" h="358139">
                <a:moveTo>
                  <a:pt x="0" y="0"/>
                </a:moveTo>
                <a:lnTo>
                  <a:pt x="0" y="357661"/>
                </a:lnTo>
                <a:lnTo>
                  <a:pt x="388462" y="17889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730816" y="2204524"/>
            <a:ext cx="388620" cy="358140"/>
          </a:xfrm>
          <a:custGeom>
            <a:avLst/>
            <a:gdLst/>
            <a:ahLst/>
            <a:cxnLst/>
            <a:rect l="l" t="t" r="r" b="b"/>
            <a:pathLst>
              <a:path w="388620" h="358139">
                <a:moveTo>
                  <a:pt x="0" y="0"/>
                </a:moveTo>
                <a:lnTo>
                  <a:pt x="388462" y="178893"/>
                </a:lnTo>
                <a:lnTo>
                  <a:pt x="0" y="357661"/>
                </a:lnTo>
                <a:lnTo>
                  <a:pt x="0" y="0"/>
                </a:lnTo>
                <a:close/>
              </a:path>
            </a:pathLst>
          </a:custGeom>
          <a:ln w="283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517607" y="2392248"/>
            <a:ext cx="0" cy="342900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342307"/>
                </a:moveTo>
                <a:lnTo>
                  <a:pt x="0" y="0"/>
                </a:lnTo>
              </a:path>
            </a:pathLst>
          </a:custGeom>
          <a:ln w="29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206426" y="2384174"/>
            <a:ext cx="311785" cy="6350"/>
          </a:xfrm>
          <a:custGeom>
            <a:avLst/>
            <a:gdLst/>
            <a:ahLst/>
            <a:cxnLst/>
            <a:rect l="l" t="t" r="r" b="b"/>
            <a:pathLst>
              <a:path w="311785" h="6350">
                <a:moveTo>
                  <a:pt x="311180" y="5803"/>
                </a:moveTo>
                <a:lnTo>
                  <a:pt x="0" y="0"/>
                </a:lnTo>
              </a:path>
            </a:pathLst>
          </a:custGeom>
          <a:ln w="272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096024" y="2324924"/>
            <a:ext cx="124612" cy="11685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295767" y="3641577"/>
            <a:ext cx="1940560" cy="0"/>
          </a:xfrm>
          <a:custGeom>
            <a:avLst/>
            <a:gdLst/>
            <a:ahLst/>
            <a:cxnLst/>
            <a:rect l="l" t="t" r="r" b="b"/>
            <a:pathLst>
              <a:path w="1940560">
                <a:moveTo>
                  <a:pt x="0" y="0"/>
                </a:moveTo>
                <a:lnTo>
                  <a:pt x="1939982" y="0"/>
                </a:lnTo>
              </a:path>
            </a:pathLst>
          </a:custGeom>
          <a:ln w="272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701288" y="2009657"/>
            <a:ext cx="2920365" cy="1437005"/>
          </a:xfrm>
          <a:custGeom>
            <a:avLst/>
            <a:gdLst/>
            <a:ahLst/>
            <a:cxnLst/>
            <a:rect l="l" t="t" r="r" b="b"/>
            <a:pathLst>
              <a:path w="2920365" h="1437004">
                <a:moveTo>
                  <a:pt x="0" y="1436938"/>
                </a:moveTo>
                <a:lnTo>
                  <a:pt x="2920046" y="1436938"/>
                </a:lnTo>
                <a:lnTo>
                  <a:pt x="2920046" y="0"/>
                </a:lnTo>
                <a:lnTo>
                  <a:pt x="0" y="0"/>
                </a:lnTo>
                <a:lnTo>
                  <a:pt x="0" y="14369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701288" y="2009657"/>
            <a:ext cx="2920365" cy="1437005"/>
          </a:xfrm>
          <a:custGeom>
            <a:avLst/>
            <a:gdLst/>
            <a:ahLst/>
            <a:cxnLst/>
            <a:rect l="l" t="t" r="r" b="b"/>
            <a:pathLst>
              <a:path w="2920365" h="1437004">
                <a:moveTo>
                  <a:pt x="0" y="1436938"/>
                </a:moveTo>
                <a:lnTo>
                  <a:pt x="2920046" y="1436938"/>
                </a:lnTo>
                <a:lnTo>
                  <a:pt x="2920046" y="0"/>
                </a:lnTo>
                <a:lnTo>
                  <a:pt x="0" y="0"/>
                </a:lnTo>
                <a:lnTo>
                  <a:pt x="0" y="1436938"/>
                </a:lnTo>
                <a:close/>
              </a:path>
            </a:pathLst>
          </a:custGeom>
          <a:ln w="282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494998" y="2369157"/>
            <a:ext cx="206375" cy="0"/>
          </a:xfrm>
          <a:custGeom>
            <a:avLst/>
            <a:gdLst/>
            <a:ahLst/>
            <a:cxnLst/>
            <a:rect l="l" t="t" r="r" b="b"/>
            <a:pathLst>
              <a:path w="206375">
                <a:moveTo>
                  <a:pt x="206290" y="0"/>
                </a:moveTo>
                <a:lnTo>
                  <a:pt x="0" y="0"/>
                </a:lnTo>
              </a:path>
            </a:pathLst>
          </a:custGeom>
          <a:ln w="277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497649" y="2728720"/>
            <a:ext cx="203835" cy="0"/>
          </a:xfrm>
          <a:custGeom>
            <a:avLst/>
            <a:gdLst/>
            <a:ahLst/>
            <a:cxnLst/>
            <a:rect l="l" t="t" r="r" b="b"/>
            <a:pathLst>
              <a:path w="203835">
                <a:moveTo>
                  <a:pt x="203639" y="0"/>
                </a:moveTo>
                <a:lnTo>
                  <a:pt x="0" y="0"/>
                </a:lnTo>
              </a:path>
            </a:pathLst>
          </a:custGeom>
          <a:ln w="277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301317" y="3087046"/>
            <a:ext cx="400050" cy="0"/>
          </a:xfrm>
          <a:custGeom>
            <a:avLst/>
            <a:gdLst/>
            <a:ahLst/>
            <a:cxnLst/>
            <a:rect l="l" t="t" r="r" b="b"/>
            <a:pathLst>
              <a:path w="400050">
                <a:moveTo>
                  <a:pt x="399971" y="0"/>
                </a:moveTo>
                <a:lnTo>
                  <a:pt x="0" y="0"/>
                </a:lnTo>
              </a:path>
            </a:pathLst>
          </a:custGeom>
          <a:ln w="277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621335" y="2369157"/>
            <a:ext cx="106045" cy="2540"/>
          </a:xfrm>
          <a:custGeom>
            <a:avLst/>
            <a:gdLst/>
            <a:ahLst/>
            <a:cxnLst/>
            <a:rect l="l" t="t" r="r" b="b"/>
            <a:pathLst>
              <a:path w="106045" h="2539">
                <a:moveTo>
                  <a:pt x="-13888" y="1198"/>
                </a:moveTo>
                <a:lnTo>
                  <a:pt x="119931" y="1198"/>
                </a:lnTo>
              </a:path>
            </a:pathLst>
          </a:custGeom>
          <a:ln w="301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728615" y="2728720"/>
            <a:ext cx="777240" cy="0"/>
          </a:xfrm>
          <a:custGeom>
            <a:avLst/>
            <a:gdLst/>
            <a:ahLst/>
            <a:cxnLst/>
            <a:rect l="l" t="t" r="r" b="b"/>
            <a:pathLst>
              <a:path w="777239">
                <a:moveTo>
                  <a:pt x="776783" y="0"/>
                </a:moveTo>
                <a:lnTo>
                  <a:pt x="0" y="0"/>
                </a:lnTo>
              </a:path>
            </a:pathLst>
          </a:custGeom>
          <a:ln w="277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617820" y="2669844"/>
            <a:ext cx="125297" cy="1177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285627" y="1840117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4">
                <a:moveTo>
                  <a:pt x="0" y="169489"/>
                </a:moveTo>
                <a:lnTo>
                  <a:pt x="0" y="0"/>
                </a:lnTo>
              </a:path>
            </a:pathLst>
          </a:custGeom>
          <a:ln w="30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869966" y="1840117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4">
                <a:moveTo>
                  <a:pt x="0" y="169489"/>
                </a:moveTo>
                <a:lnTo>
                  <a:pt x="0" y="0"/>
                </a:lnTo>
              </a:path>
            </a:pathLst>
          </a:custGeom>
          <a:ln w="30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454031" y="1848951"/>
            <a:ext cx="0" cy="160655"/>
          </a:xfrm>
          <a:custGeom>
            <a:avLst/>
            <a:gdLst/>
            <a:ahLst/>
            <a:cxnLst/>
            <a:rect l="l" t="t" r="r" b="b"/>
            <a:pathLst>
              <a:path h="160655">
                <a:moveTo>
                  <a:pt x="0" y="160655"/>
                </a:moveTo>
                <a:lnTo>
                  <a:pt x="0" y="0"/>
                </a:lnTo>
              </a:path>
            </a:pathLst>
          </a:custGeom>
          <a:ln w="30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038369" y="1840117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4">
                <a:moveTo>
                  <a:pt x="0" y="169489"/>
                </a:moveTo>
                <a:lnTo>
                  <a:pt x="0" y="0"/>
                </a:lnTo>
              </a:path>
            </a:pathLst>
          </a:custGeom>
          <a:ln w="30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270512" y="3455468"/>
            <a:ext cx="30480" cy="171450"/>
          </a:xfrm>
          <a:custGeom>
            <a:avLst/>
            <a:gdLst/>
            <a:ahLst/>
            <a:cxnLst/>
            <a:rect l="l" t="t" r="r" b="b"/>
            <a:pathLst>
              <a:path w="30480" h="171450">
                <a:moveTo>
                  <a:pt x="0" y="171067"/>
                </a:moveTo>
                <a:lnTo>
                  <a:pt x="30230" y="171067"/>
                </a:lnTo>
                <a:lnTo>
                  <a:pt x="30230" y="0"/>
                </a:lnTo>
                <a:lnTo>
                  <a:pt x="0" y="0"/>
                </a:lnTo>
                <a:lnTo>
                  <a:pt x="0" y="17106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854851" y="3455468"/>
            <a:ext cx="30480" cy="171450"/>
          </a:xfrm>
          <a:custGeom>
            <a:avLst/>
            <a:gdLst/>
            <a:ahLst/>
            <a:cxnLst/>
            <a:rect l="l" t="t" r="r" b="b"/>
            <a:pathLst>
              <a:path w="30480" h="171450">
                <a:moveTo>
                  <a:pt x="0" y="171067"/>
                </a:moveTo>
                <a:lnTo>
                  <a:pt x="30230" y="171067"/>
                </a:lnTo>
                <a:lnTo>
                  <a:pt x="30230" y="0"/>
                </a:lnTo>
                <a:lnTo>
                  <a:pt x="0" y="0"/>
                </a:lnTo>
                <a:lnTo>
                  <a:pt x="0" y="17106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454031" y="3455468"/>
            <a:ext cx="0" cy="351155"/>
          </a:xfrm>
          <a:custGeom>
            <a:avLst/>
            <a:gdLst/>
            <a:ahLst/>
            <a:cxnLst/>
            <a:rect l="l" t="t" r="r" b="b"/>
            <a:pathLst>
              <a:path h="351154">
                <a:moveTo>
                  <a:pt x="0" y="350684"/>
                </a:moveTo>
                <a:lnTo>
                  <a:pt x="0" y="0"/>
                </a:lnTo>
              </a:path>
            </a:pathLst>
          </a:custGeom>
          <a:ln w="30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023254" y="3455468"/>
            <a:ext cx="30480" cy="171450"/>
          </a:xfrm>
          <a:custGeom>
            <a:avLst/>
            <a:gdLst/>
            <a:ahLst/>
            <a:cxnLst/>
            <a:rect l="l" t="t" r="r" b="b"/>
            <a:pathLst>
              <a:path w="30479" h="171450">
                <a:moveTo>
                  <a:pt x="0" y="171067"/>
                </a:moveTo>
                <a:lnTo>
                  <a:pt x="30230" y="171067"/>
                </a:lnTo>
                <a:lnTo>
                  <a:pt x="30230" y="0"/>
                </a:lnTo>
                <a:lnTo>
                  <a:pt x="0" y="0"/>
                </a:lnTo>
                <a:lnTo>
                  <a:pt x="0" y="17106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701288" y="2998616"/>
            <a:ext cx="97790" cy="178435"/>
          </a:xfrm>
          <a:custGeom>
            <a:avLst/>
            <a:gdLst/>
            <a:ahLst/>
            <a:cxnLst/>
            <a:rect l="l" t="t" r="r" b="b"/>
            <a:pathLst>
              <a:path w="97789" h="178435">
                <a:moveTo>
                  <a:pt x="0" y="0"/>
                </a:moveTo>
                <a:lnTo>
                  <a:pt x="97678" y="88429"/>
                </a:lnTo>
                <a:lnTo>
                  <a:pt x="0" y="178399"/>
                </a:lnTo>
              </a:path>
            </a:pathLst>
          </a:custGeom>
          <a:ln w="296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1838829" y="2916795"/>
            <a:ext cx="378460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1950" b="1" spc="135" dirty="0">
                <a:latin typeface="Times New Roman"/>
                <a:cs typeface="Times New Roman"/>
              </a:rPr>
              <a:t>CP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4732598" y="3088270"/>
            <a:ext cx="198120" cy="0"/>
          </a:xfrm>
          <a:custGeom>
            <a:avLst/>
            <a:gdLst/>
            <a:ahLst/>
            <a:cxnLst/>
            <a:rect l="l" t="t" r="r" b="b"/>
            <a:pathLst>
              <a:path w="198120">
                <a:moveTo>
                  <a:pt x="198076" y="0"/>
                </a:moveTo>
                <a:lnTo>
                  <a:pt x="0" y="0"/>
                </a:lnTo>
              </a:path>
            </a:pathLst>
          </a:custGeom>
          <a:ln w="277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636582" y="3042673"/>
            <a:ext cx="96520" cy="90170"/>
          </a:xfrm>
          <a:custGeom>
            <a:avLst/>
            <a:gdLst/>
            <a:ahLst/>
            <a:cxnLst/>
            <a:rect l="l" t="t" r="r" b="b"/>
            <a:pathLst>
              <a:path w="96520" h="90169">
                <a:moveTo>
                  <a:pt x="96016" y="45596"/>
                </a:moveTo>
                <a:lnTo>
                  <a:pt x="75411" y="7647"/>
                </a:lnTo>
                <a:lnTo>
                  <a:pt x="47939" y="0"/>
                </a:lnTo>
                <a:lnTo>
                  <a:pt x="38324" y="1539"/>
                </a:lnTo>
                <a:lnTo>
                  <a:pt x="30357" y="3987"/>
                </a:lnTo>
                <a:lnTo>
                  <a:pt x="21977" y="7647"/>
                </a:lnTo>
                <a:lnTo>
                  <a:pt x="14972" y="14084"/>
                </a:lnTo>
                <a:lnTo>
                  <a:pt x="7967" y="20507"/>
                </a:lnTo>
                <a:lnTo>
                  <a:pt x="3983" y="27852"/>
                </a:lnTo>
                <a:lnTo>
                  <a:pt x="1373" y="35500"/>
                </a:lnTo>
                <a:lnTo>
                  <a:pt x="0" y="45596"/>
                </a:lnTo>
                <a:lnTo>
                  <a:pt x="21977" y="82321"/>
                </a:lnTo>
                <a:lnTo>
                  <a:pt x="47939" y="89969"/>
                </a:lnTo>
                <a:lnTo>
                  <a:pt x="57554" y="88745"/>
                </a:lnTo>
                <a:lnTo>
                  <a:pt x="93406" y="62116"/>
                </a:lnTo>
                <a:lnTo>
                  <a:pt x="96016" y="54468"/>
                </a:lnTo>
                <a:lnTo>
                  <a:pt x="96016" y="45596"/>
                </a:lnTo>
              </a:path>
            </a:pathLst>
          </a:custGeom>
          <a:ln w="289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232325" y="2603515"/>
            <a:ext cx="316865" cy="0"/>
          </a:xfrm>
          <a:custGeom>
            <a:avLst/>
            <a:gdLst/>
            <a:ahLst/>
            <a:cxnLst/>
            <a:rect l="l" t="t" r="r" b="b"/>
            <a:pathLst>
              <a:path w="316864">
                <a:moveTo>
                  <a:pt x="0" y="0"/>
                </a:moveTo>
                <a:lnTo>
                  <a:pt x="316345" y="0"/>
                </a:lnTo>
              </a:path>
            </a:pathLst>
          </a:custGeom>
          <a:ln w="277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232325" y="2961891"/>
            <a:ext cx="316865" cy="0"/>
          </a:xfrm>
          <a:custGeom>
            <a:avLst/>
            <a:gdLst/>
            <a:ahLst/>
            <a:cxnLst/>
            <a:rect l="l" t="t" r="r" b="b"/>
            <a:pathLst>
              <a:path w="316864">
                <a:moveTo>
                  <a:pt x="0" y="0"/>
                </a:moveTo>
                <a:lnTo>
                  <a:pt x="316345" y="0"/>
                </a:lnTo>
              </a:path>
            </a:pathLst>
          </a:custGeom>
          <a:ln w="277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1693016" y="1964536"/>
            <a:ext cx="3007360" cy="146113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54610" marR="78740" indent="424180">
              <a:lnSpc>
                <a:spcPct val="72400"/>
              </a:lnSpc>
              <a:spcBef>
                <a:spcPts val="785"/>
              </a:spcBef>
              <a:tabLst>
                <a:tab pos="1063625" algn="l"/>
                <a:tab pos="1667510" algn="l"/>
                <a:tab pos="2251710" algn="l"/>
                <a:tab pos="2508885" algn="l"/>
              </a:tabLst>
            </a:pPr>
            <a:r>
              <a:rPr sz="1950" b="1" spc="110" dirty="0">
                <a:latin typeface="Times New Roman"/>
                <a:cs typeface="Times New Roman"/>
              </a:rPr>
              <a:t>Q</a:t>
            </a:r>
            <a:r>
              <a:rPr sz="1950" b="1" spc="165" baseline="-12820" dirty="0">
                <a:latin typeface="Times New Roman"/>
                <a:cs typeface="Times New Roman"/>
              </a:rPr>
              <a:t>0	</a:t>
            </a:r>
            <a:r>
              <a:rPr sz="1950" b="1" spc="105" dirty="0">
                <a:latin typeface="Times New Roman"/>
                <a:cs typeface="Times New Roman"/>
              </a:rPr>
              <a:t>Q</a:t>
            </a:r>
            <a:r>
              <a:rPr sz="1950" b="1" spc="157" baseline="-12820" dirty="0">
                <a:latin typeface="Times New Roman"/>
                <a:cs typeface="Times New Roman"/>
              </a:rPr>
              <a:t>1	</a:t>
            </a:r>
            <a:r>
              <a:rPr sz="1950" b="1" spc="105" dirty="0">
                <a:latin typeface="Times New Roman"/>
                <a:cs typeface="Times New Roman"/>
              </a:rPr>
              <a:t>Q</a:t>
            </a:r>
            <a:r>
              <a:rPr sz="1950" b="1" spc="157" baseline="-12820" dirty="0">
                <a:latin typeface="Times New Roman"/>
                <a:cs typeface="Times New Roman"/>
              </a:rPr>
              <a:t>2	</a:t>
            </a:r>
            <a:r>
              <a:rPr sz="1950" b="1" spc="105" dirty="0">
                <a:latin typeface="Times New Roman"/>
                <a:cs typeface="Times New Roman"/>
              </a:rPr>
              <a:t>Q</a:t>
            </a:r>
            <a:r>
              <a:rPr sz="1950" b="1" spc="157" baseline="-12820" dirty="0">
                <a:latin typeface="Times New Roman"/>
                <a:cs typeface="Times New Roman"/>
              </a:rPr>
              <a:t>3  </a:t>
            </a:r>
            <a:r>
              <a:rPr sz="1950" b="1" spc="150" dirty="0">
                <a:latin typeface="Times New Roman"/>
                <a:cs typeface="Times New Roman"/>
              </a:rPr>
              <a:t>C</a:t>
            </a:r>
            <a:r>
              <a:rPr sz="1950" b="1" spc="140" dirty="0">
                <a:latin typeface="Times New Roman"/>
                <a:cs typeface="Times New Roman"/>
              </a:rPr>
              <a:t>T</a:t>
            </a:r>
            <a:r>
              <a:rPr sz="1950" b="1" spc="97" baseline="-12820" dirty="0">
                <a:latin typeface="Times New Roman"/>
                <a:cs typeface="Times New Roman"/>
              </a:rPr>
              <a:t>P</a:t>
            </a:r>
            <a:r>
              <a:rPr sz="1950" b="1" baseline="-12820" dirty="0">
                <a:latin typeface="Times New Roman"/>
                <a:cs typeface="Times New Roman"/>
              </a:rPr>
              <a:t>				</a:t>
            </a:r>
            <a:r>
              <a:rPr sz="1950" b="1" spc="155" dirty="0">
                <a:latin typeface="Times New Roman"/>
                <a:cs typeface="Times New Roman"/>
              </a:rPr>
              <a:t>CO</a:t>
            </a:r>
            <a:endParaRPr sz="19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056640" algn="l"/>
                <a:tab pos="2523490" algn="l"/>
              </a:tabLst>
            </a:pPr>
            <a:r>
              <a:rPr sz="1950" b="1" spc="120" dirty="0">
                <a:latin typeface="Times New Roman"/>
                <a:cs typeface="Times New Roman"/>
              </a:rPr>
              <a:t>CT</a:t>
            </a:r>
            <a:r>
              <a:rPr sz="1950" b="1" spc="179" baseline="-12820" dirty="0">
                <a:latin typeface="Times New Roman"/>
                <a:cs typeface="Times New Roman"/>
              </a:rPr>
              <a:t>T	</a:t>
            </a:r>
            <a:r>
              <a:rPr sz="2350" b="1" spc="120" dirty="0">
                <a:solidFill>
                  <a:srgbClr val="FF0000"/>
                </a:solidFill>
                <a:latin typeface="Times New Roman"/>
                <a:cs typeface="Times New Roman"/>
              </a:rPr>
              <a:t>74160	</a:t>
            </a:r>
            <a:r>
              <a:rPr sz="2925" b="1" spc="202" baseline="-4273" dirty="0">
                <a:latin typeface="Times New Roman"/>
                <a:cs typeface="Times New Roman"/>
              </a:rPr>
              <a:t>LD</a:t>
            </a:r>
            <a:endParaRPr sz="2925" baseline="-4273">
              <a:latin typeface="Times New Roman"/>
              <a:cs typeface="Times New Roman"/>
            </a:endParaRPr>
          </a:p>
          <a:p>
            <a:pPr marL="497205">
              <a:lnSpc>
                <a:spcPts val="1639"/>
              </a:lnSpc>
              <a:spcBef>
                <a:spcPts val="1814"/>
              </a:spcBef>
              <a:tabLst>
                <a:tab pos="1081405" algn="l"/>
                <a:tab pos="1685289" algn="l"/>
                <a:tab pos="2268220" algn="l"/>
              </a:tabLst>
            </a:pPr>
            <a:r>
              <a:rPr sz="1950" b="1" spc="100" dirty="0">
                <a:latin typeface="Times New Roman"/>
                <a:cs typeface="Times New Roman"/>
              </a:rPr>
              <a:t>D</a:t>
            </a:r>
            <a:r>
              <a:rPr sz="1950" b="1" spc="150" baseline="-12820" dirty="0">
                <a:latin typeface="Times New Roman"/>
                <a:cs typeface="Times New Roman"/>
              </a:rPr>
              <a:t>0	</a:t>
            </a:r>
            <a:r>
              <a:rPr sz="1950" b="1" spc="100" dirty="0">
                <a:latin typeface="Times New Roman"/>
                <a:cs typeface="Times New Roman"/>
              </a:rPr>
              <a:t>D</a:t>
            </a:r>
            <a:r>
              <a:rPr sz="1950" b="1" spc="150" baseline="-12820" dirty="0">
                <a:latin typeface="Times New Roman"/>
                <a:cs typeface="Times New Roman"/>
              </a:rPr>
              <a:t>1	</a:t>
            </a:r>
            <a:r>
              <a:rPr sz="1950" b="1" spc="95" dirty="0">
                <a:latin typeface="Times New Roman"/>
                <a:cs typeface="Times New Roman"/>
              </a:rPr>
              <a:t>D</a:t>
            </a:r>
            <a:r>
              <a:rPr sz="1950" b="1" spc="142" baseline="-12820" dirty="0">
                <a:latin typeface="Times New Roman"/>
                <a:cs typeface="Times New Roman"/>
              </a:rPr>
              <a:t>2	</a:t>
            </a:r>
            <a:r>
              <a:rPr sz="1950" b="1" spc="155" dirty="0">
                <a:latin typeface="Times New Roman"/>
                <a:cs typeface="Times New Roman"/>
              </a:rPr>
              <a:t>D</a:t>
            </a:r>
            <a:r>
              <a:rPr sz="1950" b="1" spc="-55" dirty="0">
                <a:latin typeface="Times New Roman"/>
                <a:cs typeface="Times New Roman"/>
              </a:rPr>
              <a:t> </a:t>
            </a:r>
            <a:r>
              <a:rPr sz="2925" b="1" spc="225" baseline="35612" dirty="0">
                <a:latin typeface="Times New Roman"/>
                <a:cs typeface="Times New Roman"/>
              </a:rPr>
              <a:t>CR</a:t>
            </a:r>
            <a:endParaRPr sz="2925" baseline="35612">
              <a:latin typeface="Times New Roman"/>
              <a:cs typeface="Times New Roman"/>
            </a:endParaRPr>
          </a:p>
          <a:p>
            <a:pPr marR="441959" algn="r">
              <a:lnSpc>
                <a:spcPts val="860"/>
              </a:lnSpc>
            </a:pPr>
            <a:r>
              <a:rPr sz="1300" b="1" spc="50" dirty="0"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497649" y="2369157"/>
            <a:ext cx="0" cy="1437005"/>
          </a:xfrm>
          <a:custGeom>
            <a:avLst/>
            <a:gdLst/>
            <a:ahLst/>
            <a:cxnLst/>
            <a:rect l="l" t="t" r="r" b="b"/>
            <a:pathLst>
              <a:path h="1437004">
                <a:moveTo>
                  <a:pt x="0" y="1436995"/>
                </a:moveTo>
                <a:lnTo>
                  <a:pt x="0" y="0"/>
                </a:lnTo>
              </a:path>
            </a:pathLst>
          </a:custGeom>
          <a:ln w="30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861074" y="2902303"/>
            <a:ext cx="405130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925" b="1" spc="-1957" baseline="1424" dirty="0">
                <a:latin typeface="Times New Roman"/>
                <a:cs typeface="Times New Roman"/>
              </a:rPr>
              <a:t>C</a:t>
            </a:r>
            <a:r>
              <a:rPr sz="1950" b="1" spc="35" dirty="0">
                <a:latin typeface="Times New Roman"/>
                <a:cs typeface="Times New Roman"/>
              </a:rPr>
              <a:t>C</a:t>
            </a:r>
            <a:r>
              <a:rPr sz="2925" b="1" spc="-1627" baseline="1424" dirty="0">
                <a:latin typeface="Times New Roman"/>
                <a:cs typeface="Times New Roman"/>
              </a:rPr>
              <a:t>P</a:t>
            </a:r>
            <a:r>
              <a:rPr sz="1950" b="1" spc="125" dirty="0">
                <a:latin typeface="Times New Roman"/>
                <a:cs typeface="Times New Roman"/>
              </a:rPr>
              <a:t>P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34153" y="3581775"/>
            <a:ext cx="175895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925" b="1" spc="-1312" baseline="1424" dirty="0">
                <a:latin typeface="Times New Roman"/>
                <a:cs typeface="Times New Roman"/>
              </a:rPr>
              <a:t>1</a:t>
            </a:r>
            <a:r>
              <a:rPr sz="1950" b="1" spc="100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982457" y="2010793"/>
            <a:ext cx="2920365" cy="1436370"/>
          </a:xfrm>
          <a:custGeom>
            <a:avLst/>
            <a:gdLst/>
            <a:ahLst/>
            <a:cxnLst/>
            <a:rect l="l" t="t" r="r" b="b"/>
            <a:pathLst>
              <a:path w="2920365" h="1436370">
                <a:moveTo>
                  <a:pt x="0" y="1435802"/>
                </a:moveTo>
                <a:lnTo>
                  <a:pt x="2920046" y="1435803"/>
                </a:lnTo>
                <a:lnTo>
                  <a:pt x="2920046" y="0"/>
                </a:lnTo>
                <a:lnTo>
                  <a:pt x="0" y="0"/>
                </a:lnTo>
                <a:lnTo>
                  <a:pt x="0" y="1435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982457" y="2010793"/>
            <a:ext cx="2920365" cy="1436370"/>
          </a:xfrm>
          <a:custGeom>
            <a:avLst/>
            <a:gdLst/>
            <a:ahLst/>
            <a:cxnLst/>
            <a:rect l="l" t="t" r="r" b="b"/>
            <a:pathLst>
              <a:path w="2920365" h="1436370">
                <a:moveTo>
                  <a:pt x="0" y="1435802"/>
                </a:moveTo>
                <a:lnTo>
                  <a:pt x="2920046" y="1435803"/>
                </a:lnTo>
                <a:lnTo>
                  <a:pt x="2920046" y="0"/>
                </a:lnTo>
                <a:lnTo>
                  <a:pt x="0" y="0"/>
                </a:lnTo>
                <a:lnTo>
                  <a:pt x="0" y="1435802"/>
                </a:lnTo>
                <a:close/>
              </a:path>
            </a:pathLst>
          </a:custGeom>
          <a:ln w="282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777376" y="2369157"/>
            <a:ext cx="205104" cy="0"/>
          </a:xfrm>
          <a:custGeom>
            <a:avLst/>
            <a:gdLst/>
            <a:ahLst/>
            <a:cxnLst/>
            <a:rect l="l" t="t" r="r" b="b"/>
            <a:pathLst>
              <a:path w="205104">
                <a:moveTo>
                  <a:pt x="205081" y="0"/>
                </a:moveTo>
                <a:lnTo>
                  <a:pt x="0" y="0"/>
                </a:lnTo>
              </a:path>
            </a:pathLst>
          </a:custGeom>
          <a:ln w="277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777376" y="2728720"/>
            <a:ext cx="205104" cy="0"/>
          </a:xfrm>
          <a:custGeom>
            <a:avLst/>
            <a:gdLst/>
            <a:ahLst/>
            <a:cxnLst/>
            <a:rect l="l" t="t" r="r" b="b"/>
            <a:pathLst>
              <a:path w="205104">
                <a:moveTo>
                  <a:pt x="205081" y="0"/>
                </a:moveTo>
                <a:lnTo>
                  <a:pt x="0" y="0"/>
                </a:lnTo>
              </a:path>
            </a:pathLst>
          </a:custGeom>
          <a:ln w="277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515014" y="3088270"/>
            <a:ext cx="467995" cy="0"/>
          </a:xfrm>
          <a:custGeom>
            <a:avLst/>
            <a:gdLst/>
            <a:ahLst/>
            <a:cxnLst/>
            <a:rect l="l" t="t" r="r" b="b"/>
            <a:pathLst>
              <a:path w="467995">
                <a:moveTo>
                  <a:pt x="467443" y="0"/>
                </a:moveTo>
                <a:lnTo>
                  <a:pt x="0" y="0"/>
                </a:lnTo>
              </a:path>
            </a:pathLst>
          </a:custGeom>
          <a:ln w="277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902503" y="2369157"/>
            <a:ext cx="205104" cy="0"/>
          </a:xfrm>
          <a:custGeom>
            <a:avLst/>
            <a:gdLst/>
            <a:ahLst/>
            <a:cxnLst/>
            <a:rect l="l" t="t" r="r" b="b"/>
            <a:pathLst>
              <a:path w="205104">
                <a:moveTo>
                  <a:pt x="204944" y="0"/>
                </a:moveTo>
                <a:lnTo>
                  <a:pt x="0" y="0"/>
                </a:lnTo>
              </a:path>
            </a:pathLst>
          </a:custGeom>
          <a:ln w="277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9009784" y="2728720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4">
                <a:moveTo>
                  <a:pt x="184340" y="0"/>
                </a:moveTo>
                <a:lnTo>
                  <a:pt x="0" y="0"/>
                </a:lnTo>
              </a:path>
            </a:pathLst>
          </a:custGeom>
          <a:ln w="277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8912119" y="2684347"/>
            <a:ext cx="97790" cy="88900"/>
          </a:xfrm>
          <a:custGeom>
            <a:avLst/>
            <a:gdLst/>
            <a:ahLst/>
            <a:cxnLst/>
            <a:rect l="l" t="t" r="r" b="b"/>
            <a:pathLst>
              <a:path w="97790" h="88900">
                <a:moveTo>
                  <a:pt x="97664" y="44372"/>
                </a:moveTo>
                <a:lnTo>
                  <a:pt x="75686" y="7647"/>
                </a:lnTo>
                <a:lnTo>
                  <a:pt x="49450" y="0"/>
                </a:lnTo>
                <a:lnTo>
                  <a:pt x="39835" y="1527"/>
                </a:lnTo>
                <a:lnTo>
                  <a:pt x="4258" y="26628"/>
                </a:lnTo>
                <a:lnTo>
                  <a:pt x="0" y="44372"/>
                </a:lnTo>
                <a:lnTo>
                  <a:pt x="21840" y="81097"/>
                </a:lnTo>
                <a:lnTo>
                  <a:pt x="49450" y="88745"/>
                </a:lnTo>
                <a:lnTo>
                  <a:pt x="59065" y="87521"/>
                </a:lnTo>
                <a:lnTo>
                  <a:pt x="93681" y="62116"/>
                </a:lnTo>
                <a:lnTo>
                  <a:pt x="96290" y="53244"/>
                </a:lnTo>
                <a:lnTo>
                  <a:pt x="97664" y="44372"/>
                </a:lnTo>
              </a:path>
            </a:pathLst>
          </a:custGeom>
          <a:ln w="288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566796" y="1840117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170751"/>
                </a:moveTo>
                <a:lnTo>
                  <a:pt x="0" y="0"/>
                </a:lnTo>
              </a:path>
            </a:pathLst>
          </a:custGeom>
          <a:ln w="30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151135" y="1840117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170751"/>
                </a:moveTo>
                <a:lnTo>
                  <a:pt x="0" y="0"/>
                </a:lnTo>
              </a:path>
            </a:pathLst>
          </a:custGeom>
          <a:ln w="30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733826" y="1660153"/>
            <a:ext cx="0" cy="351155"/>
          </a:xfrm>
          <a:custGeom>
            <a:avLst/>
            <a:gdLst/>
            <a:ahLst/>
            <a:cxnLst/>
            <a:rect l="l" t="t" r="r" b="b"/>
            <a:pathLst>
              <a:path h="351155">
                <a:moveTo>
                  <a:pt x="0" y="350716"/>
                </a:moveTo>
                <a:lnTo>
                  <a:pt x="0" y="0"/>
                </a:lnTo>
              </a:path>
            </a:pathLst>
          </a:custGeom>
          <a:ln w="30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8318165" y="1840117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170751"/>
                </a:moveTo>
                <a:lnTo>
                  <a:pt x="0" y="0"/>
                </a:lnTo>
              </a:path>
            </a:pathLst>
          </a:custGeom>
          <a:ln w="30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566796" y="3455468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067"/>
                </a:moveTo>
                <a:lnTo>
                  <a:pt x="0" y="0"/>
                </a:lnTo>
              </a:path>
            </a:pathLst>
          </a:custGeom>
          <a:ln w="30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151135" y="3455468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067"/>
                </a:moveTo>
                <a:lnTo>
                  <a:pt x="0" y="0"/>
                </a:lnTo>
              </a:path>
            </a:pathLst>
          </a:custGeom>
          <a:ln w="30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733826" y="3455468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067"/>
                </a:moveTo>
                <a:lnTo>
                  <a:pt x="0" y="0"/>
                </a:lnTo>
              </a:path>
            </a:pathLst>
          </a:custGeom>
          <a:ln w="30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8318165" y="3455468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067"/>
                </a:moveTo>
                <a:lnTo>
                  <a:pt x="0" y="0"/>
                </a:lnTo>
              </a:path>
            </a:pathLst>
          </a:custGeom>
          <a:ln w="30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982457" y="2998616"/>
            <a:ext cx="97790" cy="178435"/>
          </a:xfrm>
          <a:custGeom>
            <a:avLst/>
            <a:gdLst/>
            <a:ahLst/>
            <a:cxnLst/>
            <a:rect l="l" t="t" r="r" b="b"/>
            <a:pathLst>
              <a:path w="97789" h="178435">
                <a:moveTo>
                  <a:pt x="0" y="0"/>
                </a:moveTo>
                <a:lnTo>
                  <a:pt x="97664" y="89654"/>
                </a:lnTo>
                <a:lnTo>
                  <a:pt x="0" y="178399"/>
                </a:lnTo>
              </a:path>
            </a:pathLst>
          </a:custGeom>
          <a:ln w="296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6115973" y="2916795"/>
            <a:ext cx="378460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1950" b="1" spc="135" dirty="0">
                <a:latin typeface="Times New Roman"/>
                <a:cs typeface="Times New Roman"/>
              </a:rPr>
              <a:t>CP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9013767" y="3088270"/>
            <a:ext cx="463550" cy="0"/>
          </a:xfrm>
          <a:custGeom>
            <a:avLst/>
            <a:gdLst/>
            <a:ahLst/>
            <a:cxnLst/>
            <a:rect l="l" t="t" r="r" b="b"/>
            <a:pathLst>
              <a:path w="463550">
                <a:moveTo>
                  <a:pt x="463460" y="0"/>
                </a:moveTo>
                <a:lnTo>
                  <a:pt x="0" y="0"/>
                </a:lnTo>
              </a:path>
            </a:pathLst>
          </a:custGeom>
          <a:ln w="277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903237" y="3028160"/>
            <a:ext cx="125043" cy="11899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8513494" y="2603515"/>
            <a:ext cx="316230" cy="0"/>
          </a:xfrm>
          <a:custGeom>
            <a:avLst/>
            <a:gdLst/>
            <a:ahLst/>
            <a:cxnLst/>
            <a:rect l="l" t="t" r="r" b="b"/>
            <a:pathLst>
              <a:path w="316229">
                <a:moveTo>
                  <a:pt x="0" y="0"/>
                </a:moveTo>
                <a:lnTo>
                  <a:pt x="316207" y="0"/>
                </a:lnTo>
              </a:path>
            </a:pathLst>
          </a:custGeom>
          <a:ln w="277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8513494" y="2961891"/>
            <a:ext cx="316230" cy="0"/>
          </a:xfrm>
          <a:custGeom>
            <a:avLst/>
            <a:gdLst/>
            <a:ahLst/>
            <a:cxnLst/>
            <a:rect l="l" t="t" r="r" b="b"/>
            <a:pathLst>
              <a:path w="316229">
                <a:moveTo>
                  <a:pt x="0" y="0"/>
                </a:moveTo>
                <a:lnTo>
                  <a:pt x="316207" y="0"/>
                </a:lnTo>
              </a:path>
            </a:pathLst>
          </a:custGeom>
          <a:ln w="277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 txBox="1"/>
          <p:nvPr/>
        </p:nvSpPr>
        <p:spPr>
          <a:xfrm>
            <a:off x="5972728" y="1964536"/>
            <a:ext cx="3009265" cy="146113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56515" marR="80645" indent="424815">
              <a:lnSpc>
                <a:spcPct val="72400"/>
              </a:lnSpc>
              <a:spcBef>
                <a:spcPts val="785"/>
              </a:spcBef>
              <a:tabLst>
                <a:tab pos="1064895" algn="l"/>
                <a:tab pos="1668780" algn="l"/>
                <a:tab pos="2251710" algn="l"/>
                <a:tab pos="2508885" algn="l"/>
              </a:tabLst>
            </a:pPr>
            <a:r>
              <a:rPr sz="1950" b="1" spc="105" dirty="0">
                <a:latin typeface="Times New Roman"/>
                <a:cs typeface="Times New Roman"/>
              </a:rPr>
              <a:t>Q</a:t>
            </a:r>
            <a:r>
              <a:rPr sz="1950" b="1" spc="157" baseline="-12820" dirty="0">
                <a:latin typeface="Times New Roman"/>
                <a:cs typeface="Times New Roman"/>
              </a:rPr>
              <a:t>0	</a:t>
            </a:r>
            <a:r>
              <a:rPr sz="1950" b="1" spc="105" dirty="0">
                <a:latin typeface="Times New Roman"/>
                <a:cs typeface="Times New Roman"/>
              </a:rPr>
              <a:t>Q</a:t>
            </a:r>
            <a:r>
              <a:rPr sz="1950" b="1" spc="157" baseline="-12820" dirty="0">
                <a:latin typeface="Times New Roman"/>
                <a:cs typeface="Times New Roman"/>
              </a:rPr>
              <a:t>1	</a:t>
            </a:r>
            <a:r>
              <a:rPr sz="1950" b="1" spc="105" dirty="0">
                <a:latin typeface="Times New Roman"/>
                <a:cs typeface="Times New Roman"/>
              </a:rPr>
              <a:t>Q</a:t>
            </a:r>
            <a:r>
              <a:rPr sz="1950" b="1" spc="157" baseline="-12820" dirty="0">
                <a:latin typeface="Times New Roman"/>
                <a:cs typeface="Times New Roman"/>
              </a:rPr>
              <a:t>2	</a:t>
            </a:r>
            <a:r>
              <a:rPr sz="1950" b="1" spc="110" dirty="0">
                <a:latin typeface="Times New Roman"/>
                <a:cs typeface="Times New Roman"/>
              </a:rPr>
              <a:t>Q</a:t>
            </a:r>
            <a:r>
              <a:rPr sz="1950" b="1" spc="165" baseline="-12820" dirty="0">
                <a:latin typeface="Times New Roman"/>
                <a:cs typeface="Times New Roman"/>
              </a:rPr>
              <a:t>3  </a:t>
            </a:r>
            <a:r>
              <a:rPr sz="1950" b="1" spc="150" dirty="0">
                <a:latin typeface="Times New Roman"/>
                <a:cs typeface="Times New Roman"/>
              </a:rPr>
              <a:t>C</a:t>
            </a:r>
            <a:r>
              <a:rPr sz="1950" b="1" spc="130" dirty="0">
                <a:latin typeface="Times New Roman"/>
                <a:cs typeface="Times New Roman"/>
              </a:rPr>
              <a:t>T</a:t>
            </a:r>
            <a:r>
              <a:rPr sz="1950" b="1" spc="97" baseline="-12820" dirty="0">
                <a:latin typeface="Times New Roman"/>
                <a:cs typeface="Times New Roman"/>
              </a:rPr>
              <a:t>P</a:t>
            </a:r>
            <a:r>
              <a:rPr sz="1950" b="1" baseline="-12820" dirty="0">
                <a:latin typeface="Times New Roman"/>
                <a:cs typeface="Times New Roman"/>
              </a:rPr>
              <a:t>				</a:t>
            </a:r>
            <a:r>
              <a:rPr sz="1950" b="1" spc="155" dirty="0">
                <a:latin typeface="Times New Roman"/>
                <a:cs typeface="Times New Roman"/>
              </a:rPr>
              <a:t>CO</a:t>
            </a:r>
            <a:endParaRPr sz="19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057275" algn="l"/>
                <a:tab pos="2523490" algn="l"/>
              </a:tabLst>
            </a:pPr>
            <a:r>
              <a:rPr sz="1950" b="1" spc="120" dirty="0">
                <a:latin typeface="Times New Roman"/>
                <a:cs typeface="Times New Roman"/>
              </a:rPr>
              <a:t>CT</a:t>
            </a:r>
            <a:r>
              <a:rPr sz="1950" b="1" spc="179" baseline="-12820" dirty="0">
                <a:latin typeface="Times New Roman"/>
                <a:cs typeface="Times New Roman"/>
              </a:rPr>
              <a:t>T	</a:t>
            </a:r>
            <a:r>
              <a:rPr sz="2350" b="1" spc="120" dirty="0">
                <a:solidFill>
                  <a:srgbClr val="FF0000"/>
                </a:solidFill>
                <a:latin typeface="Times New Roman"/>
                <a:cs typeface="Times New Roman"/>
              </a:rPr>
              <a:t>74160	</a:t>
            </a:r>
            <a:r>
              <a:rPr sz="2925" b="1" spc="202" baseline="-4273" dirty="0">
                <a:latin typeface="Times New Roman"/>
                <a:cs typeface="Times New Roman"/>
              </a:rPr>
              <a:t>LD</a:t>
            </a:r>
            <a:endParaRPr sz="2925" baseline="-4273">
              <a:latin typeface="Times New Roman"/>
              <a:cs typeface="Times New Roman"/>
            </a:endParaRPr>
          </a:p>
          <a:p>
            <a:pPr marL="497205">
              <a:lnSpc>
                <a:spcPts val="1639"/>
              </a:lnSpc>
              <a:spcBef>
                <a:spcPts val="1814"/>
              </a:spcBef>
              <a:tabLst>
                <a:tab pos="1081405" algn="l"/>
                <a:tab pos="1685289" algn="l"/>
                <a:tab pos="2269490" algn="l"/>
              </a:tabLst>
            </a:pPr>
            <a:r>
              <a:rPr sz="1950" b="1" spc="105" dirty="0">
                <a:latin typeface="Times New Roman"/>
                <a:cs typeface="Times New Roman"/>
              </a:rPr>
              <a:t>D</a:t>
            </a:r>
            <a:r>
              <a:rPr sz="1950" b="1" spc="157" baseline="-12820" dirty="0">
                <a:latin typeface="Times New Roman"/>
                <a:cs typeface="Times New Roman"/>
              </a:rPr>
              <a:t>0	</a:t>
            </a:r>
            <a:r>
              <a:rPr sz="1950" b="1" spc="105" dirty="0">
                <a:latin typeface="Times New Roman"/>
                <a:cs typeface="Times New Roman"/>
              </a:rPr>
              <a:t>D</a:t>
            </a:r>
            <a:r>
              <a:rPr sz="1950" b="1" spc="157" baseline="-12820" dirty="0">
                <a:latin typeface="Times New Roman"/>
                <a:cs typeface="Times New Roman"/>
              </a:rPr>
              <a:t>1	</a:t>
            </a:r>
            <a:r>
              <a:rPr sz="1950" b="1" spc="95" dirty="0">
                <a:latin typeface="Times New Roman"/>
                <a:cs typeface="Times New Roman"/>
              </a:rPr>
              <a:t>D</a:t>
            </a:r>
            <a:r>
              <a:rPr sz="1950" b="1" spc="142" baseline="-12820" dirty="0">
                <a:latin typeface="Times New Roman"/>
                <a:cs typeface="Times New Roman"/>
              </a:rPr>
              <a:t>2	</a:t>
            </a:r>
            <a:r>
              <a:rPr sz="1950" b="1" spc="155" dirty="0">
                <a:latin typeface="Times New Roman"/>
                <a:cs typeface="Times New Roman"/>
              </a:rPr>
              <a:t>D</a:t>
            </a:r>
            <a:r>
              <a:rPr sz="1950" b="1" spc="-55" dirty="0">
                <a:latin typeface="Times New Roman"/>
                <a:cs typeface="Times New Roman"/>
              </a:rPr>
              <a:t> </a:t>
            </a:r>
            <a:r>
              <a:rPr sz="2925" b="1" spc="225" baseline="35612" dirty="0">
                <a:latin typeface="Times New Roman"/>
                <a:cs typeface="Times New Roman"/>
              </a:rPr>
              <a:t>CR</a:t>
            </a:r>
            <a:endParaRPr sz="2925" baseline="35612">
              <a:latin typeface="Times New Roman"/>
              <a:cs typeface="Times New Roman"/>
            </a:endParaRPr>
          </a:p>
          <a:p>
            <a:pPr marR="443865" algn="r">
              <a:lnSpc>
                <a:spcPts val="860"/>
              </a:lnSpc>
            </a:pPr>
            <a:r>
              <a:rPr sz="1300" b="1" spc="50" dirty="0"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5777376" y="2369157"/>
            <a:ext cx="0" cy="1442720"/>
          </a:xfrm>
          <a:custGeom>
            <a:avLst/>
            <a:gdLst/>
            <a:ahLst/>
            <a:cxnLst/>
            <a:rect l="l" t="t" r="r" b="b"/>
            <a:pathLst>
              <a:path h="1442720">
                <a:moveTo>
                  <a:pt x="0" y="1442197"/>
                </a:moveTo>
                <a:lnTo>
                  <a:pt x="0" y="0"/>
                </a:lnTo>
              </a:path>
            </a:pathLst>
          </a:custGeom>
          <a:ln w="30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930675" y="3088270"/>
            <a:ext cx="0" cy="718185"/>
          </a:xfrm>
          <a:custGeom>
            <a:avLst/>
            <a:gdLst/>
            <a:ahLst/>
            <a:cxnLst/>
            <a:rect l="l" t="t" r="r" b="b"/>
            <a:pathLst>
              <a:path h="718185">
                <a:moveTo>
                  <a:pt x="0" y="0"/>
                </a:moveTo>
                <a:lnTo>
                  <a:pt x="0" y="717882"/>
                </a:lnTo>
              </a:path>
            </a:pathLst>
          </a:custGeom>
          <a:ln w="30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9194124" y="2728720"/>
            <a:ext cx="0" cy="1068705"/>
          </a:xfrm>
          <a:custGeom>
            <a:avLst/>
            <a:gdLst/>
            <a:ahLst/>
            <a:cxnLst/>
            <a:rect l="l" t="t" r="r" b="b"/>
            <a:pathLst>
              <a:path h="1068704">
                <a:moveTo>
                  <a:pt x="0" y="0"/>
                </a:moveTo>
                <a:lnTo>
                  <a:pt x="0" y="1068554"/>
                </a:lnTo>
              </a:path>
            </a:pathLst>
          </a:custGeom>
          <a:ln w="30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271084" y="3806153"/>
            <a:ext cx="7923530" cy="0"/>
          </a:xfrm>
          <a:custGeom>
            <a:avLst/>
            <a:gdLst/>
            <a:ahLst/>
            <a:cxnLst/>
            <a:rect l="l" t="t" r="r" b="b"/>
            <a:pathLst>
              <a:path w="7923530">
                <a:moveTo>
                  <a:pt x="0" y="0"/>
                </a:moveTo>
                <a:lnTo>
                  <a:pt x="7923040" y="0"/>
                </a:lnTo>
              </a:path>
            </a:pathLst>
          </a:custGeom>
          <a:ln w="277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4727378" y="2191969"/>
            <a:ext cx="389255" cy="360045"/>
          </a:xfrm>
          <a:custGeom>
            <a:avLst/>
            <a:gdLst/>
            <a:ahLst/>
            <a:cxnLst/>
            <a:rect l="l" t="t" r="r" b="b"/>
            <a:pathLst>
              <a:path w="389254" h="360044">
                <a:moveTo>
                  <a:pt x="0" y="0"/>
                </a:moveTo>
                <a:lnTo>
                  <a:pt x="0" y="359550"/>
                </a:lnTo>
                <a:lnTo>
                  <a:pt x="389009" y="1795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4727378" y="2191969"/>
            <a:ext cx="389255" cy="360045"/>
          </a:xfrm>
          <a:custGeom>
            <a:avLst/>
            <a:gdLst/>
            <a:ahLst/>
            <a:cxnLst/>
            <a:rect l="l" t="t" r="r" b="b"/>
            <a:pathLst>
              <a:path w="389254" h="360044">
                <a:moveTo>
                  <a:pt x="0" y="0"/>
                </a:moveTo>
                <a:lnTo>
                  <a:pt x="389009" y="179585"/>
                </a:lnTo>
                <a:lnTo>
                  <a:pt x="0" y="359550"/>
                </a:lnTo>
                <a:lnTo>
                  <a:pt x="0" y="0"/>
                </a:lnTo>
                <a:close/>
              </a:path>
            </a:pathLst>
          </a:custGeom>
          <a:ln w="28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515014" y="2380515"/>
            <a:ext cx="0" cy="697865"/>
          </a:xfrm>
          <a:custGeom>
            <a:avLst/>
            <a:gdLst/>
            <a:ahLst/>
            <a:cxnLst/>
            <a:rect l="l" t="t" r="r" b="b"/>
            <a:pathLst>
              <a:path h="697864">
                <a:moveTo>
                  <a:pt x="0" y="697658"/>
                </a:moveTo>
                <a:lnTo>
                  <a:pt x="0" y="0"/>
                </a:lnTo>
              </a:path>
            </a:pathLst>
          </a:custGeom>
          <a:ln w="30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203064" y="2373196"/>
            <a:ext cx="312420" cy="5080"/>
          </a:xfrm>
          <a:custGeom>
            <a:avLst/>
            <a:gdLst/>
            <a:ahLst/>
            <a:cxnLst/>
            <a:rect l="l" t="t" r="r" b="b"/>
            <a:pathLst>
              <a:path w="312420" h="5080">
                <a:moveTo>
                  <a:pt x="311949" y="4795"/>
                </a:moveTo>
                <a:lnTo>
                  <a:pt x="0" y="0"/>
                </a:lnTo>
              </a:path>
            </a:pathLst>
          </a:custGeom>
          <a:ln w="277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092272" y="2313009"/>
            <a:ext cx="125293" cy="1174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2285627" y="3635407"/>
            <a:ext cx="1945639" cy="0"/>
          </a:xfrm>
          <a:custGeom>
            <a:avLst/>
            <a:gdLst/>
            <a:ahLst/>
            <a:cxnLst/>
            <a:rect l="l" t="t" r="r" b="b"/>
            <a:pathLst>
              <a:path w="1945639">
                <a:moveTo>
                  <a:pt x="0" y="0"/>
                </a:moveTo>
                <a:lnTo>
                  <a:pt x="1945461" y="0"/>
                </a:lnTo>
              </a:path>
            </a:pathLst>
          </a:custGeom>
          <a:ln w="27774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4304652" y="3451853"/>
            <a:ext cx="168275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925" b="1" spc="-1410" baseline="1424" dirty="0">
                <a:latin typeface="Times New Roman"/>
                <a:cs typeface="Times New Roman"/>
              </a:rPr>
              <a:t>0</a:t>
            </a:r>
            <a:r>
              <a:rPr sz="1950" b="1" spc="100" dirty="0">
                <a:latin typeface="Times New Roman"/>
                <a:cs typeface="Times New Roman"/>
              </a:rPr>
              <a:t>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7929155" y="1480567"/>
            <a:ext cx="389255" cy="360045"/>
          </a:xfrm>
          <a:custGeom>
            <a:avLst/>
            <a:gdLst/>
            <a:ahLst/>
            <a:cxnLst/>
            <a:rect l="l" t="t" r="r" b="b"/>
            <a:pathLst>
              <a:path w="389254" h="360044">
                <a:moveTo>
                  <a:pt x="0" y="0"/>
                </a:moveTo>
                <a:lnTo>
                  <a:pt x="0" y="359550"/>
                </a:lnTo>
                <a:lnTo>
                  <a:pt x="389009" y="1795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7929155" y="1480567"/>
            <a:ext cx="389255" cy="360045"/>
          </a:xfrm>
          <a:custGeom>
            <a:avLst/>
            <a:gdLst/>
            <a:ahLst/>
            <a:cxnLst/>
            <a:rect l="l" t="t" r="r" b="b"/>
            <a:pathLst>
              <a:path w="389254" h="360044">
                <a:moveTo>
                  <a:pt x="0" y="0"/>
                </a:moveTo>
                <a:lnTo>
                  <a:pt x="389009" y="179585"/>
                </a:lnTo>
                <a:lnTo>
                  <a:pt x="0" y="359550"/>
                </a:lnTo>
                <a:lnTo>
                  <a:pt x="0" y="0"/>
                </a:lnTo>
                <a:close/>
              </a:path>
            </a:pathLst>
          </a:custGeom>
          <a:ln w="28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7733826" y="1660153"/>
            <a:ext cx="195580" cy="0"/>
          </a:xfrm>
          <a:custGeom>
            <a:avLst/>
            <a:gdLst/>
            <a:ahLst/>
            <a:cxnLst/>
            <a:rect l="l" t="t" r="r" b="b"/>
            <a:pathLst>
              <a:path w="195579">
                <a:moveTo>
                  <a:pt x="0" y="0"/>
                </a:moveTo>
                <a:lnTo>
                  <a:pt x="195329" y="0"/>
                </a:lnTo>
              </a:path>
            </a:pathLst>
          </a:custGeom>
          <a:ln w="277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366242" y="1660153"/>
            <a:ext cx="1120775" cy="0"/>
          </a:xfrm>
          <a:custGeom>
            <a:avLst/>
            <a:gdLst/>
            <a:ahLst/>
            <a:cxnLst/>
            <a:rect l="l" t="t" r="r" b="b"/>
            <a:pathLst>
              <a:path w="1120775">
                <a:moveTo>
                  <a:pt x="0" y="0"/>
                </a:moveTo>
                <a:lnTo>
                  <a:pt x="1120601" y="0"/>
                </a:lnTo>
              </a:path>
            </a:pathLst>
          </a:custGeom>
          <a:ln w="277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8255447" y="1601226"/>
            <a:ext cx="125298" cy="11785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9486843" y="1668987"/>
            <a:ext cx="0" cy="1419860"/>
          </a:xfrm>
          <a:custGeom>
            <a:avLst/>
            <a:gdLst/>
            <a:ahLst/>
            <a:cxnLst/>
            <a:rect l="l" t="t" r="r" b="b"/>
            <a:pathLst>
              <a:path h="1419860">
                <a:moveTo>
                  <a:pt x="0" y="0"/>
                </a:moveTo>
                <a:lnTo>
                  <a:pt x="0" y="1419283"/>
                </a:lnTo>
              </a:path>
            </a:pathLst>
          </a:custGeom>
          <a:ln w="30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6566796" y="3626536"/>
            <a:ext cx="1946910" cy="0"/>
          </a:xfrm>
          <a:custGeom>
            <a:avLst/>
            <a:gdLst/>
            <a:ahLst/>
            <a:cxnLst/>
            <a:rect l="l" t="t" r="r" b="b"/>
            <a:pathLst>
              <a:path w="1946909">
                <a:moveTo>
                  <a:pt x="0" y="0"/>
                </a:moveTo>
                <a:lnTo>
                  <a:pt x="1946697" y="0"/>
                </a:lnTo>
              </a:path>
            </a:pathLst>
          </a:custGeom>
          <a:ln w="277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 txBox="1"/>
          <p:nvPr/>
        </p:nvSpPr>
        <p:spPr>
          <a:xfrm>
            <a:off x="8587469" y="3445873"/>
            <a:ext cx="163195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b="1" spc="105" dirty="0">
                <a:latin typeface="Times New Roman"/>
                <a:cs typeface="Times New Roman"/>
              </a:rPr>
              <a:t>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1400577" y="4156271"/>
            <a:ext cx="776605" cy="713740"/>
          </a:xfrm>
          <a:custGeom>
            <a:avLst/>
            <a:gdLst/>
            <a:ahLst/>
            <a:cxnLst/>
            <a:rect l="l" t="t" r="r" b="b"/>
            <a:pathLst>
              <a:path w="776605" h="713739">
                <a:moveTo>
                  <a:pt x="776063" y="356614"/>
                </a:moveTo>
                <a:lnTo>
                  <a:pt x="773039" y="311884"/>
                </a:lnTo>
                <a:lnTo>
                  <a:pt x="764213" y="268811"/>
                </a:lnTo>
                <a:lnTo>
                  <a:pt x="749945" y="227729"/>
                </a:lnTo>
                <a:lnTo>
                  <a:pt x="730601" y="188974"/>
                </a:lnTo>
                <a:lnTo>
                  <a:pt x="706544" y="152878"/>
                </a:lnTo>
                <a:lnTo>
                  <a:pt x="678137" y="119778"/>
                </a:lnTo>
                <a:lnTo>
                  <a:pt x="645743" y="90006"/>
                </a:lnTo>
                <a:lnTo>
                  <a:pt x="609727" y="63897"/>
                </a:lnTo>
                <a:lnTo>
                  <a:pt x="570452" y="41785"/>
                </a:lnTo>
                <a:lnTo>
                  <a:pt x="528282" y="24005"/>
                </a:lnTo>
                <a:lnTo>
                  <a:pt x="483579" y="10892"/>
                </a:lnTo>
                <a:lnTo>
                  <a:pt x="436707" y="2778"/>
                </a:lnTo>
                <a:lnTo>
                  <a:pt x="388031" y="0"/>
                </a:lnTo>
                <a:lnTo>
                  <a:pt x="339358" y="2778"/>
                </a:lnTo>
                <a:lnTo>
                  <a:pt x="292489" y="10892"/>
                </a:lnTo>
                <a:lnTo>
                  <a:pt x="247787" y="24005"/>
                </a:lnTo>
                <a:lnTo>
                  <a:pt x="205617" y="41785"/>
                </a:lnTo>
                <a:lnTo>
                  <a:pt x="166342" y="63897"/>
                </a:lnTo>
                <a:lnTo>
                  <a:pt x="130325" y="90006"/>
                </a:lnTo>
                <a:lnTo>
                  <a:pt x="97931" y="119778"/>
                </a:lnTo>
                <a:lnTo>
                  <a:pt x="69523" y="152878"/>
                </a:lnTo>
                <a:lnTo>
                  <a:pt x="45464" y="188974"/>
                </a:lnTo>
                <a:lnTo>
                  <a:pt x="26119" y="227729"/>
                </a:lnTo>
                <a:lnTo>
                  <a:pt x="11851" y="268811"/>
                </a:lnTo>
                <a:lnTo>
                  <a:pt x="3023" y="311884"/>
                </a:lnTo>
                <a:lnTo>
                  <a:pt x="0" y="356614"/>
                </a:lnTo>
                <a:lnTo>
                  <a:pt x="3023" y="401350"/>
                </a:lnTo>
                <a:lnTo>
                  <a:pt x="11851" y="444428"/>
                </a:lnTo>
                <a:lnTo>
                  <a:pt x="26119" y="485513"/>
                </a:lnTo>
                <a:lnTo>
                  <a:pt x="45464" y="524272"/>
                </a:lnTo>
                <a:lnTo>
                  <a:pt x="69523" y="560369"/>
                </a:lnTo>
                <a:lnTo>
                  <a:pt x="97931" y="593472"/>
                </a:lnTo>
                <a:lnTo>
                  <a:pt x="130325" y="623246"/>
                </a:lnTo>
                <a:lnTo>
                  <a:pt x="166342" y="649356"/>
                </a:lnTo>
                <a:lnTo>
                  <a:pt x="205617" y="671468"/>
                </a:lnTo>
                <a:lnTo>
                  <a:pt x="247787" y="689248"/>
                </a:lnTo>
                <a:lnTo>
                  <a:pt x="292489" y="702362"/>
                </a:lnTo>
                <a:lnTo>
                  <a:pt x="339358" y="710475"/>
                </a:lnTo>
                <a:lnTo>
                  <a:pt x="388031" y="713254"/>
                </a:lnTo>
                <a:lnTo>
                  <a:pt x="436707" y="710475"/>
                </a:lnTo>
                <a:lnTo>
                  <a:pt x="483579" y="702362"/>
                </a:lnTo>
                <a:lnTo>
                  <a:pt x="528282" y="689248"/>
                </a:lnTo>
                <a:lnTo>
                  <a:pt x="570452" y="671468"/>
                </a:lnTo>
                <a:lnTo>
                  <a:pt x="609727" y="649356"/>
                </a:lnTo>
                <a:lnTo>
                  <a:pt x="645743" y="623246"/>
                </a:lnTo>
                <a:lnTo>
                  <a:pt x="678137" y="593472"/>
                </a:lnTo>
                <a:lnTo>
                  <a:pt x="706544" y="560369"/>
                </a:lnTo>
                <a:lnTo>
                  <a:pt x="730601" y="524272"/>
                </a:lnTo>
                <a:lnTo>
                  <a:pt x="749945" y="485513"/>
                </a:lnTo>
                <a:lnTo>
                  <a:pt x="764213" y="444428"/>
                </a:lnTo>
                <a:lnTo>
                  <a:pt x="773039" y="401350"/>
                </a:lnTo>
                <a:lnTo>
                  <a:pt x="776063" y="356614"/>
                </a:lnTo>
                <a:close/>
              </a:path>
            </a:pathLst>
          </a:custGeom>
          <a:ln w="56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 txBox="1"/>
          <p:nvPr/>
        </p:nvSpPr>
        <p:spPr>
          <a:xfrm>
            <a:off x="1555182" y="4359283"/>
            <a:ext cx="46609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90" dirty="0">
                <a:latin typeface="宋体"/>
                <a:cs typeface="宋体"/>
              </a:rPr>
              <a:t>010</a:t>
            </a:r>
            <a:r>
              <a:rPr sz="1550" spc="85" dirty="0">
                <a:latin typeface="宋体"/>
                <a:cs typeface="宋体"/>
              </a:rPr>
              <a:t>0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2758701" y="4156271"/>
            <a:ext cx="776605" cy="713740"/>
          </a:xfrm>
          <a:custGeom>
            <a:avLst/>
            <a:gdLst/>
            <a:ahLst/>
            <a:cxnLst/>
            <a:rect l="l" t="t" r="r" b="b"/>
            <a:pathLst>
              <a:path w="776604" h="713739">
                <a:moveTo>
                  <a:pt x="776090" y="356614"/>
                </a:moveTo>
                <a:lnTo>
                  <a:pt x="773066" y="311884"/>
                </a:lnTo>
                <a:lnTo>
                  <a:pt x="764238" y="268811"/>
                </a:lnTo>
                <a:lnTo>
                  <a:pt x="749969" y="227729"/>
                </a:lnTo>
                <a:lnTo>
                  <a:pt x="730623" y="188974"/>
                </a:lnTo>
                <a:lnTo>
                  <a:pt x="706564" y="152878"/>
                </a:lnTo>
                <a:lnTo>
                  <a:pt x="678155" y="119778"/>
                </a:lnTo>
                <a:lnTo>
                  <a:pt x="645760" y="90006"/>
                </a:lnTo>
                <a:lnTo>
                  <a:pt x="609743" y="63897"/>
                </a:lnTo>
                <a:lnTo>
                  <a:pt x="570468" y="41785"/>
                </a:lnTo>
                <a:lnTo>
                  <a:pt x="528298" y="24005"/>
                </a:lnTo>
                <a:lnTo>
                  <a:pt x="483597" y="10892"/>
                </a:lnTo>
                <a:lnTo>
                  <a:pt x="436729" y="2778"/>
                </a:lnTo>
                <a:lnTo>
                  <a:pt x="388058" y="0"/>
                </a:lnTo>
                <a:lnTo>
                  <a:pt x="339382" y="2778"/>
                </a:lnTo>
                <a:lnTo>
                  <a:pt x="292509" y="10892"/>
                </a:lnTo>
                <a:lnTo>
                  <a:pt x="247804" y="24005"/>
                </a:lnTo>
                <a:lnTo>
                  <a:pt x="205631" y="41785"/>
                </a:lnTo>
                <a:lnTo>
                  <a:pt x="166353" y="63897"/>
                </a:lnTo>
                <a:lnTo>
                  <a:pt x="130334" y="90006"/>
                </a:lnTo>
                <a:lnTo>
                  <a:pt x="97938" y="119778"/>
                </a:lnTo>
                <a:lnTo>
                  <a:pt x="69527" y="152878"/>
                </a:lnTo>
                <a:lnTo>
                  <a:pt x="45467" y="188974"/>
                </a:lnTo>
                <a:lnTo>
                  <a:pt x="26121" y="227729"/>
                </a:lnTo>
                <a:lnTo>
                  <a:pt x="11851" y="268811"/>
                </a:lnTo>
                <a:lnTo>
                  <a:pt x="3023" y="311884"/>
                </a:lnTo>
                <a:lnTo>
                  <a:pt x="0" y="356614"/>
                </a:lnTo>
                <a:lnTo>
                  <a:pt x="3023" y="401350"/>
                </a:lnTo>
                <a:lnTo>
                  <a:pt x="11851" y="444428"/>
                </a:lnTo>
                <a:lnTo>
                  <a:pt x="26121" y="485513"/>
                </a:lnTo>
                <a:lnTo>
                  <a:pt x="45467" y="524272"/>
                </a:lnTo>
                <a:lnTo>
                  <a:pt x="69527" y="560369"/>
                </a:lnTo>
                <a:lnTo>
                  <a:pt x="97938" y="593472"/>
                </a:lnTo>
                <a:lnTo>
                  <a:pt x="130334" y="623246"/>
                </a:lnTo>
                <a:lnTo>
                  <a:pt x="166353" y="649356"/>
                </a:lnTo>
                <a:lnTo>
                  <a:pt x="205631" y="671468"/>
                </a:lnTo>
                <a:lnTo>
                  <a:pt x="247804" y="689248"/>
                </a:lnTo>
                <a:lnTo>
                  <a:pt x="292509" y="702362"/>
                </a:lnTo>
                <a:lnTo>
                  <a:pt x="339382" y="710475"/>
                </a:lnTo>
                <a:lnTo>
                  <a:pt x="388058" y="713254"/>
                </a:lnTo>
                <a:lnTo>
                  <a:pt x="436729" y="710475"/>
                </a:lnTo>
                <a:lnTo>
                  <a:pt x="483597" y="702362"/>
                </a:lnTo>
                <a:lnTo>
                  <a:pt x="528298" y="689248"/>
                </a:lnTo>
                <a:lnTo>
                  <a:pt x="570468" y="671468"/>
                </a:lnTo>
                <a:lnTo>
                  <a:pt x="609743" y="649356"/>
                </a:lnTo>
                <a:lnTo>
                  <a:pt x="645760" y="623246"/>
                </a:lnTo>
                <a:lnTo>
                  <a:pt x="678155" y="593472"/>
                </a:lnTo>
                <a:lnTo>
                  <a:pt x="706564" y="560369"/>
                </a:lnTo>
                <a:lnTo>
                  <a:pt x="730623" y="524272"/>
                </a:lnTo>
                <a:lnTo>
                  <a:pt x="749969" y="485513"/>
                </a:lnTo>
                <a:lnTo>
                  <a:pt x="764238" y="444428"/>
                </a:lnTo>
                <a:lnTo>
                  <a:pt x="773066" y="401350"/>
                </a:lnTo>
                <a:lnTo>
                  <a:pt x="776090" y="356614"/>
                </a:lnTo>
                <a:close/>
              </a:path>
            </a:pathLst>
          </a:custGeom>
          <a:ln w="56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 txBox="1"/>
          <p:nvPr/>
        </p:nvSpPr>
        <p:spPr>
          <a:xfrm>
            <a:off x="2913309" y="4359283"/>
            <a:ext cx="46609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90" dirty="0">
                <a:latin typeface="宋体"/>
                <a:cs typeface="宋体"/>
              </a:rPr>
              <a:t>010</a:t>
            </a:r>
            <a:r>
              <a:rPr sz="1550" spc="85" dirty="0">
                <a:latin typeface="宋体"/>
                <a:cs typeface="宋体"/>
              </a:rPr>
              <a:t>1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4116907" y="4156271"/>
            <a:ext cx="775970" cy="713740"/>
          </a:xfrm>
          <a:custGeom>
            <a:avLst/>
            <a:gdLst/>
            <a:ahLst/>
            <a:cxnLst/>
            <a:rect l="l" t="t" r="r" b="b"/>
            <a:pathLst>
              <a:path w="775970" h="713739">
                <a:moveTo>
                  <a:pt x="775898" y="356614"/>
                </a:moveTo>
                <a:lnTo>
                  <a:pt x="772877" y="311884"/>
                </a:lnTo>
                <a:lnTo>
                  <a:pt x="764057" y="268811"/>
                </a:lnTo>
                <a:lnTo>
                  <a:pt x="749799" y="227729"/>
                </a:lnTo>
                <a:lnTo>
                  <a:pt x="730466" y="188974"/>
                </a:lnTo>
                <a:lnTo>
                  <a:pt x="706422" y="152878"/>
                </a:lnTo>
                <a:lnTo>
                  <a:pt x="678028" y="119778"/>
                </a:lnTo>
                <a:lnTo>
                  <a:pt x="645647" y="90006"/>
                </a:lnTo>
                <a:lnTo>
                  <a:pt x="609642" y="63897"/>
                </a:lnTo>
                <a:lnTo>
                  <a:pt x="570376" y="41785"/>
                </a:lnTo>
                <a:lnTo>
                  <a:pt x="528211" y="24005"/>
                </a:lnTo>
                <a:lnTo>
                  <a:pt x="483509" y="10892"/>
                </a:lnTo>
                <a:lnTo>
                  <a:pt x="436635" y="2778"/>
                </a:lnTo>
                <a:lnTo>
                  <a:pt x="387949" y="0"/>
                </a:lnTo>
                <a:lnTo>
                  <a:pt x="339263" y="2778"/>
                </a:lnTo>
                <a:lnTo>
                  <a:pt x="292388" y="10892"/>
                </a:lnTo>
                <a:lnTo>
                  <a:pt x="247687" y="24005"/>
                </a:lnTo>
                <a:lnTo>
                  <a:pt x="205522" y="41785"/>
                </a:lnTo>
                <a:lnTo>
                  <a:pt x="166256" y="63897"/>
                </a:lnTo>
                <a:lnTo>
                  <a:pt x="130251" y="90006"/>
                </a:lnTo>
                <a:lnTo>
                  <a:pt x="97870" y="119778"/>
                </a:lnTo>
                <a:lnTo>
                  <a:pt x="69476" y="152878"/>
                </a:lnTo>
                <a:lnTo>
                  <a:pt x="45432" y="188974"/>
                </a:lnTo>
                <a:lnTo>
                  <a:pt x="26099" y="227729"/>
                </a:lnTo>
                <a:lnTo>
                  <a:pt x="11841" y="268811"/>
                </a:lnTo>
                <a:lnTo>
                  <a:pt x="3020" y="311884"/>
                </a:lnTo>
                <a:lnTo>
                  <a:pt x="0" y="356614"/>
                </a:lnTo>
                <a:lnTo>
                  <a:pt x="3020" y="401350"/>
                </a:lnTo>
                <a:lnTo>
                  <a:pt x="11841" y="444428"/>
                </a:lnTo>
                <a:lnTo>
                  <a:pt x="26099" y="485513"/>
                </a:lnTo>
                <a:lnTo>
                  <a:pt x="45432" y="524272"/>
                </a:lnTo>
                <a:lnTo>
                  <a:pt x="69476" y="560369"/>
                </a:lnTo>
                <a:lnTo>
                  <a:pt x="97870" y="593472"/>
                </a:lnTo>
                <a:lnTo>
                  <a:pt x="130251" y="623246"/>
                </a:lnTo>
                <a:lnTo>
                  <a:pt x="166256" y="649356"/>
                </a:lnTo>
                <a:lnTo>
                  <a:pt x="205522" y="671468"/>
                </a:lnTo>
                <a:lnTo>
                  <a:pt x="247687" y="689248"/>
                </a:lnTo>
                <a:lnTo>
                  <a:pt x="292388" y="702362"/>
                </a:lnTo>
                <a:lnTo>
                  <a:pt x="339263" y="710475"/>
                </a:lnTo>
                <a:lnTo>
                  <a:pt x="387949" y="713254"/>
                </a:lnTo>
                <a:lnTo>
                  <a:pt x="436635" y="710475"/>
                </a:lnTo>
                <a:lnTo>
                  <a:pt x="483510" y="702362"/>
                </a:lnTo>
                <a:lnTo>
                  <a:pt x="528211" y="689248"/>
                </a:lnTo>
                <a:lnTo>
                  <a:pt x="570376" y="671468"/>
                </a:lnTo>
                <a:lnTo>
                  <a:pt x="609642" y="649356"/>
                </a:lnTo>
                <a:lnTo>
                  <a:pt x="645647" y="623246"/>
                </a:lnTo>
                <a:lnTo>
                  <a:pt x="678028" y="593472"/>
                </a:lnTo>
                <a:lnTo>
                  <a:pt x="706422" y="560369"/>
                </a:lnTo>
                <a:lnTo>
                  <a:pt x="730466" y="524272"/>
                </a:lnTo>
                <a:lnTo>
                  <a:pt x="749799" y="485513"/>
                </a:lnTo>
                <a:lnTo>
                  <a:pt x="764057" y="444428"/>
                </a:lnTo>
                <a:lnTo>
                  <a:pt x="772877" y="401350"/>
                </a:lnTo>
                <a:lnTo>
                  <a:pt x="775898" y="356614"/>
                </a:lnTo>
                <a:close/>
              </a:path>
            </a:pathLst>
          </a:custGeom>
          <a:ln w="56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 txBox="1"/>
          <p:nvPr/>
        </p:nvSpPr>
        <p:spPr>
          <a:xfrm>
            <a:off x="4271488" y="4359283"/>
            <a:ext cx="46609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90" dirty="0">
                <a:latin typeface="宋体"/>
                <a:cs typeface="宋体"/>
              </a:rPr>
              <a:t>011</a:t>
            </a:r>
            <a:r>
              <a:rPr sz="1550" spc="85" dirty="0">
                <a:latin typeface="宋体"/>
                <a:cs typeface="宋体"/>
              </a:rPr>
              <a:t>0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1400577" y="5404436"/>
            <a:ext cx="776605" cy="713740"/>
          </a:xfrm>
          <a:custGeom>
            <a:avLst/>
            <a:gdLst/>
            <a:ahLst/>
            <a:cxnLst/>
            <a:rect l="l" t="t" r="r" b="b"/>
            <a:pathLst>
              <a:path w="776605" h="713739">
                <a:moveTo>
                  <a:pt x="776063" y="356639"/>
                </a:moveTo>
                <a:lnTo>
                  <a:pt x="773039" y="311904"/>
                </a:lnTo>
                <a:lnTo>
                  <a:pt x="764213" y="268826"/>
                </a:lnTo>
                <a:lnTo>
                  <a:pt x="749945" y="227741"/>
                </a:lnTo>
                <a:lnTo>
                  <a:pt x="730601" y="188982"/>
                </a:lnTo>
                <a:lnTo>
                  <a:pt x="706544" y="152884"/>
                </a:lnTo>
                <a:lnTo>
                  <a:pt x="678137" y="119781"/>
                </a:lnTo>
                <a:lnTo>
                  <a:pt x="645743" y="90008"/>
                </a:lnTo>
                <a:lnTo>
                  <a:pt x="609727" y="63898"/>
                </a:lnTo>
                <a:lnTo>
                  <a:pt x="570452" y="41786"/>
                </a:lnTo>
                <a:lnTo>
                  <a:pt x="528282" y="24006"/>
                </a:lnTo>
                <a:lnTo>
                  <a:pt x="483579" y="10892"/>
                </a:lnTo>
                <a:lnTo>
                  <a:pt x="436707" y="2778"/>
                </a:lnTo>
                <a:lnTo>
                  <a:pt x="388031" y="0"/>
                </a:lnTo>
                <a:lnTo>
                  <a:pt x="339358" y="2778"/>
                </a:lnTo>
                <a:lnTo>
                  <a:pt x="292489" y="10892"/>
                </a:lnTo>
                <a:lnTo>
                  <a:pt x="247787" y="24006"/>
                </a:lnTo>
                <a:lnTo>
                  <a:pt x="205617" y="41786"/>
                </a:lnTo>
                <a:lnTo>
                  <a:pt x="166342" y="63898"/>
                </a:lnTo>
                <a:lnTo>
                  <a:pt x="130325" y="90008"/>
                </a:lnTo>
                <a:lnTo>
                  <a:pt x="97931" y="119781"/>
                </a:lnTo>
                <a:lnTo>
                  <a:pt x="69523" y="152884"/>
                </a:lnTo>
                <a:lnTo>
                  <a:pt x="45464" y="188982"/>
                </a:lnTo>
                <a:lnTo>
                  <a:pt x="26119" y="227741"/>
                </a:lnTo>
                <a:lnTo>
                  <a:pt x="11851" y="268826"/>
                </a:lnTo>
                <a:lnTo>
                  <a:pt x="3023" y="311904"/>
                </a:lnTo>
                <a:lnTo>
                  <a:pt x="0" y="356639"/>
                </a:lnTo>
                <a:lnTo>
                  <a:pt x="3023" y="401370"/>
                </a:lnTo>
                <a:lnTo>
                  <a:pt x="11851" y="444443"/>
                </a:lnTo>
                <a:lnTo>
                  <a:pt x="26119" y="485524"/>
                </a:lnTo>
                <a:lnTo>
                  <a:pt x="45464" y="524279"/>
                </a:lnTo>
                <a:lnTo>
                  <a:pt x="69523" y="560374"/>
                </a:lnTo>
                <a:lnTo>
                  <a:pt x="97931" y="593475"/>
                </a:lnTo>
                <a:lnTo>
                  <a:pt x="130325" y="623247"/>
                </a:lnTo>
                <a:lnTo>
                  <a:pt x="166342" y="649355"/>
                </a:lnTo>
                <a:lnTo>
                  <a:pt x="205617" y="671467"/>
                </a:lnTo>
                <a:lnTo>
                  <a:pt x="247787" y="689246"/>
                </a:lnTo>
                <a:lnTo>
                  <a:pt x="292489" y="702360"/>
                </a:lnTo>
                <a:lnTo>
                  <a:pt x="339358" y="710473"/>
                </a:lnTo>
                <a:lnTo>
                  <a:pt x="388031" y="713252"/>
                </a:lnTo>
                <a:lnTo>
                  <a:pt x="436707" y="710473"/>
                </a:lnTo>
                <a:lnTo>
                  <a:pt x="483579" y="702360"/>
                </a:lnTo>
                <a:lnTo>
                  <a:pt x="528282" y="689246"/>
                </a:lnTo>
                <a:lnTo>
                  <a:pt x="570452" y="671467"/>
                </a:lnTo>
                <a:lnTo>
                  <a:pt x="609727" y="649355"/>
                </a:lnTo>
                <a:lnTo>
                  <a:pt x="645743" y="623247"/>
                </a:lnTo>
                <a:lnTo>
                  <a:pt x="678137" y="593475"/>
                </a:lnTo>
                <a:lnTo>
                  <a:pt x="706544" y="560374"/>
                </a:lnTo>
                <a:lnTo>
                  <a:pt x="730601" y="524279"/>
                </a:lnTo>
                <a:lnTo>
                  <a:pt x="749945" y="485524"/>
                </a:lnTo>
                <a:lnTo>
                  <a:pt x="764213" y="444443"/>
                </a:lnTo>
                <a:lnTo>
                  <a:pt x="773039" y="401370"/>
                </a:lnTo>
                <a:lnTo>
                  <a:pt x="776063" y="356639"/>
                </a:lnTo>
                <a:close/>
              </a:path>
            </a:pathLst>
          </a:custGeom>
          <a:ln w="56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 txBox="1"/>
          <p:nvPr/>
        </p:nvSpPr>
        <p:spPr>
          <a:xfrm>
            <a:off x="1555182" y="5607473"/>
            <a:ext cx="46609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90" dirty="0">
                <a:latin typeface="宋体"/>
                <a:cs typeface="宋体"/>
              </a:rPr>
              <a:t>100</a:t>
            </a:r>
            <a:r>
              <a:rPr sz="1550" spc="85" dirty="0">
                <a:latin typeface="宋体"/>
                <a:cs typeface="宋体"/>
              </a:rPr>
              <a:t>1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2758701" y="5368781"/>
            <a:ext cx="776605" cy="713740"/>
          </a:xfrm>
          <a:custGeom>
            <a:avLst/>
            <a:gdLst/>
            <a:ahLst/>
            <a:cxnLst/>
            <a:rect l="l" t="t" r="r" b="b"/>
            <a:pathLst>
              <a:path w="776604" h="713739">
                <a:moveTo>
                  <a:pt x="776090" y="356614"/>
                </a:moveTo>
                <a:lnTo>
                  <a:pt x="773066" y="311884"/>
                </a:lnTo>
                <a:lnTo>
                  <a:pt x="764238" y="268811"/>
                </a:lnTo>
                <a:lnTo>
                  <a:pt x="749969" y="227729"/>
                </a:lnTo>
                <a:lnTo>
                  <a:pt x="730623" y="188974"/>
                </a:lnTo>
                <a:lnTo>
                  <a:pt x="706564" y="152878"/>
                </a:lnTo>
                <a:lnTo>
                  <a:pt x="678155" y="119778"/>
                </a:lnTo>
                <a:lnTo>
                  <a:pt x="645760" y="90006"/>
                </a:lnTo>
                <a:lnTo>
                  <a:pt x="609743" y="63897"/>
                </a:lnTo>
                <a:lnTo>
                  <a:pt x="570468" y="41785"/>
                </a:lnTo>
                <a:lnTo>
                  <a:pt x="528298" y="24005"/>
                </a:lnTo>
                <a:lnTo>
                  <a:pt x="483597" y="10892"/>
                </a:lnTo>
                <a:lnTo>
                  <a:pt x="436729" y="2778"/>
                </a:lnTo>
                <a:lnTo>
                  <a:pt x="388058" y="0"/>
                </a:lnTo>
                <a:lnTo>
                  <a:pt x="339382" y="2778"/>
                </a:lnTo>
                <a:lnTo>
                  <a:pt x="292509" y="10892"/>
                </a:lnTo>
                <a:lnTo>
                  <a:pt x="247804" y="24005"/>
                </a:lnTo>
                <a:lnTo>
                  <a:pt x="205631" y="41785"/>
                </a:lnTo>
                <a:lnTo>
                  <a:pt x="166353" y="63897"/>
                </a:lnTo>
                <a:lnTo>
                  <a:pt x="130334" y="90006"/>
                </a:lnTo>
                <a:lnTo>
                  <a:pt x="97938" y="119778"/>
                </a:lnTo>
                <a:lnTo>
                  <a:pt x="69527" y="152878"/>
                </a:lnTo>
                <a:lnTo>
                  <a:pt x="45467" y="188974"/>
                </a:lnTo>
                <a:lnTo>
                  <a:pt x="26121" y="227729"/>
                </a:lnTo>
                <a:lnTo>
                  <a:pt x="11851" y="268811"/>
                </a:lnTo>
                <a:lnTo>
                  <a:pt x="3023" y="311884"/>
                </a:lnTo>
                <a:lnTo>
                  <a:pt x="0" y="356614"/>
                </a:lnTo>
                <a:lnTo>
                  <a:pt x="3023" y="401350"/>
                </a:lnTo>
                <a:lnTo>
                  <a:pt x="11851" y="444427"/>
                </a:lnTo>
                <a:lnTo>
                  <a:pt x="26121" y="485511"/>
                </a:lnTo>
                <a:lnTo>
                  <a:pt x="45467" y="524269"/>
                </a:lnTo>
                <a:lnTo>
                  <a:pt x="69527" y="560365"/>
                </a:lnTo>
                <a:lnTo>
                  <a:pt x="97938" y="593467"/>
                </a:lnTo>
                <a:lnTo>
                  <a:pt x="130334" y="623239"/>
                </a:lnTo>
                <a:lnTo>
                  <a:pt x="166353" y="649347"/>
                </a:lnTo>
                <a:lnTo>
                  <a:pt x="205631" y="671458"/>
                </a:lnTo>
                <a:lnTo>
                  <a:pt x="247804" y="689237"/>
                </a:lnTo>
                <a:lnTo>
                  <a:pt x="292509" y="702350"/>
                </a:lnTo>
                <a:lnTo>
                  <a:pt x="339382" y="710463"/>
                </a:lnTo>
                <a:lnTo>
                  <a:pt x="388058" y="713242"/>
                </a:lnTo>
                <a:lnTo>
                  <a:pt x="436729" y="710463"/>
                </a:lnTo>
                <a:lnTo>
                  <a:pt x="483597" y="702351"/>
                </a:lnTo>
                <a:lnTo>
                  <a:pt x="528298" y="689238"/>
                </a:lnTo>
                <a:lnTo>
                  <a:pt x="570468" y="671459"/>
                </a:lnTo>
                <a:lnTo>
                  <a:pt x="609743" y="649348"/>
                </a:lnTo>
                <a:lnTo>
                  <a:pt x="645760" y="623240"/>
                </a:lnTo>
                <a:lnTo>
                  <a:pt x="678155" y="593467"/>
                </a:lnTo>
                <a:lnTo>
                  <a:pt x="706564" y="560366"/>
                </a:lnTo>
                <a:lnTo>
                  <a:pt x="730623" y="524269"/>
                </a:lnTo>
                <a:lnTo>
                  <a:pt x="749969" y="485511"/>
                </a:lnTo>
                <a:lnTo>
                  <a:pt x="764238" y="444427"/>
                </a:lnTo>
                <a:lnTo>
                  <a:pt x="773066" y="401350"/>
                </a:lnTo>
                <a:lnTo>
                  <a:pt x="776090" y="356614"/>
                </a:lnTo>
                <a:close/>
              </a:path>
            </a:pathLst>
          </a:custGeom>
          <a:ln w="56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 txBox="1"/>
          <p:nvPr/>
        </p:nvSpPr>
        <p:spPr>
          <a:xfrm>
            <a:off x="2913309" y="5571794"/>
            <a:ext cx="46609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90" dirty="0">
                <a:latin typeface="宋体"/>
                <a:cs typeface="宋体"/>
              </a:rPr>
              <a:t>100</a:t>
            </a:r>
            <a:r>
              <a:rPr sz="1550" spc="85" dirty="0">
                <a:latin typeface="宋体"/>
                <a:cs typeface="宋体"/>
              </a:rPr>
              <a:t>0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4116907" y="5404436"/>
            <a:ext cx="775970" cy="713740"/>
          </a:xfrm>
          <a:custGeom>
            <a:avLst/>
            <a:gdLst/>
            <a:ahLst/>
            <a:cxnLst/>
            <a:rect l="l" t="t" r="r" b="b"/>
            <a:pathLst>
              <a:path w="775970" h="713739">
                <a:moveTo>
                  <a:pt x="775898" y="356639"/>
                </a:moveTo>
                <a:lnTo>
                  <a:pt x="772877" y="311904"/>
                </a:lnTo>
                <a:lnTo>
                  <a:pt x="764057" y="268826"/>
                </a:lnTo>
                <a:lnTo>
                  <a:pt x="749799" y="227741"/>
                </a:lnTo>
                <a:lnTo>
                  <a:pt x="730466" y="188982"/>
                </a:lnTo>
                <a:lnTo>
                  <a:pt x="706422" y="152884"/>
                </a:lnTo>
                <a:lnTo>
                  <a:pt x="678028" y="119781"/>
                </a:lnTo>
                <a:lnTo>
                  <a:pt x="645647" y="90008"/>
                </a:lnTo>
                <a:lnTo>
                  <a:pt x="609642" y="63898"/>
                </a:lnTo>
                <a:lnTo>
                  <a:pt x="570376" y="41786"/>
                </a:lnTo>
                <a:lnTo>
                  <a:pt x="528211" y="24006"/>
                </a:lnTo>
                <a:lnTo>
                  <a:pt x="483509" y="10892"/>
                </a:lnTo>
                <a:lnTo>
                  <a:pt x="436635" y="2778"/>
                </a:lnTo>
                <a:lnTo>
                  <a:pt x="387949" y="0"/>
                </a:lnTo>
                <a:lnTo>
                  <a:pt x="339263" y="2778"/>
                </a:lnTo>
                <a:lnTo>
                  <a:pt x="292388" y="10892"/>
                </a:lnTo>
                <a:lnTo>
                  <a:pt x="247687" y="24006"/>
                </a:lnTo>
                <a:lnTo>
                  <a:pt x="205522" y="41786"/>
                </a:lnTo>
                <a:lnTo>
                  <a:pt x="166256" y="63898"/>
                </a:lnTo>
                <a:lnTo>
                  <a:pt x="130251" y="90008"/>
                </a:lnTo>
                <a:lnTo>
                  <a:pt x="97870" y="119781"/>
                </a:lnTo>
                <a:lnTo>
                  <a:pt x="69476" y="152884"/>
                </a:lnTo>
                <a:lnTo>
                  <a:pt x="45432" y="188982"/>
                </a:lnTo>
                <a:lnTo>
                  <a:pt x="26099" y="227741"/>
                </a:lnTo>
                <a:lnTo>
                  <a:pt x="11841" y="268826"/>
                </a:lnTo>
                <a:lnTo>
                  <a:pt x="3020" y="311904"/>
                </a:lnTo>
                <a:lnTo>
                  <a:pt x="0" y="356639"/>
                </a:lnTo>
                <a:lnTo>
                  <a:pt x="3020" y="401370"/>
                </a:lnTo>
                <a:lnTo>
                  <a:pt x="11841" y="444443"/>
                </a:lnTo>
                <a:lnTo>
                  <a:pt x="26099" y="485524"/>
                </a:lnTo>
                <a:lnTo>
                  <a:pt x="45432" y="524279"/>
                </a:lnTo>
                <a:lnTo>
                  <a:pt x="69476" y="560374"/>
                </a:lnTo>
                <a:lnTo>
                  <a:pt x="97870" y="593475"/>
                </a:lnTo>
                <a:lnTo>
                  <a:pt x="130251" y="623247"/>
                </a:lnTo>
                <a:lnTo>
                  <a:pt x="166256" y="649355"/>
                </a:lnTo>
                <a:lnTo>
                  <a:pt x="205522" y="671467"/>
                </a:lnTo>
                <a:lnTo>
                  <a:pt x="247687" y="689246"/>
                </a:lnTo>
                <a:lnTo>
                  <a:pt x="292388" y="702360"/>
                </a:lnTo>
                <a:lnTo>
                  <a:pt x="339263" y="710473"/>
                </a:lnTo>
                <a:lnTo>
                  <a:pt x="387949" y="713252"/>
                </a:lnTo>
                <a:lnTo>
                  <a:pt x="436635" y="710473"/>
                </a:lnTo>
                <a:lnTo>
                  <a:pt x="483510" y="702360"/>
                </a:lnTo>
                <a:lnTo>
                  <a:pt x="528211" y="689246"/>
                </a:lnTo>
                <a:lnTo>
                  <a:pt x="570376" y="671467"/>
                </a:lnTo>
                <a:lnTo>
                  <a:pt x="609642" y="649355"/>
                </a:lnTo>
                <a:lnTo>
                  <a:pt x="645647" y="623247"/>
                </a:lnTo>
                <a:lnTo>
                  <a:pt x="678028" y="593475"/>
                </a:lnTo>
                <a:lnTo>
                  <a:pt x="706422" y="560374"/>
                </a:lnTo>
                <a:lnTo>
                  <a:pt x="730466" y="524279"/>
                </a:lnTo>
                <a:lnTo>
                  <a:pt x="749799" y="485524"/>
                </a:lnTo>
                <a:lnTo>
                  <a:pt x="764057" y="444443"/>
                </a:lnTo>
                <a:lnTo>
                  <a:pt x="772877" y="401370"/>
                </a:lnTo>
                <a:lnTo>
                  <a:pt x="775898" y="356639"/>
                </a:lnTo>
                <a:close/>
              </a:path>
            </a:pathLst>
          </a:custGeom>
          <a:ln w="56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 txBox="1"/>
          <p:nvPr/>
        </p:nvSpPr>
        <p:spPr>
          <a:xfrm>
            <a:off x="4271488" y="5607473"/>
            <a:ext cx="46609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90" dirty="0">
                <a:latin typeface="宋体"/>
                <a:cs typeface="宋体"/>
              </a:rPr>
              <a:t>011</a:t>
            </a:r>
            <a:r>
              <a:rPr sz="1550" spc="85" dirty="0">
                <a:latin typeface="宋体"/>
                <a:cs typeface="宋体"/>
              </a:rPr>
              <a:t>1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2173875" y="4512886"/>
            <a:ext cx="285750" cy="0"/>
          </a:xfrm>
          <a:custGeom>
            <a:avLst/>
            <a:gdLst/>
            <a:ahLst/>
            <a:cxnLst/>
            <a:rect l="l" t="t" r="r" b="b"/>
            <a:pathLst>
              <a:path w="285750">
                <a:moveTo>
                  <a:pt x="0" y="0"/>
                </a:moveTo>
                <a:lnTo>
                  <a:pt x="285363" y="0"/>
                </a:lnTo>
              </a:path>
            </a:pathLst>
          </a:custGeom>
          <a:ln w="30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2433776" y="4419285"/>
            <a:ext cx="306070" cy="187325"/>
          </a:xfrm>
          <a:custGeom>
            <a:avLst/>
            <a:gdLst/>
            <a:ahLst/>
            <a:cxnLst/>
            <a:rect l="l" t="t" r="r" b="b"/>
            <a:pathLst>
              <a:path w="306069" h="187325">
                <a:moveTo>
                  <a:pt x="0" y="0"/>
                </a:moveTo>
                <a:lnTo>
                  <a:pt x="0" y="187201"/>
                </a:lnTo>
                <a:lnTo>
                  <a:pt x="305540" y="93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3534791" y="4512886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0" y="0"/>
                </a:moveTo>
                <a:lnTo>
                  <a:pt x="292262" y="0"/>
                </a:lnTo>
              </a:path>
            </a:pathLst>
          </a:custGeom>
          <a:ln w="30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3801592" y="4419285"/>
            <a:ext cx="306070" cy="187325"/>
          </a:xfrm>
          <a:custGeom>
            <a:avLst/>
            <a:gdLst/>
            <a:ahLst/>
            <a:cxnLst/>
            <a:rect l="l" t="t" r="r" b="b"/>
            <a:pathLst>
              <a:path w="306070" h="187325">
                <a:moveTo>
                  <a:pt x="0" y="0"/>
                </a:moveTo>
                <a:lnTo>
                  <a:pt x="0" y="187201"/>
                </a:lnTo>
                <a:lnTo>
                  <a:pt x="305458" y="93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3814077" y="5747966"/>
            <a:ext cx="312420" cy="0"/>
          </a:xfrm>
          <a:custGeom>
            <a:avLst/>
            <a:gdLst/>
            <a:ahLst/>
            <a:cxnLst/>
            <a:rect l="l" t="t" r="r" b="b"/>
            <a:pathLst>
              <a:path w="312420">
                <a:moveTo>
                  <a:pt x="312412" y="0"/>
                </a:moveTo>
                <a:lnTo>
                  <a:pt x="0" y="0"/>
                </a:lnTo>
              </a:path>
            </a:pathLst>
          </a:custGeom>
          <a:ln w="30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3533998" y="5654365"/>
            <a:ext cx="306070" cy="187325"/>
          </a:xfrm>
          <a:custGeom>
            <a:avLst/>
            <a:gdLst/>
            <a:ahLst/>
            <a:cxnLst/>
            <a:rect l="l" t="t" r="r" b="b"/>
            <a:pathLst>
              <a:path w="306070" h="187325">
                <a:moveTo>
                  <a:pt x="305540" y="0"/>
                </a:moveTo>
                <a:lnTo>
                  <a:pt x="0" y="93600"/>
                </a:lnTo>
                <a:lnTo>
                  <a:pt x="305540" y="187201"/>
                </a:lnTo>
                <a:lnTo>
                  <a:pt x="3055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2454775" y="5761075"/>
            <a:ext cx="285115" cy="0"/>
          </a:xfrm>
          <a:custGeom>
            <a:avLst/>
            <a:gdLst/>
            <a:ahLst/>
            <a:cxnLst/>
            <a:rect l="l" t="t" r="r" b="b"/>
            <a:pathLst>
              <a:path w="285114">
                <a:moveTo>
                  <a:pt x="284541" y="0"/>
                </a:moveTo>
                <a:lnTo>
                  <a:pt x="0" y="0"/>
                </a:lnTo>
              </a:path>
            </a:pathLst>
          </a:custGeom>
          <a:ln w="30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2174696" y="5667474"/>
            <a:ext cx="306070" cy="187325"/>
          </a:xfrm>
          <a:custGeom>
            <a:avLst/>
            <a:gdLst/>
            <a:ahLst/>
            <a:cxnLst/>
            <a:rect l="l" t="t" r="r" b="b"/>
            <a:pathLst>
              <a:path w="306069" h="187325">
                <a:moveTo>
                  <a:pt x="305540" y="0"/>
                </a:moveTo>
                <a:lnTo>
                  <a:pt x="0" y="93600"/>
                </a:lnTo>
                <a:lnTo>
                  <a:pt x="305540" y="187201"/>
                </a:lnTo>
                <a:lnTo>
                  <a:pt x="3055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4504857" y="4869199"/>
            <a:ext cx="0" cy="260350"/>
          </a:xfrm>
          <a:custGeom>
            <a:avLst/>
            <a:gdLst/>
            <a:ahLst/>
            <a:cxnLst/>
            <a:rect l="l" t="t" r="r" b="b"/>
            <a:pathLst>
              <a:path h="260350">
                <a:moveTo>
                  <a:pt x="0" y="0"/>
                </a:moveTo>
                <a:lnTo>
                  <a:pt x="0" y="260019"/>
                </a:lnTo>
              </a:path>
            </a:pathLst>
          </a:custGeom>
          <a:ln w="32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4403010" y="5105818"/>
            <a:ext cx="203835" cy="281305"/>
          </a:xfrm>
          <a:custGeom>
            <a:avLst/>
            <a:gdLst/>
            <a:ahLst/>
            <a:cxnLst/>
            <a:rect l="l" t="t" r="r" b="b"/>
            <a:pathLst>
              <a:path w="203835" h="281304">
                <a:moveTo>
                  <a:pt x="203693" y="0"/>
                </a:moveTo>
                <a:lnTo>
                  <a:pt x="0" y="0"/>
                </a:lnTo>
                <a:lnTo>
                  <a:pt x="101846" y="280802"/>
                </a:lnTo>
                <a:lnTo>
                  <a:pt x="2036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788609" y="5124161"/>
            <a:ext cx="0" cy="280670"/>
          </a:xfrm>
          <a:custGeom>
            <a:avLst/>
            <a:gdLst/>
            <a:ahLst/>
            <a:cxnLst/>
            <a:rect l="l" t="t" r="r" b="b"/>
            <a:pathLst>
              <a:path h="280670">
                <a:moveTo>
                  <a:pt x="0" y="280274"/>
                </a:moveTo>
                <a:lnTo>
                  <a:pt x="0" y="0"/>
                </a:lnTo>
              </a:path>
            </a:pathLst>
          </a:custGeom>
          <a:ln w="32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686761" y="4866758"/>
            <a:ext cx="203835" cy="281305"/>
          </a:xfrm>
          <a:custGeom>
            <a:avLst/>
            <a:gdLst/>
            <a:ahLst/>
            <a:cxnLst/>
            <a:rect l="l" t="t" r="r" b="b"/>
            <a:pathLst>
              <a:path w="203835" h="281304">
                <a:moveTo>
                  <a:pt x="101846" y="0"/>
                </a:moveTo>
                <a:lnTo>
                  <a:pt x="0" y="280802"/>
                </a:lnTo>
                <a:lnTo>
                  <a:pt x="203693" y="280802"/>
                </a:lnTo>
                <a:lnTo>
                  <a:pt x="1018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5751041" y="4166714"/>
            <a:ext cx="780415" cy="720090"/>
          </a:xfrm>
          <a:custGeom>
            <a:avLst/>
            <a:gdLst/>
            <a:ahLst/>
            <a:cxnLst/>
            <a:rect l="l" t="t" r="r" b="b"/>
            <a:pathLst>
              <a:path w="780415" h="720089">
                <a:moveTo>
                  <a:pt x="780318" y="360018"/>
                </a:moveTo>
                <a:lnTo>
                  <a:pt x="772362" y="286535"/>
                </a:lnTo>
                <a:lnTo>
                  <a:pt x="749809" y="220425"/>
                </a:lnTo>
                <a:lnTo>
                  <a:pt x="713976" y="157345"/>
                </a:lnTo>
                <a:lnTo>
                  <a:pt x="667526" y="104089"/>
                </a:lnTo>
                <a:lnTo>
                  <a:pt x="609799" y="60604"/>
                </a:lnTo>
                <a:lnTo>
                  <a:pt x="543430" y="27550"/>
                </a:lnTo>
                <a:lnTo>
                  <a:pt x="469131" y="7348"/>
                </a:lnTo>
                <a:lnTo>
                  <a:pt x="429979" y="2449"/>
                </a:lnTo>
                <a:lnTo>
                  <a:pt x="388824" y="0"/>
                </a:lnTo>
                <a:lnTo>
                  <a:pt x="350358" y="2449"/>
                </a:lnTo>
                <a:lnTo>
                  <a:pt x="311864" y="7348"/>
                </a:lnTo>
                <a:lnTo>
                  <a:pt x="273370" y="15302"/>
                </a:lnTo>
                <a:lnTo>
                  <a:pt x="204367" y="42852"/>
                </a:lnTo>
                <a:lnTo>
                  <a:pt x="140670" y="80806"/>
                </a:lnTo>
                <a:lnTo>
                  <a:pt x="88250" y="131639"/>
                </a:lnTo>
                <a:lnTo>
                  <a:pt x="47111" y="187345"/>
                </a:lnTo>
                <a:lnTo>
                  <a:pt x="16588" y="253480"/>
                </a:lnTo>
                <a:lnTo>
                  <a:pt x="2653" y="322064"/>
                </a:lnTo>
                <a:lnTo>
                  <a:pt x="0" y="360018"/>
                </a:lnTo>
                <a:lnTo>
                  <a:pt x="2653" y="395523"/>
                </a:lnTo>
                <a:lnTo>
                  <a:pt x="16588" y="466557"/>
                </a:lnTo>
                <a:lnTo>
                  <a:pt x="47111" y="529611"/>
                </a:lnTo>
                <a:lnTo>
                  <a:pt x="88250" y="588398"/>
                </a:lnTo>
                <a:lnTo>
                  <a:pt x="140670" y="636150"/>
                </a:lnTo>
                <a:lnTo>
                  <a:pt x="204367" y="674735"/>
                </a:lnTo>
                <a:lnTo>
                  <a:pt x="273371" y="702285"/>
                </a:lnTo>
                <a:lnTo>
                  <a:pt x="311864" y="712689"/>
                </a:lnTo>
                <a:lnTo>
                  <a:pt x="350358" y="717588"/>
                </a:lnTo>
                <a:lnTo>
                  <a:pt x="388824" y="720037"/>
                </a:lnTo>
                <a:lnTo>
                  <a:pt x="429979" y="717588"/>
                </a:lnTo>
                <a:lnTo>
                  <a:pt x="469131" y="712689"/>
                </a:lnTo>
                <a:lnTo>
                  <a:pt x="507598" y="702285"/>
                </a:lnTo>
                <a:lnTo>
                  <a:pt x="576628" y="674735"/>
                </a:lnTo>
                <a:lnTo>
                  <a:pt x="639650" y="636150"/>
                </a:lnTo>
                <a:lnTo>
                  <a:pt x="692082" y="588398"/>
                </a:lnTo>
                <a:lnTo>
                  <a:pt x="733868" y="529611"/>
                </a:lnTo>
                <a:lnTo>
                  <a:pt x="763746" y="466557"/>
                </a:lnTo>
                <a:lnTo>
                  <a:pt x="777657" y="395523"/>
                </a:lnTo>
                <a:lnTo>
                  <a:pt x="780318" y="360018"/>
                </a:lnTo>
              </a:path>
            </a:pathLst>
          </a:custGeom>
          <a:ln w="577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 txBox="1"/>
          <p:nvPr/>
        </p:nvSpPr>
        <p:spPr>
          <a:xfrm>
            <a:off x="5906879" y="4372492"/>
            <a:ext cx="466090" cy="2679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spc="60" dirty="0">
                <a:latin typeface="宋体"/>
                <a:cs typeface="宋体"/>
              </a:rPr>
              <a:t>0000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49" name="object 149"/>
          <p:cNvSpPr/>
          <p:nvPr/>
        </p:nvSpPr>
        <p:spPr>
          <a:xfrm>
            <a:off x="7115954" y="4166714"/>
            <a:ext cx="782955" cy="720090"/>
          </a:xfrm>
          <a:custGeom>
            <a:avLst/>
            <a:gdLst/>
            <a:ahLst/>
            <a:cxnLst/>
            <a:rect l="l" t="t" r="r" b="b"/>
            <a:pathLst>
              <a:path w="782954" h="720089">
                <a:moveTo>
                  <a:pt x="782960" y="360018"/>
                </a:moveTo>
                <a:lnTo>
                  <a:pt x="780326" y="322064"/>
                </a:lnTo>
                <a:lnTo>
                  <a:pt x="775004" y="286535"/>
                </a:lnTo>
                <a:lnTo>
                  <a:pt x="763727" y="253480"/>
                </a:lnTo>
                <a:lnTo>
                  <a:pt x="753109" y="220425"/>
                </a:lnTo>
                <a:lnTo>
                  <a:pt x="714616" y="157345"/>
                </a:lnTo>
                <a:lnTo>
                  <a:pt x="667507" y="104089"/>
                </a:lnTo>
                <a:lnTo>
                  <a:pt x="609780" y="60604"/>
                </a:lnTo>
                <a:lnTo>
                  <a:pt x="543438" y="27550"/>
                </a:lnTo>
                <a:lnTo>
                  <a:pt x="471773" y="7348"/>
                </a:lnTo>
                <a:lnTo>
                  <a:pt x="433280" y="2449"/>
                </a:lnTo>
                <a:lnTo>
                  <a:pt x="391494" y="0"/>
                </a:lnTo>
                <a:lnTo>
                  <a:pt x="353000" y="2449"/>
                </a:lnTo>
                <a:lnTo>
                  <a:pt x="314506" y="7348"/>
                </a:lnTo>
                <a:lnTo>
                  <a:pt x="276013" y="15302"/>
                </a:lnTo>
                <a:lnTo>
                  <a:pt x="207009" y="42852"/>
                </a:lnTo>
                <a:lnTo>
                  <a:pt x="143329" y="80806"/>
                </a:lnTo>
                <a:lnTo>
                  <a:pt x="90897" y="131639"/>
                </a:lnTo>
                <a:lnTo>
                  <a:pt x="49770" y="187345"/>
                </a:lnTo>
                <a:lnTo>
                  <a:pt x="19233" y="253480"/>
                </a:lnTo>
                <a:lnTo>
                  <a:pt x="2633" y="322064"/>
                </a:lnTo>
                <a:lnTo>
                  <a:pt x="0" y="360018"/>
                </a:lnTo>
                <a:lnTo>
                  <a:pt x="2633" y="395523"/>
                </a:lnTo>
                <a:lnTo>
                  <a:pt x="19233" y="466557"/>
                </a:lnTo>
                <a:lnTo>
                  <a:pt x="49770" y="529611"/>
                </a:lnTo>
                <a:lnTo>
                  <a:pt x="90897" y="588398"/>
                </a:lnTo>
                <a:lnTo>
                  <a:pt x="143329" y="636150"/>
                </a:lnTo>
                <a:lnTo>
                  <a:pt x="207009" y="674735"/>
                </a:lnTo>
                <a:lnTo>
                  <a:pt x="276013" y="702285"/>
                </a:lnTo>
                <a:lnTo>
                  <a:pt x="314506" y="712689"/>
                </a:lnTo>
                <a:lnTo>
                  <a:pt x="353000" y="717588"/>
                </a:lnTo>
                <a:lnTo>
                  <a:pt x="391494" y="720037"/>
                </a:lnTo>
                <a:lnTo>
                  <a:pt x="433280" y="717588"/>
                </a:lnTo>
                <a:lnTo>
                  <a:pt x="471773" y="712689"/>
                </a:lnTo>
                <a:lnTo>
                  <a:pt x="543438" y="689432"/>
                </a:lnTo>
                <a:lnTo>
                  <a:pt x="579270" y="674735"/>
                </a:lnTo>
                <a:lnTo>
                  <a:pt x="639659" y="636150"/>
                </a:lnTo>
                <a:lnTo>
                  <a:pt x="692063" y="588398"/>
                </a:lnTo>
                <a:lnTo>
                  <a:pt x="736538" y="529611"/>
                </a:lnTo>
                <a:lnTo>
                  <a:pt x="763727" y="466557"/>
                </a:lnTo>
                <a:lnTo>
                  <a:pt x="780326" y="395523"/>
                </a:lnTo>
                <a:lnTo>
                  <a:pt x="782960" y="360018"/>
                </a:lnTo>
              </a:path>
            </a:pathLst>
          </a:custGeom>
          <a:ln w="577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 txBox="1"/>
          <p:nvPr/>
        </p:nvSpPr>
        <p:spPr>
          <a:xfrm>
            <a:off x="7271797" y="4372492"/>
            <a:ext cx="466090" cy="2679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spc="60" dirty="0">
                <a:latin typeface="宋体"/>
                <a:cs typeface="宋体"/>
              </a:rPr>
              <a:t>0001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51" name="object 151"/>
          <p:cNvSpPr/>
          <p:nvPr/>
        </p:nvSpPr>
        <p:spPr>
          <a:xfrm>
            <a:off x="8483371" y="4166714"/>
            <a:ext cx="781050" cy="720090"/>
          </a:xfrm>
          <a:custGeom>
            <a:avLst/>
            <a:gdLst/>
            <a:ahLst/>
            <a:cxnLst/>
            <a:rect l="l" t="t" r="r" b="b"/>
            <a:pathLst>
              <a:path w="781050" h="720089">
                <a:moveTo>
                  <a:pt x="780573" y="360018"/>
                </a:moveTo>
                <a:lnTo>
                  <a:pt x="772617" y="286535"/>
                </a:lnTo>
                <a:lnTo>
                  <a:pt x="750667" y="220425"/>
                </a:lnTo>
                <a:lnTo>
                  <a:pt x="714725" y="157345"/>
                </a:lnTo>
                <a:lnTo>
                  <a:pt x="667534" y="104089"/>
                </a:lnTo>
                <a:lnTo>
                  <a:pt x="609917" y="60604"/>
                </a:lnTo>
                <a:lnTo>
                  <a:pt x="543520" y="27550"/>
                </a:lnTo>
                <a:lnTo>
                  <a:pt x="469167" y="7348"/>
                </a:lnTo>
                <a:lnTo>
                  <a:pt x="430755" y="2449"/>
                </a:lnTo>
                <a:lnTo>
                  <a:pt x="391521" y="0"/>
                </a:lnTo>
                <a:lnTo>
                  <a:pt x="350366" y="2449"/>
                </a:lnTo>
                <a:lnTo>
                  <a:pt x="311955" y="7348"/>
                </a:lnTo>
                <a:lnTo>
                  <a:pt x="273543" y="15302"/>
                </a:lnTo>
                <a:lnTo>
                  <a:pt x="204403" y="42852"/>
                </a:lnTo>
                <a:lnTo>
                  <a:pt x="143493" y="80806"/>
                </a:lnTo>
                <a:lnTo>
                  <a:pt x="88346" y="131639"/>
                </a:lnTo>
                <a:lnTo>
                  <a:pt x="47191" y="187345"/>
                </a:lnTo>
                <a:lnTo>
                  <a:pt x="16736" y="253480"/>
                </a:lnTo>
                <a:lnTo>
                  <a:pt x="3566" y="322064"/>
                </a:lnTo>
                <a:lnTo>
                  <a:pt x="0" y="360018"/>
                </a:lnTo>
                <a:lnTo>
                  <a:pt x="3566" y="395523"/>
                </a:lnTo>
                <a:lnTo>
                  <a:pt x="16736" y="466557"/>
                </a:lnTo>
                <a:lnTo>
                  <a:pt x="47191" y="529611"/>
                </a:lnTo>
                <a:lnTo>
                  <a:pt x="88346" y="588398"/>
                </a:lnTo>
                <a:lnTo>
                  <a:pt x="143493" y="636150"/>
                </a:lnTo>
                <a:lnTo>
                  <a:pt x="204403" y="674735"/>
                </a:lnTo>
                <a:lnTo>
                  <a:pt x="273543" y="702285"/>
                </a:lnTo>
                <a:lnTo>
                  <a:pt x="311955" y="712689"/>
                </a:lnTo>
                <a:lnTo>
                  <a:pt x="350366" y="717588"/>
                </a:lnTo>
                <a:lnTo>
                  <a:pt x="391521" y="720037"/>
                </a:lnTo>
                <a:lnTo>
                  <a:pt x="430756" y="717588"/>
                </a:lnTo>
                <a:lnTo>
                  <a:pt x="469167" y="712689"/>
                </a:lnTo>
                <a:lnTo>
                  <a:pt x="507853" y="702285"/>
                </a:lnTo>
                <a:lnTo>
                  <a:pt x="576719" y="674735"/>
                </a:lnTo>
                <a:lnTo>
                  <a:pt x="639823" y="636150"/>
                </a:lnTo>
                <a:lnTo>
                  <a:pt x="692227" y="588398"/>
                </a:lnTo>
                <a:lnTo>
                  <a:pt x="733931" y="529611"/>
                </a:lnTo>
                <a:lnTo>
                  <a:pt x="763837" y="466557"/>
                </a:lnTo>
                <a:lnTo>
                  <a:pt x="777830" y="395523"/>
                </a:lnTo>
                <a:lnTo>
                  <a:pt x="780573" y="360018"/>
                </a:lnTo>
              </a:path>
            </a:pathLst>
          </a:custGeom>
          <a:ln w="577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 txBox="1"/>
          <p:nvPr/>
        </p:nvSpPr>
        <p:spPr>
          <a:xfrm>
            <a:off x="8639406" y="4372492"/>
            <a:ext cx="466090" cy="2679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spc="60" dirty="0">
                <a:latin typeface="宋体"/>
                <a:cs typeface="宋体"/>
              </a:rPr>
              <a:t>0010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53" name="object 153"/>
          <p:cNvSpPr/>
          <p:nvPr/>
        </p:nvSpPr>
        <p:spPr>
          <a:xfrm>
            <a:off x="7115954" y="5388838"/>
            <a:ext cx="782955" cy="720725"/>
          </a:xfrm>
          <a:custGeom>
            <a:avLst/>
            <a:gdLst/>
            <a:ahLst/>
            <a:cxnLst/>
            <a:rect l="l" t="t" r="r" b="b"/>
            <a:pathLst>
              <a:path w="782954" h="720725">
                <a:moveTo>
                  <a:pt x="782960" y="360624"/>
                </a:moveTo>
                <a:lnTo>
                  <a:pt x="780326" y="325120"/>
                </a:lnTo>
                <a:lnTo>
                  <a:pt x="775004" y="286535"/>
                </a:lnTo>
                <a:lnTo>
                  <a:pt x="763727" y="254086"/>
                </a:lnTo>
                <a:lnTo>
                  <a:pt x="753109" y="221031"/>
                </a:lnTo>
                <a:lnTo>
                  <a:pt x="714616" y="159795"/>
                </a:lnTo>
                <a:lnTo>
                  <a:pt x="667507" y="106538"/>
                </a:lnTo>
                <a:lnTo>
                  <a:pt x="609780" y="61211"/>
                </a:lnTo>
                <a:lnTo>
                  <a:pt x="543438" y="28156"/>
                </a:lnTo>
                <a:lnTo>
                  <a:pt x="471773" y="7954"/>
                </a:lnTo>
                <a:lnTo>
                  <a:pt x="433280" y="3055"/>
                </a:lnTo>
                <a:lnTo>
                  <a:pt x="391494" y="0"/>
                </a:lnTo>
                <a:lnTo>
                  <a:pt x="353000" y="3055"/>
                </a:lnTo>
                <a:lnTo>
                  <a:pt x="314506" y="7954"/>
                </a:lnTo>
                <a:lnTo>
                  <a:pt x="276013" y="17752"/>
                </a:lnTo>
                <a:lnTo>
                  <a:pt x="207009" y="43458"/>
                </a:lnTo>
                <a:lnTo>
                  <a:pt x="143329" y="83862"/>
                </a:lnTo>
                <a:lnTo>
                  <a:pt x="90897" y="132245"/>
                </a:lnTo>
                <a:lnTo>
                  <a:pt x="49770" y="187951"/>
                </a:lnTo>
                <a:lnTo>
                  <a:pt x="19233" y="254086"/>
                </a:lnTo>
                <a:lnTo>
                  <a:pt x="2633" y="325120"/>
                </a:lnTo>
                <a:lnTo>
                  <a:pt x="0" y="360624"/>
                </a:lnTo>
                <a:lnTo>
                  <a:pt x="2633" y="398578"/>
                </a:lnTo>
                <a:lnTo>
                  <a:pt x="19233" y="467163"/>
                </a:lnTo>
                <a:lnTo>
                  <a:pt x="49770" y="532692"/>
                </a:lnTo>
                <a:lnTo>
                  <a:pt x="90897" y="588398"/>
                </a:lnTo>
                <a:lnTo>
                  <a:pt x="143329" y="639218"/>
                </a:lnTo>
                <a:lnTo>
                  <a:pt x="207009" y="677179"/>
                </a:lnTo>
                <a:lnTo>
                  <a:pt x="276013" y="705346"/>
                </a:lnTo>
                <a:lnTo>
                  <a:pt x="314506" y="712691"/>
                </a:lnTo>
                <a:lnTo>
                  <a:pt x="353000" y="718204"/>
                </a:lnTo>
                <a:lnTo>
                  <a:pt x="391494" y="720651"/>
                </a:lnTo>
                <a:lnTo>
                  <a:pt x="433280" y="718204"/>
                </a:lnTo>
                <a:lnTo>
                  <a:pt x="471773" y="712691"/>
                </a:lnTo>
                <a:lnTo>
                  <a:pt x="543438" y="692487"/>
                </a:lnTo>
                <a:lnTo>
                  <a:pt x="579270" y="677179"/>
                </a:lnTo>
                <a:lnTo>
                  <a:pt x="639659" y="639218"/>
                </a:lnTo>
                <a:lnTo>
                  <a:pt x="692063" y="588398"/>
                </a:lnTo>
                <a:lnTo>
                  <a:pt x="736538" y="532692"/>
                </a:lnTo>
                <a:lnTo>
                  <a:pt x="763727" y="467163"/>
                </a:lnTo>
                <a:lnTo>
                  <a:pt x="775004" y="434108"/>
                </a:lnTo>
                <a:lnTo>
                  <a:pt x="780326" y="398578"/>
                </a:lnTo>
                <a:lnTo>
                  <a:pt x="782960" y="360624"/>
                </a:lnTo>
              </a:path>
            </a:pathLst>
          </a:custGeom>
          <a:ln w="5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 txBox="1"/>
          <p:nvPr/>
        </p:nvSpPr>
        <p:spPr>
          <a:xfrm>
            <a:off x="7271797" y="5595248"/>
            <a:ext cx="466090" cy="2679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spc="60" dirty="0">
                <a:latin typeface="宋体"/>
                <a:cs typeface="宋体"/>
              </a:rPr>
              <a:t>0100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55" name="object 155"/>
          <p:cNvSpPr/>
          <p:nvPr/>
        </p:nvSpPr>
        <p:spPr>
          <a:xfrm>
            <a:off x="8483371" y="5424343"/>
            <a:ext cx="781050" cy="720725"/>
          </a:xfrm>
          <a:custGeom>
            <a:avLst/>
            <a:gdLst/>
            <a:ahLst/>
            <a:cxnLst/>
            <a:rect l="l" t="t" r="r" b="b"/>
            <a:pathLst>
              <a:path w="781050" h="720725">
                <a:moveTo>
                  <a:pt x="780573" y="360624"/>
                </a:moveTo>
                <a:lnTo>
                  <a:pt x="772617" y="289616"/>
                </a:lnTo>
                <a:lnTo>
                  <a:pt x="750667" y="221031"/>
                </a:lnTo>
                <a:lnTo>
                  <a:pt x="714725" y="159795"/>
                </a:lnTo>
                <a:lnTo>
                  <a:pt x="667534" y="106538"/>
                </a:lnTo>
                <a:lnTo>
                  <a:pt x="609917" y="63685"/>
                </a:lnTo>
                <a:lnTo>
                  <a:pt x="543520" y="30605"/>
                </a:lnTo>
                <a:lnTo>
                  <a:pt x="469167" y="7954"/>
                </a:lnTo>
                <a:lnTo>
                  <a:pt x="430755" y="3055"/>
                </a:lnTo>
                <a:lnTo>
                  <a:pt x="391521" y="0"/>
                </a:lnTo>
                <a:lnTo>
                  <a:pt x="350366" y="3055"/>
                </a:lnTo>
                <a:lnTo>
                  <a:pt x="311955" y="7954"/>
                </a:lnTo>
                <a:lnTo>
                  <a:pt x="273543" y="17752"/>
                </a:lnTo>
                <a:lnTo>
                  <a:pt x="237601" y="30605"/>
                </a:lnTo>
                <a:lnTo>
                  <a:pt x="171204" y="63685"/>
                </a:lnTo>
                <a:lnTo>
                  <a:pt x="113587" y="106538"/>
                </a:lnTo>
                <a:lnTo>
                  <a:pt x="66396" y="159795"/>
                </a:lnTo>
                <a:lnTo>
                  <a:pt x="30729" y="221031"/>
                </a:lnTo>
                <a:lnTo>
                  <a:pt x="8779" y="289616"/>
                </a:lnTo>
                <a:lnTo>
                  <a:pt x="0" y="360624"/>
                </a:lnTo>
                <a:lnTo>
                  <a:pt x="3566" y="398604"/>
                </a:lnTo>
                <a:lnTo>
                  <a:pt x="16736" y="467163"/>
                </a:lnTo>
                <a:lnTo>
                  <a:pt x="47191" y="532692"/>
                </a:lnTo>
                <a:lnTo>
                  <a:pt x="88346" y="588406"/>
                </a:lnTo>
                <a:lnTo>
                  <a:pt x="143493" y="639226"/>
                </a:lnTo>
                <a:lnTo>
                  <a:pt x="204403" y="677187"/>
                </a:lnTo>
                <a:lnTo>
                  <a:pt x="273543" y="705353"/>
                </a:lnTo>
                <a:lnTo>
                  <a:pt x="311955" y="712702"/>
                </a:lnTo>
                <a:lnTo>
                  <a:pt x="350366" y="718212"/>
                </a:lnTo>
                <a:lnTo>
                  <a:pt x="391521" y="720661"/>
                </a:lnTo>
                <a:lnTo>
                  <a:pt x="430756" y="718212"/>
                </a:lnTo>
                <a:lnTo>
                  <a:pt x="469167" y="712702"/>
                </a:lnTo>
                <a:lnTo>
                  <a:pt x="507853" y="705353"/>
                </a:lnTo>
                <a:lnTo>
                  <a:pt x="576719" y="677187"/>
                </a:lnTo>
                <a:lnTo>
                  <a:pt x="639823" y="639226"/>
                </a:lnTo>
                <a:lnTo>
                  <a:pt x="692227" y="588406"/>
                </a:lnTo>
                <a:lnTo>
                  <a:pt x="714725" y="563303"/>
                </a:lnTo>
                <a:lnTo>
                  <a:pt x="750667" y="499637"/>
                </a:lnTo>
                <a:lnTo>
                  <a:pt x="772617" y="434108"/>
                </a:lnTo>
                <a:lnTo>
                  <a:pt x="777830" y="398604"/>
                </a:lnTo>
                <a:lnTo>
                  <a:pt x="780573" y="360624"/>
                </a:lnTo>
              </a:path>
            </a:pathLst>
          </a:custGeom>
          <a:ln w="577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 txBox="1"/>
          <p:nvPr/>
        </p:nvSpPr>
        <p:spPr>
          <a:xfrm>
            <a:off x="8639406" y="5630753"/>
            <a:ext cx="466090" cy="2679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spc="60" dirty="0">
                <a:latin typeface="宋体"/>
                <a:cs typeface="宋体"/>
              </a:rPr>
              <a:t>0011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57" name="object 157"/>
          <p:cNvSpPr/>
          <p:nvPr/>
        </p:nvSpPr>
        <p:spPr>
          <a:xfrm>
            <a:off x="6528699" y="4526732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0" y="0"/>
                </a:moveTo>
                <a:lnTo>
                  <a:pt x="286658" y="0"/>
                </a:lnTo>
              </a:path>
            </a:pathLst>
          </a:custGeom>
          <a:ln w="305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6790801" y="4433048"/>
            <a:ext cx="306070" cy="187960"/>
          </a:xfrm>
          <a:custGeom>
            <a:avLst/>
            <a:gdLst/>
            <a:ahLst/>
            <a:cxnLst/>
            <a:rect l="l" t="t" r="r" b="b"/>
            <a:pathLst>
              <a:path w="306070" h="187960">
                <a:moveTo>
                  <a:pt x="0" y="0"/>
                </a:moveTo>
                <a:lnTo>
                  <a:pt x="0" y="187370"/>
                </a:lnTo>
                <a:lnTo>
                  <a:pt x="305891" y="936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7898914" y="4526732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4">
                <a:moveTo>
                  <a:pt x="0" y="0"/>
                </a:moveTo>
                <a:lnTo>
                  <a:pt x="292639" y="0"/>
                </a:lnTo>
              </a:path>
            </a:pathLst>
          </a:custGeom>
          <a:ln w="305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8166340" y="4433048"/>
            <a:ext cx="306705" cy="187960"/>
          </a:xfrm>
          <a:custGeom>
            <a:avLst/>
            <a:gdLst/>
            <a:ahLst/>
            <a:cxnLst/>
            <a:rect l="l" t="t" r="r" b="b"/>
            <a:pathLst>
              <a:path w="306704" h="187960">
                <a:moveTo>
                  <a:pt x="0" y="0"/>
                </a:moveTo>
                <a:lnTo>
                  <a:pt x="0" y="187370"/>
                </a:lnTo>
                <a:lnTo>
                  <a:pt x="306605" y="936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8170647" y="5763251"/>
            <a:ext cx="347980" cy="31115"/>
          </a:xfrm>
          <a:custGeom>
            <a:avLst/>
            <a:gdLst/>
            <a:ahLst/>
            <a:cxnLst/>
            <a:rect l="l" t="t" r="r" b="b"/>
            <a:pathLst>
              <a:path w="347979" h="31114">
                <a:moveTo>
                  <a:pt x="331105" y="0"/>
                </a:moveTo>
                <a:lnTo>
                  <a:pt x="297907" y="0"/>
                </a:lnTo>
                <a:lnTo>
                  <a:pt x="289950" y="2449"/>
                </a:lnTo>
                <a:lnTo>
                  <a:pt x="283914" y="4898"/>
                </a:lnTo>
                <a:lnTo>
                  <a:pt x="281445" y="10403"/>
                </a:lnTo>
                <a:lnTo>
                  <a:pt x="281445" y="20201"/>
                </a:lnTo>
                <a:lnTo>
                  <a:pt x="283914" y="25100"/>
                </a:lnTo>
                <a:lnTo>
                  <a:pt x="289950" y="30605"/>
                </a:lnTo>
                <a:lnTo>
                  <a:pt x="336318" y="30605"/>
                </a:lnTo>
                <a:lnTo>
                  <a:pt x="342355" y="25100"/>
                </a:lnTo>
                <a:lnTo>
                  <a:pt x="345098" y="20201"/>
                </a:lnTo>
                <a:lnTo>
                  <a:pt x="347568" y="15302"/>
                </a:lnTo>
                <a:lnTo>
                  <a:pt x="345098" y="10403"/>
                </a:lnTo>
                <a:lnTo>
                  <a:pt x="342355" y="4898"/>
                </a:lnTo>
                <a:lnTo>
                  <a:pt x="336318" y="2449"/>
                </a:lnTo>
                <a:lnTo>
                  <a:pt x="331105" y="0"/>
                </a:lnTo>
                <a:close/>
              </a:path>
              <a:path w="347979" h="31114">
                <a:moveTo>
                  <a:pt x="231565" y="0"/>
                </a:moveTo>
                <a:lnTo>
                  <a:pt x="199053" y="0"/>
                </a:lnTo>
                <a:lnTo>
                  <a:pt x="190438" y="2449"/>
                </a:lnTo>
                <a:lnTo>
                  <a:pt x="185115" y="4898"/>
                </a:lnTo>
                <a:lnTo>
                  <a:pt x="182481" y="10403"/>
                </a:lnTo>
                <a:lnTo>
                  <a:pt x="182481" y="20201"/>
                </a:lnTo>
                <a:lnTo>
                  <a:pt x="185115" y="25100"/>
                </a:lnTo>
                <a:lnTo>
                  <a:pt x="190438" y="30605"/>
                </a:lnTo>
                <a:lnTo>
                  <a:pt x="237546" y="30605"/>
                </a:lnTo>
                <a:lnTo>
                  <a:pt x="242759" y="25100"/>
                </a:lnTo>
                <a:lnTo>
                  <a:pt x="248247" y="15302"/>
                </a:lnTo>
                <a:lnTo>
                  <a:pt x="245503" y="10403"/>
                </a:lnTo>
                <a:lnTo>
                  <a:pt x="242759" y="4898"/>
                </a:lnTo>
                <a:lnTo>
                  <a:pt x="237546" y="2449"/>
                </a:lnTo>
                <a:lnTo>
                  <a:pt x="231565" y="0"/>
                </a:lnTo>
                <a:close/>
              </a:path>
              <a:path w="347979" h="31114">
                <a:moveTo>
                  <a:pt x="132711" y="0"/>
                </a:moveTo>
                <a:lnTo>
                  <a:pt x="99540" y="0"/>
                </a:lnTo>
                <a:lnTo>
                  <a:pt x="90897" y="2449"/>
                </a:lnTo>
                <a:lnTo>
                  <a:pt x="85602" y="4898"/>
                </a:lnTo>
                <a:lnTo>
                  <a:pt x="82941" y="10403"/>
                </a:lnTo>
                <a:lnTo>
                  <a:pt x="82941" y="20201"/>
                </a:lnTo>
                <a:lnTo>
                  <a:pt x="85602" y="25100"/>
                </a:lnTo>
                <a:lnTo>
                  <a:pt x="90897" y="30605"/>
                </a:lnTo>
                <a:lnTo>
                  <a:pt x="138006" y="30605"/>
                </a:lnTo>
                <a:lnTo>
                  <a:pt x="143329" y="25100"/>
                </a:lnTo>
                <a:lnTo>
                  <a:pt x="146649" y="20201"/>
                </a:lnTo>
                <a:lnTo>
                  <a:pt x="149283" y="15302"/>
                </a:lnTo>
                <a:lnTo>
                  <a:pt x="146649" y="10403"/>
                </a:lnTo>
                <a:lnTo>
                  <a:pt x="143329" y="4898"/>
                </a:lnTo>
                <a:lnTo>
                  <a:pt x="132711" y="0"/>
                </a:lnTo>
                <a:close/>
              </a:path>
              <a:path w="347979" h="31114">
                <a:moveTo>
                  <a:pt x="33170" y="0"/>
                </a:moveTo>
                <a:lnTo>
                  <a:pt x="16599" y="0"/>
                </a:lnTo>
                <a:lnTo>
                  <a:pt x="8615" y="2449"/>
                </a:lnTo>
                <a:lnTo>
                  <a:pt x="2661" y="4898"/>
                </a:lnTo>
                <a:lnTo>
                  <a:pt x="0" y="10403"/>
                </a:lnTo>
                <a:lnTo>
                  <a:pt x="0" y="20201"/>
                </a:lnTo>
                <a:lnTo>
                  <a:pt x="2661" y="25100"/>
                </a:lnTo>
                <a:lnTo>
                  <a:pt x="8615" y="30605"/>
                </a:lnTo>
                <a:lnTo>
                  <a:pt x="39152" y="30605"/>
                </a:lnTo>
                <a:lnTo>
                  <a:pt x="44447" y="25100"/>
                </a:lnTo>
                <a:lnTo>
                  <a:pt x="49770" y="15302"/>
                </a:lnTo>
                <a:lnTo>
                  <a:pt x="47108" y="10403"/>
                </a:lnTo>
                <a:lnTo>
                  <a:pt x="44447" y="4898"/>
                </a:lnTo>
                <a:lnTo>
                  <a:pt x="39152" y="2449"/>
                </a:lnTo>
                <a:lnTo>
                  <a:pt x="3317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8452093" y="5763251"/>
            <a:ext cx="66675" cy="31115"/>
          </a:xfrm>
          <a:custGeom>
            <a:avLst/>
            <a:gdLst/>
            <a:ahLst/>
            <a:cxnLst/>
            <a:rect l="l" t="t" r="r" b="b"/>
            <a:pathLst>
              <a:path w="66675" h="31114">
                <a:moveTo>
                  <a:pt x="49660" y="30605"/>
                </a:moveTo>
                <a:lnTo>
                  <a:pt x="16462" y="30605"/>
                </a:lnTo>
                <a:lnTo>
                  <a:pt x="8505" y="30605"/>
                </a:lnTo>
                <a:lnTo>
                  <a:pt x="2469" y="25100"/>
                </a:lnTo>
                <a:lnTo>
                  <a:pt x="0" y="20201"/>
                </a:lnTo>
                <a:lnTo>
                  <a:pt x="0" y="15302"/>
                </a:lnTo>
                <a:lnTo>
                  <a:pt x="0" y="10403"/>
                </a:lnTo>
                <a:lnTo>
                  <a:pt x="2469" y="4898"/>
                </a:lnTo>
                <a:lnTo>
                  <a:pt x="8505" y="2449"/>
                </a:lnTo>
                <a:lnTo>
                  <a:pt x="16462" y="0"/>
                </a:lnTo>
                <a:lnTo>
                  <a:pt x="49660" y="0"/>
                </a:lnTo>
                <a:lnTo>
                  <a:pt x="54873" y="2449"/>
                </a:lnTo>
                <a:lnTo>
                  <a:pt x="60909" y="4898"/>
                </a:lnTo>
                <a:lnTo>
                  <a:pt x="63653" y="10403"/>
                </a:lnTo>
                <a:lnTo>
                  <a:pt x="66122" y="15302"/>
                </a:lnTo>
                <a:lnTo>
                  <a:pt x="63653" y="20201"/>
                </a:lnTo>
                <a:lnTo>
                  <a:pt x="60909" y="25100"/>
                </a:lnTo>
                <a:lnTo>
                  <a:pt x="54873" y="30605"/>
                </a:lnTo>
                <a:lnTo>
                  <a:pt x="49660" y="30605"/>
                </a:lnTo>
                <a:close/>
              </a:path>
            </a:pathLst>
          </a:custGeom>
          <a:ln w="3589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8353129" y="5763251"/>
            <a:ext cx="66040" cy="31115"/>
          </a:xfrm>
          <a:custGeom>
            <a:avLst/>
            <a:gdLst/>
            <a:ahLst/>
            <a:cxnLst/>
            <a:rect l="l" t="t" r="r" b="b"/>
            <a:pathLst>
              <a:path w="66040" h="31114">
                <a:moveTo>
                  <a:pt x="49084" y="30605"/>
                </a:moveTo>
                <a:lnTo>
                  <a:pt x="16571" y="30605"/>
                </a:lnTo>
                <a:lnTo>
                  <a:pt x="7956" y="30605"/>
                </a:lnTo>
                <a:lnTo>
                  <a:pt x="2633" y="25100"/>
                </a:lnTo>
                <a:lnTo>
                  <a:pt x="0" y="20201"/>
                </a:lnTo>
                <a:lnTo>
                  <a:pt x="0" y="15302"/>
                </a:lnTo>
                <a:lnTo>
                  <a:pt x="0" y="10403"/>
                </a:lnTo>
                <a:lnTo>
                  <a:pt x="2633" y="4898"/>
                </a:lnTo>
                <a:lnTo>
                  <a:pt x="7956" y="2449"/>
                </a:lnTo>
                <a:lnTo>
                  <a:pt x="16571" y="0"/>
                </a:lnTo>
                <a:lnTo>
                  <a:pt x="49084" y="0"/>
                </a:lnTo>
                <a:lnTo>
                  <a:pt x="55065" y="2449"/>
                </a:lnTo>
                <a:lnTo>
                  <a:pt x="60278" y="4898"/>
                </a:lnTo>
                <a:lnTo>
                  <a:pt x="63022" y="10403"/>
                </a:lnTo>
                <a:lnTo>
                  <a:pt x="65765" y="15302"/>
                </a:lnTo>
                <a:lnTo>
                  <a:pt x="63022" y="20201"/>
                </a:lnTo>
                <a:lnTo>
                  <a:pt x="60278" y="25100"/>
                </a:lnTo>
                <a:lnTo>
                  <a:pt x="55065" y="30605"/>
                </a:lnTo>
                <a:lnTo>
                  <a:pt x="49084" y="30605"/>
                </a:lnTo>
                <a:close/>
              </a:path>
            </a:pathLst>
          </a:custGeom>
          <a:ln w="3589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8253589" y="5763251"/>
            <a:ext cx="66675" cy="31115"/>
          </a:xfrm>
          <a:custGeom>
            <a:avLst/>
            <a:gdLst/>
            <a:ahLst/>
            <a:cxnLst/>
            <a:rect l="l" t="t" r="r" b="b"/>
            <a:pathLst>
              <a:path w="66675" h="31114">
                <a:moveTo>
                  <a:pt x="49770" y="30605"/>
                </a:moveTo>
                <a:lnTo>
                  <a:pt x="16599" y="30605"/>
                </a:lnTo>
                <a:lnTo>
                  <a:pt x="7956" y="30605"/>
                </a:lnTo>
                <a:lnTo>
                  <a:pt x="2661" y="25100"/>
                </a:lnTo>
                <a:lnTo>
                  <a:pt x="0" y="20201"/>
                </a:lnTo>
                <a:lnTo>
                  <a:pt x="0" y="15302"/>
                </a:lnTo>
                <a:lnTo>
                  <a:pt x="0" y="10403"/>
                </a:lnTo>
                <a:lnTo>
                  <a:pt x="2661" y="4898"/>
                </a:lnTo>
                <a:lnTo>
                  <a:pt x="7956" y="2449"/>
                </a:lnTo>
                <a:lnTo>
                  <a:pt x="16599" y="0"/>
                </a:lnTo>
                <a:lnTo>
                  <a:pt x="49770" y="0"/>
                </a:lnTo>
                <a:lnTo>
                  <a:pt x="55065" y="2449"/>
                </a:lnTo>
                <a:lnTo>
                  <a:pt x="60388" y="4898"/>
                </a:lnTo>
                <a:lnTo>
                  <a:pt x="63707" y="10403"/>
                </a:lnTo>
                <a:lnTo>
                  <a:pt x="66341" y="15302"/>
                </a:lnTo>
                <a:lnTo>
                  <a:pt x="63707" y="20201"/>
                </a:lnTo>
                <a:lnTo>
                  <a:pt x="60388" y="25100"/>
                </a:lnTo>
                <a:lnTo>
                  <a:pt x="55065" y="30605"/>
                </a:lnTo>
                <a:lnTo>
                  <a:pt x="49770" y="30605"/>
                </a:lnTo>
                <a:close/>
              </a:path>
            </a:pathLst>
          </a:custGeom>
          <a:ln w="3588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8170647" y="5763251"/>
            <a:ext cx="50165" cy="31115"/>
          </a:xfrm>
          <a:custGeom>
            <a:avLst/>
            <a:gdLst/>
            <a:ahLst/>
            <a:cxnLst/>
            <a:rect l="l" t="t" r="r" b="b"/>
            <a:pathLst>
              <a:path w="50165" h="31114">
                <a:moveTo>
                  <a:pt x="33170" y="30605"/>
                </a:moveTo>
                <a:lnTo>
                  <a:pt x="16599" y="30605"/>
                </a:lnTo>
                <a:lnTo>
                  <a:pt x="8615" y="30605"/>
                </a:lnTo>
                <a:lnTo>
                  <a:pt x="2661" y="25100"/>
                </a:lnTo>
                <a:lnTo>
                  <a:pt x="0" y="20201"/>
                </a:lnTo>
                <a:lnTo>
                  <a:pt x="0" y="15302"/>
                </a:lnTo>
                <a:lnTo>
                  <a:pt x="0" y="10403"/>
                </a:lnTo>
                <a:lnTo>
                  <a:pt x="2661" y="4898"/>
                </a:lnTo>
                <a:lnTo>
                  <a:pt x="8615" y="2449"/>
                </a:lnTo>
                <a:lnTo>
                  <a:pt x="16599" y="0"/>
                </a:lnTo>
                <a:lnTo>
                  <a:pt x="33170" y="0"/>
                </a:lnTo>
                <a:lnTo>
                  <a:pt x="39152" y="2449"/>
                </a:lnTo>
                <a:lnTo>
                  <a:pt x="44447" y="4898"/>
                </a:lnTo>
                <a:lnTo>
                  <a:pt x="47108" y="10403"/>
                </a:lnTo>
                <a:lnTo>
                  <a:pt x="49770" y="15302"/>
                </a:lnTo>
                <a:lnTo>
                  <a:pt x="47108" y="20201"/>
                </a:lnTo>
                <a:lnTo>
                  <a:pt x="44447" y="25100"/>
                </a:lnTo>
                <a:lnTo>
                  <a:pt x="39152" y="30605"/>
                </a:lnTo>
                <a:lnTo>
                  <a:pt x="33170" y="30605"/>
                </a:lnTo>
                <a:close/>
              </a:path>
            </a:pathLst>
          </a:custGeom>
          <a:ln w="3619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7896280" y="5678429"/>
            <a:ext cx="309245" cy="187960"/>
          </a:xfrm>
          <a:custGeom>
            <a:avLst/>
            <a:gdLst/>
            <a:ahLst/>
            <a:cxnLst/>
            <a:rect l="l" t="t" r="r" b="b"/>
            <a:pathLst>
              <a:path w="309245" h="187960">
                <a:moveTo>
                  <a:pt x="309211" y="0"/>
                </a:moveTo>
                <a:lnTo>
                  <a:pt x="0" y="93685"/>
                </a:lnTo>
                <a:lnTo>
                  <a:pt x="309211" y="187370"/>
                </a:lnTo>
                <a:lnTo>
                  <a:pt x="309211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8874893" y="4886752"/>
            <a:ext cx="0" cy="261620"/>
          </a:xfrm>
          <a:custGeom>
            <a:avLst/>
            <a:gdLst/>
            <a:ahLst/>
            <a:cxnLst/>
            <a:rect l="l" t="t" r="r" b="b"/>
            <a:pathLst>
              <a:path h="261620">
                <a:moveTo>
                  <a:pt x="0" y="0"/>
                </a:moveTo>
                <a:lnTo>
                  <a:pt x="0" y="261460"/>
                </a:lnTo>
              </a:path>
            </a:pathLst>
          </a:custGeom>
          <a:ln w="331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8770908" y="5125535"/>
            <a:ext cx="206375" cy="281305"/>
          </a:xfrm>
          <a:custGeom>
            <a:avLst/>
            <a:gdLst/>
            <a:ahLst/>
            <a:cxnLst/>
            <a:rect l="l" t="t" r="r" b="b"/>
            <a:pathLst>
              <a:path w="206375" h="281304">
                <a:moveTo>
                  <a:pt x="206323" y="0"/>
                </a:moveTo>
                <a:lnTo>
                  <a:pt x="0" y="0"/>
                </a:lnTo>
                <a:lnTo>
                  <a:pt x="103985" y="281055"/>
                </a:lnTo>
                <a:lnTo>
                  <a:pt x="2063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6691289" y="4859201"/>
            <a:ext cx="1950085" cy="636270"/>
          </a:xfrm>
          <a:custGeom>
            <a:avLst/>
            <a:gdLst/>
            <a:ahLst/>
            <a:cxnLst/>
            <a:rect l="l" t="t" r="r" b="b"/>
            <a:pathLst>
              <a:path w="1950084" h="636270">
                <a:moveTo>
                  <a:pt x="1949569" y="636175"/>
                </a:moveTo>
                <a:lnTo>
                  <a:pt x="0" y="0"/>
                </a:lnTo>
              </a:path>
            </a:pathLst>
          </a:custGeom>
          <a:ln w="307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6426524" y="4772865"/>
            <a:ext cx="323215" cy="182880"/>
          </a:xfrm>
          <a:custGeom>
            <a:avLst/>
            <a:gdLst/>
            <a:ahLst/>
            <a:cxnLst/>
            <a:rect l="l" t="t" r="r" b="b"/>
            <a:pathLst>
              <a:path w="323215" h="182879">
                <a:moveTo>
                  <a:pt x="0" y="0"/>
                </a:moveTo>
                <a:lnTo>
                  <a:pt x="254146" y="182471"/>
                </a:lnTo>
                <a:lnTo>
                  <a:pt x="323149" y="489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6568866" y="4986876"/>
            <a:ext cx="589915" cy="675005"/>
          </a:xfrm>
          <a:custGeom>
            <a:avLst/>
            <a:gdLst/>
            <a:ahLst/>
            <a:cxnLst/>
            <a:rect l="l" t="t" r="r" b="b"/>
            <a:pathLst>
              <a:path w="589915" h="675004">
                <a:moveTo>
                  <a:pt x="554056" y="621453"/>
                </a:moveTo>
                <a:lnTo>
                  <a:pt x="543438" y="623903"/>
                </a:lnTo>
                <a:lnTo>
                  <a:pt x="537457" y="634306"/>
                </a:lnTo>
                <a:lnTo>
                  <a:pt x="540118" y="644736"/>
                </a:lnTo>
                <a:lnTo>
                  <a:pt x="560010" y="669836"/>
                </a:lnTo>
                <a:lnTo>
                  <a:pt x="570628" y="674735"/>
                </a:lnTo>
                <a:lnTo>
                  <a:pt x="584566" y="672286"/>
                </a:lnTo>
                <a:lnTo>
                  <a:pt x="589888" y="662488"/>
                </a:lnTo>
                <a:lnTo>
                  <a:pt x="587227" y="649634"/>
                </a:lnTo>
                <a:lnTo>
                  <a:pt x="565333" y="626958"/>
                </a:lnTo>
                <a:lnTo>
                  <a:pt x="554056" y="621453"/>
                </a:lnTo>
                <a:close/>
              </a:path>
              <a:path w="589915" h="675004">
                <a:moveTo>
                  <a:pt x="493668" y="547995"/>
                </a:moveTo>
                <a:lnTo>
                  <a:pt x="482391" y="552894"/>
                </a:lnTo>
                <a:lnTo>
                  <a:pt x="474435" y="563298"/>
                </a:lnTo>
                <a:lnTo>
                  <a:pt x="479730" y="573701"/>
                </a:lnTo>
                <a:lnTo>
                  <a:pt x="498963" y="598802"/>
                </a:lnTo>
                <a:lnTo>
                  <a:pt x="510267" y="603701"/>
                </a:lnTo>
                <a:lnTo>
                  <a:pt x="520858" y="598802"/>
                </a:lnTo>
                <a:lnTo>
                  <a:pt x="529500" y="588398"/>
                </a:lnTo>
                <a:lnTo>
                  <a:pt x="523519" y="578600"/>
                </a:lnTo>
                <a:lnTo>
                  <a:pt x="504286" y="555949"/>
                </a:lnTo>
                <a:lnTo>
                  <a:pt x="493668" y="547995"/>
                </a:lnTo>
                <a:close/>
              </a:path>
              <a:path w="589915" h="675004">
                <a:moveTo>
                  <a:pt x="432621" y="476961"/>
                </a:moveTo>
                <a:lnTo>
                  <a:pt x="419342" y="482466"/>
                </a:lnTo>
                <a:lnTo>
                  <a:pt x="413388" y="492263"/>
                </a:lnTo>
                <a:lnTo>
                  <a:pt x="416022" y="502667"/>
                </a:lnTo>
                <a:lnTo>
                  <a:pt x="438603" y="525318"/>
                </a:lnTo>
                <a:lnTo>
                  <a:pt x="449221" y="532667"/>
                </a:lnTo>
                <a:lnTo>
                  <a:pt x="460497" y="527768"/>
                </a:lnTo>
                <a:lnTo>
                  <a:pt x="465792" y="517364"/>
                </a:lnTo>
                <a:lnTo>
                  <a:pt x="463131" y="507566"/>
                </a:lnTo>
                <a:lnTo>
                  <a:pt x="443898" y="484915"/>
                </a:lnTo>
                <a:lnTo>
                  <a:pt x="432621" y="476961"/>
                </a:lnTo>
                <a:close/>
              </a:path>
              <a:path w="589915" h="675004">
                <a:moveTo>
                  <a:pt x="369572" y="405927"/>
                </a:moveTo>
                <a:lnTo>
                  <a:pt x="358295" y="408376"/>
                </a:lnTo>
                <a:lnTo>
                  <a:pt x="350339" y="418780"/>
                </a:lnTo>
                <a:lnTo>
                  <a:pt x="355661" y="431658"/>
                </a:lnTo>
                <a:lnTo>
                  <a:pt x="374895" y="454310"/>
                </a:lnTo>
                <a:lnTo>
                  <a:pt x="386171" y="459209"/>
                </a:lnTo>
                <a:lnTo>
                  <a:pt x="399450" y="456759"/>
                </a:lnTo>
                <a:lnTo>
                  <a:pt x="405404" y="446961"/>
                </a:lnTo>
                <a:lnTo>
                  <a:pt x="402770" y="436557"/>
                </a:lnTo>
                <a:lnTo>
                  <a:pt x="380190" y="411432"/>
                </a:lnTo>
                <a:lnTo>
                  <a:pt x="369572" y="405927"/>
                </a:lnTo>
                <a:close/>
              </a:path>
              <a:path w="589915" h="675004">
                <a:moveTo>
                  <a:pt x="308525" y="334918"/>
                </a:moveTo>
                <a:lnTo>
                  <a:pt x="295273" y="337367"/>
                </a:lnTo>
                <a:lnTo>
                  <a:pt x="289292" y="347771"/>
                </a:lnTo>
                <a:lnTo>
                  <a:pt x="291953" y="360624"/>
                </a:lnTo>
                <a:lnTo>
                  <a:pt x="314506" y="383276"/>
                </a:lnTo>
                <a:lnTo>
                  <a:pt x="325124" y="388174"/>
                </a:lnTo>
                <a:lnTo>
                  <a:pt x="336401" y="385725"/>
                </a:lnTo>
                <a:lnTo>
                  <a:pt x="341724" y="375927"/>
                </a:lnTo>
                <a:lnTo>
                  <a:pt x="339062" y="365523"/>
                </a:lnTo>
                <a:lnTo>
                  <a:pt x="319829" y="340423"/>
                </a:lnTo>
                <a:lnTo>
                  <a:pt x="308525" y="334918"/>
                </a:lnTo>
                <a:close/>
              </a:path>
              <a:path w="589915" h="675004">
                <a:moveTo>
                  <a:pt x="245503" y="263884"/>
                </a:moveTo>
                <a:lnTo>
                  <a:pt x="234227" y="266333"/>
                </a:lnTo>
                <a:lnTo>
                  <a:pt x="228904" y="276737"/>
                </a:lnTo>
                <a:lnTo>
                  <a:pt x="231565" y="289590"/>
                </a:lnTo>
                <a:lnTo>
                  <a:pt x="250798" y="312241"/>
                </a:lnTo>
                <a:lnTo>
                  <a:pt x="262102" y="317140"/>
                </a:lnTo>
                <a:lnTo>
                  <a:pt x="275354" y="314691"/>
                </a:lnTo>
                <a:lnTo>
                  <a:pt x="281335" y="304918"/>
                </a:lnTo>
                <a:lnTo>
                  <a:pt x="278674" y="294489"/>
                </a:lnTo>
                <a:lnTo>
                  <a:pt x="256121" y="269389"/>
                </a:lnTo>
                <a:lnTo>
                  <a:pt x="245503" y="263884"/>
                </a:lnTo>
                <a:close/>
              </a:path>
              <a:path w="589915" h="675004">
                <a:moveTo>
                  <a:pt x="184456" y="192850"/>
                </a:moveTo>
                <a:lnTo>
                  <a:pt x="171177" y="195299"/>
                </a:lnTo>
                <a:lnTo>
                  <a:pt x="165223" y="205728"/>
                </a:lnTo>
                <a:lnTo>
                  <a:pt x="171177" y="218581"/>
                </a:lnTo>
                <a:lnTo>
                  <a:pt x="190438" y="241233"/>
                </a:lnTo>
                <a:lnTo>
                  <a:pt x="201056" y="246131"/>
                </a:lnTo>
                <a:lnTo>
                  <a:pt x="212332" y="243682"/>
                </a:lnTo>
                <a:lnTo>
                  <a:pt x="220289" y="233884"/>
                </a:lnTo>
                <a:lnTo>
                  <a:pt x="214966" y="221031"/>
                </a:lnTo>
                <a:lnTo>
                  <a:pt x="195733" y="198380"/>
                </a:lnTo>
                <a:lnTo>
                  <a:pt x="184456" y="192850"/>
                </a:lnTo>
                <a:close/>
              </a:path>
              <a:path w="589915" h="675004">
                <a:moveTo>
                  <a:pt x="121407" y="121841"/>
                </a:moveTo>
                <a:lnTo>
                  <a:pt x="110130" y="124290"/>
                </a:lnTo>
                <a:lnTo>
                  <a:pt x="104835" y="134694"/>
                </a:lnTo>
                <a:lnTo>
                  <a:pt x="107496" y="145098"/>
                </a:lnTo>
                <a:lnTo>
                  <a:pt x="129391" y="170198"/>
                </a:lnTo>
                <a:lnTo>
                  <a:pt x="140667" y="175097"/>
                </a:lnTo>
                <a:lnTo>
                  <a:pt x="151285" y="172648"/>
                </a:lnTo>
                <a:lnTo>
                  <a:pt x="157239" y="162850"/>
                </a:lnTo>
                <a:lnTo>
                  <a:pt x="154605" y="149997"/>
                </a:lnTo>
                <a:lnTo>
                  <a:pt x="132025" y="127346"/>
                </a:lnTo>
                <a:lnTo>
                  <a:pt x="121407" y="121841"/>
                </a:lnTo>
                <a:close/>
              </a:path>
              <a:path w="589915" h="675004">
                <a:moveTo>
                  <a:pt x="60360" y="50807"/>
                </a:moveTo>
                <a:lnTo>
                  <a:pt x="49742" y="53256"/>
                </a:lnTo>
                <a:lnTo>
                  <a:pt x="41127" y="63660"/>
                </a:lnTo>
                <a:lnTo>
                  <a:pt x="47108" y="74064"/>
                </a:lnTo>
                <a:lnTo>
                  <a:pt x="66341" y="99190"/>
                </a:lnTo>
                <a:lnTo>
                  <a:pt x="76959" y="104089"/>
                </a:lnTo>
                <a:lnTo>
                  <a:pt x="90897" y="101639"/>
                </a:lnTo>
                <a:lnTo>
                  <a:pt x="96193" y="91841"/>
                </a:lnTo>
                <a:lnTo>
                  <a:pt x="93559" y="78963"/>
                </a:lnTo>
                <a:lnTo>
                  <a:pt x="71664" y="56312"/>
                </a:lnTo>
                <a:lnTo>
                  <a:pt x="60360" y="50807"/>
                </a:lnTo>
                <a:close/>
              </a:path>
              <a:path w="589915" h="675004">
                <a:moveTo>
                  <a:pt x="16571" y="0"/>
                </a:moveTo>
                <a:lnTo>
                  <a:pt x="5295" y="3055"/>
                </a:lnTo>
                <a:lnTo>
                  <a:pt x="0" y="12853"/>
                </a:lnTo>
                <a:lnTo>
                  <a:pt x="2633" y="23257"/>
                </a:lnTo>
                <a:lnTo>
                  <a:pt x="5295" y="28156"/>
                </a:lnTo>
                <a:lnTo>
                  <a:pt x="16571" y="33054"/>
                </a:lnTo>
                <a:lnTo>
                  <a:pt x="27189" y="28156"/>
                </a:lnTo>
                <a:lnTo>
                  <a:pt x="33170" y="17752"/>
                </a:lnTo>
                <a:lnTo>
                  <a:pt x="30509" y="7954"/>
                </a:lnTo>
                <a:lnTo>
                  <a:pt x="27189" y="5504"/>
                </a:lnTo>
                <a:lnTo>
                  <a:pt x="16571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7106323" y="5608330"/>
            <a:ext cx="52705" cy="53340"/>
          </a:xfrm>
          <a:custGeom>
            <a:avLst/>
            <a:gdLst/>
            <a:ahLst/>
            <a:cxnLst/>
            <a:rect l="l" t="t" r="r" b="b"/>
            <a:pathLst>
              <a:path w="52704" h="53339">
                <a:moveTo>
                  <a:pt x="22552" y="48382"/>
                </a:moveTo>
                <a:lnTo>
                  <a:pt x="2661" y="23282"/>
                </a:lnTo>
                <a:lnTo>
                  <a:pt x="0" y="12853"/>
                </a:lnTo>
                <a:lnTo>
                  <a:pt x="5981" y="2449"/>
                </a:lnTo>
                <a:lnTo>
                  <a:pt x="16599" y="0"/>
                </a:lnTo>
                <a:lnTo>
                  <a:pt x="27875" y="5504"/>
                </a:lnTo>
                <a:lnTo>
                  <a:pt x="49770" y="28181"/>
                </a:lnTo>
                <a:lnTo>
                  <a:pt x="52431" y="41034"/>
                </a:lnTo>
                <a:lnTo>
                  <a:pt x="47108" y="50832"/>
                </a:lnTo>
                <a:lnTo>
                  <a:pt x="33170" y="53281"/>
                </a:lnTo>
                <a:lnTo>
                  <a:pt x="22552" y="48382"/>
                </a:lnTo>
                <a:close/>
              </a:path>
            </a:pathLst>
          </a:custGeom>
          <a:ln w="3690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7043301" y="5534871"/>
            <a:ext cx="55244" cy="55880"/>
          </a:xfrm>
          <a:custGeom>
            <a:avLst/>
            <a:gdLst/>
            <a:ahLst/>
            <a:cxnLst/>
            <a:rect l="l" t="t" r="r" b="b"/>
            <a:pathLst>
              <a:path w="55245" h="55879">
                <a:moveTo>
                  <a:pt x="24528" y="50807"/>
                </a:moveTo>
                <a:lnTo>
                  <a:pt x="5295" y="25706"/>
                </a:lnTo>
                <a:lnTo>
                  <a:pt x="0" y="15302"/>
                </a:lnTo>
                <a:lnTo>
                  <a:pt x="7956" y="4898"/>
                </a:lnTo>
                <a:lnTo>
                  <a:pt x="19233" y="0"/>
                </a:lnTo>
                <a:lnTo>
                  <a:pt x="29851" y="7954"/>
                </a:lnTo>
                <a:lnTo>
                  <a:pt x="49084" y="30605"/>
                </a:lnTo>
                <a:lnTo>
                  <a:pt x="55065" y="40403"/>
                </a:lnTo>
                <a:lnTo>
                  <a:pt x="46422" y="50807"/>
                </a:lnTo>
                <a:lnTo>
                  <a:pt x="35832" y="55706"/>
                </a:lnTo>
                <a:lnTo>
                  <a:pt x="24528" y="50807"/>
                </a:lnTo>
                <a:close/>
              </a:path>
            </a:pathLst>
          </a:custGeom>
          <a:ln w="3689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6982255" y="5463837"/>
            <a:ext cx="52705" cy="55880"/>
          </a:xfrm>
          <a:custGeom>
            <a:avLst/>
            <a:gdLst/>
            <a:ahLst/>
            <a:cxnLst/>
            <a:rect l="l" t="t" r="r" b="b"/>
            <a:pathLst>
              <a:path w="52704" h="55879">
                <a:moveTo>
                  <a:pt x="25214" y="48357"/>
                </a:moveTo>
                <a:lnTo>
                  <a:pt x="2633" y="25706"/>
                </a:lnTo>
                <a:lnTo>
                  <a:pt x="0" y="15302"/>
                </a:lnTo>
                <a:lnTo>
                  <a:pt x="5953" y="5504"/>
                </a:lnTo>
                <a:lnTo>
                  <a:pt x="19233" y="0"/>
                </a:lnTo>
                <a:lnTo>
                  <a:pt x="30509" y="7954"/>
                </a:lnTo>
                <a:lnTo>
                  <a:pt x="49742" y="30605"/>
                </a:lnTo>
                <a:lnTo>
                  <a:pt x="52404" y="40403"/>
                </a:lnTo>
                <a:lnTo>
                  <a:pt x="47108" y="50807"/>
                </a:lnTo>
                <a:lnTo>
                  <a:pt x="35832" y="55706"/>
                </a:lnTo>
                <a:lnTo>
                  <a:pt x="25214" y="48357"/>
                </a:lnTo>
                <a:close/>
              </a:path>
            </a:pathLst>
          </a:custGeom>
          <a:ln w="3697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6919205" y="5392803"/>
            <a:ext cx="55244" cy="53340"/>
          </a:xfrm>
          <a:custGeom>
            <a:avLst/>
            <a:gdLst/>
            <a:ahLst/>
            <a:cxnLst/>
            <a:rect l="l" t="t" r="r" b="b"/>
            <a:pathLst>
              <a:path w="55245" h="53339">
                <a:moveTo>
                  <a:pt x="24555" y="48382"/>
                </a:moveTo>
                <a:lnTo>
                  <a:pt x="5322" y="25731"/>
                </a:lnTo>
                <a:lnTo>
                  <a:pt x="0" y="12853"/>
                </a:lnTo>
                <a:lnTo>
                  <a:pt x="7956" y="2449"/>
                </a:lnTo>
                <a:lnTo>
                  <a:pt x="19233" y="0"/>
                </a:lnTo>
                <a:lnTo>
                  <a:pt x="29851" y="5504"/>
                </a:lnTo>
                <a:lnTo>
                  <a:pt x="52431" y="30630"/>
                </a:lnTo>
                <a:lnTo>
                  <a:pt x="55065" y="41034"/>
                </a:lnTo>
                <a:lnTo>
                  <a:pt x="49111" y="50832"/>
                </a:lnTo>
                <a:lnTo>
                  <a:pt x="35832" y="53281"/>
                </a:lnTo>
                <a:lnTo>
                  <a:pt x="24555" y="48382"/>
                </a:lnTo>
                <a:close/>
              </a:path>
            </a:pathLst>
          </a:custGeom>
          <a:ln w="3683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6858158" y="5321794"/>
            <a:ext cx="52705" cy="53340"/>
          </a:xfrm>
          <a:custGeom>
            <a:avLst/>
            <a:gdLst/>
            <a:ahLst/>
            <a:cxnLst/>
            <a:rect l="l" t="t" r="r" b="b"/>
            <a:pathLst>
              <a:path w="52704" h="53339">
                <a:moveTo>
                  <a:pt x="25214" y="48357"/>
                </a:moveTo>
                <a:lnTo>
                  <a:pt x="2661" y="25706"/>
                </a:lnTo>
                <a:lnTo>
                  <a:pt x="0" y="12853"/>
                </a:lnTo>
                <a:lnTo>
                  <a:pt x="5981" y="2449"/>
                </a:lnTo>
                <a:lnTo>
                  <a:pt x="19233" y="0"/>
                </a:lnTo>
                <a:lnTo>
                  <a:pt x="30537" y="5504"/>
                </a:lnTo>
                <a:lnTo>
                  <a:pt x="49770" y="30605"/>
                </a:lnTo>
                <a:lnTo>
                  <a:pt x="52431" y="41009"/>
                </a:lnTo>
                <a:lnTo>
                  <a:pt x="47108" y="50807"/>
                </a:lnTo>
                <a:lnTo>
                  <a:pt x="35832" y="53256"/>
                </a:lnTo>
                <a:lnTo>
                  <a:pt x="25214" y="48357"/>
                </a:lnTo>
                <a:close/>
              </a:path>
            </a:pathLst>
          </a:custGeom>
          <a:ln w="3690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6797771" y="5250760"/>
            <a:ext cx="52705" cy="53340"/>
          </a:xfrm>
          <a:custGeom>
            <a:avLst/>
            <a:gdLst/>
            <a:ahLst/>
            <a:cxnLst/>
            <a:rect l="l" t="t" r="r" b="b"/>
            <a:pathLst>
              <a:path w="52704" h="53339">
                <a:moveTo>
                  <a:pt x="21894" y="48357"/>
                </a:moveTo>
                <a:lnTo>
                  <a:pt x="2661" y="25706"/>
                </a:lnTo>
                <a:lnTo>
                  <a:pt x="0" y="12853"/>
                </a:lnTo>
                <a:lnTo>
                  <a:pt x="5322" y="2449"/>
                </a:lnTo>
                <a:lnTo>
                  <a:pt x="16599" y="0"/>
                </a:lnTo>
                <a:lnTo>
                  <a:pt x="27217" y="5504"/>
                </a:lnTo>
                <a:lnTo>
                  <a:pt x="49770" y="30605"/>
                </a:lnTo>
                <a:lnTo>
                  <a:pt x="52431" y="41034"/>
                </a:lnTo>
                <a:lnTo>
                  <a:pt x="46450" y="50807"/>
                </a:lnTo>
                <a:lnTo>
                  <a:pt x="33198" y="53256"/>
                </a:lnTo>
                <a:lnTo>
                  <a:pt x="21894" y="48357"/>
                </a:lnTo>
                <a:close/>
              </a:path>
            </a:pathLst>
          </a:custGeom>
          <a:ln w="3690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6734090" y="5179726"/>
            <a:ext cx="55244" cy="53340"/>
          </a:xfrm>
          <a:custGeom>
            <a:avLst/>
            <a:gdLst/>
            <a:ahLst/>
            <a:cxnLst/>
            <a:rect l="l" t="t" r="r" b="b"/>
            <a:pathLst>
              <a:path w="55245" h="53339">
                <a:moveTo>
                  <a:pt x="25214" y="48382"/>
                </a:moveTo>
                <a:lnTo>
                  <a:pt x="5953" y="25731"/>
                </a:lnTo>
                <a:lnTo>
                  <a:pt x="0" y="12878"/>
                </a:lnTo>
                <a:lnTo>
                  <a:pt x="5953" y="2449"/>
                </a:lnTo>
                <a:lnTo>
                  <a:pt x="19233" y="0"/>
                </a:lnTo>
                <a:lnTo>
                  <a:pt x="30509" y="5530"/>
                </a:lnTo>
                <a:lnTo>
                  <a:pt x="49742" y="28181"/>
                </a:lnTo>
                <a:lnTo>
                  <a:pt x="55065" y="41034"/>
                </a:lnTo>
                <a:lnTo>
                  <a:pt x="47108" y="50832"/>
                </a:lnTo>
                <a:lnTo>
                  <a:pt x="35832" y="53281"/>
                </a:lnTo>
                <a:lnTo>
                  <a:pt x="25214" y="48382"/>
                </a:lnTo>
                <a:close/>
              </a:path>
            </a:pathLst>
          </a:custGeom>
          <a:ln w="3683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6673701" y="5108717"/>
            <a:ext cx="52705" cy="53340"/>
          </a:xfrm>
          <a:custGeom>
            <a:avLst/>
            <a:gdLst/>
            <a:ahLst/>
            <a:cxnLst/>
            <a:rect l="l" t="t" r="r" b="b"/>
            <a:pathLst>
              <a:path w="52704" h="53339">
                <a:moveTo>
                  <a:pt x="24555" y="48357"/>
                </a:moveTo>
                <a:lnTo>
                  <a:pt x="2661" y="23257"/>
                </a:lnTo>
                <a:lnTo>
                  <a:pt x="0" y="12853"/>
                </a:lnTo>
                <a:lnTo>
                  <a:pt x="5295" y="2449"/>
                </a:lnTo>
                <a:lnTo>
                  <a:pt x="16571" y="0"/>
                </a:lnTo>
                <a:lnTo>
                  <a:pt x="27189" y="5504"/>
                </a:lnTo>
                <a:lnTo>
                  <a:pt x="49770" y="28156"/>
                </a:lnTo>
                <a:lnTo>
                  <a:pt x="52404" y="41009"/>
                </a:lnTo>
                <a:lnTo>
                  <a:pt x="46450" y="50807"/>
                </a:lnTo>
                <a:lnTo>
                  <a:pt x="35832" y="53256"/>
                </a:lnTo>
                <a:lnTo>
                  <a:pt x="24555" y="48357"/>
                </a:lnTo>
                <a:close/>
              </a:path>
            </a:pathLst>
          </a:custGeom>
          <a:ln w="3690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6609994" y="5037683"/>
            <a:ext cx="55244" cy="53340"/>
          </a:xfrm>
          <a:custGeom>
            <a:avLst/>
            <a:gdLst/>
            <a:ahLst/>
            <a:cxnLst/>
            <a:rect l="l" t="t" r="r" b="b"/>
            <a:pathLst>
              <a:path w="55245" h="53339">
                <a:moveTo>
                  <a:pt x="25214" y="48382"/>
                </a:moveTo>
                <a:lnTo>
                  <a:pt x="5981" y="23257"/>
                </a:lnTo>
                <a:lnTo>
                  <a:pt x="0" y="12853"/>
                </a:lnTo>
                <a:lnTo>
                  <a:pt x="8615" y="2449"/>
                </a:lnTo>
                <a:lnTo>
                  <a:pt x="19233" y="0"/>
                </a:lnTo>
                <a:lnTo>
                  <a:pt x="30537" y="5504"/>
                </a:lnTo>
                <a:lnTo>
                  <a:pt x="52431" y="28156"/>
                </a:lnTo>
                <a:lnTo>
                  <a:pt x="55065" y="41034"/>
                </a:lnTo>
                <a:lnTo>
                  <a:pt x="49770" y="50832"/>
                </a:lnTo>
                <a:lnTo>
                  <a:pt x="35832" y="53281"/>
                </a:lnTo>
                <a:lnTo>
                  <a:pt x="25214" y="48382"/>
                </a:lnTo>
                <a:close/>
              </a:path>
            </a:pathLst>
          </a:custGeom>
          <a:ln w="3683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6568866" y="4986876"/>
            <a:ext cx="33655" cy="33655"/>
          </a:xfrm>
          <a:custGeom>
            <a:avLst/>
            <a:gdLst/>
            <a:ahLst/>
            <a:cxnLst/>
            <a:rect l="l" t="t" r="r" b="b"/>
            <a:pathLst>
              <a:path w="33654" h="33654">
                <a:moveTo>
                  <a:pt x="5295" y="28156"/>
                </a:moveTo>
                <a:lnTo>
                  <a:pt x="2633" y="23257"/>
                </a:lnTo>
                <a:lnTo>
                  <a:pt x="0" y="12853"/>
                </a:lnTo>
                <a:lnTo>
                  <a:pt x="5295" y="3055"/>
                </a:lnTo>
                <a:lnTo>
                  <a:pt x="16571" y="0"/>
                </a:lnTo>
                <a:lnTo>
                  <a:pt x="27189" y="5504"/>
                </a:lnTo>
                <a:lnTo>
                  <a:pt x="30509" y="7954"/>
                </a:lnTo>
                <a:lnTo>
                  <a:pt x="33170" y="17752"/>
                </a:lnTo>
                <a:lnTo>
                  <a:pt x="27189" y="28156"/>
                </a:lnTo>
                <a:lnTo>
                  <a:pt x="16571" y="33054"/>
                </a:lnTo>
                <a:lnTo>
                  <a:pt x="5295" y="28156"/>
                </a:lnTo>
                <a:close/>
              </a:path>
            </a:pathLst>
          </a:custGeom>
          <a:ln w="3687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6401968" y="4793066"/>
            <a:ext cx="270510" cy="279400"/>
          </a:xfrm>
          <a:custGeom>
            <a:avLst/>
            <a:gdLst/>
            <a:ahLst/>
            <a:cxnLst/>
            <a:rect l="l" t="t" r="r" b="b"/>
            <a:pathLst>
              <a:path w="270509" h="279400">
                <a:moveTo>
                  <a:pt x="0" y="0"/>
                </a:moveTo>
                <a:lnTo>
                  <a:pt x="110158" y="279212"/>
                </a:lnTo>
                <a:lnTo>
                  <a:pt x="270059" y="162269"/>
                </a:lnTo>
                <a:lnTo>
                  <a:pt x="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 txBox="1">
            <a:spLocks noGrp="1"/>
          </p:cNvSpPr>
          <p:nvPr>
            <p:ph type="title"/>
          </p:nvPr>
        </p:nvSpPr>
        <p:spPr>
          <a:xfrm>
            <a:off x="3723132" y="513587"/>
            <a:ext cx="2621280" cy="585470"/>
          </a:xfrm>
          <a:prstGeom prst="rect">
            <a:avLst/>
          </a:prstGeom>
          <a:solidFill>
            <a:srgbClr val="E4FFE4"/>
          </a:solidFill>
        </p:spPr>
        <p:txBody>
          <a:bodyPr vert="horz" wrap="square" lIns="0" tIns="152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20"/>
              </a:spcBef>
            </a:pPr>
            <a:r>
              <a:rPr i="0" spc="-5" dirty="0">
                <a:latin typeface="华文楷体"/>
                <a:cs typeface="华文楷体"/>
              </a:rPr>
              <a:t>24</a:t>
            </a:r>
            <a:r>
              <a:rPr dirty="0"/>
              <a:t>进制计数器</a:t>
            </a:r>
          </a:p>
        </p:txBody>
      </p:sp>
      <p:sp>
        <p:nvSpPr>
          <p:cNvPr id="184" name="object 184"/>
          <p:cNvSpPr txBox="1"/>
          <p:nvPr/>
        </p:nvSpPr>
        <p:spPr>
          <a:xfrm>
            <a:off x="4967604" y="6539775"/>
            <a:ext cx="48450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127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86804" y="2931968"/>
            <a:ext cx="391160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b="1" spc="145" dirty="0">
                <a:latin typeface="Times New Roman"/>
                <a:cs typeface="Times New Roman"/>
              </a:rPr>
              <a:t>C</a:t>
            </a:r>
            <a:r>
              <a:rPr sz="1950" b="1" spc="125" dirty="0">
                <a:latin typeface="Times New Roman"/>
                <a:cs typeface="Times New Roman"/>
              </a:rPr>
              <a:t>P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62094" y="3575776"/>
            <a:ext cx="162560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b="1" spc="100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91184" y="2007580"/>
            <a:ext cx="2912745" cy="1431290"/>
          </a:xfrm>
          <a:custGeom>
            <a:avLst/>
            <a:gdLst/>
            <a:ahLst/>
            <a:cxnLst/>
            <a:rect l="l" t="t" r="r" b="b"/>
            <a:pathLst>
              <a:path w="2912745" h="1431289">
                <a:moveTo>
                  <a:pt x="0" y="1430738"/>
                </a:moveTo>
                <a:lnTo>
                  <a:pt x="2912692" y="1430738"/>
                </a:lnTo>
                <a:lnTo>
                  <a:pt x="2912692" y="0"/>
                </a:lnTo>
                <a:lnTo>
                  <a:pt x="0" y="0"/>
                </a:lnTo>
                <a:lnTo>
                  <a:pt x="0" y="1430738"/>
                </a:lnTo>
                <a:close/>
              </a:path>
            </a:pathLst>
          </a:custGeom>
          <a:ln w="277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87145" y="2365346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4039" y="0"/>
                </a:moveTo>
                <a:lnTo>
                  <a:pt x="0" y="0"/>
                </a:lnTo>
              </a:path>
            </a:pathLst>
          </a:custGeom>
          <a:ln w="272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87145" y="2722987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4039" y="0"/>
                </a:moveTo>
                <a:lnTo>
                  <a:pt x="0" y="0"/>
                </a:lnTo>
              </a:path>
            </a:pathLst>
          </a:custGeom>
          <a:ln w="272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25002" y="3080652"/>
            <a:ext cx="466725" cy="0"/>
          </a:xfrm>
          <a:custGeom>
            <a:avLst/>
            <a:gdLst/>
            <a:ahLst/>
            <a:cxnLst/>
            <a:rect l="l" t="t" r="r" b="b"/>
            <a:pathLst>
              <a:path w="466725">
                <a:moveTo>
                  <a:pt x="466181" y="0"/>
                </a:moveTo>
                <a:lnTo>
                  <a:pt x="0" y="0"/>
                </a:lnTo>
              </a:path>
            </a:pathLst>
          </a:custGeom>
          <a:ln w="272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03849" y="2365347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3861" y="0"/>
                </a:moveTo>
                <a:lnTo>
                  <a:pt x="0" y="0"/>
                </a:lnTo>
              </a:path>
            </a:pathLst>
          </a:custGeom>
          <a:ln w="272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13987" y="2678648"/>
            <a:ext cx="281305" cy="88900"/>
          </a:xfrm>
          <a:custGeom>
            <a:avLst/>
            <a:gdLst/>
            <a:ahLst/>
            <a:cxnLst/>
            <a:rect l="l" t="t" r="r" b="b"/>
            <a:pathLst>
              <a:path w="281304" h="88900">
                <a:moveTo>
                  <a:pt x="281131" y="44339"/>
                </a:moveTo>
                <a:lnTo>
                  <a:pt x="96176" y="44339"/>
                </a:lnTo>
                <a:lnTo>
                  <a:pt x="92400" y="27089"/>
                </a:lnTo>
                <a:lnTo>
                  <a:pt x="82099" y="12994"/>
                </a:lnTo>
                <a:lnTo>
                  <a:pt x="66814" y="3487"/>
                </a:lnTo>
                <a:lnTo>
                  <a:pt x="48088" y="0"/>
                </a:lnTo>
                <a:lnTo>
                  <a:pt x="29361" y="3487"/>
                </a:lnTo>
                <a:lnTo>
                  <a:pt x="14077" y="12994"/>
                </a:lnTo>
                <a:lnTo>
                  <a:pt x="3776" y="27089"/>
                </a:lnTo>
                <a:lnTo>
                  <a:pt x="0" y="44339"/>
                </a:lnTo>
                <a:lnTo>
                  <a:pt x="3776" y="61575"/>
                </a:lnTo>
                <a:lnTo>
                  <a:pt x="14077" y="75653"/>
                </a:lnTo>
                <a:lnTo>
                  <a:pt x="29361" y="85146"/>
                </a:lnTo>
                <a:lnTo>
                  <a:pt x="48088" y="88627"/>
                </a:lnTo>
                <a:lnTo>
                  <a:pt x="66814" y="85146"/>
                </a:lnTo>
                <a:lnTo>
                  <a:pt x="82099" y="75653"/>
                </a:lnTo>
                <a:lnTo>
                  <a:pt x="92400" y="61575"/>
                </a:lnTo>
                <a:lnTo>
                  <a:pt x="96176" y="44339"/>
                </a:lnTo>
              </a:path>
            </a:pathLst>
          </a:custGeom>
          <a:ln w="27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73695" y="1837794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69836"/>
                </a:moveTo>
                <a:lnTo>
                  <a:pt x="0" y="0"/>
                </a:lnTo>
              </a:path>
            </a:pathLst>
          </a:custGeom>
          <a:ln w="295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56233" y="1838173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4">
                <a:moveTo>
                  <a:pt x="0" y="169457"/>
                </a:moveTo>
                <a:lnTo>
                  <a:pt x="0" y="0"/>
                </a:lnTo>
              </a:path>
            </a:pathLst>
          </a:custGeom>
          <a:ln w="295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38772" y="1856090"/>
            <a:ext cx="0" cy="151765"/>
          </a:xfrm>
          <a:custGeom>
            <a:avLst/>
            <a:gdLst/>
            <a:ahLst/>
            <a:cxnLst/>
            <a:rect l="l" t="t" r="r" b="b"/>
            <a:pathLst>
              <a:path h="151764">
                <a:moveTo>
                  <a:pt x="0" y="151540"/>
                </a:moveTo>
                <a:lnTo>
                  <a:pt x="0" y="0"/>
                </a:lnTo>
              </a:path>
            </a:pathLst>
          </a:custGeom>
          <a:ln w="295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321310" y="1837794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69836"/>
                </a:moveTo>
                <a:lnTo>
                  <a:pt x="0" y="0"/>
                </a:lnTo>
              </a:path>
            </a:pathLst>
          </a:custGeom>
          <a:ln w="295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73695" y="3447264"/>
            <a:ext cx="0" cy="170180"/>
          </a:xfrm>
          <a:custGeom>
            <a:avLst/>
            <a:gdLst/>
            <a:ahLst/>
            <a:cxnLst/>
            <a:rect l="l" t="t" r="r" b="b"/>
            <a:pathLst>
              <a:path h="170179">
                <a:moveTo>
                  <a:pt x="0" y="169899"/>
                </a:moveTo>
                <a:lnTo>
                  <a:pt x="0" y="0"/>
                </a:lnTo>
              </a:path>
            </a:pathLst>
          </a:custGeom>
          <a:ln w="295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156233" y="3447264"/>
            <a:ext cx="0" cy="170180"/>
          </a:xfrm>
          <a:custGeom>
            <a:avLst/>
            <a:gdLst/>
            <a:ahLst/>
            <a:cxnLst/>
            <a:rect l="l" t="t" r="r" b="b"/>
            <a:pathLst>
              <a:path h="170179">
                <a:moveTo>
                  <a:pt x="0" y="169899"/>
                </a:moveTo>
                <a:lnTo>
                  <a:pt x="0" y="0"/>
                </a:lnTo>
              </a:path>
            </a:pathLst>
          </a:custGeom>
          <a:ln w="295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38772" y="3447264"/>
            <a:ext cx="0" cy="170180"/>
          </a:xfrm>
          <a:custGeom>
            <a:avLst/>
            <a:gdLst/>
            <a:ahLst/>
            <a:cxnLst/>
            <a:rect l="l" t="t" r="r" b="b"/>
            <a:pathLst>
              <a:path h="170179">
                <a:moveTo>
                  <a:pt x="0" y="169899"/>
                </a:moveTo>
                <a:lnTo>
                  <a:pt x="0" y="0"/>
                </a:lnTo>
              </a:path>
            </a:pathLst>
          </a:custGeom>
          <a:ln w="295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21311" y="3447264"/>
            <a:ext cx="0" cy="170180"/>
          </a:xfrm>
          <a:custGeom>
            <a:avLst/>
            <a:gdLst/>
            <a:ahLst/>
            <a:cxnLst/>
            <a:rect l="l" t="t" r="r" b="b"/>
            <a:pathLst>
              <a:path h="170179">
                <a:moveTo>
                  <a:pt x="0" y="169899"/>
                </a:moveTo>
                <a:lnTo>
                  <a:pt x="0" y="0"/>
                </a:lnTo>
              </a:path>
            </a:pathLst>
          </a:custGeom>
          <a:ln w="295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991184" y="2991230"/>
            <a:ext cx="97155" cy="179070"/>
          </a:xfrm>
          <a:custGeom>
            <a:avLst/>
            <a:gdLst/>
            <a:ahLst/>
            <a:cxnLst/>
            <a:rect l="l" t="t" r="r" b="b"/>
            <a:pathLst>
              <a:path w="97154" h="179069">
                <a:moveTo>
                  <a:pt x="0" y="0"/>
                </a:moveTo>
                <a:lnTo>
                  <a:pt x="97094" y="89422"/>
                </a:lnTo>
                <a:lnTo>
                  <a:pt x="0" y="178845"/>
                </a:lnTo>
              </a:path>
            </a:pathLst>
          </a:custGeom>
          <a:ln w="29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123954" y="2909180"/>
            <a:ext cx="378460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50" b="1" spc="145" dirty="0">
                <a:latin typeface="Times New Roman"/>
                <a:cs typeface="Times New Roman"/>
              </a:rPr>
              <a:t>C</a:t>
            </a:r>
            <a:r>
              <a:rPr sz="1950" b="1" spc="125" dirty="0">
                <a:latin typeface="Times New Roman"/>
                <a:cs typeface="Times New Roman"/>
              </a:rPr>
              <a:t>P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918919" y="3036364"/>
            <a:ext cx="558165" cy="88900"/>
          </a:xfrm>
          <a:custGeom>
            <a:avLst/>
            <a:gdLst/>
            <a:ahLst/>
            <a:cxnLst/>
            <a:rect l="l" t="t" r="r" b="b"/>
            <a:pathLst>
              <a:path w="558165" h="88900">
                <a:moveTo>
                  <a:pt x="557603" y="44288"/>
                </a:moveTo>
                <a:lnTo>
                  <a:pt x="96176" y="44288"/>
                </a:lnTo>
                <a:lnTo>
                  <a:pt x="92400" y="27046"/>
                </a:lnTo>
                <a:lnTo>
                  <a:pt x="82099" y="12969"/>
                </a:lnTo>
                <a:lnTo>
                  <a:pt x="66814" y="3479"/>
                </a:lnTo>
                <a:lnTo>
                  <a:pt x="48088" y="0"/>
                </a:lnTo>
                <a:lnTo>
                  <a:pt x="29361" y="3479"/>
                </a:lnTo>
                <a:lnTo>
                  <a:pt x="14077" y="12969"/>
                </a:lnTo>
                <a:lnTo>
                  <a:pt x="3776" y="27046"/>
                </a:lnTo>
                <a:lnTo>
                  <a:pt x="0" y="44288"/>
                </a:lnTo>
                <a:lnTo>
                  <a:pt x="3776" y="61525"/>
                </a:lnTo>
                <a:lnTo>
                  <a:pt x="14077" y="75603"/>
                </a:lnTo>
                <a:lnTo>
                  <a:pt x="29361" y="85095"/>
                </a:lnTo>
                <a:lnTo>
                  <a:pt x="48088" y="88577"/>
                </a:lnTo>
                <a:lnTo>
                  <a:pt x="66814" y="85095"/>
                </a:lnTo>
                <a:lnTo>
                  <a:pt x="82099" y="75603"/>
                </a:lnTo>
                <a:lnTo>
                  <a:pt x="92400" y="61525"/>
                </a:lnTo>
                <a:lnTo>
                  <a:pt x="96176" y="44288"/>
                </a:lnTo>
              </a:path>
            </a:pathLst>
          </a:custGeom>
          <a:ln w="273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511745" y="2909180"/>
            <a:ext cx="408940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50" b="1" spc="145" dirty="0">
                <a:latin typeface="Times New Roman"/>
                <a:cs typeface="Times New Roman"/>
              </a:rPr>
              <a:t>CR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515444" y="2597767"/>
            <a:ext cx="316230" cy="0"/>
          </a:xfrm>
          <a:custGeom>
            <a:avLst/>
            <a:gdLst/>
            <a:ahLst/>
            <a:cxnLst/>
            <a:rect l="l" t="t" r="r" b="b"/>
            <a:pathLst>
              <a:path w="316229">
                <a:moveTo>
                  <a:pt x="0" y="0"/>
                </a:moveTo>
                <a:lnTo>
                  <a:pt x="315655" y="0"/>
                </a:lnTo>
              </a:path>
            </a:pathLst>
          </a:custGeom>
          <a:ln w="272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515444" y="2955471"/>
            <a:ext cx="316230" cy="0"/>
          </a:xfrm>
          <a:custGeom>
            <a:avLst/>
            <a:gdLst/>
            <a:ahLst/>
            <a:cxnLst/>
            <a:rect l="l" t="t" r="r" b="b"/>
            <a:pathLst>
              <a:path w="316229">
                <a:moveTo>
                  <a:pt x="0" y="0"/>
                </a:moveTo>
                <a:lnTo>
                  <a:pt x="315655" y="0"/>
                </a:lnTo>
              </a:path>
            </a:pathLst>
          </a:custGeom>
          <a:ln w="272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994651" y="1961365"/>
            <a:ext cx="2977515" cy="143700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42545" marR="68580" indent="423545">
              <a:lnSpc>
                <a:spcPct val="72200"/>
              </a:lnSpc>
              <a:spcBef>
                <a:spcPts val="785"/>
              </a:spcBef>
              <a:tabLst>
                <a:tab pos="1049020" algn="l"/>
                <a:tab pos="1651000" algn="l"/>
                <a:tab pos="2233295" algn="l"/>
                <a:tab pos="2489835" algn="l"/>
              </a:tabLst>
            </a:pPr>
            <a:r>
              <a:rPr sz="1950" b="1" spc="105" dirty="0">
                <a:latin typeface="Times New Roman"/>
                <a:cs typeface="Times New Roman"/>
              </a:rPr>
              <a:t>Q</a:t>
            </a:r>
            <a:r>
              <a:rPr sz="1950" b="1" spc="157" baseline="-12820" dirty="0">
                <a:latin typeface="Times New Roman"/>
                <a:cs typeface="Times New Roman"/>
              </a:rPr>
              <a:t>0	</a:t>
            </a:r>
            <a:r>
              <a:rPr sz="1950" b="1" spc="105" dirty="0">
                <a:latin typeface="Times New Roman"/>
                <a:cs typeface="Times New Roman"/>
              </a:rPr>
              <a:t>Q</a:t>
            </a:r>
            <a:r>
              <a:rPr sz="1950" b="1" spc="157" baseline="-12820" dirty="0">
                <a:latin typeface="Times New Roman"/>
                <a:cs typeface="Times New Roman"/>
              </a:rPr>
              <a:t>1	</a:t>
            </a:r>
            <a:r>
              <a:rPr sz="1950" b="1" spc="100" dirty="0">
                <a:latin typeface="Times New Roman"/>
                <a:cs typeface="Times New Roman"/>
              </a:rPr>
              <a:t>Q</a:t>
            </a:r>
            <a:r>
              <a:rPr sz="1950" b="1" spc="150" baseline="-12820" dirty="0">
                <a:latin typeface="Times New Roman"/>
                <a:cs typeface="Times New Roman"/>
              </a:rPr>
              <a:t>2	</a:t>
            </a:r>
            <a:r>
              <a:rPr sz="1950" b="1" spc="100" dirty="0">
                <a:latin typeface="Times New Roman"/>
                <a:cs typeface="Times New Roman"/>
              </a:rPr>
              <a:t>Q</a:t>
            </a:r>
            <a:r>
              <a:rPr sz="1950" b="1" spc="150" baseline="-12820" dirty="0">
                <a:latin typeface="Times New Roman"/>
                <a:cs typeface="Times New Roman"/>
              </a:rPr>
              <a:t>3  </a:t>
            </a:r>
            <a:r>
              <a:rPr sz="1950" b="1" spc="145" dirty="0">
                <a:latin typeface="Times New Roman"/>
                <a:cs typeface="Times New Roman"/>
              </a:rPr>
              <a:t>C</a:t>
            </a:r>
            <a:r>
              <a:rPr sz="1950" b="1" spc="130" dirty="0">
                <a:latin typeface="Times New Roman"/>
                <a:cs typeface="Times New Roman"/>
              </a:rPr>
              <a:t>T</a:t>
            </a:r>
            <a:r>
              <a:rPr sz="1950" b="1" spc="89" baseline="-12820" dirty="0">
                <a:latin typeface="Times New Roman"/>
                <a:cs typeface="Times New Roman"/>
              </a:rPr>
              <a:t>P</a:t>
            </a:r>
            <a:r>
              <a:rPr sz="1950" b="1" baseline="-12820" dirty="0">
                <a:latin typeface="Times New Roman"/>
                <a:cs typeface="Times New Roman"/>
              </a:rPr>
              <a:t>				</a:t>
            </a:r>
            <a:r>
              <a:rPr sz="1950" b="1" spc="145" dirty="0">
                <a:latin typeface="Times New Roman"/>
                <a:cs typeface="Times New Roman"/>
              </a:rPr>
              <a:t>C</a:t>
            </a:r>
            <a:r>
              <a:rPr sz="1950" b="1" spc="160" dirty="0">
                <a:latin typeface="Times New Roman"/>
                <a:cs typeface="Times New Roman"/>
              </a:rPr>
              <a:t>O</a:t>
            </a:r>
            <a:endParaRPr sz="19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5"/>
              </a:spcBef>
              <a:tabLst>
                <a:tab pos="1041400" algn="l"/>
                <a:tab pos="2505075" algn="l"/>
              </a:tabLst>
            </a:pPr>
            <a:r>
              <a:rPr sz="1950" b="1" spc="114" dirty="0">
                <a:latin typeface="Times New Roman"/>
                <a:cs typeface="Times New Roman"/>
              </a:rPr>
              <a:t>CT</a:t>
            </a:r>
            <a:r>
              <a:rPr sz="1950" b="1" spc="172" baseline="-12820" dirty="0">
                <a:latin typeface="Times New Roman"/>
                <a:cs typeface="Times New Roman"/>
              </a:rPr>
              <a:t>T	</a:t>
            </a:r>
            <a:r>
              <a:rPr sz="2350" b="1" spc="114" dirty="0">
                <a:solidFill>
                  <a:srgbClr val="FF0000"/>
                </a:solidFill>
                <a:latin typeface="Times New Roman"/>
                <a:cs typeface="Times New Roman"/>
              </a:rPr>
              <a:t>74160	</a:t>
            </a:r>
            <a:r>
              <a:rPr sz="2925" b="1" spc="209" baseline="-4273" dirty="0">
                <a:latin typeface="Times New Roman"/>
                <a:cs typeface="Times New Roman"/>
              </a:rPr>
              <a:t>LD</a:t>
            </a:r>
            <a:endParaRPr sz="2925" baseline="-4273">
              <a:latin typeface="Times New Roman"/>
              <a:cs typeface="Times New Roman"/>
            </a:endParaRPr>
          </a:p>
          <a:p>
            <a:pPr marL="483870">
              <a:lnSpc>
                <a:spcPct val="100000"/>
              </a:lnSpc>
              <a:spcBef>
                <a:spcPts val="1805"/>
              </a:spcBef>
              <a:tabLst>
                <a:tab pos="1066165" algn="l"/>
                <a:tab pos="1668145" algn="l"/>
                <a:tab pos="2251075" algn="l"/>
              </a:tabLst>
            </a:pPr>
            <a:r>
              <a:rPr sz="1950" b="1" spc="100" dirty="0">
                <a:latin typeface="Times New Roman"/>
                <a:cs typeface="Times New Roman"/>
              </a:rPr>
              <a:t>D</a:t>
            </a:r>
            <a:r>
              <a:rPr sz="1950" b="1" spc="150" baseline="-12820" dirty="0">
                <a:latin typeface="Times New Roman"/>
                <a:cs typeface="Times New Roman"/>
              </a:rPr>
              <a:t>0	</a:t>
            </a:r>
            <a:r>
              <a:rPr sz="1950" b="1" spc="100" dirty="0">
                <a:latin typeface="Times New Roman"/>
                <a:cs typeface="Times New Roman"/>
              </a:rPr>
              <a:t>D</a:t>
            </a:r>
            <a:r>
              <a:rPr sz="1950" b="1" spc="150" baseline="-12820" dirty="0">
                <a:latin typeface="Times New Roman"/>
                <a:cs typeface="Times New Roman"/>
              </a:rPr>
              <a:t>1	</a:t>
            </a:r>
            <a:r>
              <a:rPr sz="1950" b="1" spc="100" dirty="0">
                <a:latin typeface="Times New Roman"/>
                <a:cs typeface="Times New Roman"/>
              </a:rPr>
              <a:t>D</a:t>
            </a:r>
            <a:r>
              <a:rPr sz="1950" b="1" spc="150" baseline="-12820" dirty="0">
                <a:latin typeface="Times New Roman"/>
                <a:cs typeface="Times New Roman"/>
              </a:rPr>
              <a:t>2	</a:t>
            </a:r>
            <a:r>
              <a:rPr sz="1950" b="1" spc="100" dirty="0">
                <a:latin typeface="Times New Roman"/>
                <a:cs typeface="Times New Roman"/>
              </a:rPr>
              <a:t>D</a:t>
            </a:r>
            <a:r>
              <a:rPr sz="1950" b="1" spc="150" baseline="-12820" dirty="0">
                <a:latin typeface="Times New Roman"/>
                <a:cs typeface="Times New Roman"/>
              </a:rPr>
              <a:t>3</a:t>
            </a:r>
            <a:endParaRPr sz="1950" baseline="-1282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787145" y="2365346"/>
            <a:ext cx="0" cy="1435735"/>
          </a:xfrm>
          <a:custGeom>
            <a:avLst/>
            <a:gdLst/>
            <a:ahLst/>
            <a:cxnLst/>
            <a:rect l="l" t="t" r="r" b="b"/>
            <a:pathLst>
              <a:path h="1435735">
                <a:moveTo>
                  <a:pt x="0" y="1435406"/>
                </a:moveTo>
                <a:lnTo>
                  <a:pt x="0" y="0"/>
                </a:lnTo>
              </a:path>
            </a:pathLst>
          </a:custGeom>
          <a:ln w="295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195118" y="2722987"/>
            <a:ext cx="0" cy="1064895"/>
          </a:xfrm>
          <a:custGeom>
            <a:avLst/>
            <a:gdLst/>
            <a:ahLst/>
            <a:cxnLst/>
            <a:rect l="l" t="t" r="r" b="b"/>
            <a:pathLst>
              <a:path h="1064895">
                <a:moveTo>
                  <a:pt x="0" y="0"/>
                </a:moveTo>
                <a:lnTo>
                  <a:pt x="0" y="1064492"/>
                </a:lnTo>
              </a:path>
            </a:pathLst>
          </a:custGeom>
          <a:ln w="295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466598" y="3796425"/>
            <a:ext cx="3728720" cy="0"/>
          </a:xfrm>
          <a:custGeom>
            <a:avLst/>
            <a:gdLst/>
            <a:ahLst/>
            <a:cxnLst/>
            <a:rect l="l" t="t" r="r" b="b"/>
            <a:pathLst>
              <a:path w="3728720">
                <a:moveTo>
                  <a:pt x="0" y="0"/>
                </a:moveTo>
                <a:lnTo>
                  <a:pt x="3728383" y="0"/>
                </a:lnTo>
              </a:path>
            </a:pathLst>
          </a:custGeom>
          <a:ln w="272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573695" y="3617163"/>
            <a:ext cx="1941830" cy="0"/>
          </a:xfrm>
          <a:custGeom>
            <a:avLst/>
            <a:gdLst/>
            <a:ahLst/>
            <a:cxnLst/>
            <a:rect l="l" t="t" r="r" b="b"/>
            <a:pathLst>
              <a:path w="1941829">
                <a:moveTo>
                  <a:pt x="0" y="0"/>
                </a:moveTo>
                <a:lnTo>
                  <a:pt x="1941612" y="0"/>
                </a:lnTo>
              </a:path>
            </a:pathLst>
          </a:custGeom>
          <a:ln w="272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589467" y="3436745"/>
            <a:ext cx="162560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b="1" spc="100" dirty="0">
                <a:latin typeface="Times New Roman"/>
                <a:cs typeface="Times New Roman"/>
              </a:rPr>
              <a:t>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67604" y="6539775"/>
            <a:ext cx="48450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128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3723132" y="260604"/>
            <a:ext cx="2621280" cy="585470"/>
          </a:xfrm>
          <a:prstGeom prst="rect">
            <a:avLst/>
          </a:prstGeom>
          <a:solidFill>
            <a:srgbClr val="E4FFE4"/>
          </a:solidFill>
        </p:spPr>
        <p:txBody>
          <a:bodyPr vert="horz" wrap="square" lIns="0" tIns="146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15"/>
              </a:spcBef>
            </a:pPr>
            <a:r>
              <a:rPr i="0" spc="-5" dirty="0">
                <a:latin typeface="华文楷体"/>
                <a:cs typeface="华文楷体"/>
              </a:rPr>
              <a:t>24</a:t>
            </a:r>
            <a:r>
              <a:rPr dirty="0"/>
              <a:t>进制计数器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262125" y="4530978"/>
            <a:ext cx="58712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微软雅黑"/>
                <a:cs typeface="微软雅黑"/>
              </a:rPr>
              <a:t>如果要求</a:t>
            </a:r>
            <a:r>
              <a:rPr sz="2800" spc="-5" dirty="0">
                <a:latin typeface="Arial"/>
                <a:cs typeface="Arial"/>
              </a:rPr>
              <a:t>N</a:t>
            </a:r>
            <a:r>
              <a:rPr sz="2775" spc="-7" baseline="-21021" dirty="0">
                <a:latin typeface="Arial"/>
                <a:cs typeface="Arial"/>
              </a:rPr>
              <a:t>1</a:t>
            </a:r>
            <a:r>
              <a:rPr sz="2800" spc="-5" dirty="0">
                <a:latin typeface="Arial"/>
                <a:cs typeface="Arial"/>
              </a:rPr>
              <a:t>=3</a:t>
            </a:r>
            <a:r>
              <a:rPr sz="2800" spc="-5" dirty="0">
                <a:latin typeface="微软雅黑"/>
                <a:cs typeface="微软雅黑"/>
              </a:rPr>
              <a:t>，</a:t>
            </a:r>
            <a:r>
              <a:rPr sz="2800" spc="-45" dirty="0">
                <a:latin typeface="微软雅黑"/>
                <a:cs typeface="微软雅黑"/>
              </a:rPr>
              <a:t> </a:t>
            </a:r>
            <a:r>
              <a:rPr sz="2800" dirty="0">
                <a:latin typeface="Arial"/>
                <a:cs typeface="Arial"/>
              </a:rPr>
              <a:t>N</a:t>
            </a:r>
            <a:r>
              <a:rPr sz="2775" baseline="-21021" dirty="0">
                <a:latin typeface="Arial"/>
                <a:cs typeface="Arial"/>
              </a:rPr>
              <a:t>2</a:t>
            </a:r>
            <a:r>
              <a:rPr sz="2775" spc="375" baseline="-21021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=8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5" dirty="0">
                <a:latin typeface="微软雅黑"/>
                <a:cs typeface="微软雅黑"/>
              </a:rPr>
              <a:t>，如何设计？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42644" y="1210061"/>
            <a:ext cx="8117205" cy="417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indent="457200">
              <a:lnSpc>
                <a:spcPct val="150000"/>
              </a:lnSpc>
              <a:spcBef>
                <a:spcPts val="95"/>
              </a:spcBef>
            </a:pPr>
            <a:r>
              <a:rPr sz="2800" b="1" spc="85" dirty="0">
                <a:solidFill>
                  <a:srgbClr val="7E4D00"/>
                </a:solidFill>
                <a:latin typeface="华文楷体"/>
                <a:cs typeface="华文楷体"/>
              </a:rPr>
              <a:t>当</a:t>
            </a:r>
            <a:r>
              <a:rPr sz="2800" b="1" spc="70" dirty="0">
                <a:solidFill>
                  <a:srgbClr val="7E4D00"/>
                </a:solidFill>
                <a:latin typeface="华文楷体"/>
                <a:cs typeface="华文楷体"/>
              </a:rPr>
              <a:t>所</a:t>
            </a:r>
            <a:r>
              <a:rPr sz="2800" b="1" spc="85" dirty="0">
                <a:solidFill>
                  <a:srgbClr val="7E4D00"/>
                </a:solidFill>
                <a:latin typeface="华文楷体"/>
                <a:cs typeface="华文楷体"/>
              </a:rPr>
              <a:t>设</a:t>
            </a:r>
            <a:r>
              <a:rPr sz="2800" b="1" spc="70" dirty="0">
                <a:solidFill>
                  <a:srgbClr val="7E4D00"/>
                </a:solidFill>
                <a:latin typeface="华文楷体"/>
                <a:cs typeface="华文楷体"/>
              </a:rPr>
              <a:t>计</a:t>
            </a:r>
            <a:r>
              <a:rPr sz="2800" b="1" spc="85" dirty="0">
                <a:solidFill>
                  <a:srgbClr val="7E4D00"/>
                </a:solidFill>
                <a:latin typeface="华文楷体"/>
                <a:cs typeface="华文楷体"/>
              </a:rPr>
              <a:t>计</a:t>
            </a:r>
            <a:r>
              <a:rPr sz="2800" b="1" spc="70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r>
              <a:rPr sz="2800" b="1" spc="90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70" dirty="0">
                <a:solidFill>
                  <a:srgbClr val="7E4D00"/>
                </a:solidFill>
                <a:latin typeface="华文楷体"/>
                <a:cs typeface="华文楷体"/>
              </a:rPr>
              <a:t>M</a:t>
            </a:r>
            <a:r>
              <a:rPr sz="2800" b="1" spc="80" dirty="0">
                <a:solidFill>
                  <a:srgbClr val="7E4D00"/>
                </a:solidFill>
                <a:latin typeface="华文楷体"/>
                <a:cs typeface="华文楷体"/>
              </a:rPr>
              <a:t>是</a:t>
            </a:r>
            <a:r>
              <a:rPr sz="2800" b="1" spc="70" dirty="0">
                <a:solidFill>
                  <a:srgbClr val="7E4D00"/>
                </a:solidFill>
                <a:latin typeface="华文楷体"/>
                <a:cs typeface="华文楷体"/>
              </a:rPr>
              <a:t>素</a:t>
            </a:r>
            <a:r>
              <a:rPr sz="2800" b="1" spc="80" dirty="0">
                <a:solidFill>
                  <a:srgbClr val="7E4D00"/>
                </a:solidFill>
                <a:latin typeface="华文楷体"/>
                <a:cs typeface="华文楷体"/>
              </a:rPr>
              <a:t>数时</a:t>
            </a:r>
            <a:r>
              <a:rPr sz="2800" b="1" spc="85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spc="70" dirty="0">
                <a:solidFill>
                  <a:srgbClr val="7E4D00"/>
                </a:solidFill>
                <a:latin typeface="华文楷体"/>
                <a:cs typeface="华文楷体"/>
              </a:rPr>
              <a:t>不</a:t>
            </a:r>
            <a:r>
              <a:rPr sz="2800" b="1" spc="80" dirty="0">
                <a:solidFill>
                  <a:srgbClr val="7E4D00"/>
                </a:solidFill>
                <a:latin typeface="华文楷体"/>
                <a:cs typeface="华文楷体"/>
              </a:rPr>
              <a:t>能</a:t>
            </a:r>
            <a:r>
              <a:rPr sz="2800" b="1" spc="70" dirty="0">
                <a:solidFill>
                  <a:srgbClr val="7E4D00"/>
                </a:solidFill>
                <a:latin typeface="华文楷体"/>
                <a:cs typeface="华文楷体"/>
              </a:rPr>
              <a:t>分</a:t>
            </a:r>
            <a:r>
              <a:rPr sz="2800" b="1" spc="80" dirty="0">
                <a:solidFill>
                  <a:srgbClr val="7E4D00"/>
                </a:solidFill>
                <a:latin typeface="华文楷体"/>
                <a:cs typeface="华文楷体"/>
              </a:rPr>
              <a:t>解</a:t>
            </a:r>
            <a:r>
              <a:rPr sz="2800" b="1" spc="90" dirty="0">
                <a:solidFill>
                  <a:srgbClr val="7E4D00"/>
                </a:solidFill>
                <a:latin typeface="华文楷体"/>
                <a:cs typeface="华文楷体"/>
              </a:rPr>
              <a:t>成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N</a:t>
            </a:r>
            <a:r>
              <a:rPr sz="2775" b="1" spc="-7" baseline="-21021" dirty="0">
                <a:solidFill>
                  <a:srgbClr val="C00000"/>
                </a:solidFill>
                <a:latin typeface="华文楷体"/>
                <a:cs typeface="华文楷体"/>
              </a:rPr>
              <a:t>1</a:t>
            </a:r>
            <a:r>
              <a:rPr sz="2800" b="1" spc="-5" dirty="0">
                <a:solidFill>
                  <a:srgbClr val="7E4D00"/>
                </a:solidFill>
                <a:latin typeface="Symbol"/>
                <a:cs typeface="Symbol"/>
              </a:rPr>
              <a:t>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N</a:t>
            </a:r>
            <a:r>
              <a:rPr sz="2775" b="1" spc="-7" baseline="-21021" dirty="0">
                <a:solidFill>
                  <a:srgbClr val="C00000"/>
                </a:solidFill>
                <a:latin typeface="华文楷体"/>
                <a:cs typeface="华文楷体"/>
              </a:rPr>
              <a:t>2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, 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的形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式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，并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且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M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大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于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N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时：</a:t>
            </a:r>
            <a:endParaRPr sz="2800">
              <a:latin typeface="华文楷体"/>
              <a:cs typeface="华文楷体"/>
            </a:endParaRPr>
          </a:p>
          <a:p>
            <a:pPr marL="38100" marR="30480" indent="457200">
              <a:lnSpc>
                <a:spcPct val="150000"/>
              </a:lnSpc>
              <a:spcBef>
                <a:spcPts val="1200"/>
              </a:spcBef>
            </a:pPr>
            <a:r>
              <a:rPr sz="2800" b="1" spc="145" dirty="0">
                <a:solidFill>
                  <a:srgbClr val="7E4D00"/>
                </a:solidFill>
                <a:latin typeface="华文楷体"/>
                <a:cs typeface="华文楷体"/>
              </a:rPr>
              <a:t>将</a:t>
            </a:r>
            <a:r>
              <a:rPr sz="2800" b="1" spc="135" dirty="0">
                <a:solidFill>
                  <a:srgbClr val="7E4D00"/>
                </a:solidFill>
                <a:latin typeface="华文楷体"/>
                <a:cs typeface="华文楷体"/>
              </a:rPr>
              <a:t>2</a:t>
            </a:r>
            <a:r>
              <a:rPr sz="2800" b="1" spc="145" dirty="0">
                <a:solidFill>
                  <a:srgbClr val="7E4D00"/>
                </a:solidFill>
                <a:latin typeface="华文楷体"/>
                <a:cs typeface="华文楷体"/>
              </a:rPr>
              <a:t>片</a:t>
            </a:r>
            <a:r>
              <a:rPr sz="2800" b="1" spc="135" dirty="0">
                <a:solidFill>
                  <a:srgbClr val="7E4D00"/>
                </a:solidFill>
                <a:latin typeface="华文楷体"/>
                <a:cs typeface="华文楷体"/>
              </a:rPr>
              <a:t>N</a:t>
            </a:r>
            <a:r>
              <a:rPr sz="2800" b="1" spc="140" dirty="0">
                <a:solidFill>
                  <a:srgbClr val="7E4D00"/>
                </a:solidFill>
                <a:latin typeface="华文楷体"/>
                <a:cs typeface="华文楷体"/>
              </a:rPr>
              <a:t>进</a:t>
            </a:r>
            <a:r>
              <a:rPr sz="2800" b="1" spc="130" dirty="0">
                <a:solidFill>
                  <a:srgbClr val="7E4D00"/>
                </a:solidFill>
                <a:latin typeface="华文楷体"/>
                <a:cs typeface="华文楷体"/>
              </a:rPr>
              <a:t>制</a:t>
            </a:r>
            <a:r>
              <a:rPr sz="2800" b="1" spc="140" dirty="0">
                <a:solidFill>
                  <a:srgbClr val="7E4D00"/>
                </a:solidFill>
                <a:latin typeface="华文楷体"/>
                <a:cs typeface="华文楷体"/>
              </a:rPr>
              <a:t>计</a:t>
            </a:r>
            <a:r>
              <a:rPr sz="2800" b="1" spc="130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r>
              <a:rPr sz="2800" b="1" spc="140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130" dirty="0">
                <a:solidFill>
                  <a:srgbClr val="7E4D00"/>
                </a:solidFill>
                <a:latin typeface="华文楷体"/>
                <a:cs typeface="华文楷体"/>
              </a:rPr>
              <a:t>通</a:t>
            </a:r>
            <a:r>
              <a:rPr sz="2800" b="1" spc="140" dirty="0">
                <a:solidFill>
                  <a:srgbClr val="7E4D00"/>
                </a:solidFill>
                <a:latin typeface="华文楷体"/>
                <a:cs typeface="华文楷体"/>
              </a:rPr>
              <a:t>过</a:t>
            </a:r>
            <a:r>
              <a:rPr sz="2800" b="1" spc="130" dirty="0">
                <a:solidFill>
                  <a:srgbClr val="7E4D00"/>
                </a:solidFill>
                <a:latin typeface="华文楷体"/>
                <a:cs typeface="华文楷体"/>
              </a:rPr>
              <a:t>级</a:t>
            </a:r>
            <a:r>
              <a:rPr sz="2800" b="1" spc="140" dirty="0">
                <a:solidFill>
                  <a:srgbClr val="7E4D00"/>
                </a:solidFill>
                <a:latin typeface="华文楷体"/>
                <a:cs typeface="华文楷体"/>
              </a:rPr>
              <a:t>联</a:t>
            </a:r>
            <a:r>
              <a:rPr sz="2800" b="1" spc="130" dirty="0">
                <a:solidFill>
                  <a:srgbClr val="7E4D00"/>
                </a:solidFill>
                <a:latin typeface="华文楷体"/>
                <a:cs typeface="华文楷体"/>
              </a:rPr>
              <a:t>构</a:t>
            </a:r>
            <a:r>
              <a:rPr sz="2800" b="1" spc="165" dirty="0">
                <a:solidFill>
                  <a:srgbClr val="7E4D00"/>
                </a:solidFill>
                <a:latin typeface="华文楷体"/>
                <a:cs typeface="华文楷体"/>
              </a:rPr>
              <a:t>成</a:t>
            </a:r>
            <a:r>
              <a:rPr sz="2800" b="1" spc="45" dirty="0">
                <a:solidFill>
                  <a:srgbClr val="7E4D00"/>
                </a:solidFill>
                <a:latin typeface="华文楷体"/>
                <a:cs typeface="华文楷体"/>
              </a:rPr>
              <a:t>N</a:t>
            </a:r>
            <a:r>
              <a:rPr sz="2800" b="1" spc="45" dirty="0">
                <a:solidFill>
                  <a:srgbClr val="7E4D00"/>
                </a:solidFill>
                <a:latin typeface="Symbol"/>
                <a:cs typeface="Symbol"/>
              </a:rPr>
              <a:t></a:t>
            </a:r>
            <a:r>
              <a:rPr sz="2800" b="1" spc="45" dirty="0">
                <a:solidFill>
                  <a:srgbClr val="7E4D00"/>
                </a:solidFill>
                <a:latin typeface="华文楷体"/>
                <a:cs typeface="华文楷体"/>
              </a:rPr>
              <a:t>N</a:t>
            </a:r>
            <a:r>
              <a:rPr sz="2800" b="1" spc="130" dirty="0">
                <a:solidFill>
                  <a:srgbClr val="7E4D00"/>
                </a:solidFill>
                <a:latin typeface="华文楷体"/>
                <a:cs typeface="华文楷体"/>
              </a:rPr>
              <a:t>进制</a:t>
            </a:r>
            <a:r>
              <a:rPr sz="2800" b="1" spc="140" dirty="0">
                <a:solidFill>
                  <a:srgbClr val="7E4D00"/>
                </a:solidFill>
                <a:latin typeface="华文楷体"/>
                <a:cs typeface="华文楷体"/>
              </a:rPr>
              <a:t>计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数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器，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并且假</a:t>
            </a:r>
            <a:r>
              <a:rPr sz="2800" b="1" spc="-15" dirty="0">
                <a:solidFill>
                  <a:srgbClr val="7E4D00"/>
                </a:solidFill>
                <a:latin typeface="华文楷体"/>
                <a:cs typeface="华文楷体"/>
              </a:rPr>
              <a:t>定</a:t>
            </a: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M&lt;N</a:t>
            </a:r>
            <a:r>
              <a:rPr sz="2800" b="1" dirty="0">
                <a:solidFill>
                  <a:srgbClr val="C00000"/>
                </a:solidFill>
                <a:latin typeface="Symbol"/>
                <a:cs typeface="Symbol"/>
              </a:rPr>
              <a:t></a:t>
            </a: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N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38100" marR="30480" indent="457200">
              <a:lnSpc>
                <a:spcPct val="150000"/>
              </a:lnSpc>
              <a:spcBef>
                <a:spcPts val="120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通过整体清零或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整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体预置</a:t>
            </a:r>
            <a:r>
              <a:rPr sz="2800" b="1" spc="-35" dirty="0">
                <a:solidFill>
                  <a:srgbClr val="7E4D00"/>
                </a:solidFill>
                <a:latin typeface="华文楷体"/>
                <a:cs typeface="华文楷体"/>
              </a:rPr>
              <a:t>法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，采用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与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M&lt;N情况相 同的方法构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成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M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进制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计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r>
              <a:rPr sz="2800" b="1" spc="-15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67604" y="6539775"/>
            <a:ext cx="48450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129</a:t>
            </a:r>
            <a:endParaRPr sz="1800">
              <a:latin typeface="Franklin Gothic Medium"/>
              <a:cs typeface="Franklin Gothic Medium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2E83780C-7D02-3FCC-BA24-89A18EB118D9}"/>
                  </a:ext>
                </a:extLst>
              </p14:cNvPr>
              <p14:cNvContentPartPr/>
              <p14:nvPr/>
            </p14:nvContentPartPr>
            <p14:xfrm>
              <a:off x="2537295" y="4323735"/>
              <a:ext cx="3760200" cy="3247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2E83780C-7D02-3FCC-BA24-89A18EB118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83655" y="4216095"/>
                <a:ext cx="3867840" cy="540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68044" y="1423542"/>
            <a:ext cx="8062595" cy="1884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29是素数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，只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能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采用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整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体清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法或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整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体预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置</a:t>
            </a:r>
            <a:r>
              <a:rPr sz="2800" b="1" spc="15" dirty="0">
                <a:solidFill>
                  <a:srgbClr val="7E4D00"/>
                </a:solidFill>
                <a:latin typeface="华文楷体"/>
                <a:cs typeface="华文楷体"/>
              </a:rPr>
              <a:t>法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 marR="5080" indent="457200">
              <a:lnSpc>
                <a:spcPct val="150000"/>
              </a:lnSpc>
              <a:spcBef>
                <a:spcPts val="1200"/>
              </a:spcBef>
            </a:pPr>
            <a:r>
              <a:rPr sz="2800" b="1" spc="130" dirty="0">
                <a:solidFill>
                  <a:srgbClr val="7E4D00"/>
                </a:solidFill>
                <a:latin typeface="华文楷体"/>
                <a:cs typeface="华文楷体"/>
              </a:rPr>
              <a:t>首先</a:t>
            </a:r>
            <a:r>
              <a:rPr sz="2800" b="1" spc="120" dirty="0">
                <a:solidFill>
                  <a:srgbClr val="7E4D00"/>
                </a:solidFill>
                <a:latin typeface="华文楷体"/>
                <a:cs typeface="华文楷体"/>
              </a:rPr>
              <a:t>接</a:t>
            </a:r>
            <a:r>
              <a:rPr sz="2800" b="1" spc="125" dirty="0">
                <a:solidFill>
                  <a:srgbClr val="7E4D00"/>
                </a:solidFill>
                <a:latin typeface="华文楷体"/>
                <a:cs typeface="华文楷体"/>
              </a:rPr>
              <a:t>成</a:t>
            </a:r>
            <a:r>
              <a:rPr sz="2800" b="1" spc="40" dirty="0">
                <a:solidFill>
                  <a:srgbClr val="7E4D00"/>
                </a:solidFill>
                <a:latin typeface="华文楷体"/>
                <a:cs typeface="华文楷体"/>
              </a:rPr>
              <a:t>100</a:t>
            </a:r>
            <a:r>
              <a:rPr sz="2800" b="1" spc="130" dirty="0">
                <a:solidFill>
                  <a:srgbClr val="7E4D00"/>
                </a:solidFill>
                <a:latin typeface="华文楷体"/>
                <a:cs typeface="华文楷体"/>
              </a:rPr>
              <a:t>进</a:t>
            </a:r>
            <a:r>
              <a:rPr sz="2800" b="1" spc="120" dirty="0">
                <a:solidFill>
                  <a:srgbClr val="7E4D00"/>
                </a:solidFill>
                <a:latin typeface="华文楷体"/>
                <a:cs typeface="华文楷体"/>
              </a:rPr>
              <a:t>制</a:t>
            </a:r>
            <a:r>
              <a:rPr sz="2800" b="1" spc="130" dirty="0">
                <a:solidFill>
                  <a:srgbClr val="7E4D00"/>
                </a:solidFill>
                <a:latin typeface="华文楷体"/>
                <a:cs typeface="华文楷体"/>
              </a:rPr>
              <a:t>计数</a:t>
            </a:r>
            <a:r>
              <a:rPr sz="2800" b="1" spc="125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120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spc="130" dirty="0">
                <a:solidFill>
                  <a:srgbClr val="7E4D00"/>
                </a:solidFill>
                <a:latin typeface="华文楷体"/>
                <a:cs typeface="华文楷体"/>
              </a:rPr>
              <a:t>然后</a:t>
            </a:r>
            <a:r>
              <a:rPr sz="2800" b="1" spc="120" dirty="0">
                <a:solidFill>
                  <a:srgbClr val="7E4D00"/>
                </a:solidFill>
                <a:latin typeface="华文楷体"/>
                <a:cs typeface="华文楷体"/>
              </a:rPr>
              <a:t>采用</a:t>
            </a:r>
            <a:r>
              <a:rPr sz="2800" b="1" spc="130" dirty="0">
                <a:solidFill>
                  <a:srgbClr val="7E4D00"/>
                </a:solidFill>
                <a:latin typeface="华文楷体"/>
                <a:cs typeface="华文楷体"/>
              </a:rPr>
              <a:t>清零</a:t>
            </a:r>
            <a:r>
              <a:rPr sz="2800" b="1" spc="120" dirty="0">
                <a:solidFill>
                  <a:srgbClr val="7E4D00"/>
                </a:solidFill>
                <a:latin typeface="华文楷体"/>
                <a:cs typeface="华文楷体"/>
              </a:rPr>
              <a:t>或者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置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数方法得到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29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进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制。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7604" y="6539775"/>
            <a:ext cx="48450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130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5321" y="608787"/>
            <a:ext cx="60261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例</a:t>
            </a: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:</a:t>
            </a:r>
            <a:r>
              <a:rPr sz="3200" spc="-60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用两</a:t>
            </a:r>
            <a:r>
              <a:rPr sz="3200" i="1" spc="5" dirty="0">
                <a:solidFill>
                  <a:srgbClr val="7E4D00"/>
                </a:solidFill>
                <a:latin typeface="华文楷体"/>
                <a:cs typeface="华文楷体"/>
              </a:rPr>
              <a:t>片</a:t>
            </a:r>
            <a:r>
              <a:rPr sz="3200" spc="-5" dirty="0">
                <a:solidFill>
                  <a:srgbClr val="7E4D00"/>
                </a:solidFill>
                <a:latin typeface="华文楷体"/>
                <a:cs typeface="华文楷体"/>
              </a:rPr>
              <a:t>74160</a:t>
            </a: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接成</a:t>
            </a:r>
            <a:r>
              <a:rPr sz="3200" spc="-5" dirty="0">
                <a:solidFill>
                  <a:srgbClr val="7E4D00"/>
                </a:solidFill>
                <a:latin typeface="华文楷体"/>
                <a:cs typeface="华文楷体"/>
              </a:rPr>
              <a:t>29</a:t>
            </a: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进制计数器</a:t>
            </a:r>
            <a:endParaRPr sz="32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9580" y="3137598"/>
            <a:ext cx="2916555" cy="1434465"/>
          </a:xfrm>
          <a:custGeom>
            <a:avLst/>
            <a:gdLst/>
            <a:ahLst/>
            <a:cxnLst/>
            <a:rect l="l" t="t" r="r" b="b"/>
            <a:pathLst>
              <a:path w="2916554" h="1434464">
                <a:moveTo>
                  <a:pt x="0" y="1434143"/>
                </a:moveTo>
                <a:lnTo>
                  <a:pt x="2915990" y="1434143"/>
                </a:lnTo>
                <a:lnTo>
                  <a:pt x="2915990" y="0"/>
                </a:lnTo>
                <a:lnTo>
                  <a:pt x="0" y="0"/>
                </a:lnTo>
                <a:lnTo>
                  <a:pt x="0" y="1434143"/>
                </a:lnTo>
                <a:close/>
              </a:path>
            </a:pathLst>
          </a:custGeom>
          <a:ln w="277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23513" y="3496153"/>
            <a:ext cx="206375" cy="0"/>
          </a:xfrm>
          <a:custGeom>
            <a:avLst/>
            <a:gdLst/>
            <a:ahLst/>
            <a:cxnLst/>
            <a:rect l="l" t="t" r="r" b="b"/>
            <a:pathLst>
              <a:path w="206375">
                <a:moveTo>
                  <a:pt x="206066" y="0"/>
                </a:moveTo>
                <a:lnTo>
                  <a:pt x="0" y="0"/>
                </a:lnTo>
              </a:path>
            </a:pathLst>
          </a:custGeom>
          <a:ln w="27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25460" y="3854721"/>
            <a:ext cx="204470" cy="0"/>
          </a:xfrm>
          <a:custGeom>
            <a:avLst/>
            <a:gdLst/>
            <a:ahLst/>
            <a:cxnLst/>
            <a:rect l="l" t="t" r="r" b="b"/>
            <a:pathLst>
              <a:path w="204469">
                <a:moveTo>
                  <a:pt x="204119" y="0"/>
                </a:moveTo>
                <a:lnTo>
                  <a:pt x="0" y="0"/>
                </a:lnTo>
              </a:path>
            </a:pathLst>
          </a:custGeom>
          <a:ln w="27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29118" y="4213162"/>
            <a:ext cx="400685" cy="0"/>
          </a:xfrm>
          <a:custGeom>
            <a:avLst/>
            <a:gdLst/>
            <a:ahLst/>
            <a:cxnLst/>
            <a:rect l="l" t="t" r="r" b="b"/>
            <a:pathLst>
              <a:path w="400685">
                <a:moveTo>
                  <a:pt x="400461" y="0"/>
                </a:moveTo>
                <a:lnTo>
                  <a:pt x="0" y="0"/>
                </a:lnTo>
              </a:path>
            </a:pathLst>
          </a:custGeom>
          <a:ln w="27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45556" y="3496153"/>
            <a:ext cx="649605" cy="0"/>
          </a:xfrm>
          <a:custGeom>
            <a:avLst/>
            <a:gdLst/>
            <a:ahLst/>
            <a:cxnLst/>
            <a:rect l="l" t="t" r="r" b="b"/>
            <a:pathLst>
              <a:path w="649604">
                <a:moveTo>
                  <a:pt x="649308" y="0"/>
                </a:moveTo>
                <a:lnTo>
                  <a:pt x="0" y="0"/>
                </a:lnTo>
              </a:path>
            </a:pathLst>
          </a:custGeom>
          <a:ln w="27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51991" y="3854721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4">
                <a:moveTo>
                  <a:pt x="183243" y="0"/>
                </a:moveTo>
                <a:lnTo>
                  <a:pt x="0" y="0"/>
                </a:lnTo>
              </a:path>
            </a:pathLst>
          </a:custGeom>
          <a:ln w="27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55706" y="3810327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285" y="44394"/>
                </a:moveTo>
                <a:lnTo>
                  <a:pt x="92504" y="27106"/>
                </a:lnTo>
                <a:lnTo>
                  <a:pt x="82192" y="12995"/>
                </a:lnTo>
                <a:lnTo>
                  <a:pt x="66890" y="3486"/>
                </a:lnTo>
                <a:lnTo>
                  <a:pt x="48142" y="0"/>
                </a:lnTo>
                <a:lnTo>
                  <a:pt x="29394" y="3486"/>
                </a:lnTo>
                <a:lnTo>
                  <a:pt x="14093" y="12995"/>
                </a:lnTo>
                <a:lnTo>
                  <a:pt x="3780" y="27106"/>
                </a:lnTo>
                <a:lnTo>
                  <a:pt x="0" y="44394"/>
                </a:lnTo>
                <a:lnTo>
                  <a:pt x="3780" y="61682"/>
                </a:lnTo>
                <a:lnTo>
                  <a:pt x="14093" y="75792"/>
                </a:lnTo>
                <a:lnTo>
                  <a:pt x="29394" y="85302"/>
                </a:lnTo>
                <a:lnTo>
                  <a:pt x="48142" y="88788"/>
                </a:lnTo>
                <a:lnTo>
                  <a:pt x="66890" y="85302"/>
                </a:lnTo>
                <a:lnTo>
                  <a:pt x="82192" y="75792"/>
                </a:lnTo>
                <a:lnTo>
                  <a:pt x="92504" y="61682"/>
                </a:lnTo>
                <a:lnTo>
                  <a:pt x="96285" y="44394"/>
                </a:lnTo>
                <a:close/>
              </a:path>
            </a:pathLst>
          </a:custGeom>
          <a:ln w="28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12764" y="2967345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170240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95962" y="2967725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69861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79160" y="2976705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160881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62358" y="2967345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170240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697951" y="4580697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4" h="170814">
                <a:moveTo>
                  <a:pt x="0" y="170303"/>
                </a:moveTo>
                <a:lnTo>
                  <a:pt x="29626" y="170303"/>
                </a:lnTo>
                <a:lnTo>
                  <a:pt x="29626" y="0"/>
                </a:lnTo>
                <a:lnTo>
                  <a:pt x="0" y="0"/>
                </a:lnTo>
                <a:lnTo>
                  <a:pt x="0" y="170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81149" y="4580697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5" h="170814">
                <a:moveTo>
                  <a:pt x="0" y="170303"/>
                </a:moveTo>
                <a:lnTo>
                  <a:pt x="29626" y="170303"/>
                </a:lnTo>
                <a:lnTo>
                  <a:pt x="29626" y="0"/>
                </a:lnTo>
                <a:lnTo>
                  <a:pt x="0" y="0"/>
                </a:lnTo>
                <a:lnTo>
                  <a:pt x="0" y="170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64347" y="4580697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5" h="170814">
                <a:moveTo>
                  <a:pt x="0" y="170303"/>
                </a:moveTo>
                <a:lnTo>
                  <a:pt x="29626" y="170303"/>
                </a:lnTo>
                <a:lnTo>
                  <a:pt x="29626" y="0"/>
                </a:lnTo>
                <a:lnTo>
                  <a:pt x="0" y="0"/>
                </a:lnTo>
                <a:lnTo>
                  <a:pt x="0" y="170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47545" y="4580697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5" h="170814">
                <a:moveTo>
                  <a:pt x="0" y="170303"/>
                </a:moveTo>
                <a:lnTo>
                  <a:pt x="29626" y="170303"/>
                </a:lnTo>
                <a:lnTo>
                  <a:pt x="29626" y="0"/>
                </a:lnTo>
                <a:lnTo>
                  <a:pt x="0" y="0"/>
                </a:lnTo>
                <a:lnTo>
                  <a:pt x="0" y="170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129580" y="4123615"/>
            <a:ext cx="97790" cy="179705"/>
          </a:xfrm>
          <a:custGeom>
            <a:avLst/>
            <a:gdLst/>
            <a:ahLst/>
            <a:cxnLst/>
            <a:rect l="l" t="t" r="r" b="b"/>
            <a:pathLst>
              <a:path w="97789" h="179704">
                <a:moveTo>
                  <a:pt x="0" y="0"/>
                </a:moveTo>
                <a:lnTo>
                  <a:pt x="97204" y="89547"/>
                </a:lnTo>
                <a:lnTo>
                  <a:pt x="0" y="179233"/>
                </a:lnTo>
              </a:path>
            </a:pathLst>
          </a:custGeom>
          <a:ln w="29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156929" y="4213162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>
                <a:moveTo>
                  <a:pt x="203131" y="0"/>
                </a:moveTo>
                <a:lnTo>
                  <a:pt x="0" y="0"/>
                </a:lnTo>
              </a:path>
            </a:pathLst>
          </a:custGeom>
          <a:ln w="27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060644" y="4168768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285" y="44394"/>
                </a:moveTo>
                <a:lnTo>
                  <a:pt x="92485" y="27159"/>
                </a:lnTo>
                <a:lnTo>
                  <a:pt x="82140" y="13043"/>
                </a:lnTo>
                <a:lnTo>
                  <a:pt x="66832" y="3503"/>
                </a:lnTo>
                <a:lnTo>
                  <a:pt x="48142" y="0"/>
                </a:lnTo>
                <a:lnTo>
                  <a:pt x="29394" y="3503"/>
                </a:lnTo>
                <a:lnTo>
                  <a:pt x="14093" y="13043"/>
                </a:lnTo>
                <a:lnTo>
                  <a:pt x="3780" y="27159"/>
                </a:lnTo>
                <a:lnTo>
                  <a:pt x="0" y="44394"/>
                </a:lnTo>
                <a:lnTo>
                  <a:pt x="3780" y="61706"/>
                </a:lnTo>
                <a:lnTo>
                  <a:pt x="14093" y="75831"/>
                </a:lnTo>
                <a:lnTo>
                  <a:pt x="29394" y="85350"/>
                </a:lnTo>
                <a:lnTo>
                  <a:pt x="48142" y="88838"/>
                </a:lnTo>
                <a:lnTo>
                  <a:pt x="66832" y="85350"/>
                </a:lnTo>
                <a:lnTo>
                  <a:pt x="82140" y="75831"/>
                </a:lnTo>
                <a:lnTo>
                  <a:pt x="92485" y="61706"/>
                </a:lnTo>
                <a:lnTo>
                  <a:pt x="96285" y="44394"/>
                </a:lnTo>
                <a:close/>
              </a:path>
            </a:pathLst>
          </a:custGeom>
          <a:ln w="283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171180" y="3131484"/>
            <a:ext cx="2878455" cy="14090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445" marR="3810" indent="424180">
              <a:lnSpc>
                <a:spcPct val="70600"/>
              </a:lnSpc>
              <a:spcBef>
                <a:spcPts val="480"/>
              </a:spcBef>
              <a:tabLst>
                <a:tab pos="1012190" algn="l"/>
                <a:tab pos="1614805" algn="l"/>
                <a:tab pos="2197735" algn="l"/>
                <a:tab pos="2454275" algn="l"/>
              </a:tabLst>
            </a:pP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0	</a:t>
            </a: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1	</a:t>
            </a: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2	</a:t>
            </a: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3  </a:t>
            </a:r>
            <a:r>
              <a:rPr sz="2000" b="1" spc="114" dirty="0">
                <a:latin typeface="Times New Roman"/>
                <a:cs typeface="Times New Roman"/>
              </a:rPr>
              <a:t>C</a:t>
            </a:r>
            <a:r>
              <a:rPr sz="2000" b="1" spc="100" dirty="0">
                <a:latin typeface="Times New Roman"/>
                <a:cs typeface="Times New Roman"/>
              </a:rPr>
              <a:t>T</a:t>
            </a:r>
            <a:r>
              <a:rPr sz="1950" b="1" spc="89" baseline="-12820" dirty="0">
                <a:latin typeface="Times New Roman"/>
                <a:cs typeface="Times New Roman"/>
              </a:rPr>
              <a:t>P</a:t>
            </a:r>
            <a:r>
              <a:rPr sz="1950" b="1" baseline="-12820" dirty="0">
                <a:latin typeface="Times New Roman"/>
                <a:cs typeface="Times New Roman"/>
              </a:rPr>
              <a:t>				</a:t>
            </a:r>
            <a:r>
              <a:rPr sz="2000" b="1" spc="114" dirty="0">
                <a:latin typeface="Times New Roman"/>
                <a:cs typeface="Times New Roman"/>
              </a:rPr>
              <a:t>C</a:t>
            </a:r>
            <a:r>
              <a:rPr sz="2000" b="1" spc="120" dirty="0">
                <a:latin typeface="Times New Roman"/>
                <a:cs typeface="Times New Roman"/>
              </a:rPr>
              <a:t>O</a:t>
            </a:r>
            <a:endParaRPr sz="2000">
              <a:latin typeface="Times New Roman"/>
              <a:cs typeface="Times New Roman"/>
            </a:endParaRPr>
          </a:p>
          <a:p>
            <a:pPr marL="292735" indent="-293370">
              <a:lnSpc>
                <a:spcPts val="2960"/>
              </a:lnSpc>
              <a:spcBef>
                <a:spcPts val="55"/>
              </a:spcBef>
              <a:tabLst>
                <a:tab pos="771525" algn="l"/>
                <a:tab pos="2469515" algn="l"/>
              </a:tabLst>
            </a:pPr>
            <a:r>
              <a:rPr sz="2000" b="1" spc="95" dirty="0">
                <a:latin typeface="Times New Roman"/>
                <a:cs typeface="Times New Roman"/>
              </a:rPr>
              <a:t>CT</a:t>
            </a:r>
            <a:r>
              <a:rPr sz="1950" b="1" spc="142" baseline="-12820" dirty="0">
                <a:latin typeface="Times New Roman"/>
                <a:cs typeface="Times New Roman"/>
              </a:rPr>
              <a:t>T	</a:t>
            </a:r>
            <a:r>
              <a:rPr sz="240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74160</a:t>
            </a:r>
            <a:r>
              <a:rPr sz="2400" b="1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70" dirty="0">
                <a:solidFill>
                  <a:srgbClr val="FF0000"/>
                </a:solidFill>
                <a:latin typeface="Times New Roman"/>
                <a:cs typeface="Times New Roman"/>
              </a:rPr>
              <a:t>(1)	</a:t>
            </a:r>
            <a:r>
              <a:rPr sz="3000" b="1" spc="165" baseline="-4166" dirty="0">
                <a:latin typeface="Times New Roman"/>
                <a:cs typeface="Times New Roman"/>
              </a:rPr>
              <a:t>LD  </a:t>
            </a:r>
            <a:r>
              <a:rPr sz="2000" b="1" spc="95" dirty="0">
                <a:latin typeface="Times New Roman"/>
                <a:cs typeface="Times New Roman"/>
              </a:rPr>
              <a:t>P</a:t>
            </a:r>
            <a:r>
              <a:rPr sz="2000" b="1" dirty="0">
                <a:latin typeface="Times New Roman"/>
                <a:cs typeface="Times New Roman"/>
              </a:rPr>
              <a:t>		</a:t>
            </a:r>
            <a:r>
              <a:rPr sz="2000" b="1" spc="-409" dirty="0">
                <a:latin typeface="Times New Roman"/>
                <a:cs typeface="Times New Roman"/>
              </a:rPr>
              <a:t> </a:t>
            </a:r>
            <a:r>
              <a:rPr sz="2000" b="1" spc="114" dirty="0">
                <a:latin typeface="Times New Roman"/>
                <a:cs typeface="Times New Roman"/>
              </a:rPr>
              <a:t>CR</a:t>
            </a:r>
            <a:endParaRPr sz="2000">
              <a:latin typeface="Times New Roman"/>
              <a:cs typeface="Times New Roman"/>
            </a:endParaRPr>
          </a:p>
          <a:p>
            <a:pPr marL="94615">
              <a:lnSpc>
                <a:spcPts val="1080"/>
              </a:lnSpc>
              <a:tabLst>
                <a:tab pos="446405" algn="l"/>
                <a:tab pos="1029335" algn="l"/>
                <a:tab pos="1631950" algn="l"/>
                <a:tab pos="2215515" algn="l"/>
              </a:tabLst>
            </a:pPr>
            <a:r>
              <a:rPr sz="3000" b="1" spc="172" baseline="34722" dirty="0">
                <a:latin typeface="Times New Roman"/>
                <a:cs typeface="Times New Roman"/>
              </a:rPr>
              <a:t>C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0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1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2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3</a:t>
            </a:r>
            <a:endParaRPr sz="1950" baseline="-1282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925460" y="3496153"/>
            <a:ext cx="0" cy="1435100"/>
          </a:xfrm>
          <a:custGeom>
            <a:avLst/>
            <a:gdLst/>
            <a:ahLst/>
            <a:cxnLst/>
            <a:rect l="l" t="t" r="r" b="b"/>
            <a:pathLst>
              <a:path h="1435100">
                <a:moveTo>
                  <a:pt x="0" y="1434535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25280" y="3137598"/>
            <a:ext cx="2916555" cy="1434465"/>
          </a:xfrm>
          <a:custGeom>
            <a:avLst/>
            <a:gdLst/>
            <a:ahLst/>
            <a:cxnLst/>
            <a:rect l="l" t="t" r="r" b="b"/>
            <a:pathLst>
              <a:path w="2916554" h="1434464">
                <a:moveTo>
                  <a:pt x="0" y="1434143"/>
                </a:moveTo>
                <a:lnTo>
                  <a:pt x="2915990" y="1434143"/>
                </a:lnTo>
                <a:lnTo>
                  <a:pt x="2915990" y="0"/>
                </a:lnTo>
                <a:lnTo>
                  <a:pt x="0" y="0"/>
                </a:lnTo>
                <a:lnTo>
                  <a:pt x="0" y="1434143"/>
                </a:lnTo>
                <a:close/>
              </a:path>
            </a:pathLst>
          </a:custGeom>
          <a:ln w="277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626834" y="3496153"/>
            <a:ext cx="398780" cy="0"/>
          </a:xfrm>
          <a:custGeom>
            <a:avLst/>
            <a:gdLst/>
            <a:ahLst/>
            <a:cxnLst/>
            <a:rect l="l" t="t" r="r" b="b"/>
            <a:pathLst>
              <a:path w="398779">
                <a:moveTo>
                  <a:pt x="398445" y="0"/>
                </a:moveTo>
                <a:lnTo>
                  <a:pt x="0" y="0"/>
                </a:lnTo>
              </a:path>
            </a:pathLst>
          </a:custGeom>
          <a:ln w="27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821188" y="3854721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4091" y="0"/>
                </a:moveTo>
                <a:lnTo>
                  <a:pt x="0" y="0"/>
                </a:lnTo>
              </a:path>
            </a:pathLst>
          </a:custGeom>
          <a:ln w="27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821188" y="4213162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4091" y="0"/>
                </a:moveTo>
                <a:lnTo>
                  <a:pt x="0" y="0"/>
                </a:lnTo>
              </a:path>
            </a:pathLst>
          </a:custGeom>
          <a:ln w="27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941270" y="3496153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4091" y="0"/>
                </a:moveTo>
                <a:lnTo>
                  <a:pt x="0" y="0"/>
                </a:lnTo>
              </a:path>
            </a:pathLst>
          </a:custGeom>
          <a:ln w="27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047705" y="3854721"/>
            <a:ext cx="185420" cy="0"/>
          </a:xfrm>
          <a:custGeom>
            <a:avLst/>
            <a:gdLst/>
            <a:ahLst/>
            <a:cxnLst/>
            <a:rect l="l" t="t" r="r" b="b"/>
            <a:pathLst>
              <a:path w="185420">
                <a:moveTo>
                  <a:pt x="185164" y="0"/>
                </a:moveTo>
                <a:lnTo>
                  <a:pt x="0" y="0"/>
                </a:lnTo>
              </a:path>
            </a:pathLst>
          </a:custGeom>
          <a:ln w="27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951420" y="3810327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285" y="44394"/>
                </a:moveTo>
                <a:lnTo>
                  <a:pt x="92504" y="27106"/>
                </a:lnTo>
                <a:lnTo>
                  <a:pt x="82192" y="12995"/>
                </a:lnTo>
                <a:lnTo>
                  <a:pt x="66890" y="3486"/>
                </a:lnTo>
                <a:lnTo>
                  <a:pt x="48142" y="0"/>
                </a:lnTo>
                <a:lnTo>
                  <a:pt x="29394" y="3486"/>
                </a:lnTo>
                <a:lnTo>
                  <a:pt x="14093" y="12995"/>
                </a:lnTo>
                <a:lnTo>
                  <a:pt x="3780" y="27106"/>
                </a:lnTo>
                <a:lnTo>
                  <a:pt x="0" y="44394"/>
                </a:lnTo>
                <a:lnTo>
                  <a:pt x="3780" y="61682"/>
                </a:lnTo>
                <a:lnTo>
                  <a:pt x="14093" y="75792"/>
                </a:lnTo>
                <a:lnTo>
                  <a:pt x="29394" y="85302"/>
                </a:lnTo>
                <a:lnTo>
                  <a:pt x="48142" y="88788"/>
                </a:lnTo>
                <a:lnTo>
                  <a:pt x="66890" y="85302"/>
                </a:lnTo>
                <a:lnTo>
                  <a:pt x="82192" y="75792"/>
                </a:lnTo>
                <a:lnTo>
                  <a:pt x="92504" y="61682"/>
                </a:lnTo>
                <a:lnTo>
                  <a:pt x="96285" y="44394"/>
                </a:lnTo>
                <a:close/>
              </a:path>
            </a:pathLst>
          </a:custGeom>
          <a:ln w="28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608478" y="2967345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170240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191676" y="2967725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69861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774874" y="2976705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160881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358072" y="2967345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170240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593664" y="4580697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5" h="170814">
                <a:moveTo>
                  <a:pt x="0" y="170303"/>
                </a:moveTo>
                <a:lnTo>
                  <a:pt x="29626" y="170303"/>
                </a:lnTo>
                <a:lnTo>
                  <a:pt x="29626" y="0"/>
                </a:lnTo>
                <a:lnTo>
                  <a:pt x="0" y="0"/>
                </a:lnTo>
                <a:lnTo>
                  <a:pt x="0" y="170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176863" y="4580697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5" h="170814">
                <a:moveTo>
                  <a:pt x="0" y="170303"/>
                </a:moveTo>
                <a:lnTo>
                  <a:pt x="29626" y="170303"/>
                </a:lnTo>
                <a:lnTo>
                  <a:pt x="29626" y="0"/>
                </a:lnTo>
                <a:lnTo>
                  <a:pt x="0" y="0"/>
                </a:lnTo>
                <a:lnTo>
                  <a:pt x="0" y="170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760061" y="4580697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5" h="170814">
                <a:moveTo>
                  <a:pt x="0" y="170303"/>
                </a:moveTo>
                <a:lnTo>
                  <a:pt x="29626" y="170303"/>
                </a:lnTo>
                <a:lnTo>
                  <a:pt x="29626" y="0"/>
                </a:lnTo>
                <a:lnTo>
                  <a:pt x="0" y="0"/>
                </a:lnTo>
                <a:lnTo>
                  <a:pt x="0" y="170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343259" y="4580697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5" h="170814">
                <a:moveTo>
                  <a:pt x="0" y="170303"/>
                </a:moveTo>
                <a:lnTo>
                  <a:pt x="29626" y="170303"/>
                </a:lnTo>
                <a:lnTo>
                  <a:pt x="29626" y="0"/>
                </a:lnTo>
                <a:lnTo>
                  <a:pt x="0" y="0"/>
                </a:lnTo>
                <a:lnTo>
                  <a:pt x="0" y="170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025280" y="4123615"/>
            <a:ext cx="97790" cy="179705"/>
          </a:xfrm>
          <a:custGeom>
            <a:avLst/>
            <a:gdLst/>
            <a:ahLst/>
            <a:cxnLst/>
            <a:rect l="l" t="t" r="r" b="b"/>
            <a:pathLst>
              <a:path w="97789" h="179704">
                <a:moveTo>
                  <a:pt x="0" y="0"/>
                </a:moveTo>
                <a:lnTo>
                  <a:pt x="97245" y="89547"/>
                </a:lnTo>
                <a:lnTo>
                  <a:pt x="0" y="179233"/>
                </a:lnTo>
              </a:path>
            </a:pathLst>
          </a:custGeom>
          <a:ln w="29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052643" y="4213162"/>
            <a:ext cx="180340" cy="0"/>
          </a:xfrm>
          <a:custGeom>
            <a:avLst/>
            <a:gdLst/>
            <a:ahLst/>
            <a:cxnLst/>
            <a:rect l="l" t="t" r="r" b="b"/>
            <a:pathLst>
              <a:path w="180340">
                <a:moveTo>
                  <a:pt x="179814" y="0"/>
                </a:moveTo>
                <a:lnTo>
                  <a:pt x="0" y="0"/>
                </a:lnTo>
              </a:path>
            </a:pathLst>
          </a:custGeom>
          <a:ln w="27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956357" y="4168768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285" y="44394"/>
                </a:moveTo>
                <a:lnTo>
                  <a:pt x="92504" y="27159"/>
                </a:lnTo>
                <a:lnTo>
                  <a:pt x="82192" y="13043"/>
                </a:lnTo>
                <a:lnTo>
                  <a:pt x="66890" y="3503"/>
                </a:lnTo>
                <a:lnTo>
                  <a:pt x="48142" y="0"/>
                </a:lnTo>
                <a:lnTo>
                  <a:pt x="29394" y="3503"/>
                </a:lnTo>
                <a:lnTo>
                  <a:pt x="14093" y="13043"/>
                </a:lnTo>
                <a:lnTo>
                  <a:pt x="3780" y="27159"/>
                </a:lnTo>
                <a:lnTo>
                  <a:pt x="0" y="44394"/>
                </a:lnTo>
                <a:lnTo>
                  <a:pt x="3780" y="61706"/>
                </a:lnTo>
                <a:lnTo>
                  <a:pt x="14093" y="75831"/>
                </a:lnTo>
                <a:lnTo>
                  <a:pt x="29394" y="85350"/>
                </a:lnTo>
                <a:lnTo>
                  <a:pt x="48142" y="88838"/>
                </a:lnTo>
                <a:lnTo>
                  <a:pt x="66890" y="85350"/>
                </a:lnTo>
                <a:lnTo>
                  <a:pt x="82192" y="75831"/>
                </a:lnTo>
                <a:lnTo>
                  <a:pt x="92504" y="61706"/>
                </a:lnTo>
                <a:lnTo>
                  <a:pt x="96285" y="44394"/>
                </a:lnTo>
                <a:close/>
              </a:path>
            </a:pathLst>
          </a:custGeom>
          <a:ln w="283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066976" y="3131484"/>
            <a:ext cx="2878455" cy="14090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445" marR="3810" indent="424180">
              <a:lnSpc>
                <a:spcPct val="70600"/>
              </a:lnSpc>
              <a:spcBef>
                <a:spcPts val="480"/>
              </a:spcBef>
              <a:tabLst>
                <a:tab pos="1012190" algn="l"/>
                <a:tab pos="1614805" algn="l"/>
                <a:tab pos="2197735" algn="l"/>
                <a:tab pos="2454275" algn="l"/>
              </a:tabLst>
            </a:pP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0	</a:t>
            </a: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1	</a:t>
            </a: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2	</a:t>
            </a: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3  </a:t>
            </a:r>
            <a:r>
              <a:rPr sz="2000" b="1" spc="114" dirty="0">
                <a:latin typeface="Times New Roman"/>
                <a:cs typeface="Times New Roman"/>
              </a:rPr>
              <a:t>C</a:t>
            </a:r>
            <a:r>
              <a:rPr sz="2000" b="1" spc="100" dirty="0">
                <a:latin typeface="Times New Roman"/>
                <a:cs typeface="Times New Roman"/>
              </a:rPr>
              <a:t>T</a:t>
            </a:r>
            <a:r>
              <a:rPr sz="1950" b="1" spc="89" baseline="-12820" dirty="0">
                <a:latin typeface="Times New Roman"/>
                <a:cs typeface="Times New Roman"/>
              </a:rPr>
              <a:t>P</a:t>
            </a:r>
            <a:r>
              <a:rPr sz="1950" b="1" baseline="-12820" dirty="0">
                <a:latin typeface="Times New Roman"/>
                <a:cs typeface="Times New Roman"/>
              </a:rPr>
              <a:t>				</a:t>
            </a:r>
            <a:r>
              <a:rPr sz="2000" b="1" spc="114" dirty="0">
                <a:latin typeface="Times New Roman"/>
                <a:cs typeface="Times New Roman"/>
              </a:rPr>
              <a:t>C</a:t>
            </a:r>
            <a:r>
              <a:rPr sz="2000" b="1" spc="120" dirty="0">
                <a:latin typeface="Times New Roman"/>
                <a:cs typeface="Times New Roman"/>
              </a:rPr>
              <a:t>O</a:t>
            </a:r>
            <a:endParaRPr sz="2000">
              <a:latin typeface="Times New Roman"/>
              <a:cs typeface="Times New Roman"/>
            </a:endParaRPr>
          </a:p>
          <a:p>
            <a:pPr marL="288925" indent="-289560">
              <a:lnSpc>
                <a:spcPts val="2960"/>
              </a:lnSpc>
              <a:spcBef>
                <a:spcPts val="55"/>
              </a:spcBef>
              <a:tabLst>
                <a:tab pos="771525" algn="l"/>
                <a:tab pos="2469515" algn="l"/>
              </a:tabLst>
            </a:pPr>
            <a:r>
              <a:rPr sz="2000" b="1" spc="95" dirty="0">
                <a:latin typeface="Times New Roman"/>
                <a:cs typeface="Times New Roman"/>
              </a:rPr>
              <a:t>CT</a:t>
            </a:r>
            <a:r>
              <a:rPr sz="1950" b="1" spc="142" baseline="-12820" dirty="0">
                <a:latin typeface="Times New Roman"/>
                <a:cs typeface="Times New Roman"/>
              </a:rPr>
              <a:t>T	</a:t>
            </a:r>
            <a:r>
              <a:rPr sz="240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74160</a:t>
            </a:r>
            <a:r>
              <a:rPr sz="2400" b="1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70" dirty="0">
                <a:solidFill>
                  <a:srgbClr val="FF0000"/>
                </a:solidFill>
                <a:latin typeface="Times New Roman"/>
                <a:cs typeface="Times New Roman"/>
              </a:rPr>
              <a:t>(2)	</a:t>
            </a:r>
            <a:r>
              <a:rPr sz="3000" b="1" spc="165" baseline="-4166" dirty="0">
                <a:latin typeface="Times New Roman"/>
                <a:cs typeface="Times New Roman"/>
              </a:rPr>
              <a:t>LD  </a:t>
            </a:r>
            <a:r>
              <a:rPr sz="2000" b="1" spc="95" dirty="0">
                <a:latin typeface="Times New Roman"/>
                <a:cs typeface="Times New Roman"/>
              </a:rPr>
              <a:t>P</a:t>
            </a:r>
            <a:r>
              <a:rPr sz="2000" b="1" dirty="0">
                <a:latin typeface="Times New Roman"/>
                <a:cs typeface="Times New Roman"/>
              </a:rPr>
              <a:t>		</a:t>
            </a:r>
            <a:r>
              <a:rPr sz="2000" b="1" spc="-409" dirty="0">
                <a:latin typeface="Times New Roman"/>
                <a:cs typeface="Times New Roman"/>
              </a:rPr>
              <a:t> </a:t>
            </a:r>
            <a:r>
              <a:rPr sz="2000" b="1" spc="114" dirty="0">
                <a:latin typeface="Times New Roman"/>
                <a:cs typeface="Times New Roman"/>
              </a:rPr>
              <a:t>CR</a:t>
            </a:r>
            <a:endParaRPr sz="2000">
              <a:latin typeface="Times New Roman"/>
              <a:cs typeface="Times New Roman"/>
            </a:endParaRPr>
          </a:p>
          <a:p>
            <a:pPr marL="90805">
              <a:lnSpc>
                <a:spcPts val="1080"/>
              </a:lnSpc>
              <a:tabLst>
                <a:tab pos="445770" algn="l"/>
                <a:tab pos="1029335" algn="l"/>
                <a:tab pos="1631950" algn="l"/>
                <a:tab pos="2214880" algn="l"/>
              </a:tabLst>
            </a:pPr>
            <a:r>
              <a:rPr sz="3000" b="1" spc="172" baseline="34722" dirty="0">
                <a:latin typeface="Times New Roman"/>
                <a:cs typeface="Times New Roman"/>
              </a:rPr>
              <a:t>C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0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1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2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3</a:t>
            </a:r>
            <a:endParaRPr sz="1950" baseline="-1282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821188" y="3496153"/>
            <a:ext cx="0" cy="358775"/>
          </a:xfrm>
          <a:custGeom>
            <a:avLst/>
            <a:gdLst/>
            <a:ahLst/>
            <a:cxnLst/>
            <a:rect l="l" t="t" r="r" b="b"/>
            <a:pathLst>
              <a:path h="358775">
                <a:moveTo>
                  <a:pt x="0" y="358567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354575" y="3854721"/>
            <a:ext cx="0" cy="1076325"/>
          </a:xfrm>
          <a:custGeom>
            <a:avLst/>
            <a:gdLst/>
            <a:ahLst/>
            <a:cxnLst/>
            <a:rect l="l" t="t" r="r" b="b"/>
            <a:pathLst>
              <a:path h="1076325">
                <a:moveTo>
                  <a:pt x="0" y="0"/>
                </a:moveTo>
                <a:lnTo>
                  <a:pt x="0" y="1075968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232869" y="3854721"/>
            <a:ext cx="0" cy="1067435"/>
          </a:xfrm>
          <a:custGeom>
            <a:avLst/>
            <a:gdLst/>
            <a:ahLst/>
            <a:cxnLst/>
            <a:rect l="l" t="t" r="r" b="b"/>
            <a:pathLst>
              <a:path h="1067435">
                <a:moveTo>
                  <a:pt x="0" y="0"/>
                </a:moveTo>
                <a:lnTo>
                  <a:pt x="0" y="106700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505248" y="4930689"/>
            <a:ext cx="7725409" cy="18415"/>
          </a:xfrm>
          <a:custGeom>
            <a:avLst/>
            <a:gdLst/>
            <a:ahLst/>
            <a:cxnLst/>
            <a:rect l="l" t="t" r="r" b="b"/>
            <a:pathLst>
              <a:path w="7725409" h="18414">
                <a:moveTo>
                  <a:pt x="0" y="18073"/>
                </a:moveTo>
                <a:lnTo>
                  <a:pt x="7725152" y="0"/>
                </a:lnTo>
              </a:path>
            </a:pathLst>
          </a:custGeom>
          <a:ln w="27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729118" y="4213162"/>
            <a:ext cx="0" cy="906144"/>
          </a:xfrm>
          <a:custGeom>
            <a:avLst/>
            <a:gdLst/>
            <a:ahLst/>
            <a:cxnLst/>
            <a:rect l="l" t="t" r="r" b="b"/>
            <a:pathLst>
              <a:path h="906145">
                <a:moveTo>
                  <a:pt x="0" y="0"/>
                </a:moveTo>
                <a:lnTo>
                  <a:pt x="0" y="905753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515123" y="5118915"/>
            <a:ext cx="4306570" cy="0"/>
          </a:xfrm>
          <a:custGeom>
            <a:avLst/>
            <a:gdLst/>
            <a:ahLst/>
            <a:cxnLst/>
            <a:rect l="l" t="t" r="r" b="b"/>
            <a:pathLst>
              <a:path w="4306570">
                <a:moveTo>
                  <a:pt x="0" y="0"/>
                </a:moveTo>
                <a:lnTo>
                  <a:pt x="4306064" y="0"/>
                </a:lnTo>
              </a:path>
            </a:pathLst>
          </a:custGeom>
          <a:ln w="27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821188" y="4213162"/>
            <a:ext cx="0" cy="906144"/>
          </a:xfrm>
          <a:custGeom>
            <a:avLst/>
            <a:gdLst/>
            <a:ahLst/>
            <a:cxnLst/>
            <a:rect l="l" t="t" r="r" b="b"/>
            <a:pathLst>
              <a:path h="906145">
                <a:moveTo>
                  <a:pt x="0" y="0"/>
                </a:moveTo>
                <a:lnTo>
                  <a:pt x="0" y="905753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129580" y="3136924"/>
            <a:ext cx="2916555" cy="1433830"/>
          </a:xfrm>
          <a:custGeom>
            <a:avLst/>
            <a:gdLst/>
            <a:ahLst/>
            <a:cxnLst/>
            <a:rect l="l" t="t" r="r" b="b"/>
            <a:pathLst>
              <a:path w="2916554" h="1433829">
                <a:moveTo>
                  <a:pt x="0" y="1433626"/>
                </a:moveTo>
                <a:lnTo>
                  <a:pt x="2915990" y="1433626"/>
                </a:lnTo>
                <a:lnTo>
                  <a:pt x="2915990" y="0"/>
                </a:lnTo>
                <a:lnTo>
                  <a:pt x="0" y="0"/>
                </a:lnTo>
                <a:lnTo>
                  <a:pt x="0" y="1433626"/>
                </a:lnTo>
                <a:close/>
              </a:path>
            </a:pathLst>
          </a:custGeom>
          <a:ln w="277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923513" y="3495350"/>
            <a:ext cx="206375" cy="0"/>
          </a:xfrm>
          <a:custGeom>
            <a:avLst/>
            <a:gdLst/>
            <a:ahLst/>
            <a:cxnLst/>
            <a:rect l="l" t="t" r="r" b="b"/>
            <a:pathLst>
              <a:path w="206375">
                <a:moveTo>
                  <a:pt x="206066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25460" y="3853788"/>
            <a:ext cx="204470" cy="0"/>
          </a:xfrm>
          <a:custGeom>
            <a:avLst/>
            <a:gdLst/>
            <a:ahLst/>
            <a:cxnLst/>
            <a:rect l="l" t="t" r="r" b="b"/>
            <a:pathLst>
              <a:path w="204469">
                <a:moveTo>
                  <a:pt x="204119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729118" y="4212099"/>
            <a:ext cx="400685" cy="0"/>
          </a:xfrm>
          <a:custGeom>
            <a:avLst/>
            <a:gdLst/>
            <a:ahLst/>
            <a:cxnLst/>
            <a:rect l="l" t="t" r="r" b="b"/>
            <a:pathLst>
              <a:path w="400685">
                <a:moveTo>
                  <a:pt x="400461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045556" y="3495350"/>
            <a:ext cx="649605" cy="0"/>
          </a:xfrm>
          <a:custGeom>
            <a:avLst/>
            <a:gdLst/>
            <a:ahLst/>
            <a:cxnLst/>
            <a:rect l="l" t="t" r="r" b="b"/>
            <a:pathLst>
              <a:path w="649604">
                <a:moveTo>
                  <a:pt x="649308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151991" y="3853788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4">
                <a:moveTo>
                  <a:pt x="183243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055706" y="3809410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285" y="44378"/>
                </a:moveTo>
                <a:lnTo>
                  <a:pt x="92504" y="27096"/>
                </a:lnTo>
                <a:lnTo>
                  <a:pt x="82192" y="12991"/>
                </a:lnTo>
                <a:lnTo>
                  <a:pt x="66890" y="3484"/>
                </a:lnTo>
                <a:lnTo>
                  <a:pt x="48142" y="0"/>
                </a:lnTo>
                <a:lnTo>
                  <a:pt x="29394" y="3484"/>
                </a:lnTo>
                <a:lnTo>
                  <a:pt x="14093" y="12991"/>
                </a:lnTo>
                <a:lnTo>
                  <a:pt x="3780" y="27096"/>
                </a:lnTo>
                <a:lnTo>
                  <a:pt x="0" y="44378"/>
                </a:lnTo>
                <a:lnTo>
                  <a:pt x="3780" y="61659"/>
                </a:lnTo>
                <a:lnTo>
                  <a:pt x="14093" y="75765"/>
                </a:lnTo>
                <a:lnTo>
                  <a:pt x="29394" y="85271"/>
                </a:lnTo>
                <a:lnTo>
                  <a:pt x="48142" y="88756"/>
                </a:lnTo>
                <a:lnTo>
                  <a:pt x="66890" y="85271"/>
                </a:lnTo>
                <a:lnTo>
                  <a:pt x="82192" y="75765"/>
                </a:lnTo>
                <a:lnTo>
                  <a:pt x="92504" y="61659"/>
                </a:lnTo>
                <a:lnTo>
                  <a:pt x="96285" y="44378"/>
                </a:lnTo>
                <a:close/>
              </a:path>
            </a:pathLst>
          </a:custGeom>
          <a:ln w="283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712764" y="2966732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70179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295962" y="2967112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69799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879160" y="2976088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160823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462358" y="2966732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70179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697951" y="4579502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4" h="170814">
                <a:moveTo>
                  <a:pt x="0" y="170242"/>
                </a:moveTo>
                <a:lnTo>
                  <a:pt x="29626" y="170242"/>
                </a:lnTo>
                <a:lnTo>
                  <a:pt x="29626" y="0"/>
                </a:lnTo>
                <a:lnTo>
                  <a:pt x="0" y="0"/>
                </a:lnTo>
                <a:lnTo>
                  <a:pt x="0" y="170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281149" y="4579502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5" h="170814">
                <a:moveTo>
                  <a:pt x="0" y="170242"/>
                </a:moveTo>
                <a:lnTo>
                  <a:pt x="29626" y="170242"/>
                </a:lnTo>
                <a:lnTo>
                  <a:pt x="29626" y="0"/>
                </a:lnTo>
                <a:lnTo>
                  <a:pt x="0" y="0"/>
                </a:lnTo>
                <a:lnTo>
                  <a:pt x="0" y="170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864347" y="4579502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5" h="170814">
                <a:moveTo>
                  <a:pt x="0" y="170242"/>
                </a:moveTo>
                <a:lnTo>
                  <a:pt x="29626" y="170242"/>
                </a:lnTo>
                <a:lnTo>
                  <a:pt x="29626" y="0"/>
                </a:lnTo>
                <a:lnTo>
                  <a:pt x="0" y="0"/>
                </a:lnTo>
                <a:lnTo>
                  <a:pt x="0" y="170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447545" y="4579502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5" h="170814">
                <a:moveTo>
                  <a:pt x="0" y="170242"/>
                </a:moveTo>
                <a:lnTo>
                  <a:pt x="29626" y="170242"/>
                </a:lnTo>
                <a:lnTo>
                  <a:pt x="29626" y="0"/>
                </a:lnTo>
                <a:lnTo>
                  <a:pt x="0" y="0"/>
                </a:lnTo>
                <a:lnTo>
                  <a:pt x="0" y="170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129580" y="4122585"/>
            <a:ext cx="97790" cy="179705"/>
          </a:xfrm>
          <a:custGeom>
            <a:avLst/>
            <a:gdLst/>
            <a:ahLst/>
            <a:cxnLst/>
            <a:rect l="l" t="t" r="r" b="b"/>
            <a:pathLst>
              <a:path w="97789" h="179704">
                <a:moveTo>
                  <a:pt x="0" y="0"/>
                </a:moveTo>
                <a:lnTo>
                  <a:pt x="97204" y="89514"/>
                </a:lnTo>
                <a:lnTo>
                  <a:pt x="0" y="179168"/>
                </a:lnTo>
              </a:path>
            </a:pathLst>
          </a:custGeom>
          <a:ln w="29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156929" y="4212099"/>
            <a:ext cx="411480" cy="0"/>
          </a:xfrm>
          <a:custGeom>
            <a:avLst/>
            <a:gdLst/>
            <a:ahLst/>
            <a:cxnLst/>
            <a:rect l="l" t="t" r="r" b="b"/>
            <a:pathLst>
              <a:path w="411479">
                <a:moveTo>
                  <a:pt x="411201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046410" y="4153487"/>
            <a:ext cx="124753" cy="117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2171180" y="3130812"/>
            <a:ext cx="2878455" cy="14084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445" marR="3810" indent="424180">
              <a:lnSpc>
                <a:spcPct val="70600"/>
              </a:lnSpc>
              <a:spcBef>
                <a:spcPts val="480"/>
              </a:spcBef>
              <a:tabLst>
                <a:tab pos="1012190" algn="l"/>
                <a:tab pos="1614805" algn="l"/>
                <a:tab pos="2197735" algn="l"/>
                <a:tab pos="2454275" algn="l"/>
              </a:tabLst>
            </a:pP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0	</a:t>
            </a: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1	</a:t>
            </a: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2	</a:t>
            </a: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3  </a:t>
            </a:r>
            <a:r>
              <a:rPr sz="2000" b="1" spc="114" dirty="0">
                <a:latin typeface="Times New Roman"/>
                <a:cs typeface="Times New Roman"/>
              </a:rPr>
              <a:t>C</a:t>
            </a:r>
            <a:r>
              <a:rPr sz="2000" b="1" spc="100" dirty="0">
                <a:latin typeface="Times New Roman"/>
                <a:cs typeface="Times New Roman"/>
              </a:rPr>
              <a:t>T</a:t>
            </a:r>
            <a:r>
              <a:rPr sz="1950" b="1" spc="89" baseline="-12820" dirty="0">
                <a:latin typeface="Times New Roman"/>
                <a:cs typeface="Times New Roman"/>
              </a:rPr>
              <a:t>P</a:t>
            </a:r>
            <a:r>
              <a:rPr sz="1950" b="1" baseline="-12820" dirty="0">
                <a:latin typeface="Times New Roman"/>
                <a:cs typeface="Times New Roman"/>
              </a:rPr>
              <a:t>				</a:t>
            </a:r>
            <a:r>
              <a:rPr sz="2000" b="1" spc="114" dirty="0">
                <a:latin typeface="Times New Roman"/>
                <a:cs typeface="Times New Roman"/>
              </a:rPr>
              <a:t>C</a:t>
            </a:r>
            <a:r>
              <a:rPr sz="2000" b="1" spc="120" dirty="0">
                <a:latin typeface="Times New Roman"/>
                <a:cs typeface="Times New Roman"/>
              </a:rPr>
              <a:t>O</a:t>
            </a:r>
            <a:endParaRPr sz="2000">
              <a:latin typeface="Times New Roman"/>
              <a:cs typeface="Times New Roman"/>
            </a:endParaRPr>
          </a:p>
          <a:p>
            <a:pPr marL="292735" indent="-293370">
              <a:lnSpc>
                <a:spcPts val="2960"/>
              </a:lnSpc>
              <a:spcBef>
                <a:spcPts val="55"/>
              </a:spcBef>
              <a:tabLst>
                <a:tab pos="771525" algn="l"/>
                <a:tab pos="2469515" algn="l"/>
              </a:tabLst>
            </a:pPr>
            <a:r>
              <a:rPr sz="2000" b="1" spc="95" dirty="0">
                <a:latin typeface="Times New Roman"/>
                <a:cs typeface="Times New Roman"/>
              </a:rPr>
              <a:t>CT</a:t>
            </a:r>
            <a:r>
              <a:rPr sz="1950" b="1" spc="142" baseline="-12820" dirty="0">
                <a:latin typeface="Times New Roman"/>
                <a:cs typeface="Times New Roman"/>
              </a:rPr>
              <a:t>T	</a:t>
            </a:r>
            <a:r>
              <a:rPr sz="2350" b="1" spc="120" dirty="0">
                <a:solidFill>
                  <a:srgbClr val="FF0000"/>
                </a:solidFill>
                <a:latin typeface="Times New Roman"/>
                <a:cs typeface="Times New Roman"/>
              </a:rPr>
              <a:t>74160</a:t>
            </a:r>
            <a:r>
              <a:rPr sz="2350" b="1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b="1" spc="90" dirty="0">
                <a:solidFill>
                  <a:srgbClr val="FF0000"/>
                </a:solidFill>
                <a:latin typeface="Times New Roman"/>
                <a:cs typeface="Times New Roman"/>
              </a:rPr>
              <a:t>(1)	</a:t>
            </a:r>
            <a:r>
              <a:rPr sz="3000" b="1" spc="165" baseline="-4166" dirty="0">
                <a:latin typeface="Times New Roman"/>
                <a:cs typeface="Times New Roman"/>
              </a:rPr>
              <a:t>LD  </a:t>
            </a:r>
            <a:r>
              <a:rPr sz="2000" b="1" spc="95" dirty="0">
                <a:latin typeface="Times New Roman"/>
                <a:cs typeface="Times New Roman"/>
              </a:rPr>
              <a:t>P</a:t>
            </a:r>
            <a:r>
              <a:rPr sz="2000" b="1" dirty="0">
                <a:latin typeface="Times New Roman"/>
                <a:cs typeface="Times New Roman"/>
              </a:rPr>
              <a:t>		</a:t>
            </a:r>
            <a:r>
              <a:rPr sz="2000" b="1" spc="-409" dirty="0">
                <a:latin typeface="Times New Roman"/>
                <a:cs typeface="Times New Roman"/>
              </a:rPr>
              <a:t> </a:t>
            </a:r>
            <a:r>
              <a:rPr sz="2000" b="1" spc="114" dirty="0">
                <a:latin typeface="Times New Roman"/>
                <a:cs typeface="Times New Roman"/>
              </a:rPr>
              <a:t>CR</a:t>
            </a:r>
            <a:endParaRPr sz="2000">
              <a:latin typeface="Times New Roman"/>
              <a:cs typeface="Times New Roman"/>
            </a:endParaRPr>
          </a:p>
          <a:p>
            <a:pPr marL="94615">
              <a:lnSpc>
                <a:spcPts val="1080"/>
              </a:lnSpc>
              <a:tabLst>
                <a:tab pos="446405" algn="l"/>
                <a:tab pos="1029335" algn="l"/>
                <a:tab pos="1631950" algn="l"/>
                <a:tab pos="2215515" algn="l"/>
              </a:tabLst>
            </a:pPr>
            <a:r>
              <a:rPr sz="3000" b="1" spc="172" baseline="34722" dirty="0">
                <a:latin typeface="Times New Roman"/>
                <a:cs typeface="Times New Roman"/>
              </a:rPr>
              <a:t>C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0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1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2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3</a:t>
            </a:r>
            <a:endParaRPr sz="1950" baseline="-1282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925460" y="3495350"/>
            <a:ext cx="0" cy="1434465"/>
          </a:xfrm>
          <a:custGeom>
            <a:avLst/>
            <a:gdLst/>
            <a:ahLst/>
            <a:cxnLst/>
            <a:rect l="l" t="t" r="r" b="b"/>
            <a:pathLst>
              <a:path h="1434464">
                <a:moveTo>
                  <a:pt x="0" y="1434018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025280" y="3136924"/>
            <a:ext cx="2916555" cy="1433830"/>
          </a:xfrm>
          <a:custGeom>
            <a:avLst/>
            <a:gdLst/>
            <a:ahLst/>
            <a:cxnLst/>
            <a:rect l="l" t="t" r="r" b="b"/>
            <a:pathLst>
              <a:path w="2916554" h="1433829">
                <a:moveTo>
                  <a:pt x="0" y="1433626"/>
                </a:moveTo>
                <a:lnTo>
                  <a:pt x="2915990" y="1433626"/>
                </a:lnTo>
                <a:lnTo>
                  <a:pt x="2915990" y="0"/>
                </a:lnTo>
                <a:lnTo>
                  <a:pt x="0" y="0"/>
                </a:lnTo>
                <a:lnTo>
                  <a:pt x="0" y="1433626"/>
                </a:lnTo>
                <a:close/>
              </a:path>
            </a:pathLst>
          </a:custGeom>
          <a:ln w="277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626834" y="3495350"/>
            <a:ext cx="398780" cy="0"/>
          </a:xfrm>
          <a:custGeom>
            <a:avLst/>
            <a:gdLst/>
            <a:ahLst/>
            <a:cxnLst/>
            <a:rect l="l" t="t" r="r" b="b"/>
            <a:pathLst>
              <a:path w="398779">
                <a:moveTo>
                  <a:pt x="398445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821188" y="3853788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4091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821188" y="4212099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4091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941270" y="3481695"/>
            <a:ext cx="204470" cy="27305"/>
          </a:xfrm>
          <a:custGeom>
            <a:avLst/>
            <a:gdLst/>
            <a:ahLst/>
            <a:cxnLst/>
            <a:rect l="l" t="t" r="r" b="b"/>
            <a:pathLst>
              <a:path w="204470" h="27304">
                <a:moveTo>
                  <a:pt x="0" y="27309"/>
                </a:moveTo>
                <a:lnTo>
                  <a:pt x="204091" y="27309"/>
                </a:lnTo>
                <a:lnTo>
                  <a:pt x="204091" y="0"/>
                </a:lnTo>
                <a:lnTo>
                  <a:pt x="0" y="0"/>
                </a:lnTo>
                <a:lnTo>
                  <a:pt x="0" y="273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9047705" y="3853788"/>
            <a:ext cx="185420" cy="0"/>
          </a:xfrm>
          <a:custGeom>
            <a:avLst/>
            <a:gdLst/>
            <a:ahLst/>
            <a:cxnLst/>
            <a:rect l="l" t="t" r="r" b="b"/>
            <a:pathLst>
              <a:path w="185420">
                <a:moveTo>
                  <a:pt x="185164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8951420" y="3809410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285" y="44378"/>
                </a:moveTo>
                <a:lnTo>
                  <a:pt x="92504" y="27096"/>
                </a:lnTo>
                <a:lnTo>
                  <a:pt x="82192" y="12991"/>
                </a:lnTo>
                <a:lnTo>
                  <a:pt x="66890" y="3484"/>
                </a:lnTo>
                <a:lnTo>
                  <a:pt x="48142" y="0"/>
                </a:lnTo>
                <a:lnTo>
                  <a:pt x="29394" y="3484"/>
                </a:lnTo>
                <a:lnTo>
                  <a:pt x="14093" y="12991"/>
                </a:lnTo>
                <a:lnTo>
                  <a:pt x="3780" y="27096"/>
                </a:lnTo>
                <a:lnTo>
                  <a:pt x="0" y="44378"/>
                </a:lnTo>
                <a:lnTo>
                  <a:pt x="3780" y="61659"/>
                </a:lnTo>
                <a:lnTo>
                  <a:pt x="14093" y="75765"/>
                </a:lnTo>
                <a:lnTo>
                  <a:pt x="29394" y="85271"/>
                </a:lnTo>
                <a:lnTo>
                  <a:pt x="48142" y="88756"/>
                </a:lnTo>
                <a:lnTo>
                  <a:pt x="66890" y="85271"/>
                </a:lnTo>
                <a:lnTo>
                  <a:pt x="82192" y="75765"/>
                </a:lnTo>
                <a:lnTo>
                  <a:pt x="92504" y="61659"/>
                </a:lnTo>
                <a:lnTo>
                  <a:pt x="96285" y="44378"/>
                </a:lnTo>
                <a:close/>
              </a:path>
            </a:pathLst>
          </a:custGeom>
          <a:ln w="283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608478" y="2966732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70179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191676" y="2967112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69799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774874" y="2976088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160823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8358072" y="2966732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70179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593664" y="4579502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5" h="170814">
                <a:moveTo>
                  <a:pt x="0" y="170242"/>
                </a:moveTo>
                <a:lnTo>
                  <a:pt x="29626" y="170242"/>
                </a:lnTo>
                <a:lnTo>
                  <a:pt x="29626" y="0"/>
                </a:lnTo>
                <a:lnTo>
                  <a:pt x="0" y="0"/>
                </a:lnTo>
                <a:lnTo>
                  <a:pt x="0" y="170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176863" y="4579502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5" h="170814">
                <a:moveTo>
                  <a:pt x="0" y="170242"/>
                </a:moveTo>
                <a:lnTo>
                  <a:pt x="29626" y="170242"/>
                </a:lnTo>
                <a:lnTo>
                  <a:pt x="29626" y="0"/>
                </a:lnTo>
                <a:lnTo>
                  <a:pt x="0" y="0"/>
                </a:lnTo>
                <a:lnTo>
                  <a:pt x="0" y="170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760061" y="4579502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5" h="170814">
                <a:moveTo>
                  <a:pt x="0" y="170242"/>
                </a:moveTo>
                <a:lnTo>
                  <a:pt x="29626" y="170242"/>
                </a:lnTo>
                <a:lnTo>
                  <a:pt x="29626" y="0"/>
                </a:lnTo>
                <a:lnTo>
                  <a:pt x="0" y="0"/>
                </a:lnTo>
                <a:lnTo>
                  <a:pt x="0" y="170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8343259" y="4579502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5" h="170814">
                <a:moveTo>
                  <a:pt x="0" y="170242"/>
                </a:moveTo>
                <a:lnTo>
                  <a:pt x="29626" y="170242"/>
                </a:lnTo>
                <a:lnTo>
                  <a:pt x="29626" y="0"/>
                </a:lnTo>
                <a:lnTo>
                  <a:pt x="0" y="0"/>
                </a:lnTo>
                <a:lnTo>
                  <a:pt x="0" y="170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025280" y="4122585"/>
            <a:ext cx="97790" cy="179705"/>
          </a:xfrm>
          <a:custGeom>
            <a:avLst/>
            <a:gdLst/>
            <a:ahLst/>
            <a:cxnLst/>
            <a:rect l="l" t="t" r="r" b="b"/>
            <a:pathLst>
              <a:path w="97789" h="179704">
                <a:moveTo>
                  <a:pt x="0" y="0"/>
                </a:moveTo>
                <a:lnTo>
                  <a:pt x="97245" y="89514"/>
                </a:lnTo>
                <a:lnTo>
                  <a:pt x="0" y="179168"/>
                </a:lnTo>
              </a:path>
            </a:pathLst>
          </a:custGeom>
          <a:ln w="29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9052643" y="4212099"/>
            <a:ext cx="422909" cy="0"/>
          </a:xfrm>
          <a:custGeom>
            <a:avLst/>
            <a:gdLst/>
            <a:ahLst/>
            <a:cxnLst/>
            <a:rect l="l" t="t" r="r" b="b"/>
            <a:pathLst>
              <a:path w="422909">
                <a:moveTo>
                  <a:pt x="422859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942123" y="4153487"/>
            <a:ext cx="124753" cy="1172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6066976" y="3130812"/>
            <a:ext cx="2878455" cy="14084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445" marR="3810" indent="424180">
              <a:lnSpc>
                <a:spcPct val="70600"/>
              </a:lnSpc>
              <a:spcBef>
                <a:spcPts val="480"/>
              </a:spcBef>
              <a:tabLst>
                <a:tab pos="1012190" algn="l"/>
                <a:tab pos="1614805" algn="l"/>
                <a:tab pos="2197735" algn="l"/>
                <a:tab pos="2454275" algn="l"/>
              </a:tabLst>
            </a:pP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0	</a:t>
            </a: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1	</a:t>
            </a: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2	</a:t>
            </a: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3  </a:t>
            </a:r>
            <a:r>
              <a:rPr sz="2000" b="1" spc="114" dirty="0">
                <a:latin typeface="Times New Roman"/>
                <a:cs typeface="Times New Roman"/>
              </a:rPr>
              <a:t>C</a:t>
            </a:r>
            <a:r>
              <a:rPr sz="2000" b="1" spc="100" dirty="0">
                <a:latin typeface="Times New Roman"/>
                <a:cs typeface="Times New Roman"/>
              </a:rPr>
              <a:t>T</a:t>
            </a:r>
            <a:r>
              <a:rPr sz="1950" b="1" spc="89" baseline="-12820" dirty="0">
                <a:latin typeface="Times New Roman"/>
                <a:cs typeface="Times New Roman"/>
              </a:rPr>
              <a:t>P</a:t>
            </a:r>
            <a:r>
              <a:rPr sz="1950" b="1" baseline="-12820" dirty="0">
                <a:latin typeface="Times New Roman"/>
                <a:cs typeface="Times New Roman"/>
              </a:rPr>
              <a:t>				</a:t>
            </a:r>
            <a:r>
              <a:rPr sz="2000" b="1" spc="114" dirty="0">
                <a:latin typeface="Times New Roman"/>
                <a:cs typeface="Times New Roman"/>
              </a:rPr>
              <a:t>C</a:t>
            </a:r>
            <a:r>
              <a:rPr sz="2000" b="1" spc="120" dirty="0">
                <a:latin typeface="Times New Roman"/>
                <a:cs typeface="Times New Roman"/>
              </a:rPr>
              <a:t>O</a:t>
            </a:r>
            <a:endParaRPr sz="2000">
              <a:latin typeface="Times New Roman"/>
              <a:cs typeface="Times New Roman"/>
            </a:endParaRPr>
          </a:p>
          <a:p>
            <a:pPr marL="288925" indent="-289560">
              <a:lnSpc>
                <a:spcPts val="2960"/>
              </a:lnSpc>
              <a:spcBef>
                <a:spcPts val="55"/>
              </a:spcBef>
              <a:tabLst>
                <a:tab pos="771525" algn="l"/>
                <a:tab pos="2469515" algn="l"/>
              </a:tabLst>
            </a:pPr>
            <a:r>
              <a:rPr sz="2000" b="1" spc="95" dirty="0">
                <a:latin typeface="Times New Roman"/>
                <a:cs typeface="Times New Roman"/>
              </a:rPr>
              <a:t>CT</a:t>
            </a:r>
            <a:r>
              <a:rPr sz="1950" b="1" spc="142" baseline="-12820" dirty="0">
                <a:latin typeface="Times New Roman"/>
                <a:cs typeface="Times New Roman"/>
              </a:rPr>
              <a:t>T	</a:t>
            </a:r>
            <a:r>
              <a:rPr sz="2350" b="1" spc="120" dirty="0">
                <a:solidFill>
                  <a:srgbClr val="FF0000"/>
                </a:solidFill>
                <a:latin typeface="Times New Roman"/>
                <a:cs typeface="Times New Roman"/>
              </a:rPr>
              <a:t>74160</a:t>
            </a:r>
            <a:r>
              <a:rPr sz="2350" b="1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b="1" spc="90" dirty="0">
                <a:solidFill>
                  <a:srgbClr val="FF0000"/>
                </a:solidFill>
                <a:latin typeface="Times New Roman"/>
                <a:cs typeface="Times New Roman"/>
              </a:rPr>
              <a:t>(2)	</a:t>
            </a:r>
            <a:r>
              <a:rPr sz="3000" b="1" spc="165" baseline="-4166" dirty="0">
                <a:latin typeface="Times New Roman"/>
                <a:cs typeface="Times New Roman"/>
              </a:rPr>
              <a:t>LD  </a:t>
            </a:r>
            <a:r>
              <a:rPr sz="2000" b="1" spc="95" dirty="0">
                <a:latin typeface="Times New Roman"/>
                <a:cs typeface="Times New Roman"/>
              </a:rPr>
              <a:t>P</a:t>
            </a:r>
            <a:r>
              <a:rPr sz="2000" b="1" dirty="0">
                <a:latin typeface="Times New Roman"/>
                <a:cs typeface="Times New Roman"/>
              </a:rPr>
              <a:t>		</a:t>
            </a:r>
            <a:r>
              <a:rPr sz="2000" b="1" spc="-409" dirty="0">
                <a:latin typeface="Times New Roman"/>
                <a:cs typeface="Times New Roman"/>
              </a:rPr>
              <a:t> </a:t>
            </a:r>
            <a:r>
              <a:rPr sz="2000" b="1" spc="114" dirty="0">
                <a:latin typeface="Times New Roman"/>
                <a:cs typeface="Times New Roman"/>
              </a:rPr>
              <a:t>CR</a:t>
            </a:r>
            <a:endParaRPr sz="2000">
              <a:latin typeface="Times New Roman"/>
              <a:cs typeface="Times New Roman"/>
            </a:endParaRPr>
          </a:p>
          <a:p>
            <a:pPr marL="90805">
              <a:lnSpc>
                <a:spcPts val="1080"/>
              </a:lnSpc>
              <a:tabLst>
                <a:tab pos="445770" algn="l"/>
                <a:tab pos="1029335" algn="l"/>
                <a:tab pos="1631950" algn="l"/>
                <a:tab pos="2214880" algn="l"/>
              </a:tabLst>
            </a:pPr>
            <a:r>
              <a:rPr sz="3000" b="1" spc="172" baseline="34722" dirty="0">
                <a:latin typeface="Times New Roman"/>
                <a:cs typeface="Times New Roman"/>
              </a:rPr>
              <a:t>C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0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1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2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3</a:t>
            </a:r>
            <a:endParaRPr sz="1950" baseline="-1282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5821188" y="3495350"/>
            <a:ext cx="0" cy="358775"/>
          </a:xfrm>
          <a:custGeom>
            <a:avLst/>
            <a:gdLst/>
            <a:ahLst/>
            <a:cxnLst/>
            <a:rect l="l" t="t" r="r" b="b"/>
            <a:pathLst>
              <a:path h="358775">
                <a:moveTo>
                  <a:pt x="0" y="358438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354575" y="3853788"/>
            <a:ext cx="0" cy="1075690"/>
          </a:xfrm>
          <a:custGeom>
            <a:avLst/>
            <a:gdLst/>
            <a:ahLst/>
            <a:cxnLst/>
            <a:rect l="l" t="t" r="r" b="b"/>
            <a:pathLst>
              <a:path h="1075689">
                <a:moveTo>
                  <a:pt x="0" y="0"/>
                </a:moveTo>
                <a:lnTo>
                  <a:pt x="0" y="1075579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9232869" y="3853788"/>
            <a:ext cx="0" cy="1066800"/>
          </a:xfrm>
          <a:custGeom>
            <a:avLst/>
            <a:gdLst/>
            <a:ahLst/>
            <a:cxnLst/>
            <a:rect l="l" t="t" r="r" b="b"/>
            <a:pathLst>
              <a:path h="1066800">
                <a:moveTo>
                  <a:pt x="0" y="0"/>
                </a:moveTo>
                <a:lnTo>
                  <a:pt x="0" y="1066615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505248" y="4929368"/>
            <a:ext cx="7725409" cy="18415"/>
          </a:xfrm>
          <a:custGeom>
            <a:avLst/>
            <a:gdLst/>
            <a:ahLst/>
            <a:cxnLst/>
            <a:rect l="l" t="t" r="r" b="b"/>
            <a:pathLst>
              <a:path w="7725409" h="18414">
                <a:moveTo>
                  <a:pt x="0" y="18067"/>
                </a:moveTo>
                <a:lnTo>
                  <a:pt x="7725152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729118" y="4212099"/>
            <a:ext cx="0" cy="905510"/>
          </a:xfrm>
          <a:custGeom>
            <a:avLst/>
            <a:gdLst/>
            <a:ahLst/>
            <a:cxnLst/>
            <a:rect l="l" t="t" r="r" b="b"/>
            <a:pathLst>
              <a:path h="905510">
                <a:moveTo>
                  <a:pt x="0" y="0"/>
                </a:moveTo>
                <a:lnTo>
                  <a:pt x="0" y="905426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515123" y="5117526"/>
            <a:ext cx="4306570" cy="0"/>
          </a:xfrm>
          <a:custGeom>
            <a:avLst/>
            <a:gdLst/>
            <a:ahLst/>
            <a:cxnLst/>
            <a:rect l="l" t="t" r="r" b="b"/>
            <a:pathLst>
              <a:path w="4306570">
                <a:moveTo>
                  <a:pt x="0" y="0"/>
                </a:moveTo>
                <a:lnTo>
                  <a:pt x="4306064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821188" y="4212099"/>
            <a:ext cx="0" cy="905510"/>
          </a:xfrm>
          <a:custGeom>
            <a:avLst/>
            <a:gdLst/>
            <a:ahLst/>
            <a:cxnLst/>
            <a:rect l="l" t="t" r="r" b="b"/>
            <a:pathLst>
              <a:path h="905510">
                <a:moveTo>
                  <a:pt x="0" y="0"/>
                </a:moveTo>
                <a:lnTo>
                  <a:pt x="0" y="905426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959215" y="2537365"/>
            <a:ext cx="389255" cy="0"/>
          </a:xfrm>
          <a:custGeom>
            <a:avLst/>
            <a:gdLst/>
            <a:ahLst/>
            <a:cxnLst/>
            <a:rect l="l" t="t" r="r" b="b"/>
            <a:pathLst>
              <a:path w="389254">
                <a:moveTo>
                  <a:pt x="0" y="0"/>
                </a:moveTo>
                <a:lnTo>
                  <a:pt x="388844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959215" y="2627006"/>
            <a:ext cx="389255" cy="0"/>
          </a:xfrm>
          <a:custGeom>
            <a:avLst/>
            <a:gdLst/>
            <a:ahLst/>
            <a:cxnLst/>
            <a:rect l="l" t="t" r="r" b="b"/>
            <a:pathLst>
              <a:path w="389254">
                <a:moveTo>
                  <a:pt x="0" y="0"/>
                </a:moveTo>
                <a:lnTo>
                  <a:pt x="388844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959215" y="2716521"/>
            <a:ext cx="389255" cy="0"/>
          </a:xfrm>
          <a:custGeom>
            <a:avLst/>
            <a:gdLst/>
            <a:ahLst/>
            <a:cxnLst/>
            <a:rect l="l" t="t" r="r" b="b"/>
            <a:pathLst>
              <a:path w="389254">
                <a:moveTo>
                  <a:pt x="0" y="0"/>
                </a:moveTo>
                <a:lnTo>
                  <a:pt x="388844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8348060" y="2627006"/>
            <a:ext cx="389255" cy="0"/>
          </a:xfrm>
          <a:custGeom>
            <a:avLst/>
            <a:gdLst/>
            <a:ahLst/>
            <a:cxnLst/>
            <a:rect l="l" t="t" r="r" b="b"/>
            <a:pathLst>
              <a:path w="389254">
                <a:moveTo>
                  <a:pt x="388844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8095277" y="2447724"/>
            <a:ext cx="506095" cy="358775"/>
          </a:xfrm>
          <a:custGeom>
            <a:avLst/>
            <a:gdLst/>
            <a:ahLst/>
            <a:cxnLst/>
            <a:rect l="l" t="t" r="r" b="b"/>
            <a:pathLst>
              <a:path w="506095" h="358775">
                <a:moveTo>
                  <a:pt x="151697" y="0"/>
                </a:moveTo>
                <a:lnTo>
                  <a:pt x="0" y="0"/>
                </a:lnTo>
                <a:lnTo>
                  <a:pt x="30828" y="43378"/>
                </a:lnTo>
                <a:lnTo>
                  <a:pt x="52848" y="87991"/>
                </a:lnTo>
                <a:lnTo>
                  <a:pt x="66061" y="133425"/>
                </a:lnTo>
                <a:lnTo>
                  <a:pt x="70463" y="179282"/>
                </a:lnTo>
                <a:lnTo>
                  <a:pt x="66061" y="225101"/>
                </a:lnTo>
                <a:lnTo>
                  <a:pt x="52848" y="270517"/>
                </a:lnTo>
                <a:lnTo>
                  <a:pt x="30828" y="315100"/>
                </a:lnTo>
                <a:lnTo>
                  <a:pt x="0" y="358438"/>
                </a:lnTo>
                <a:lnTo>
                  <a:pt x="151697" y="358438"/>
                </a:lnTo>
                <a:lnTo>
                  <a:pt x="210889" y="347390"/>
                </a:lnTo>
                <a:lnTo>
                  <a:pt x="266762" y="332614"/>
                </a:lnTo>
                <a:lnTo>
                  <a:pt x="318839" y="314353"/>
                </a:lnTo>
                <a:lnTo>
                  <a:pt x="366641" y="292850"/>
                </a:lnTo>
                <a:lnTo>
                  <a:pt x="409693" y="268349"/>
                </a:lnTo>
                <a:lnTo>
                  <a:pt x="447516" y="241092"/>
                </a:lnTo>
                <a:lnTo>
                  <a:pt x="479632" y="211322"/>
                </a:lnTo>
                <a:lnTo>
                  <a:pt x="505566" y="179282"/>
                </a:lnTo>
                <a:lnTo>
                  <a:pt x="505429" y="179282"/>
                </a:lnTo>
                <a:lnTo>
                  <a:pt x="479884" y="147107"/>
                </a:lnTo>
                <a:lnTo>
                  <a:pt x="448017" y="117221"/>
                </a:lnTo>
                <a:lnTo>
                  <a:pt x="410322" y="89874"/>
                </a:lnTo>
                <a:lnTo>
                  <a:pt x="367293" y="65318"/>
                </a:lnTo>
                <a:lnTo>
                  <a:pt x="319422" y="43802"/>
                </a:lnTo>
                <a:lnTo>
                  <a:pt x="267204" y="25577"/>
                </a:lnTo>
                <a:lnTo>
                  <a:pt x="211131" y="10892"/>
                </a:lnTo>
                <a:lnTo>
                  <a:pt x="1516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095277" y="2447724"/>
            <a:ext cx="506095" cy="358775"/>
          </a:xfrm>
          <a:custGeom>
            <a:avLst/>
            <a:gdLst/>
            <a:ahLst/>
            <a:cxnLst/>
            <a:rect l="l" t="t" r="r" b="b"/>
            <a:pathLst>
              <a:path w="506095" h="358775">
                <a:moveTo>
                  <a:pt x="505566" y="179282"/>
                </a:moveTo>
                <a:lnTo>
                  <a:pt x="479632" y="211322"/>
                </a:lnTo>
                <a:lnTo>
                  <a:pt x="447516" y="241092"/>
                </a:lnTo>
                <a:lnTo>
                  <a:pt x="409693" y="268349"/>
                </a:lnTo>
                <a:lnTo>
                  <a:pt x="366641" y="292850"/>
                </a:lnTo>
                <a:lnTo>
                  <a:pt x="318839" y="314353"/>
                </a:lnTo>
                <a:lnTo>
                  <a:pt x="266762" y="332614"/>
                </a:lnTo>
                <a:lnTo>
                  <a:pt x="210889" y="347390"/>
                </a:lnTo>
                <a:lnTo>
                  <a:pt x="151697" y="358438"/>
                </a:lnTo>
                <a:lnTo>
                  <a:pt x="0" y="358438"/>
                </a:lnTo>
                <a:lnTo>
                  <a:pt x="30828" y="315100"/>
                </a:lnTo>
                <a:lnTo>
                  <a:pt x="52848" y="270517"/>
                </a:lnTo>
                <a:lnTo>
                  <a:pt x="66061" y="225101"/>
                </a:lnTo>
                <a:lnTo>
                  <a:pt x="70465" y="179266"/>
                </a:lnTo>
                <a:lnTo>
                  <a:pt x="66061" y="133425"/>
                </a:lnTo>
                <a:lnTo>
                  <a:pt x="52848" y="87991"/>
                </a:lnTo>
                <a:lnTo>
                  <a:pt x="30828" y="43378"/>
                </a:lnTo>
                <a:lnTo>
                  <a:pt x="0" y="0"/>
                </a:lnTo>
                <a:lnTo>
                  <a:pt x="151697" y="0"/>
                </a:lnTo>
                <a:lnTo>
                  <a:pt x="211131" y="10892"/>
                </a:lnTo>
                <a:lnTo>
                  <a:pt x="267204" y="25577"/>
                </a:lnTo>
                <a:lnTo>
                  <a:pt x="319422" y="43802"/>
                </a:lnTo>
                <a:lnTo>
                  <a:pt x="367293" y="65318"/>
                </a:lnTo>
                <a:lnTo>
                  <a:pt x="410322" y="89874"/>
                </a:lnTo>
                <a:lnTo>
                  <a:pt x="448017" y="117221"/>
                </a:lnTo>
                <a:lnTo>
                  <a:pt x="479884" y="147107"/>
                </a:lnTo>
                <a:lnTo>
                  <a:pt x="505429" y="179282"/>
                </a:lnTo>
                <a:close/>
              </a:path>
            </a:pathLst>
          </a:custGeom>
          <a:ln w="28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8585100" y="2585969"/>
            <a:ext cx="86623" cy="820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8095277" y="2447724"/>
            <a:ext cx="506095" cy="358775"/>
          </a:xfrm>
          <a:custGeom>
            <a:avLst/>
            <a:gdLst/>
            <a:ahLst/>
            <a:cxnLst/>
            <a:rect l="l" t="t" r="r" b="b"/>
            <a:pathLst>
              <a:path w="506095" h="358775">
                <a:moveTo>
                  <a:pt x="311075" y="0"/>
                </a:moveTo>
                <a:lnTo>
                  <a:pt x="0" y="0"/>
                </a:lnTo>
                <a:lnTo>
                  <a:pt x="0" y="358438"/>
                </a:lnTo>
                <a:lnTo>
                  <a:pt x="311075" y="358438"/>
                </a:lnTo>
                <a:lnTo>
                  <a:pt x="362772" y="352042"/>
                </a:lnTo>
                <a:lnTo>
                  <a:pt x="409230" y="333989"/>
                </a:lnTo>
                <a:lnTo>
                  <a:pt x="448594" y="305984"/>
                </a:lnTo>
                <a:lnTo>
                  <a:pt x="479008" y="269728"/>
                </a:lnTo>
                <a:lnTo>
                  <a:pt x="498617" y="226927"/>
                </a:lnTo>
                <a:lnTo>
                  <a:pt x="505566" y="179282"/>
                </a:lnTo>
                <a:lnTo>
                  <a:pt x="498617" y="131628"/>
                </a:lnTo>
                <a:lnTo>
                  <a:pt x="479008" y="88802"/>
                </a:lnTo>
                <a:lnTo>
                  <a:pt x="448594" y="52517"/>
                </a:lnTo>
                <a:lnTo>
                  <a:pt x="409230" y="24481"/>
                </a:lnTo>
                <a:lnTo>
                  <a:pt x="362772" y="6405"/>
                </a:lnTo>
                <a:lnTo>
                  <a:pt x="3110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8095277" y="2447724"/>
            <a:ext cx="506095" cy="358775"/>
          </a:xfrm>
          <a:custGeom>
            <a:avLst/>
            <a:gdLst/>
            <a:ahLst/>
            <a:cxnLst/>
            <a:rect l="l" t="t" r="r" b="b"/>
            <a:pathLst>
              <a:path w="506095" h="358775">
                <a:moveTo>
                  <a:pt x="311075" y="358438"/>
                </a:moveTo>
                <a:lnTo>
                  <a:pt x="0" y="358438"/>
                </a:lnTo>
                <a:lnTo>
                  <a:pt x="0" y="0"/>
                </a:lnTo>
                <a:lnTo>
                  <a:pt x="311075" y="0"/>
                </a:lnTo>
                <a:lnTo>
                  <a:pt x="362772" y="6405"/>
                </a:lnTo>
                <a:lnTo>
                  <a:pt x="409230" y="24481"/>
                </a:lnTo>
                <a:lnTo>
                  <a:pt x="448594" y="52517"/>
                </a:lnTo>
                <a:lnTo>
                  <a:pt x="479008" y="88802"/>
                </a:lnTo>
                <a:lnTo>
                  <a:pt x="498617" y="131628"/>
                </a:lnTo>
                <a:lnTo>
                  <a:pt x="505566" y="179282"/>
                </a:lnTo>
                <a:lnTo>
                  <a:pt x="498617" y="226927"/>
                </a:lnTo>
                <a:lnTo>
                  <a:pt x="479008" y="269728"/>
                </a:lnTo>
                <a:lnTo>
                  <a:pt x="448594" y="305984"/>
                </a:lnTo>
                <a:lnTo>
                  <a:pt x="409230" y="333989"/>
                </a:lnTo>
                <a:lnTo>
                  <a:pt x="362772" y="352042"/>
                </a:lnTo>
                <a:lnTo>
                  <a:pt x="311075" y="358438"/>
                </a:lnTo>
                <a:close/>
              </a:path>
            </a:pathLst>
          </a:custGeom>
          <a:ln w="28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9475503" y="2644960"/>
            <a:ext cx="0" cy="2661285"/>
          </a:xfrm>
          <a:custGeom>
            <a:avLst/>
            <a:gdLst/>
            <a:ahLst/>
            <a:cxnLst/>
            <a:rect l="l" t="t" r="r" b="b"/>
            <a:pathLst>
              <a:path h="2661285">
                <a:moveTo>
                  <a:pt x="0" y="2661014"/>
                </a:moveTo>
                <a:lnTo>
                  <a:pt x="0" y="0"/>
                </a:lnTo>
              </a:path>
            </a:pathLst>
          </a:custGeom>
          <a:ln w="2962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568131" y="4212099"/>
            <a:ext cx="0" cy="1102995"/>
          </a:xfrm>
          <a:custGeom>
            <a:avLst/>
            <a:gdLst/>
            <a:ahLst/>
            <a:cxnLst/>
            <a:rect l="l" t="t" r="r" b="b"/>
            <a:pathLst>
              <a:path h="1102995">
                <a:moveTo>
                  <a:pt x="0" y="0"/>
                </a:moveTo>
                <a:lnTo>
                  <a:pt x="0" y="1102826"/>
                </a:lnTo>
              </a:path>
            </a:pathLst>
          </a:custGeom>
          <a:ln w="2962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191676" y="2702866"/>
            <a:ext cx="767715" cy="27305"/>
          </a:xfrm>
          <a:custGeom>
            <a:avLst/>
            <a:gdLst/>
            <a:ahLst/>
            <a:cxnLst/>
            <a:rect l="l" t="t" r="r" b="b"/>
            <a:pathLst>
              <a:path w="767715" h="27305">
                <a:moveTo>
                  <a:pt x="0" y="27309"/>
                </a:moveTo>
                <a:lnTo>
                  <a:pt x="767539" y="27309"/>
                </a:lnTo>
                <a:lnTo>
                  <a:pt x="767539" y="0"/>
                </a:lnTo>
                <a:lnTo>
                  <a:pt x="0" y="0"/>
                </a:lnTo>
                <a:lnTo>
                  <a:pt x="0" y="273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7191676" y="2734475"/>
            <a:ext cx="0" cy="251460"/>
          </a:xfrm>
          <a:custGeom>
            <a:avLst/>
            <a:gdLst/>
            <a:ahLst/>
            <a:cxnLst/>
            <a:rect l="l" t="t" r="r" b="b"/>
            <a:pathLst>
              <a:path h="251460">
                <a:moveTo>
                  <a:pt x="0" y="250843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4462358" y="2627006"/>
            <a:ext cx="0" cy="339725"/>
          </a:xfrm>
          <a:custGeom>
            <a:avLst/>
            <a:gdLst/>
            <a:ahLst/>
            <a:cxnLst/>
            <a:rect l="l" t="t" r="r" b="b"/>
            <a:pathLst>
              <a:path h="339725">
                <a:moveTo>
                  <a:pt x="0" y="339726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2712764" y="2555319"/>
            <a:ext cx="0" cy="430530"/>
          </a:xfrm>
          <a:custGeom>
            <a:avLst/>
            <a:gdLst/>
            <a:ahLst/>
            <a:cxnLst/>
            <a:rect l="l" t="t" r="r" b="b"/>
            <a:pathLst>
              <a:path h="430530">
                <a:moveTo>
                  <a:pt x="0" y="429999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568131" y="5314926"/>
            <a:ext cx="3907790" cy="0"/>
          </a:xfrm>
          <a:custGeom>
            <a:avLst/>
            <a:gdLst/>
            <a:ahLst/>
            <a:cxnLst/>
            <a:rect l="l" t="t" r="r" b="b"/>
            <a:pathLst>
              <a:path w="3907790">
                <a:moveTo>
                  <a:pt x="0" y="0"/>
                </a:moveTo>
                <a:lnTo>
                  <a:pt x="3907372" y="0"/>
                </a:lnTo>
              </a:path>
            </a:pathLst>
          </a:custGeom>
          <a:ln w="2730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8605948" y="2567889"/>
            <a:ext cx="125713" cy="1181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8736904" y="2613352"/>
            <a:ext cx="739140" cy="27305"/>
          </a:xfrm>
          <a:custGeom>
            <a:avLst/>
            <a:gdLst/>
            <a:ahLst/>
            <a:cxnLst/>
            <a:rect l="l" t="t" r="r" b="b"/>
            <a:pathLst>
              <a:path w="739140" h="27305">
                <a:moveTo>
                  <a:pt x="0" y="27309"/>
                </a:moveTo>
                <a:lnTo>
                  <a:pt x="738598" y="27309"/>
                </a:lnTo>
                <a:lnTo>
                  <a:pt x="738598" y="0"/>
                </a:lnTo>
                <a:lnTo>
                  <a:pt x="0" y="0"/>
                </a:lnTo>
                <a:lnTo>
                  <a:pt x="0" y="2730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4462358" y="2627006"/>
            <a:ext cx="3496945" cy="0"/>
          </a:xfrm>
          <a:custGeom>
            <a:avLst/>
            <a:gdLst/>
            <a:ahLst/>
            <a:cxnLst/>
            <a:rect l="l" t="t" r="r" b="b"/>
            <a:pathLst>
              <a:path w="3496945">
                <a:moveTo>
                  <a:pt x="3496856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2712764" y="2523710"/>
            <a:ext cx="5247005" cy="27305"/>
          </a:xfrm>
          <a:custGeom>
            <a:avLst/>
            <a:gdLst/>
            <a:ahLst/>
            <a:cxnLst/>
            <a:rect l="l" t="t" r="r" b="b"/>
            <a:pathLst>
              <a:path w="5247005" h="27305">
                <a:moveTo>
                  <a:pt x="0" y="27309"/>
                </a:moveTo>
                <a:lnTo>
                  <a:pt x="5246451" y="27309"/>
                </a:lnTo>
                <a:lnTo>
                  <a:pt x="5246451" y="0"/>
                </a:lnTo>
                <a:lnTo>
                  <a:pt x="0" y="0"/>
                </a:lnTo>
                <a:lnTo>
                  <a:pt x="0" y="273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2128056" y="3139972"/>
            <a:ext cx="2916555" cy="1433830"/>
          </a:xfrm>
          <a:custGeom>
            <a:avLst/>
            <a:gdLst/>
            <a:ahLst/>
            <a:cxnLst/>
            <a:rect l="l" t="t" r="r" b="b"/>
            <a:pathLst>
              <a:path w="2916554" h="1433829">
                <a:moveTo>
                  <a:pt x="0" y="1433626"/>
                </a:moveTo>
                <a:lnTo>
                  <a:pt x="2915990" y="1433626"/>
                </a:lnTo>
                <a:lnTo>
                  <a:pt x="2915990" y="0"/>
                </a:lnTo>
                <a:lnTo>
                  <a:pt x="0" y="0"/>
                </a:lnTo>
                <a:lnTo>
                  <a:pt x="0" y="14336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2128056" y="3139972"/>
            <a:ext cx="2916555" cy="1433830"/>
          </a:xfrm>
          <a:custGeom>
            <a:avLst/>
            <a:gdLst/>
            <a:ahLst/>
            <a:cxnLst/>
            <a:rect l="l" t="t" r="r" b="b"/>
            <a:pathLst>
              <a:path w="2916554" h="1433829">
                <a:moveTo>
                  <a:pt x="0" y="1433626"/>
                </a:moveTo>
                <a:lnTo>
                  <a:pt x="2915990" y="1433626"/>
                </a:lnTo>
                <a:lnTo>
                  <a:pt x="2915990" y="0"/>
                </a:lnTo>
                <a:lnTo>
                  <a:pt x="0" y="0"/>
                </a:lnTo>
                <a:lnTo>
                  <a:pt x="0" y="1433626"/>
                </a:lnTo>
                <a:close/>
              </a:path>
            </a:pathLst>
          </a:custGeom>
          <a:ln w="277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921989" y="3498398"/>
            <a:ext cx="206375" cy="0"/>
          </a:xfrm>
          <a:custGeom>
            <a:avLst/>
            <a:gdLst/>
            <a:ahLst/>
            <a:cxnLst/>
            <a:rect l="l" t="t" r="r" b="b"/>
            <a:pathLst>
              <a:path w="206375">
                <a:moveTo>
                  <a:pt x="206066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923936" y="3856836"/>
            <a:ext cx="204470" cy="0"/>
          </a:xfrm>
          <a:custGeom>
            <a:avLst/>
            <a:gdLst/>
            <a:ahLst/>
            <a:cxnLst/>
            <a:rect l="l" t="t" r="r" b="b"/>
            <a:pathLst>
              <a:path w="204469">
                <a:moveTo>
                  <a:pt x="204119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727594" y="4215148"/>
            <a:ext cx="400685" cy="0"/>
          </a:xfrm>
          <a:custGeom>
            <a:avLst/>
            <a:gdLst/>
            <a:ahLst/>
            <a:cxnLst/>
            <a:rect l="l" t="t" r="r" b="b"/>
            <a:pathLst>
              <a:path w="400685">
                <a:moveTo>
                  <a:pt x="400461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044032" y="3498398"/>
            <a:ext cx="649605" cy="0"/>
          </a:xfrm>
          <a:custGeom>
            <a:avLst/>
            <a:gdLst/>
            <a:ahLst/>
            <a:cxnLst/>
            <a:rect l="l" t="t" r="r" b="b"/>
            <a:pathLst>
              <a:path w="649604">
                <a:moveTo>
                  <a:pt x="649308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150467" y="3856836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4">
                <a:moveTo>
                  <a:pt x="183243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054182" y="3812458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285" y="44378"/>
                </a:moveTo>
                <a:lnTo>
                  <a:pt x="92504" y="27096"/>
                </a:lnTo>
                <a:lnTo>
                  <a:pt x="82192" y="12991"/>
                </a:lnTo>
                <a:lnTo>
                  <a:pt x="66890" y="3484"/>
                </a:lnTo>
                <a:lnTo>
                  <a:pt x="48142" y="0"/>
                </a:lnTo>
                <a:lnTo>
                  <a:pt x="29394" y="3484"/>
                </a:lnTo>
                <a:lnTo>
                  <a:pt x="14093" y="12991"/>
                </a:lnTo>
                <a:lnTo>
                  <a:pt x="3780" y="27096"/>
                </a:lnTo>
                <a:lnTo>
                  <a:pt x="0" y="44378"/>
                </a:lnTo>
                <a:lnTo>
                  <a:pt x="3780" y="61659"/>
                </a:lnTo>
                <a:lnTo>
                  <a:pt x="14093" y="75765"/>
                </a:lnTo>
                <a:lnTo>
                  <a:pt x="29394" y="85271"/>
                </a:lnTo>
                <a:lnTo>
                  <a:pt x="48142" y="88756"/>
                </a:lnTo>
                <a:lnTo>
                  <a:pt x="66890" y="85271"/>
                </a:lnTo>
                <a:lnTo>
                  <a:pt x="82192" y="75765"/>
                </a:lnTo>
                <a:lnTo>
                  <a:pt x="92504" y="61659"/>
                </a:lnTo>
                <a:lnTo>
                  <a:pt x="96285" y="44378"/>
                </a:lnTo>
                <a:close/>
              </a:path>
            </a:pathLst>
          </a:custGeom>
          <a:ln w="283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2711240" y="2969780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70179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3294438" y="2970160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69799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3877636" y="2979136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160823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4460834" y="2969780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70179"/>
                </a:moveTo>
                <a:lnTo>
                  <a:pt x="0" y="0"/>
                </a:lnTo>
              </a:path>
            </a:pathLst>
          </a:custGeom>
          <a:ln w="2962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2696427" y="4582550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4" h="170814">
                <a:moveTo>
                  <a:pt x="0" y="170242"/>
                </a:moveTo>
                <a:lnTo>
                  <a:pt x="29626" y="170242"/>
                </a:lnTo>
                <a:lnTo>
                  <a:pt x="29626" y="0"/>
                </a:lnTo>
                <a:lnTo>
                  <a:pt x="0" y="0"/>
                </a:lnTo>
                <a:lnTo>
                  <a:pt x="0" y="170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3279625" y="4582550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5" h="170814">
                <a:moveTo>
                  <a:pt x="0" y="170242"/>
                </a:moveTo>
                <a:lnTo>
                  <a:pt x="29626" y="170242"/>
                </a:lnTo>
                <a:lnTo>
                  <a:pt x="29626" y="0"/>
                </a:lnTo>
                <a:lnTo>
                  <a:pt x="0" y="0"/>
                </a:lnTo>
                <a:lnTo>
                  <a:pt x="0" y="170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3862823" y="4582550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5" h="170814">
                <a:moveTo>
                  <a:pt x="0" y="170242"/>
                </a:moveTo>
                <a:lnTo>
                  <a:pt x="29626" y="170242"/>
                </a:lnTo>
                <a:lnTo>
                  <a:pt x="29626" y="0"/>
                </a:lnTo>
                <a:lnTo>
                  <a:pt x="0" y="0"/>
                </a:lnTo>
                <a:lnTo>
                  <a:pt x="0" y="170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4446021" y="4582550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5" h="170814">
                <a:moveTo>
                  <a:pt x="0" y="170242"/>
                </a:moveTo>
                <a:lnTo>
                  <a:pt x="29626" y="170242"/>
                </a:lnTo>
                <a:lnTo>
                  <a:pt x="29626" y="0"/>
                </a:lnTo>
                <a:lnTo>
                  <a:pt x="0" y="0"/>
                </a:lnTo>
                <a:lnTo>
                  <a:pt x="0" y="170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 txBox="1"/>
          <p:nvPr/>
        </p:nvSpPr>
        <p:spPr>
          <a:xfrm>
            <a:off x="2590789" y="4204684"/>
            <a:ext cx="2107565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608330" algn="l"/>
                <a:tab pos="1210945" algn="l"/>
                <a:tab pos="1793875" algn="l"/>
              </a:tabLst>
            </a:pP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0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1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2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3</a:t>
            </a:r>
            <a:endParaRPr sz="1950" baseline="-12820">
              <a:latin typeface="Times New Roman"/>
              <a:cs typeface="Times New Roman"/>
            </a:endParaRPr>
          </a:p>
        </p:txBody>
      </p:sp>
      <p:sp>
        <p:nvSpPr>
          <p:cNvPr id="132" name="object 132"/>
          <p:cNvSpPr/>
          <p:nvPr/>
        </p:nvSpPr>
        <p:spPr>
          <a:xfrm>
            <a:off x="2128056" y="4125633"/>
            <a:ext cx="97790" cy="179705"/>
          </a:xfrm>
          <a:custGeom>
            <a:avLst/>
            <a:gdLst/>
            <a:ahLst/>
            <a:cxnLst/>
            <a:rect l="l" t="t" r="r" b="b"/>
            <a:pathLst>
              <a:path w="97789" h="179704">
                <a:moveTo>
                  <a:pt x="0" y="0"/>
                </a:moveTo>
                <a:lnTo>
                  <a:pt x="97204" y="89514"/>
                </a:lnTo>
                <a:lnTo>
                  <a:pt x="0" y="179168"/>
                </a:lnTo>
              </a:path>
            </a:pathLst>
          </a:custGeom>
          <a:ln w="29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 txBox="1"/>
          <p:nvPr/>
        </p:nvSpPr>
        <p:spPr>
          <a:xfrm>
            <a:off x="2264857" y="4043418"/>
            <a:ext cx="37846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000" b="1" spc="114" dirty="0">
                <a:latin typeface="Times New Roman"/>
                <a:cs typeface="Times New Roman"/>
              </a:rPr>
              <a:t>C</a:t>
            </a:r>
            <a:r>
              <a:rPr sz="2000" b="1" spc="95" dirty="0"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4" name="object 134"/>
          <p:cNvSpPr/>
          <p:nvPr/>
        </p:nvSpPr>
        <p:spPr>
          <a:xfrm>
            <a:off x="5155405" y="4215148"/>
            <a:ext cx="411480" cy="0"/>
          </a:xfrm>
          <a:custGeom>
            <a:avLst/>
            <a:gdLst/>
            <a:ahLst/>
            <a:cxnLst/>
            <a:rect l="l" t="t" r="r" b="b"/>
            <a:pathLst>
              <a:path w="411479">
                <a:moveTo>
                  <a:pt x="411201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044885" y="4156535"/>
            <a:ext cx="124753" cy="1172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 txBox="1"/>
          <p:nvPr/>
        </p:nvSpPr>
        <p:spPr>
          <a:xfrm>
            <a:off x="4651485" y="4043418"/>
            <a:ext cx="40894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000" b="1" spc="114" dirty="0">
                <a:latin typeface="Times New Roman"/>
                <a:cs typeface="Times New Roman"/>
              </a:rPr>
              <a:t>CR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7" name="object 137"/>
          <p:cNvSpPr/>
          <p:nvPr/>
        </p:nvSpPr>
        <p:spPr>
          <a:xfrm>
            <a:off x="4655188" y="3731414"/>
            <a:ext cx="316230" cy="0"/>
          </a:xfrm>
          <a:custGeom>
            <a:avLst/>
            <a:gdLst/>
            <a:ahLst/>
            <a:cxnLst/>
            <a:rect l="l" t="t" r="r" b="b"/>
            <a:pathLst>
              <a:path w="316229">
                <a:moveTo>
                  <a:pt x="0" y="0"/>
                </a:moveTo>
                <a:lnTo>
                  <a:pt x="315876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4655188" y="4089726"/>
            <a:ext cx="316230" cy="0"/>
          </a:xfrm>
          <a:custGeom>
            <a:avLst/>
            <a:gdLst/>
            <a:ahLst/>
            <a:cxnLst/>
            <a:rect l="l" t="t" r="r" b="b"/>
            <a:pathLst>
              <a:path w="316229">
                <a:moveTo>
                  <a:pt x="0" y="0"/>
                </a:moveTo>
                <a:lnTo>
                  <a:pt x="315876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 txBox="1"/>
          <p:nvPr/>
        </p:nvSpPr>
        <p:spPr>
          <a:xfrm>
            <a:off x="2144256" y="3093626"/>
            <a:ext cx="2917190" cy="912494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9845" marR="17780" indent="424180">
              <a:lnSpc>
                <a:spcPct val="70600"/>
              </a:lnSpc>
              <a:spcBef>
                <a:spcPts val="795"/>
              </a:spcBef>
              <a:tabLst>
                <a:tab pos="1037590" algn="l"/>
                <a:tab pos="1640205" algn="l"/>
                <a:tab pos="2223135" algn="l"/>
                <a:tab pos="2479675" algn="l"/>
              </a:tabLst>
            </a:pP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0	</a:t>
            </a: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1	</a:t>
            </a: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2	</a:t>
            </a: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3  </a:t>
            </a:r>
            <a:r>
              <a:rPr sz="2000" b="1" spc="114" dirty="0">
                <a:latin typeface="Times New Roman"/>
                <a:cs typeface="Times New Roman"/>
              </a:rPr>
              <a:t>C</a:t>
            </a:r>
            <a:r>
              <a:rPr sz="2000" b="1" spc="100" dirty="0">
                <a:latin typeface="Times New Roman"/>
                <a:cs typeface="Times New Roman"/>
              </a:rPr>
              <a:t>T</a:t>
            </a:r>
            <a:r>
              <a:rPr sz="1950" b="1" spc="89" baseline="-12820" dirty="0">
                <a:latin typeface="Times New Roman"/>
                <a:cs typeface="Times New Roman"/>
              </a:rPr>
              <a:t>P</a:t>
            </a:r>
            <a:r>
              <a:rPr sz="1950" b="1" baseline="-12820" dirty="0">
                <a:latin typeface="Times New Roman"/>
                <a:cs typeface="Times New Roman"/>
              </a:rPr>
              <a:t>				</a:t>
            </a:r>
            <a:r>
              <a:rPr sz="2000" b="1" spc="114" dirty="0">
                <a:latin typeface="Times New Roman"/>
                <a:cs typeface="Times New Roman"/>
              </a:rPr>
              <a:t>C</a:t>
            </a:r>
            <a:r>
              <a:rPr sz="2000" b="1" spc="120" dirty="0">
                <a:latin typeface="Times New Roman"/>
                <a:cs typeface="Times New Roman"/>
              </a:rPr>
              <a:t>O</a:t>
            </a:r>
            <a:endParaRPr sz="20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75"/>
              </a:spcBef>
              <a:tabLst>
                <a:tab pos="796925" algn="l"/>
                <a:tab pos="2494915" algn="l"/>
              </a:tabLst>
            </a:pPr>
            <a:r>
              <a:rPr sz="2000" b="1" spc="95" dirty="0">
                <a:latin typeface="Times New Roman"/>
                <a:cs typeface="Times New Roman"/>
              </a:rPr>
              <a:t>CT</a:t>
            </a:r>
            <a:r>
              <a:rPr sz="1950" b="1" spc="142" baseline="-12820" dirty="0">
                <a:latin typeface="Times New Roman"/>
                <a:cs typeface="Times New Roman"/>
              </a:rPr>
              <a:t>T	</a:t>
            </a:r>
            <a:r>
              <a:rPr sz="2350" b="1" spc="120" dirty="0">
                <a:solidFill>
                  <a:srgbClr val="FF0000"/>
                </a:solidFill>
                <a:latin typeface="Times New Roman"/>
                <a:cs typeface="Times New Roman"/>
              </a:rPr>
              <a:t>74160</a:t>
            </a:r>
            <a:r>
              <a:rPr sz="2350" b="1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b="1" spc="90" dirty="0">
                <a:solidFill>
                  <a:srgbClr val="FF0000"/>
                </a:solidFill>
                <a:latin typeface="Times New Roman"/>
                <a:cs typeface="Times New Roman"/>
              </a:rPr>
              <a:t>(1)	</a:t>
            </a:r>
            <a:r>
              <a:rPr sz="3000" b="1" spc="165" baseline="-4166" dirty="0">
                <a:latin typeface="Times New Roman"/>
                <a:cs typeface="Times New Roman"/>
              </a:rPr>
              <a:t>LD</a:t>
            </a:r>
            <a:endParaRPr sz="3000" baseline="-4166">
              <a:latin typeface="Times New Roman"/>
              <a:cs typeface="Times New Roman"/>
            </a:endParaRPr>
          </a:p>
        </p:txBody>
      </p:sp>
      <p:sp>
        <p:nvSpPr>
          <p:cNvPr id="140" name="object 140"/>
          <p:cNvSpPr/>
          <p:nvPr/>
        </p:nvSpPr>
        <p:spPr>
          <a:xfrm>
            <a:off x="1923936" y="3498398"/>
            <a:ext cx="0" cy="1434465"/>
          </a:xfrm>
          <a:custGeom>
            <a:avLst/>
            <a:gdLst/>
            <a:ahLst/>
            <a:cxnLst/>
            <a:rect l="l" t="t" r="r" b="b"/>
            <a:pathLst>
              <a:path h="1434464">
                <a:moveTo>
                  <a:pt x="0" y="1434018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 txBox="1"/>
          <p:nvPr/>
        </p:nvSpPr>
        <p:spPr>
          <a:xfrm>
            <a:off x="1249874" y="4554840"/>
            <a:ext cx="391160" cy="9023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90"/>
              </a:spcBef>
            </a:pPr>
            <a:r>
              <a:rPr sz="2000" b="1" spc="8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114" dirty="0">
                <a:latin typeface="Times New Roman"/>
                <a:cs typeface="Times New Roman"/>
              </a:rPr>
              <a:t>C</a:t>
            </a:r>
            <a:r>
              <a:rPr sz="2000" b="1" spc="95" dirty="0"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2" name="object 142"/>
          <p:cNvSpPr/>
          <p:nvPr/>
        </p:nvSpPr>
        <p:spPr>
          <a:xfrm>
            <a:off x="6023756" y="3139972"/>
            <a:ext cx="2916555" cy="1433830"/>
          </a:xfrm>
          <a:custGeom>
            <a:avLst/>
            <a:gdLst/>
            <a:ahLst/>
            <a:cxnLst/>
            <a:rect l="l" t="t" r="r" b="b"/>
            <a:pathLst>
              <a:path w="2916554" h="1433829">
                <a:moveTo>
                  <a:pt x="0" y="1433626"/>
                </a:moveTo>
                <a:lnTo>
                  <a:pt x="2915990" y="1433626"/>
                </a:lnTo>
                <a:lnTo>
                  <a:pt x="2915990" y="0"/>
                </a:lnTo>
                <a:lnTo>
                  <a:pt x="0" y="0"/>
                </a:lnTo>
                <a:lnTo>
                  <a:pt x="0" y="14336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6023756" y="3139972"/>
            <a:ext cx="2916555" cy="1433830"/>
          </a:xfrm>
          <a:custGeom>
            <a:avLst/>
            <a:gdLst/>
            <a:ahLst/>
            <a:cxnLst/>
            <a:rect l="l" t="t" r="r" b="b"/>
            <a:pathLst>
              <a:path w="2916554" h="1433829">
                <a:moveTo>
                  <a:pt x="0" y="1433626"/>
                </a:moveTo>
                <a:lnTo>
                  <a:pt x="2915990" y="1433626"/>
                </a:lnTo>
                <a:lnTo>
                  <a:pt x="2915990" y="0"/>
                </a:lnTo>
                <a:lnTo>
                  <a:pt x="0" y="0"/>
                </a:lnTo>
                <a:lnTo>
                  <a:pt x="0" y="1433626"/>
                </a:lnTo>
                <a:close/>
              </a:path>
            </a:pathLst>
          </a:custGeom>
          <a:ln w="277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5625310" y="3498398"/>
            <a:ext cx="398780" cy="0"/>
          </a:xfrm>
          <a:custGeom>
            <a:avLst/>
            <a:gdLst/>
            <a:ahLst/>
            <a:cxnLst/>
            <a:rect l="l" t="t" r="r" b="b"/>
            <a:pathLst>
              <a:path w="398779">
                <a:moveTo>
                  <a:pt x="398445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5819664" y="3856836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4091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5819664" y="4215148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4091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8939746" y="3484743"/>
            <a:ext cx="204470" cy="27305"/>
          </a:xfrm>
          <a:custGeom>
            <a:avLst/>
            <a:gdLst/>
            <a:ahLst/>
            <a:cxnLst/>
            <a:rect l="l" t="t" r="r" b="b"/>
            <a:pathLst>
              <a:path w="204470" h="27304">
                <a:moveTo>
                  <a:pt x="0" y="27309"/>
                </a:moveTo>
                <a:lnTo>
                  <a:pt x="204091" y="27309"/>
                </a:lnTo>
                <a:lnTo>
                  <a:pt x="204091" y="0"/>
                </a:lnTo>
                <a:lnTo>
                  <a:pt x="0" y="0"/>
                </a:lnTo>
                <a:lnTo>
                  <a:pt x="0" y="273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9046181" y="3856836"/>
            <a:ext cx="185420" cy="0"/>
          </a:xfrm>
          <a:custGeom>
            <a:avLst/>
            <a:gdLst/>
            <a:ahLst/>
            <a:cxnLst/>
            <a:rect l="l" t="t" r="r" b="b"/>
            <a:pathLst>
              <a:path w="185420">
                <a:moveTo>
                  <a:pt x="185164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8949896" y="3812458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285" y="44378"/>
                </a:moveTo>
                <a:lnTo>
                  <a:pt x="92504" y="27096"/>
                </a:lnTo>
                <a:lnTo>
                  <a:pt x="82192" y="12991"/>
                </a:lnTo>
                <a:lnTo>
                  <a:pt x="66890" y="3484"/>
                </a:lnTo>
                <a:lnTo>
                  <a:pt x="48142" y="0"/>
                </a:lnTo>
                <a:lnTo>
                  <a:pt x="29394" y="3484"/>
                </a:lnTo>
                <a:lnTo>
                  <a:pt x="14093" y="12991"/>
                </a:lnTo>
                <a:lnTo>
                  <a:pt x="3780" y="27096"/>
                </a:lnTo>
                <a:lnTo>
                  <a:pt x="0" y="44378"/>
                </a:lnTo>
                <a:lnTo>
                  <a:pt x="3780" y="61659"/>
                </a:lnTo>
                <a:lnTo>
                  <a:pt x="14093" y="75765"/>
                </a:lnTo>
                <a:lnTo>
                  <a:pt x="29394" y="85271"/>
                </a:lnTo>
                <a:lnTo>
                  <a:pt x="48142" y="88756"/>
                </a:lnTo>
                <a:lnTo>
                  <a:pt x="66890" y="85271"/>
                </a:lnTo>
                <a:lnTo>
                  <a:pt x="82192" y="75765"/>
                </a:lnTo>
                <a:lnTo>
                  <a:pt x="92504" y="61659"/>
                </a:lnTo>
                <a:lnTo>
                  <a:pt x="96285" y="44378"/>
                </a:lnTo>
                <a:close/>
              </a:path>
            </a:pathLst>
          </a:custGeom>
          <a:ln w="283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6606954" y="2969780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70179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7190152" y="2970160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69799"/>
                </a:moveTo>
                <a:lnTo>
                  <a:pt x="0" y="0"/>
                </a:lnTo>
              </a:path>
            </a:pathLst>
          </a:custGeom>
          <a:ln w="2962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7773350" y="2979136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160823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356548" y="2969780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170179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6592141" y="4582550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5" h="170814">
                <a:moveTo>
                  <a:pt x="0" y="170242"/>
                </a:moveTo>
                <a:lnTo>
                  <a:pt x="29626" y="170242"/>
                </a:lnTo>
                <a:lnTo>
                  <a:pt x="29626" y="0"/>
                </a:lnTo>
                <a:lnTo>
                  <a:pt x="0" y="0"/>
                </a:lnTo>
                <a:lnTo>
                  <a:pt x="0" y="170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7175339" y="4582550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5" h="170814">
                <a:moveTo>
                  <a:pt x="0" y="170242"/>
                </a:moveTo>
                <a:lnTo>
                  <a:pt x="29626" y="170242"/>
                </a:lnTo>
                <a:lnTo>
                  <a:pt x="29626" y="0"/>
                </a:lnTo>
                <a:lnTo>
                  <a:pt x="0" y="0"/>
                </a:lnTo>
                <a:lnTo>
                  <a:pt x="0" y="170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7758537" y="4582550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5" h="170814">
                <a:moveTo>
                  <a:pt x="0" y="170242"/>
                </a:moveTo>
                <a:lnTo>
                  <a:pt x="29626" y="170242"/>
                </a:lnTo>
                <a:lnTo>
                  <a:pt x="29626" y="0"/>
                </a:lnTo>
                <a:lnTo>
                  <a:pt x="0" y="0"/>
                </a:lnTo>
                <a:lnTo>
                  <a:pt x="0" y="170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8341735" y="4582550"/>
            <a:ext cx="29845" cy="170815"/>
          </a:xfrm>
          <a:custGeom>
            <a:avLst/>
            <a:gdLst/>
            <a:ahLst/>
            <a:cxnLst/>
            <a:rect l="l" t="t" r="r" b="b"/>
            <a:pathLst>
              <a:path w="29845" h="170814">
                <a:moveTo>
                  <a:pt x="0" y="170242"/>
                </a:moveTo>
                <a:lnTo>
                  <a:pt x="29626" y="170242"/>
                </a:lnTo>
                <a:lnTo>
                  <a:pt x="29626" y="0"/>
                </a:lnTo>
                <a:lnTo>
                  <a:pt x="0" y="0"/>
                </a:lnTo>
                <a:lnTo>
                  <a:pt x="0" y="170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6023756" y="4125633"/>
            <a:ext cx="97790" cy="179705"/>
          </a:xfrm>
          <a:custGeom>
            <a:avLst/>
            <a:gdLst/>
            <a:ahLst/>
            <a:cxnLst/>
            <a:rect l="l" t="t" r="r" b="b"/>
            <a:pathLst>
              <a:path w="97789" h="179704">
                <a:moveTo>
                  <a:pt x="0" y="0"/>
                </a:moveTo>
                <a:lnTo>
                  <a:pt x="97245" y="89514"/>
                </a:lnTo>
                <a:lnTo>
                  <a:pt x="0" y="179168"/>
                </a:lnTo>
              </a:path>
            </a:pathLst>
          </a:custGeom>
          <a:ln w="29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 txBox="1"/>
          <p:nvPr/>
        </p:nvSpPr>
        <p:spPr>
          <a:xfrm>
            <a:off x="6156662" y="4043418"/>
            <a:ext cx="37846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000" b="1" spc="114" dirty="0">
                <a:latin typeface="Times New Roman"/>
                <a:cs typeface="Times New Roman"/>
              </a:rPr>
              <a:t>C</a:t>
            </a:r>
            <a:r>
              <a:rPr sz="2000" b="1" spc="95" dirty="0"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0" name="object 160"/>
          <p:cNvSpPr/>
          <p:nvPr/>
        </p:nvSpPr>
        <p:spPr>
          <a:xfrm>
            <a:off x="9051119" y="4215148"/>
            <a:ext cx="422909" cy="0"/>
          </a:xfrm>
          <a:custGeom>
            <a:avLst/>
            <a:gdLst/>
            <a:ahLst/>
            <a:cxnLst/>
            <a:rect l="l" t="t" r="r" b="b"/>
            <a:pathLst>
              <a:path w="422909">
                <a:moveTo>
                  <a:pt x="422859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8940600" y="4156535"/>
            <a:ext cx="124753" cy="1172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 txBox="1"/>
          <p:nvPr/>
        </p:nvSpPr>
        <p:spPr>
          <a:xfrm>
            <a:off x="8547198" y="4043418"/>
            <a:ext cx="408940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000" b="1" spc="114" dirty="0">
                <a:latin typeface="Times New Roman"/>
                <a:cs typeface="Times New Roman"/>
              </a:rPr>
              <a:t>CR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3" name="object 163"/>
          <p:cNvSpPr/>
          <p:nvPr/>
        </p:nvSpPr>
        <p:spPr>
          <a:xfrm>
            <a:off x="8550902" y="3731414"/>
            <a:ext cx="316230" cy="0"/>
          </a:xfrm>
          <a:custGeom>
            <a:avLst/>
            <a:gdLst/>
            <a:ahLst/>
            <a:cxnLst/>
            <a:rect l="l" t="t" r="r" b="b"/>
            <a:pathLst>
              <a:path w="316229">
                <a:moveTo>
                  <a:pt x="0" y="0"/>
                </a:moveTo>
                <a:lnTo>
                  <a:pt x="316013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8550902" y="4089726"/>
            <a:ext cx="316230" cy="0"/>
          </a:xfrm>
          <a:custGeom>
            <a:avLst/>
            <a:gdLst/>
            <a:ahLst/>
            <a:cxnLst/>
            <a:rect l="l" t="t" r="r" b="b"/>
            <a:pathLst>
              <a:path w="316229">
                <a:moveTo>
                  <a:pt x="0" y="0"/>
                </a:moveTo>
                <a:lnTo>
                  <a:pt x="316013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 txBox="1"/>
          <p:nvPr/>
        </p:nvSpPr>
        <p:spPr>
          <a:xfrm>
            <a:off x="6014652" y="3093626"/>
            <a:ext cx="2993390" cy="144018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55244" marR="68580" indent="424180">
              <a:lnSpc>
                <a:spcPct val="70600"/>
              </a:lnSpc>
              <a:spcBef>
                <a:spcPts val="795"/>
              </a:spcBef>
              <a:tabLst>
                <a:tab pos="1062990" algn="l"/>
                <a:tab pos="1665605" algn="l"/>
                <a:tab pos="2248535" algn="l"/>
                <a:tab pos="2505075" algn="l"/>
              </a:tabLst>
            </a:pP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0	</a:t>
            </a: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1	</a:t>
            </a: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2	</a:t>
            </a:r>
            <a:r>
              <a:rPr sz="2000" b="1" spc="85" dirty="0">
                <a:latin typeface="Times New Roman"/>
                <a:cs typeface="Times New Roman"/>
              </a:rPr>
              <a:t>Q</a:t>
            </a:r>
            <a:r>
              <a:rPr sz="1950" b="1" spc="127" baseline="-12820" dirty="0">
                <a:latin typeface="Times New Roman"/>
                <a:cs typeface="Times New Roman"/>
              </a:rPr>
              <a:t>3  </a:t>
            </a:r>
            <a:r>
              <a:rPr sz="2000" b="1" spc="114" dirty="0">
                <a:latin typeface="Times New Roman"/>
                <a:cs typeface="Times New Roman"/>
              </a:rPr>
              <a:t>C</a:t>
            </a:r>
            <a:r>
              <a:rPr sz="2000" b="1" spc="100" dirty="0">
                <a:latin typeface="Times New Roman"/>
                <a:cs typeface="Times New Roman"/>
              </a:rPr>
              <a:t>T</a:t>
            </a:r>
            <a:r>
              <a:rPr sz="1950" b="1" spc="89" baseline="-12820" dirty="0">
                <a:latin typeface="Times New Roman"/>
                <a:cs typeface="Times New Roman"/>
              </a:rPr>
              <a:t>P</a:t>
            </a:r>
            <a:r>
              <a:rPr sz="1950" b="1" baseline="-12820" dirty="0">
                <a:latin typeface="Times New Roman"/>
                <a:cs typeface="Times New Roman"/>
              </a:rPr>
              <a:t>				</a:t>
            </a:r>
            <a:r>
              <a:rPr sz="2000" b="1" spc="114" dirty="0">
                <a:latin typeface="Times New Roman"/>
                <a:cs typeface="Times New Roman"/>
              </a:rPr>
              <a:t>C</a:t>
            </a:r>
            <a:r>
              <a:rPr sz="2000" b="1" spc="120" dirty="0">
                <a:latin typeface="Times New Roman"/>
                <a:cs typeface="Times New Roman"/>
              </a:rPr>
              <a:t>O</a:t>
            </a:r>
            <a:endParaRPr sz="20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75"/>
              </a:spcBef>
              <a:tabLst>
                <a:tab pos="822325" algn="l"/>
                <a:tab pos="2520315" algn="l"/>
              </a:tabLst>
            </a:pPr>
            <a:r>
              <a:rPr sz="2000" b="1" spc="95" dirty="0">
                <a:latin typeface="Times New Roman"/>
                <a:cs typeface="Times New Roman"/>
              </a:rPr>
              <a:t>CT</a:t>
            </a:r>
            <a:r>
              <a:rPr sz="1950" b="1" spc="142" baseline="-12820" dirty="0">
                <a:latin typeface="Times New Roman"/>
                <a:cs typeface="Times New Roman"/>
              </a:rPr>
              <a:t>T	</a:t>
            </a:r>
            <a:r>
              <a:rPr sz="2350" b="1" spc="120" dirty="0">
                <a:solidFill>
                  <a:srgbClr val="FF0000"/>
                </a:solidFill>
                <a:latin typeface="Times New Roman"/>
                <a:cs typeface="Times New Roman"/>
              </a:rPr>
              <a:t>74160</a:t>
            </a:r>
            <a:r>
              <a:rPr sz="2350" b="1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b="1" spc="90" dirty="0">
                <a:solidFill>
                  <a:srgbClr val="FF0000"/>
                </a:solidFill>
                <a:latin typeface="Times New Roman"/>
                <a:cs typeface="Times New Roman"/>
              </a:rPr>
              <a:t>(2)	</a:t>
            </a:r>
            <a:r>
              <a:rPr sz="3000" b="1" spc="165" baseline="-4166" dirty="0">
                <a:latin typeface="Times New Roman"/>
                <a:cs typeface="Times New Roman"/>
              </a:rPr>
              <a:t>LD</a:t>
            </a:r>
            <a:endParaRPr sz="3000" baseline="-4166">
              <a:latin typeface="Times New Roman"/>
              <a:cs typeface="Times New Roman"/>
            </a:endParaRPr>
          </a:p>
          <a:p>
            <a:pPr marL="497205">
              <a:lnSpc>
                <a:spcPct val="100000"/>
              </a:lnSpc>
              <a:spcBef>
                <a:spcPts val="1760"/>
              </a:spcBef>
              <a:tabLst>
                <a:tab pos="1080135" algn="l"/>
                <a:tab pos="1682750" algn="l"/>
                <a:tab pos="2265680" algn="l"/>
              </a:tabLst>
            </a:pP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0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1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2	</a:t>
            </a:r>
            <a:r>
              <a:rPr sz="2000" b="1" spc="80" dirty="0">
                <a:latin typeface="Times New Roman"/>
                <a:cs typeface="Times New Roman"/>
              </a:rPr>
              <a:t>D</a:t>
            </a:r>
            <a:r>
              <a:rPr sz="1950" b="1" spc="120" baseline="-12820" dirty="0">
                <a:latin typeface="Times New Roman"/>
                <a:cs typeface="Times New Roman"/>
              </a:rPr>
              <a:t>3</a:t>
            </a:r>
            <a:endParaRPr sz="1950" baseline="-12820">
              <a:latin typeface="Times New Roman"/>
              <a:cs typeface="Times New Roman"/>
            </a:endParaRPr>
          </a:p>
        </p:txBody>
      </p:sp>
      <p:sp>
        <p:nvSpPr>
          <p:cNvPr id="166" name="object 166"/>
          <p:cNvSpPr/>
          <p:nvPr/>
        </p:nvSpPr>
        <p:spPr>
          <a:xfrm>
            <a:off x="5819664" y="3498398"/>
            <a:ext cx="0" cy="358775"/>
          </a:xfrm>
          <a:custGeom>
            <a:avLst/>
            <a:gdLst/>
            <a:ahLst/>
            <a:cxnLst/>
            <a:rect l="l" t="t" r="r" b="b"/>
            <a:pathLst>
              <a:path h="358775">
                <a:moveTo>
                  <a:pt x="0" y="358438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5353051" y="3856836"/>
            <a:ext cx="0" cy="1075690"/>
          </a:xfrm>
          <a:custGeom>
            <a:avLst/>
            <a:gdLst/>
            <a:ahLst/>
            <a:cxnLst/>
            <a:rect l="l" t="t" r="r" b="b"/>
            <a:pathLst>
              <a:path h="1075689">
                <a:moveTo>
                  <a:pt x="0" y="0"/>
                </a:moveTo>
                <a:lnTo>
                  <a:pt x="0" y="1075579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9231345" y="3856836"/>
            <a:ext cx="0" cy="1066800"/>
          </a:xfrm>
          <a:custGeom>
            <a:avLst/>
            <a:gdLst/>
            <a:ahLst/>
            <a:cxnLst/>
            <a:rect l="l" t="t" r="r" b="b"/>
            <a:pathLst>
              <a:path h="1066800">
                <a:moveTo>
                  <a:pt x="0" y="0"/>
                </a:moveTo>
                <a:lnTo>
                  <a:pt x="0" y="1066615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1503724" y="4932416"/>
            <a:ext cx="7725409" cy="18415"/>
          </a:xfrm>
          <a:custGeom>
            <a:avLst/>
            <a:gdLst/>
            <a:ahLst/>
            <a:cxnLst/>
            <a:rect l="l" t="t" r="r" b="b"/>
            <a:pathLst>
              <a:path w="7725409" h="18414">
                <a:moveTo>
                  <a:pt x="0" y="18067"/>
                </a:moveTo>
                <a:lnTo>
                  <a:pt x="7725152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1727594" y="4215148"/>
            <a:ext cx="0" cy="905510"/>
          </a:xfrm>
          <a:custGeom>
            <a:avLst/>
            <a:gdLst/>
            <a:ahLst/>
            <a:cxnLst/>
            <a:rect l="l" t="t" r="r" b="b"/>
            <a:pathLst>
              <a:path h="905510">
                <a:moveTo>
                  <a:pt x="0" y="0"/>
                </a:moveTo>
                <a:lnTo>
                  <a:pt x="0" y="905426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1513599" y="5120574"/>
            <a:ext cx="4306570" cy="0"/>
          </a:xfrm>
          <a:custGeom>
            <a:avLst/>
            <a:gdLst/>
            <a:ahLst/>
            <a:cxnLst/>
            <a:rect l="l" t="t" r="r" b="b"/>
            <a:pathLst>
              <a:path w="4306570">
                <a:moveTo>
                  <a:pt x="0" y="0"/>
                </a:moveTo>
                <a:lnTo>
                  <a:pt x="4306064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5819664" y="4215148"/>
            <a:ext cx="0" cy="905510"/>
          </a:xfrm>
          <a:custGeom>
            <a:avLst/>
            <a:gdLst/>
            <a:ahLst/>
            <a:cxnLst/>
            <a:rect l="l" t="t" r="r" b="b"/>
            <a:pathLst>
              <a:path h="905510">
                <a:moveTo>
                  <a:pt x="0" y="0"/>
                </a:moveTo>
                <a:lnTo>
                  <a:pt x="0" y="905426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7957691" y="2540413"/>
            <a:ext cx="389255" cy="0"/>
          </a:xfrm>
          <a:custGeom>
            <a:avLst/>
            <a:gdLst/>
            <a:ahLst/>
            <a:cxnLst/>
            <a:rect l="l" t="t" r="r" b="b"/>
            <a:pathLst>
              <a:path w="389254">
                <a:moveTo>
                  <a:pt x="0" y="0"/>
                </a:moveTo>
                <a:lnTo>
                  <a:pt x="388844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957691" y="2630054"/>
            <a:ext cx="389255" cy="0"/>
          </a:xfrm>
          <a:custGeom>
            <a:avLst/>
            <a:gdLst/>
            <a:ahLst/>
            <a:cxnLst/>
            <a:rect l="l" t="t" r="r" b="b"/>
            <a:pathLst>
              <a:path w="389254">
                <a:moveTo>
                  <a:pt x="0" y="0"/>
                </a:moveTo>
                <a:lnTo>
                  <a:pt x="388844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7957691" y="2719569"/>
            <a:ext cx="389255" cy="0"/>
          </a:xfrm>
          <a:custGeom>
            <a:avLst/>
            <a:gdLst/>
            <a:ahLst/>
            <a:cxnLst/>
            <a:rect l="l" t="t" r="r" b="b"/>
            <a:pathLst>
              <a:path w="389254">
                <a:moveTo>
                  <a:pt x="0" y="0"/>
                </a:moveTo>
                <a:lnTo>
                  <a:pt x="388844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8346536" y="2630054"/>
            <a:ext cx="389255" cy="0"/>
          </a:xfrm>
          <a:custGeom>
            <a:avLst/>
            <a:gdLst/>
            <a:ahLst/>
            <a:cxnLst/>
            <a:rect l="l" t="t" r="r" b="b"/>
            <a:pathLst>
              <a:path w="389254">
                <a:moveTo>
                  <a:pt x="388844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8093753" y="2450772"/>
            <a:ext cx="506095" cy="358775"/>
          </a:xfrm>
          <a:custGeom>
            <a:avLst/>
            <a:gdLst/>
            <a:ahLst/>
            <a:cxnLst/>
            <a:rect l="l" t="t" r="r" b="b"/>
            <a:pathLst>
              <a:path w="506095" h="358775">
                <a:moveTo>
                  <a:pt x="151697" y="0"/>
                </a:moveTo>
                <a:lnTo>
                  <a:pt x="0" y="0"/>
                </a:lnTo>
                <a:lnTo>
                  <a:pt x="30828" y="43378"/>
                </a:lnTo>
                <a:lnTo>
                  <a:pt x="52848" y="87991"/>
                </a:lnTo>
                <a:lnTo>
                  <a:pt x="66061" y="133425"/>
                </a:lnTo>
                <a:lnTo>
                  <a:pt x="70463" y="179282"/>
                </a:lnTo>
                <a:lnTo>
                  <a:pt x="66061" y="225101"/>
                </a:lnTo>
                <a:lnTo>
                  <a:pt x="52848" y="270517"/>
                </a:lnTo>
                <a:lnTo>
                  <a:pt x="30828" y="315100"/>
                </a:lnTo>
                <a:lnTo>
                  <a:pt x="0" y="358438"/>
                </a:lnTo>
                <a:lnTo>
                  <a:pt x="151697" y="358438"/>
                </a:lnTo>
                <a:lnTo>
                  <a:pt x="210889" y="347390"/>
                </a:lnTo>
                <a:lnTo>
                  <a:pt x="266762" y="332614"/>
                </a:lnTo>
                <a:lnTo>
                  <a:pt x="318839" y="314353"/>
                </a:lnTo>
                <a:lnTo>
                  <a:pt x="366641" y="292850"/>
                </a:lnTo>
                <a:lnTo>
                  <a:pt x="409693" y="268349"/>
                </a:lnTo>
                <a:lnTo>
                  <a:pt x="447516" y="241092"/>
                </a:lnTo>
                <a:lnTo>
                  <a:pt x="479632" y="211322"/>
                </a:lnTo>
                <a:lnTo>
                  <a:pt x="505566" y="179282"/>
                </a:lnTo>
                <a:lnTo>
                  <a:pt x="505429" y="179282"/>
                </a:lnTo>
                <a:lnTo>
                  <a:pt x="479884" y="147107"/>
                </a:lnTo>
                <a:lnTo>
                  <a:pt x="448017" y="117221"/>
                </a:lnTo>
                <a:lnTo>
                  <a:pt x="410322" y="89875"/>
                </a:lnTo>
                <a:lnTo>
                  <a:pt x="367293" y="65318"/>
                </a:lnTo>
                <a:lnTo>
                  <a:pt x="319422" y="43802"/>
                </a:lnTo>
                <a:lnTo>
                  <a:pt x="267204" y="25577"/>
                </a:lnTo>
                <a:lnTo>
                  <a:pt x="211131" y="10892"/>
                </a:lnTo>
                <a:lnTo>
                  <a:pt x="1516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8093753" y="2450772"/>
            <a:ext cx="506095" cy="358775"/>
          </a:xfrm>
          <a:custGeom>
            <a:avLst/>
            <a:gdLst/>
            <a:ahLst/>
            <a:cxnLst/>
            <a:rect l="l" t="t" r="r" b="b"/>
            <a:pathLst>
              <a:path w="506095" h="358775">
                <a:moveTo>
                  <a:pt x="505566" y="179282"/>
                </a:moveTo>
                <a:lnTo>
                  <a:pt x="479632" y="211322"/>
                </a:lnTo>
                <a:lnTo>
                  <a:pt x="447516" y="241092"/>
                </a:lnTo>
                <a:lnTo>
                  <a:pt x="409693" y="268349"/>
                </a:lnTo>
                <a:lnTo>
                  <a:pt x="366641" y="292850"/>
                </a:lnTo>
                <a:lnTo>
                  <a:pt x="318839" y="314353"/>
                </a:lnTo>
                <a:lnTo>
                  <a:pt x="266762" y="332614"/>
                </a:lnTo>
                <a:lnTo>
                  <a:pt x="210889" y="347390"/>
                </a:lnTo>
                <a:lnTo>
                  <a:pt x="151697" y="358438"/>
                </a:lnTo>
                <a:lnTo>
                  <a:pt x="0" y="358438"/>
                </a:lnTo>
                <a:lnTo>
                  <a:pt x="30828" y="315100"/>
                </a:lnTo>
                <a:lnTo>
                  <a:pt x="52848" y="270517"/>
                </a:lnTo>
                <a:lnTo>
                  <a:pt x="66061" y="225101"/>
                </a:lnTo>
                <a:lnTo>
                  <a:pt x="70465" y="179266"/>
                </a:lnTo>
                <a:lnTo>
                  <a:pt x="66061" y="133425"/>
                </a:lnTo>
                <a:lnTo>
                  <a:pt x="52848" y="87991"/>
                </a:lnTo>
                <a:lnTo>
                  <a:pt x="30828" y="43378"/>
                </a:lnTo>
                <a:lnTo>
                  <a:pt x="0" y="0"/>
                </a:lnTo>
                <a:lnTo>
                  <a:pt x="151697" y="0"/>
                </a:lnTo>
                <a:lnTo>
                  <a:pt x="211131" y="10892"/>
                </a:lnTo>
                <a:lnTo>
                  <a:pt x="267204" y="25577"/>
                </a:lnTo>
                <a:lnTo>
                  <a:pt x="319422" y="43802"/>
                </a:lnTo>
                <a:lnTo>
                  <a:pt x="367293" y="65318"/>
                </a:lnTo>
                <a:lnTo>
                  <a:pt x="410322" y="89875"/>
                </a:lnTo>
                <a:lnTo>
                  <a:pt x="448017" y="117221"/>
                </a:lnTo>
                <a:lnTo>
                  <a:pt x="479884" y="147107"/>
                </a:lnTo>
                <a:lnTo>
                  <a:pt x="505429" y="179282"/>
                </a:lnTo>
                <a:close/>
              </a:path>
            </a:pathLst>
          </a:custGeom>
          <a:ln w="28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8583576" y="2589017"/>
            <a:ext cx="86623" cy="820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8093753" y="2450772"/>
            <a:ext cx="506095" cy="358775"/>
          </a:xfrm>
          <a:custGeom>
            <a:avLst/>
            <a:gdLst/>
            <a:ahLst/>
            <a:cxnLst/>
            <a:rect l="l" t="t" r="r" b="b"/>
            <a:pathLst>
              <a:path w="506095" h="358775">
                <a:moveTo>
                  <a:pt x="311075" y="0"/>
                </a:moveTo>
                <a:lnTo>
                  <a:pt x="0" y="0"/>
                </a:lnTo>
                <a:lnTo>
                  <a:pt x="0" y="358438"/>
                </a:lnTo>
                <a:lnTo>
                  <a:pt x="311075" y="358438"/>
                </a:lnTo>
                <a:lnTo>
                  <a:pt x="362772" y="352042"/>
                </a:lnTo>
                <a:lnTo>
                  <a:pt x="409230" y="333989"/>
                </a:lnTo>
                <a:lnTo>
                  <a:pt x="448594" y="305984"/>
                </a:lnTo>
                <a:lnTo>
                  <a:pt x="479008" y="269728"/>
                </a:lnTo>
                <a:lnTo>
                  <a:pt x="498617" y="226927"/>
                </a:lnTo>
                <a:lnTo>
                  <a:pt x="505566" y="179282"/>
                </a:lnTo>
                <a:lnTo>
                  <a:pt x="498617" y="131628"/>
                </a:lnTo>
                <a:lnTo>
                  <a:pt x="479008" y="88802"/>
                </a:lnTo>
                <a:lnTo>
                  <a:pt x="448594" y="52517"/>
                </a:lnTo>
                <a:lnTo>
                  <a:pt x="409230" y="24481"/>
                </a:lnTo>
                <a:lnTo>
                  <a:pt x="362772" y="6405"/>
                </a:lnTo>
                <a:lnTo>
                  <a:pt x="3110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8093753" y="2450772"/>
            <a:ext cx="506095" cy="358775"/>
          </a:xfrm>
          <a:custGeom>
            <a:avLst/>
            <a:gdLst/>
            <a:ahLst/>
            <a:cxnLst/>
            <a:rect l="l" t="t" r="r" b="b"/>
            <a:pathLst>
              <a:path w="506095" h="358775">
                <a:moveTo>
                  <a:pt x="311075" y="358438"/>
                </a:moveTo>
                <a:lnTo>
                  <a:pt x="0" y="358438"/>
                </a:lnTo>
                <a:lnTo>
                  <a:pt x="0" y="0"/>
                </a:lnTo>
                <a:lnTo>
                  <a:pt x="311075" y="0"/>
                </a:lnTo>
                <a:lnTo>
                  <a:pt x="362772" y="6405"/>
                </a:lnTo>
                <a:lnTo>
                  <a:pt x="409230" y="24481"/>
                </a:lnTo>
                <a:lnTo>
                  <a:pt x="448594" y="52517"/>
                </a:lnTo>
                <a:lnTo>
                  <a:pt x="479008" y="88802"/>
                </a:lnTo>
                <a:lnTo>
                  <a:pt x="498617" y="131628"/>
                </a:lnTo>
                <a:lnTo>
                  <a:pt x="505566" y="179282"/>
                </a:lnTo>
                <a:lnTo>
                  <a:pt x="498617" y="226927"/>
                </a:lnTo>
                <a:lnTo>
                  <a:pt x="479008" y="269728"/>
                </a:lnTo>
                <a:lnTo>
                  <a:pt x="448594" y="305984"/>
                </a:lnTo>
                <a:lnTo>
                  <a:pt x="409230" y="333989"/>
                </a:lnTo>
                <a:lnTo>
                  <a:pt x="362772" y="352042"/>
                </a:lnTo>
                <a:lnTo>
                  <a:pt x="311075" y="358438"/>
                </a:lnTo>
                <a:close/>
              </a:path>
            </a:pathLst>
          </a:custGeom>
          <a:ln w="28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9473979" y="2648008"/>
            <a:ext cx="0" cy="2661285"/>
          </a:xfrm>
          <a:custGeom>
            <a:avLst/>
            <a:gdLst/>
            <a:ahLst/>
            <a:cxnLst/>
            <a:rect l="l" t="t" r="r" b="b"/>
            <a:pathLst>
              <a:path h="2661285">
                <a:moveTo>
                  <a:pt x="0" y="2661014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566606" y="4215148"/>
            <a:ext cx="0" cy="1102995"/>
          </a:xfrm>
          <a:custGeom>
            <a:avLst/>
            <a:gdLst/>
            <a:ahLst/>
            <a:cxnLst/>
            <a:rect l="l" t="t" r="r" b="b"/>
            <a:pathLst>
              <a:path h="1102995">
                <a:moveTo>
                  <a:pt x="0" y="0"/>
                </a:moveTo>
                <a:lnTo>
                  <a:pt x="0" y="1102826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7190152" y="2705914"/>
            <a:ext cx="767715" cy="27305"/>
          </a:xfrm>
          <a:custGeom>
            <a:avLst/>
            <a:gdLst/>
            <a:ahLst/>
            <a:cxnLst/>
            <a:rect l="l" t="t" r="r" b="b"/>
            <a:pathLst>
              <a:path w="767715" h="27305">
                <a:moveTo>
                  <a:pt x="0" y="27309"/>
                </a:moveTo>
                <a:lnTo>
                  <a:pt x="767539" y="27309"/>
                </a:lnTo>
                <a:lnTo>
                  <a:pt x="767539" y="0"/>
                </a:lnTo>
                <a:lnTo>
                  <a:pt x="0" y="0"/>
                </a:lnTo>
                <a:lnTo>
                  <a:pt x="0" y="273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7190152" y="2737523"/>
            <a:ext cx="0" cy="251460"/>
          </a:xfrm>
          <a:custGeom>
            <a:avLst/>
            <a:gdLst/>
            <a:ahLst/>
            <a:cxnLst/>
            <a:rect l="l" t="t" r="r" b="b"/>
            <a:pathLst>
              <a:path h="251460">
                <a:moveTo>
                  <a:pt x="0" y="250843"/>
                </a:moveTo>
                <a:lnTo>
                  <a:pt x="0" y="0"/>
                </a:lnTo>
              </a:path>
            </a:pathLst>
          </a:custGeom>
          <a:ln w="2962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4460834" y="2630054"/>
            <a:ext cx="0" cy="339725"/>
          </a:xfrm>
          <a:custGeom>
            <a:avLst/>
            <a:gdLst/>
            <a:ahLst/>
            <a:cxnLst/>
            <a:rect l="l" t="t" r="r" b="b"/>
            <a:pathLst>
              <a:path h="339725">
                <a:moveTo>
                  <a:pt x="0" y="339726"/>
                </a:moveTo>
                <a:lnTo>
                  <a:pt x="0" y="0"/>
                </a:lnTo>
              </a:path>
            </a:pathLst>
          </a:custGeom>
          <a:ln w="2962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2711240" y="2558367"/>
            <a:ext cx="0" cy="430530"/>
          </a:xfrm>
          <a:custGeom>
            <a:avLst/>
            <a:gdLst/>
            <a:ahLst/>
            <a:cxnLst/>
            <a:rect l="l" t="t" r="r" b="b"/>
            <a:pathLst>
              <a:path h="430530">
                <a:moveTo>
                  <a:pt x="0" y="429999"/>
                </a:moveTo>
                <a:lnTo>
                  <a:pt x="0" y="0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5566606" y="5317974"/>
            <a:ext cx="3907790" cy="0"/>
          </a:xfrm>
          <a:custGeom>
            <a:avLst/>
            <a:gdLst/>
            <a:ahLst/>
            <a:cxnLst/>
            <a:rect l="l" t="t" r="r" b="b"/>
            <a:pathLst>
              <a:path w="3907790">
                <a:moveTo>
                  <a:pt x="0" y="0"/>
                </a:moveTo>
                <a:lnTo>
                  <a:pt x="3907372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8604424" y="2570937"/>
            <a:ext cx="125713" cy="1181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8735380" y="2616400"/>
            <a:ext cx="739140" cy="27305"/>
          </a:xfrm>
          <a:custGeom>
            <a:avLst/>
            <a:gdLst/>
            <a:ahLst/>
            <a:cxnLst/>
            <a:rect l="l" t="t" r="r" b="b"/>
            <a:pathLst>
              <a:path w="739140" h="27305">
                <a:moveTo>
                  <a:pt x="0" y="27309"/>
                </a:moveTo>
                <a:lnTo>
                  <a:pt x="738598" y="27309"/>
                </a:lnTo>
                <a:lnTo>
                  <a:pt x="738598" y="0"/>
                </a:lnTo>
                <a:lnTo>
                  <a:pt x="0" y="0"/>
                </a:lnTo>
                <a:lnTo>
                  <a:pt x="0" y="273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5723927" y="2630054"/>
            <a:ext cx="2233930" cy="0"/>
          </a:xfrm>
          <a:custGeom>
            <a:avLst/>
            <a:gdLst/>
            <a:ahLst/>
            <a:cxnLst/>
            <a:rect l="l" t="t" r="r" b="b"/>
            <a:pathLst>
              <a:path w="2233929">
                <a:moveTo>
                  <a:pt x="2233763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2711240" y="2526758"/>
            <a:ext cx="5247005" cy="27305"/>
          </a:xfrm>
          <a:custGeom>
            <a:avLst/>
            <a:gdLst/>
            <a:ahLst/>
            <a:cxnLst/>
            <a:rect l="l" t="t" r="r" b="b"/>
            <a:pathLst>
              <a:path w="5247005" h="27305">
                <a:moveTo>
                  <a:pt x="0" y="27309"/>
                </a:moveTo>
                <a:lnTo>
                  <a:pt x="5246451" y="27309"/>
                </a:lnTo>
                <a:lnTo>
                  <a:pt x="5246451" y="0"/>
                </a:lnTo>
                <a:lnTo>
                  <a:pt x="0" y="0"/>
                </a:lnTo>
                <a:lnTo>
                  <a:pt x="0" y="273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5722144" y="2020773"/>
            <a:ext cx="0" cy="358775"/>
          </a:xfrm>
          <a:custGeom>
            <a:avLst/>
            <a:gdLst/>
            <a:ahLst/>
            <a:cxnLst/>
            <a:rect l="l" t="t" r="r" b="b"/>
            <a:pathLst>
              <a:path h="358775">
                <a:moveTo>
                  <a:pt x="0" y="358438"/>
                </a:moveTo>
                <a:lnTo>
                  <a:pt x="0" y="0"/>
                </a:lnTo>
              </a:path>
            </a:pathLst>
          </a:custGeom>
          <a:ln w="2962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5916498" y="2020773"/>
            <a:ext cx="0" cy="358775"/>
          </a:xfrm>
          <a:custGeom>
            <a:avLst/>
            <a:gdLst/>
            <a:ahLst/>
            <a:cxnLst/>
            <a:rect l="l" t="t" r="r" b="b"/>
            <a:pathLst>
              <a:path h="358775">
                <a:moveTo>
                  <a:pt x="0" y="358438"/>
                </a:moveTo>
                <a:lnTo>
                  <a:pt x="0" y="0"/>
                </a:lnTo>
              </a:path>
            </a:pathLst>
          </a:custGeom>
          <a:ln w="2962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5819390" y="1662335"/>
            <a:ext cx="0" cy="358775"/>
          </a:xfrm>
          <a:custGeom>
            <a:avLst/>
            <a:gdLst/>
            <a:ahLst/>
            <a:cxnLst/>
            <a:rect l="l" t="t" r="r" b="b"/>
            <a:pathLst>
              <a:path h="358775">
                <a:moveTo>
                  <a:pt x="0" y="0"/>
                </a:moveTo>
                <a:lnTo>
                  <a:pt x="0" y="358438"/>
                </a:lnTo>
              </a:path>
            </a:pathLst>
          </a:custGeom>
          <a:ln w="2962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5624899" y="1787756"/>
            <a:ext cx="389255" cy="466090"/>
          </a:xfrm>
          <a:custGeom>
            <a:avLst/>
            <a:gdLst/>
            <a:ahLst/>
            <a:cxnLst/>
            <a:rect l="l" t="t" r="r" b="b"/>
            <a:pathLst>
              <a:path w="389254" h="466089">
                <a:moveTo>
                  <a:pt x="194490" y="0"/>
                </a:moveTo>
                <a:lnTo>
                  <a:pt x="159586" y="23589"/>
                </a:lnTo>
                <a:lnTo>
                  <a:pt x="127165" y="52995"/>
                </a:lnTo>
                <a:lnTo>
                  <a:pt x="97499" y="87764"/>
                </a:lnTo>
                <a:lnTo>
                  <a:pt x="70859" y="127444"/>
                </a:lnTo>
                <a:lnTo>
                  <a:pt x="47518" y="171581"/>
                </a:lnTo>
                <a:lnTo>
                  <a:pt x="27746" y="219721"/>
                </a:lnTo>
                <a:lnTo>
                  <a:pt x="11816" y="271411"/>
                </a:lnTo>
                <a:lnTo>
                  <a:pt x="0" y="326197"/>
                </a:lnTo>
                <a:lnTo>
                  <a:pt x="0" y="465906"/>
                </a:lnTo>
                <a:lnTo>
                  <a:pt x="41755" y="440282"/>
                </a:lnTo>
                <a:lnTo>
                  <a:pt x="84608" y="421064"/>
                </a:lnTo>
                <a:lnTo>
                  <a:pt x="128243" y="408252"/>
                </a:lnTo>
                <a:lnTo>
                  <a:pt x="172345" y="401846"/>
                </a:lnTo>
                <a:lnTo>
                  <a:pt x="388844" y="401846"/>
                </a:lnTo>
                <a:lnTo>
                  <a:pt x="388844" y="326197"/>
                </a:lnTo>
                <a:lnTo>
                  <a:pt x="376859" y="271597"/>
                </a:lnTo>
                <a:lnTo>
                  <a:pt x="360829" y="220076"/>
                </a:lnTo>
                <a:lnTo>
                  <a:pt x="341020" y="172070"/>
                </a:lnTo>
                <a:lnTo>
                  <a:pt x="317693" y="128013"/>
                </a:lnTo>
                <a:lnTo>
                  <a:pt x="291113" y="88342"/>
                </a:lnTo>
                <a:lnTo>
                  <a:pt x="261544" y="53493"/>
                </a:lnTo>
                <a:lnTo>
                  <a:pt x="229248" y="23900"/>
                </a:lnTo>
                <a:lnTo>
                  <a:pt x="194490" y="0"/>
                </a:lnTo>
                <a:close/>
              </a:path>
              <a:path w="389254" h="466089">
                <a:moveTo>
                  <a:pt x="388844" y="401846"/>
                </a:moveTo>
                <a:lnTo>
                  <a:pt x="216600" y="401846"/>
                </a:lnTo>
                <a:lnTo>
                  <a:pt x="260692" y="408252"/>
                </a:lnTo>
                <a:lnTo>
                  <a:pt x="304307" y="421064"/>
                </a:lnTo>
                <a:lnTo>
                  <a:pt x="347129" y="440282"/>
                </a:lnTo>
                <a:lnTo>
                  <a:pt x="388844" y="465906"/>
                </a:lnTo>
                <a:lnTo>
                  <a:pt x="388844" y="4018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5624899" y="1787756"/>
            <a:ext cx="389255" cy="466090"/>
          </a:xfrm>
          <a:custGeom>
            <a:avLst/>
            <a:gdLst/>
            <a:ahLst/>
            <a:cxnLst/>
            <a:rect l="l" t="t" r="r" b="b"/>
            <a:pathLst>
              <a:path w="389254" h="466089">
                <a:moveTo>
                  <a:pt x="194490" y="0"/>
                </a:moveTo>
                <a:lnTo>
                  <a:pt x="229248" y="23900"/>
                </a:lnTo>
                <a:lnTo>
                  <a:pt x="261544" y="53493"/>
                </a:lnTo>
                <a:lnTo>
                  <a:pt x="291113" y="88342"/>
                </a:lnTo>
                <a:lnTo>
                  <a:pt x="317693" y="128013"/>
                </a:lnTo>
                <a:lnTo>
                  <a:pt x="341020" y="172070"/>
                </a:lnTo>
                <a:lnTo>
                  <a:pt x="360829" y="220076"/>
                </a:lnTo>
                <a:lnTo>
                  <a:pt x="376859" y="271597"/>
                </a:lnTo>
                <a:lnTo>
                  <a:pt x="388844" y="326197"/>
                </a:lnTo>
                <a:lnTo>
                  <a:pt x="388844" y="465906"/>
                </a:lnTo>
                <a:lnTo>
                  <a:pt x="347129" y="440282"/>
                </a:lnTo>
                <a:lnTo>
                  <a:pt x="304307" y="421064"/>
                </a:lnTo>
                <a:lnTo>
                  <a:pt x="260692" y="408252"/>
                </a:lnTo>
                <a:lnTo>
                  <a:pt x="216600" y="401846"/>
                </a:lnTo>
                <a:lnTo>
                  <a:pt x="172345" y="401846"/>
                </a:lnTo>
                <a:lnTo>
                  <a:pt x="128243" y="408252"/>
                </a:lnTo>
                <a:lnTo>
                  <a:pt x="84608" y="421064"/>
                </a:lnTo>
                <a:lnTo>
                  <a:pt x="41755" y="440282"/>
                </a:lnTo>
                <a:lnTo>
                  <a:pt x="0" y="465906"/>
                </a:lnTo>
                <a:lnTo>
                  <a:pt x="0" y="326197"/>
                </a:lnTo>
                <a:lnTo>
                  <a:pt x="11816" y="271411"/>
                </a:lnTo>
                <a:lnTo>
                  <a:pt x="27746" y="219721"/>
                </a:lnTo>
                <a:lnTo>
                  <a:pt x="47518" y="171581"/>
                </a:lnTo>
                <a:lnTo>
                  <a:pt x="70859" y="127444"/>
                </a:lnTo>
                <a:lnTo>
                  <a:pt x="97499" y="87764"/>
                </a:lnTo>
                <a:lnTo>
                  <a:pt x="127165" y="52995"/>
                </a:lnTo>
                <a:lnTo>
                  <a:pt x="159586" y="23589"/>
                </a:lnTo>
                <a:lnTo>
                  <a:pt x="194490" y="0"/>
                </a:lnTo>
                <a:close/>
              </a:path>
            </a:pathLst>
          </a:custGeom>
          <a:ln w="286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5776078" y="1721305"/>
            <a:ext cx="86623" cy="8207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5624899" y="1787756"/>
            <a:ext cx="389255" cy="466090"/>
          </a:xfrm>
          <a:custGeom>
            <a:avLst/>
            <a:gdLst/>
            <a:ahLst/>
            <a:cxnLst/>
            <a:rect l="l" t="t" r="r" b="b"/>
            <a:pathLst>
              <a:path w="389254" h="466089">
                <a:moveTo>
                  <a:pt x="194490" y="0"/>
                </a:moveTo>
                <a:lnTo>
                  <a:pt x="142794" y="6405"/>
                </a:lnTo>
                <a:lnTo>
                  <a:pt x="96336" y="24481"/>
                </a:lnTo>
                <a:lnTo>
                  <a:pt x="56972" y="52517"/>
                </a:lnTo>
                <a:lnTo>
                  <a:pt x="26557" y="88802"/>
                </a:lnTo>
                <a:lnTo>
                  <a:pt x="6948" y="131628"/>
                </a:lnTo>
                <a:lnTo>
                  <a:pt x="0" y="179282"/>
                </a:lnTo>
                <a:lnTo>
                  <a:pt x="0" y="465906"/>
                </a:lnTo>
                <a:lnTo>
                  <a:pt x="388844" y="465906"/>
                </a:lnTo>
                <a:lnTo>
                  <a:pt x="388844" y="179282"/>
                </a:lnTo>
                <a:lnTo>
                  <a:pt x="381905" y="131628"/>
                </a:lnTo>
                <a:lnTo>
                  <a:pt x="362322" y="88802"/>
                </a:lnTo>
                <a:lnTo>
                  <a:pt x="331940" y="52517"/>
                </a:lnTo>
                <a:lnTo>
                  <a:pt x="292609" y="24481"/>
                </a:lnTo>
                <a:lnTo>
                  <a:pt x="246177" y="6405"/>
                </a:lnTo>
                <a:lnTo>
                  <a:pt x="1944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5624899" y="1787756"/>
            <a:ext cx="389255" cy="466090"/>
          </a:xfrm>
          <a:custGeom>
            <a:avLst/>
            <a:gdLst/>
            <a:ahLst/>
            <a:cxnLst/>
            <a:rect l="l" t="t" r="r" b="b"/>
            <a:pathLst>
              <a:path w="389254" h="466089">
                <a:moveTo>
                  <a:pt x="388844" y="179282"/>
                </a:moveTo>
                <a:lnTo>
                  <a:pt x="388844" y="465906"/>
                </a:lnTo>
                <a:lnTo>
                  <a:pt x="0" y="465906"/>
                </a:lnTo>
                <a:lnTo>
                  <a:pt x="0" y="179282"/>
                </a:lnTo>
                <a:lnTo>
                  <a:pt x="6948" y="131628"/>
                </a:lnTo>
                <a:lnTo>
                  <a:pt x="26557" y="88802"/>
                </a:lnTo>
                <a:lnTo>
                  <a:pt x="56972" y="52517"/>
                </a:lnTo>
                <a:lnTo>
                  <a:pt x="96336" y="24481"/>
                </a:lnTo>
                <a:lnTo>
                  <a:pt x="142794" y="6405"/>
                </a:lnTo>
                <a:lnTo>
                  <a:pt x="194490" y="0"/>
                </a:lnTo>
                <a:lnTo>
                  <a:pt x="246177" y="6405"/>
                </a:lnTo>
                <a:lnTo>
                  <a:pt x="292609" y="24481"/>
                </a:lnTo>
                <a:lnTo>
                  <a:pt x="331940" y="52517"/>
                </a:lnTo>
                <a:lnTo>
                  <a:pt x="362322" y="88802"/>
                </a:lnTo>
                <a:lnTo>
                  <a:pt x="381905" y="131628"/>
                </a:lnTo>
                <a:lnTo>
                  <a:pt x="388844" y="179282"/>
                </a:lnTo>
                <a:close/>
              </a:path>
            </a:pathLst>
          </a:custGeom>
          <a:ln w="286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5722144" y="2379211"/>
            <a:ext cx="0" cy="251460"/>
          </a:xfrm>
          <a:custGeom>
            <a:avLst/>
            <a:gdLst/>
            <a:ahLst/>
            <a:cxnLst/>
            <a:rect l="l" t="t" r="r" b="b"/>
            <a:pathLst>
              <a:path h="251460">
                <a:moveTo>
                  <a:pt x="0" y="0"/>
                </a:moveTo>
                <a:lnTo>
                  <a:pt x="0" y="250843"/>
                </a:lnTo>
              </a:path>
            </a:pathLst>
          </a:custGeom>
          <a:ln w="2962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5916498" y="2379211"/>
            <a:ext cx="0" cy="340360"/>
          </a:xfrm>
          <a:custGeom>
            <a:avLst/>
            <a:gdLst/>
            <a:ahLst/>
            <a:cxnLst/>
            <a:rect l="l" t="t" r="r" b="b"/>
            <a:pathLst>
              <a:path h="340360">
                <a:moveTo>
                  <a:pt x="0" y="0"/>
                </a:moveTo>
                <a:lnTo>
                  <a:pt x="0" y="340358"/>
                </a:lnTo>
              </a:path>
            </a:pathLst>
          </a:custGeom>
          <a:ln w="2962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5916498" y="2719569"/>
            <a:ext cx="1263650" cy="0"/>
          </a:xfrm>
          <a:custGeom>
            <a:avLst/>
            <a:gdLst/>
            <a:ahLst/>
            <a:cxnLst/>
            <a:rect l="l" t="t" r="r" b="b"/>
            <a:pathLst>
              <a:path w="1263650">
                <a:moveTo>
                  <a:pt x="1263641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5756464" y="1518959"/>
            <a:ext cx="125713" cy="26520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5119470" y="1483179"/>
            <a:ext cx="165735" cy="0"/>
          </a:xfrm>
          <a:custGeom>
            <a:avLst/>
            <a:gdLst/>
            <a:ahLst/>
            <a:cxnLst/>
            <a:rect l="l" t="t" r="r" b="b"/>
            <a:pathLst>
              <a:path w="165735">
                <a:moveTo>
                  <a:pt x="0" y="0"/>
                </a:moveTo>
                <a:lnTo>
                  <a:pt x="165276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5284746" y="1483179"/>
            <a:ext cx="0" cy="251460"/>
          </a:xfrm>
          <a:custGeom>
            <a:avLst/>
            <a:gdLst/>
            <a:ahLst/>
            <a:cxnLst/>
            <a:rect l="l" t="t" r="r" b="b"/>
            <a:pathLst>
              <a:path h="251460">
                <a:moveTo>
                  <a:pt x="0" y="0"/>
                </a:moveTo>
                <a:lnTo>
                  <a:pt x="0" y="250843"/>
                </a:lnTo>
              </a:path>
            </a:pathLst>
          </a:custGeom>
          <a:ln w="29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5284746" y="1734022"/>
            <a:ext cx="126364" cy="0"/>
          </a:xfrm>
          <a:custGeom>
            <a:avLst/>
            <a:gdLst/>
            <a:ahLst/>
            <a:cxnLst/>
            <a:rect l="l" t="t" r="r" b="b"/>
            <a:pathLst>
              <a:path w="126364">
                <a:moveTo>
                  <a:pt x="0" y="0"/>
                </a:moveTo>
                <a:lnTo>
                  <a:pt x="126323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5411068" y="1620865"/>
            <a:ext cx="0" cy="113664"/>
          </a:xfrm>
          <a:custGeom>
            <a:avLst/>
            <a:gdLst/>
            <a:ahLst/>
            <a:cxnLst/>
            <a:rect l="l" t="t" r="r" b="b"/>
            <a:pathLst>
              <a:path h="113664">
                <a:moveTo>
                  <a:pt x="0" y="113157"/>
                </a:moveTo>
                <a:lnTo>
                  <a:pt x="0" y="0"/>
                </a:lnTo>
              </a:path>
            </a:pathLst>
          </a:custGeom>
          <a:ln w="2962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5356754" y="1483179"/>
            <a:ext cx="109220" cy="150495"/>
          </a:xfrm>
          <a:custGeom>
            <a:avLst/>
            <a:gdLst/>
            <a:ahLst/>
            <a:cxnLst/>
            <a:rect l="l" t="t" r="r" b="b"/>
            <a:pathLst>
              <a:path w="109220" h="150494">
                <a:moveTo>
                  <a:pt x="54314" y="0"/>
                </a:moveTo>
                <a:lnTo>
                  <a:pt x="0" y="150202"/>
                </a:lnTo>
                <a:lnTo>
                  <a:pt x="108629" y="150202"/>
                </a:lnTo>
                <a:lnTo>
                  <a:pt x="5431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5411068" y="1483179"/>
            <a:ext cx="233679" cy="0"/>
          </a:xfrm>
          <a:custGeom>
            <a:avLst/>
            <a:gdLst/>
            <a:ahLst/>
            <a:cxnLst/>
            <a:rect l="l" t="t" r="r" b="b"/>
            <a:pathLst>
              <a:path w="233679">
                <a:moveTo>
                  <a:pt x="0" y="0"/>
                </a:moveTo>
                <a:lnTo>
                  <a:pt x="233306" y="0"/>
                </a:lnTo>
              </a:path>
            </a:pathLst>
          </a:custGeom>
          <a:ln w="27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4460834" y="2630054"/>
            <a:ext cx="1261745" cy="0"/>
          </a:xfrm>
          <a:custGeom>
            <a:avLst/>
            <a:gdLst/>
            <a:ahLst/>
            <a:cxnLst/>
            <a:rect l="l" t="t" r="r" b="b"/>
            <a:pathLst>
              <a:path w="1261745">
                <a:moveTo>
                  <a:pt x="1261309" y="0"/>
                </a:moveTo>
                <a:lnTo>
                  <a:pt x="0" y="0"/>
                </a:lnTo>
              </a:path>
            </a:pathLst>
          </a:custGeom>
          <a:ln w="2730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 txBox="1"/>
          <p:nvPr/>
        </p:nvSpPr>
        <p:spPr>
          <a:xfrm>
            <a:off x="4967604" y="6539775"/>
            <a:ext cx="48450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131</a:t>
            </a:r>
            <a:endParaRPr sz="1800">
              <a:latin typeface="Franklin Gothic Medium"/>
              <a:cs typeface="Franklin Gothic Medium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3" name="墨迹 212">
                <a:extLst>
                  <a:ext uri="{FF2B5EF4-FFF2-40B4-BE49-F238E27FC236}">
                    <a16:creationId xmlns:a16="http://schemas.microsoft.com/office/drawing/2014/main" id="{7E8BF6BA-A6CB-CE7C-D427-041FD662F1A9}"/>
                  </a:ext>
                </a:extLst>
              </p14:cNvPr>
              <p14:cNvContentPartPr/>
              <p14:nvPr/>
            </p14:nvContentPartPr>
            <p14:xfrm>
              <a:off x="4676415" y="4171095"/>
              <a:ext cx="335520" cy="10800"/>
            </p14:xfrm>
          </p:contentPart>
        </mc:Choice>
        <mc:Fallback>
          <p:pic>
            <p:nvPicPr>
              <p:cNvPr id="213" name="墨迹 212">
                <a:extLst>
                  <a:ext uri="{FF2B5EF4-FFF2-40B4-BE49-F238E27FC236}">
                    <a16:creationId xmlns:a16="http://schemas.microsoft.com/office/drawing/2014/main" id="{7E8BF6BA-A6CB-CE7C-D427-041FD662F1A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22775" y="4063095"/>
                <a:ext cx="44316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14" name="墨迹 213">
                <a:extLst>
                  <a:ext uri="{FF2B5EF4-FFF2-40B4-BE49-F238E27FC236}">
                    <a16:creationId xmlns:a16="http://schemas.microsoft.com/office/drawing/2014/main" id="{2F7AED50-A6A3-9B4A-2EB9-1F33DF536E85}"/>
                  </a:ext>
                </a:extLst>
              </p14:cNvPr>
              <p14:cNvContentPartPr/>
              <p14:nvPr/>
            </p14:nvContentPartPr>
            <p14:xfrm>
              <a:off x="4809975" y="4171095"/>
              <a:ext cx="763560" cy="57960"/>
            </p14:xfrm>
          </p:contentPart>
        </mc:Choice>
        <mc:Fallback>
          <p:pic>
            <p:nvPicPr>
              <p:cNvPr id="214" name="墨迹 213">
                <a:extLst>
                  <a:ext uri="{FF2B5EF4-FFF2-40B4-BE49-F238E27FC236}">
                    <a16:creationId xmlns:a16="http://schemas.microsoft.com/office/drawing/2014/main" id="{2F7AED50-A6A3-9B4A-2EB9-1F33DF536E8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55975" y="4063455"/>
                <a:ext cx="87120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15" name="墨迹 214">
                <a:extLst>
                  <a:ext uri="{FF2B5EF4-FFF2-40B4-BE49-F238E27FC236}">
                    <a16:creationId xmlns:a16="http://schemas.microsoft.com/office/drawing/2014/main" id="{8374E61E-9878-BEB5-CB10-15038FD64783}"/>
                  </a:ext>
                </a:extLst>
              </p14:cNvPr>
              <p14:cNvContentPartPr/>
              <p14:nvPr/>
            </p14:nvContentPartPr>
            <p14:xfrm>
              <a:off x="8543535" y="4237335"/>
              <a:ext cx="486720" cy="39240"/>
            </p14:xfrm>
          </p:contentPart>
        </mc:Choice>
        <mc:Fallback>
          <p:pic>
            <p:nvPicPr>
              <p:cNvPr id="215" name="墨迹 214">
                <a:extLst>
                  <a:ext uri="{FF2B5EF4-FFF2-40B4-BE49-F238E27FC236}">
                    <a16:creationId xmlns:a16="http://schemas.microsoft.com/office/drawing/2014/main" id="{8374E61E-9878-BEB5-CB10-15038FD6478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89895" y="4129695"/>
                <a:ext cx="59436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16" name="墨迹 215">
                <a:extLst>
                  <a:ext uri="{FF2B5EF4-FFF2-40B4-BE49-F238E27FC236}">
                    <a16:creationId xmlns:a16="http://schemas.microsoft.com/office/drawing/2014/main" id="{CB0D2BBB-AFA4-4E72-6742-05A1024D5B28}"/>
                  </a:ext>
                </a:extLst>
              </p14:cNvPr>
              <p14:cNvContentPartPr/>
              <p14:nvPr/>
            </p14:nvContentPartPr>
            <p14:xfrm>
              <a:off x="2647815" y="3181095"/>
              <a:ext cx="269640" cy="33480"/>
            </p14:xfrm>
          </p:contentPart>
        </mc:Choice>
        <mc:Fallback>
          <p:pic>
            <p:nvPicPr>
              <p:cNvPr id="216" name="墨迹 215">
                <a:extLst>
                  <a:ext uri="{FF2B5EF4-FFF2-40B4-BE49-F238E27FC236}">
                    <a16:creationId xmlns:a16="http://schemas.microsoft.com/office/drawing/2014/main" id="{CB0D2BBB-AFA4-4E72-6742-05A1024D5B2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93815" y="3073455"/>
                <a:ext cx="37728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17" name="墨迹 216">
                <a:extLst>
                  <a:ext uri="{FF2B5EF4-FFF2-40B4-BE49-F238E27FC236}">
                    <a16:creationId xmlns:a16="http://schemas.microsoft.com/office/drawing/2014/main" id="{0597328E-A086-109A-0C90-1ED734534C89}"/>
                  </a:ext>
                </a:extLst>
              </p14:cNvPr>
              <p14:cNvContentPartPr/>
              <p14:nvPr/>
            </p14:nvContentPartPr>
            <p14:xfrm>
              <a:off x="2419215" y="3362175"/>
              <a:ext cx="455760" cy="20160"/>
            </p14:xfrm>
          </p:contentPart>
        </mc:Choice>
        <mc:Fallback>
          <p:pic>
            <p:nvPicPr>
              <p:cNvPr id="217" name="墨迹 216">
                <a:extLst>
                  <a:ext uri="{FF2B5EF4-FFF2-40B4-BE49-F238E27FC236}">
                    <a16:creationId xmlns:a16="http://schemas.microsoft.com/office/drawing/2014/main" id="{0597328E-A086-109A-0C90-1ED734534C8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365575" y="3254175"/>
                <a:ext cx="5634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18" name="墨迹 217">
                <a:extLst>
                  <a:ext uri="{FF2B5EF4-FFF2-40B4-BE49-F238E27FC236}">
                    <a16:creationId xmlns:a16="http://schemas.microsoft.com/office/drawing/2014/main" id="{17C8D485-557E-221B-51EB-4A325A825F65}"/>
                  </a:ext>
                </a:extLst>
              </p14:cNvPr>
              <p14:cNvContentPartPr/>
              <p14:nvPr/>
            </p14:nvContentPartPr>
            <p14:xfrm>
              <a:off x="4323975" y="3242295"/>
              <a:ext cx="508320" cy="44280"/>
            </p14:xfrm>
          </p:contentPart>
        </mc:Choice>
        <mc:Fallback>
          <p:pic>
            <p:nvPicPr>
              <p:cNvPr id="218" name="墨迹 217">
                <a:extLst>
                  <a:ext uri="{FF2B5EF4-FFF2-40B4-BE49-F238E27FC236}">
                    <a16:creationId xmlns:a16="http://schemas.microsoft.com/office/drawing/2014/main" id="{17C8D485-557E-221B-51EB-4A325A825F6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269975" y="3134295"/>
                <a:ext cx="6159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19" name="墨迹 218">
                <a:extLst>
                  <a:ext uri="{FF2B5EF4-FFF2-40B4-BE49-F238E27FC236}">
                    <a16:creationId xmlns:a16="http://schemas.microsoft.com/office/drawing/2014/main" id="{9B539AE8-66C5-AEC3-F838-15D426380C23}"/>
                  </a:ext>
                </a:extLst>
              </p14:cNvPr>
              <p14:cNvContentPartPr/>
              <p14:nvPr/>
            </p14:nvContentPartPr>
            <p14:xfrm>
              <a:off x="7076895" y="3238335"/>
              <a:ext cx="182880" cy="10080"/>
            </p14:xfrm>
          </p:contentPart>
        </mc:Choice>
        <mc:Fallback>
          <p:pic>
            <p:nvPicPr>
              <p:cNvPr id="219" name="墨迹 218">
                <a:extLst>
                  <a:ext uri="{FF2B5EF4-FFF2-40B4-BE49-F238E27FC236}">
                    <a16:creationId xmlns:a16="http://schemas.microsoft.com/office/drawing/2014/main" id="{9B539AE8-66C5-AEC3-F838-15D426380C2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023255" y="3130695"/>
                <a:ext cx="29052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20" name="墨迹 219">
                <a:extLst>
                  <a:ext uri="{FF2B5EF4-FFF2-40B4-BE49-F238E27FC236}">
                    <a16:creationId xmlns:a16="http://schemas.microsoft.com/office/drawing/2014/main" id="{BA4DED87-DE02-9027-B016-83DD819381F6}"/>
                  </a:ext>
                </a:extLst>
              </p14:cNvPr>
              <p14:cNvContentPartPr/>
              <p14:nvPr/>
            </p14:nvContentPartPr>
            <p14:xfrm>
              <a:off x="7048455" y="3333375"/>
              <a:ext cx="211320" cy="360"/>
            </p14:xfrm>
          </p:contentPart>
        </mc:Choice>
        <mc:Fallback>
          <p:pic>
            <p:nvPicPr>
              <p:cNvPr id="220" name="墨迹 219">
                <a:extLst>
                  <a:ext uri="{FF2B5EF4-FFF2-40B4-BE49-F238E27FC236}">
                    <a16:creationId xmlns:a16="http://schemas.microsoft.com/office/drawing/2014/main" id="{BA4DED87-DE02-9027-B016-83DD819381F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994455" y="3225735"/>
                <a:ext cx="3189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21" name="墨迹 220">
                <a:extLst>
                  <a:ext uri="{FF2B5EF4-FFF2-40B4-BE49-F238E27FC236}">
                    <a16:creationId xmlns:a16="http://schemas.microsoft.com/office/drawing/2014/main" id="{A199C48F-BF5E-E10C-B8A6-9CA492D73C6B}"/>
                  </a:ext>
                </a:extLst>
              </p14:cNvPr>
              <p14:cNvContentPartPr/>
              <p14:nvPr/>
            </p14:nvContentPartPr>
            <p14:xfrm>
              <a:off x="5105175" y="1513575"/>
              <a:ext cx="1369440" cy="223200"/>
            </p14:xfrm>
          </p:contentPart>
        </mc:Choice>
        <mc:Fallback>
          <p:pic>
            <p:nvPicPr>
              <p:cNvPr id="221" name="墨迹 220">
                <a:extLst>
                  <a:ext uri="{FF2B5EF4-FFF2-40B4-BE49-F238E27FC236}">
                    <a16:creationId xmlns:a16="http://schemas.microsoft.com/office/drawing/2014/main" id="{A199C48F-BF5E-E10C-B8A6-9CA492D73C6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051535" y="1405575"/>
                <a:ext cx="1477080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22" name="墨迹 221">
                <a:extLst>
                  <a:ext uri="{FF2B5EF4-FFF2-40B4-BE49-F238E27FC236}">
                    <a16:creationId xmlns:a16="http://schemas.microsoft.com/office/drawing/2014/main" id="{4B9D40DC-901E-3102-FCED-C69FEC18CFD1}"/>
                  </a:ext>
                </a:extLst>
              </p14:cNvPr>
              <p14:cNvContentPartPr/>
              <p14:nvPr/>
            </p14:nvContentPartPr>
            <p14:xfrm>
              <a:off x="4628895" y="3428415"/>
              <a:ext cx="2053800" cy="428040"/>
            </p14:xfrm>
          </p:contentPart>
        </mc:Choice>
        <mc:Fallback>
          <p:pic>
            <p:nvPicPr>
              <p:cNvPr id="222" name="墨迹 221">
                <a:extLst>
                  <a:ext uri="{FF2B5EF4-FFF2-40B4-BE49-F238E27FC236}">
                    <a16:creationId xmlns:a16="http://schemas.microsoft.com/office/drawing/2014/main" id="{4B9D40DC-901E-3102-FCED-C69FEC18CFD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575255" y="3320415"/>
                <a:ext cx="2161440" cy="64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23" name="墨迹 222">
                <a:extLst>
                  <a:ext uri="{FF2B5EF4-FFF2-40B4-BE49-F238E27FC236}">
                    <a16:creationId xmlns:a16="http://schemas.microsoft.com/office/drawing/2014/main" id="{EADA8FF5-2EF7-B8B7-4A03-D8F75DD01AB7}"/>
                  </a:ext>
                </a:extLst>
              </p14:cNvPr>
              <p14:cNvContentPartPr/>
              <p14:nvPr/>
            </p14:nvContentPartPr>
            <p14:xfrm>
              <a:off x="2457015" y="1076175"/>
              <a:ext cx="29520" cy="283680"/>
            </p14:xfrm>
          </p:contentPart>
        </mc:Choice>
        <mc:Fallback>
          <p:pic>
            <p:nvPicPr>
              <p:cNvPr id="223" name="墨迹 222">
                <a:extLst>
                  <a:ext uri="{FF2B5EF4-FFF2-40B4-BE49-F238E27FC236}">
                    <a16:creationId xmlns:a16="http://schemas.microsoft.com/office/drawing/2014/main" id="{EADA8FF5-2EF7-B8B7-4A03-D8F75DD01AB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448375" y="1067535"/>
                <a:ext cx="47160" cy="30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7" name="组合 226">
            <a:extLst>
              <a:ext uri="{FF2B5EF4-FFF2-40B4-BE49-F238E27FC236}">
                <a16:creationId xmlns:a16="http://schemas.microsoft.com/office/drawing/2014/main" id="{6AA0322D-FD7E-BF85-019E-3E6937A455CC}"/>
              </a:ext>
            </a:extLst>
          </p:cNvPr>
          <p:cNvGrpSpPr/>
          <p:nvPr/>
        </p:nvGrpSpPr>
        <p:grpSpPr>
          <a:xfrm>
            <a:off x="2790735" y="790695"/>
            <a:ext cx="660600" cy="514440"/>
            <a:chOff x="2790735" y="790695"/>
            <a:chExt cx="660600" cy="51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4" name="墨迹 223">
                  <a:extLst>
                    <a:ext uri="{FF2B5EF4-FFF2-40B4-BE49-F238E27FC236}">
                      <a16:creationId xmlns:a16="http://schemas.microsoft.com/office/drawing/2014/main" id="{97DFD270-8DD8-ED80-FA89-56D206F41002}"/>
                    </a:ext>
                  </a:extLst>
                </p14:cNvPr>
                <p14:cNvContentPartPr/>
                <p14:nvPr/>
              </p14:nvContentPartPr>
              <p14:xfrm>
                <a:off x="2790735" y="950895"/>
                <a:ext cx="212040" cy="354240"/>
              </p14:xfrm>
            </p:contentPart>
          </mc:Choice>
          <mc:Fallback>
            <p:pic>
              <p:nvPicPr>
                <p:cNvPr id="224" name="墨迹 223">
                  <a:extLst>
                    <a:ext uri="{FF2B5EF4-FFF2-40B4-BE49-F238E27FC236}">
                      <a16:creationId xmlns:a16="http://schemas.microsoft.com/office/drawing/2014/main" id="{97DFD270-8DD8-ED80-FA89-56D206F4100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82095" y="941895"/>
                  <a:ext cx="22968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5" name="墨迹 224">
                  <a:extLst>
                    <a:ext uri="{FF2B5EF4-FFF2-40B4-BE49-F238E27FC236}">
                      <a16:creationId xmlns:a16="http://schemas.microsoft.com/office/drawing/2014/main" id="{43D37BFD-ED2B-2627-193A-E3A8ACFDCB63}"/>
                    </a:ext>
                  </a:extLst>
                </p14:cNvPr>
                <p14:cNvContentPartPr/>
                <p14:nvPr/>
              </p14:nvContentPartPr>
              <p14:xfrm>
                <a:off x="3085575" y="1133415"/>
                <a:ext cx="360" cy="360"/>
              </p14:xfrm>
            </p:contentPart>
          </mc:Choice>
          <mc:Fallback>
            <p:pic>
              <p:nvPicPr>
                <p:cNvPr id="225" name="墨迹 224">
                  <a:extLst>
                    <a:ext uri="{FF2B5EF4-FFF2-40B4-BE49-F238E27FC236}">
                      <a16:creationId xmlns:a16="http://schemas.microsoft.com/office/drawing/2014/main" id="{43D37BFD-ED2B-2627-193A-E3A8ACFDCB6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076935" y="112477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6" name="墨迹 225">
                  <a:extLst>
                    <a:ext uri="{FF2B5EF4-FFF2-40B4-BE49-F238E27FC236}">
                      <a16:creationId xmlns:a16="http://schemas.microsoft.com/office/drawing/2014/main" id="{460525AD-3000-220A-878E-10E8E583E8E3}"/>
                    </a:ext>
                  </a:extLst>
                </p14:cNvPr>
                <p14:cNvContentPartPr/>
                <p14:nvPr/>
              </p14:nvContentPartPr>
              <p14:xfrm>
                <a:off x="3159735" y="790695"/>
                <a:ext cx="291600" cy="437760"/>
              </p14:xfrm>
            </p:contentPart>
          </mc:Choice>
          <mc:Fallback>
            <p:pic>
              <p:nvPicPr>
                <p:cNvPr id="226" name="墨迹 225">
                  <a:extLst>
                    <a:ext uri="{FF2B5EF4-FFF2-40B4-BE49-F238E27FC236}">
                      <a16:creationId xmlns:a16="http://schemas.microsoft.com/office/drawing/2014/main" id="{460525AD-3000-220A-878E-10E8E583E8E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50735" y="781695"/>
                  <a:ext cx="309240" cy="45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28" name="墨迹 227">
                <a:extLst>
                  <a:ext uri="{FF2B5EF4-FFF2-40B4-BE49-F238E27FC236}">
                    <a16:creationId xmlns:a16="http://schemas.microsoft.com/office/drawing/2014/main" id="{F04C20F8-60CB-E6E4-1199-4EEC276B3316}"/>
                  </a:ext>
                </a:extLst>
              </p14:cNvPr>
              <p14:cNvContentPartPr/>
              <p14:nvPr/>
            </p14:nvContentPartPr>
            <p14:xfrm>
              <a:off x="3847695" y="790695"/>
              <a:ext cx="117360" cy="329400"/>
            </p14:xfrm>
          </p:contentPart>
        </mc:Choice>
        <mc:Fallback>
          <p:pic>
            <p:nvPicPr>
              <p:cNvPr id="228" name="墨迹 227">
                <a:extLst>
                  <a:ext uri="{FF2B5EF4-FFF2-40B4-BE49-F238E27FC236}">
                    <a16:creationId xmlns:a16="http://schemas.microsoft.com/office/drawing/2014/main" id="{F04C20F8-60CB-E6E4-1199-4EEC276B331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838695" y="781695"/>
                <a:ext cx="13500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9" name="墨迹 228">
                <a:extLst>
                  <a:ext uri="{FF2B5EF4-FFF2-40B4-BE49-F238E27FC236}">
                    <a16:creationId xmlns:a16="http://schemas.microsoft.com/office/drawing/2014/main" id="{6CA00E39-9EE4-BA47-73A9-FCE2086B8997}"/>
                  </a:ext>
                </a:extLst>
              </p14:cNvPr>
              <p14:cNvContentPartPr/>
              <p14:nvPr/>
            </p14:nvContentPartPr>
            <p14:xfrm>
              <a:off x="928095" y="1031535"/>
              <a:ext cx="264240" cy="540360"/>
            </p14:xfrm>
          </p:contentPart>
        </mc:Choice>
        <mc:Fallback>
          <p:pic>
            <p:nvPicPr>
              <p:cNvPr id="229" name="墨迹 228">
                <a:extLst>
                  <a:ext uri="{FF2B5EF4-FFF2-40B4-BE49-F238E27FC236}">
                    <a16:creationId xmlns:a16="http://schemas.microsoft.com/office/drawing/2014/main" id="{6CA00E39-9EE4-BA47-73A9-FCE2086B899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19095" y="1022895"/>
                <a:ext cx="281880" cy="55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3" name="组合 232">
            <a:extLst>
              <a:ext uri="{FF2B5EF4-FFF2-40B4-BE49-F238E27FC236}">
                <a16:creationId xmlns:a16="http://schemas.microsoft.com/office/drawing/2014/main" id="{CA22D81A-D3ED-2C2F-9C68-2E64A26F5340}"/>
              </a:ext>
            </a:extLst>
          </p:cNvPr>
          <p:cNvGrpSpPr/>
          <p:nvPr/>
        </p:nvGrpSpPr>
        <p:grpSpPr>
          <a:xfrm>
            <a:off x="1417695" y="942975"/>
            <a:ext cx="534960" cy="537120"/>
            <a:chOff x="1417695" y="942975"/>
            <a:chExt cx="534960" cy="53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0" name="墨迹 229">
                  <a:extLst>
                    <a:ext uri="{FF2B5EF4-FFF2-40B4-BE49-F238E27FC236}">
                      <a16:creationId xmlns:a16="http://schemas.microsoft.com/office/drawing/2014/main" id="{4331C26A-AF4F-C778-466F-DCEE78F880FB}"/>
                    </a:ext>
                  </a:extLst>
                </p14:cNvPr>
                <p14:cNvContentPartPr/>
                <p14:nvPr/>
              </p14:nvContentPartPr>
              <p14:xfrm>
                <a:off x="1476015" y="1304775"/>
                <a:ext cx="10080" cy="6480"/>
              </p14:xfrm>
            </p:contentPart>
          </mc:Choice>
          <mc:Fallback>
            <p:pic>
              <p:nvPicPr>
                <p:cNvPr id="230" name="墨迹 229">
                  <a:extLst>
                    <a:ext uri="{FF2B5EF4-FFF2-40B4-BE49-F238E27FC236}">
                      <a16:creationId xmlns:a16="http://schemas.microsoft.com/office/drawing/2014/main" id="{4331C26A-AF4F-C778-466F-DCEE78F880F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467375" y="1295775"/>
                  <a:ext cx="27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31" name="墨迹 230">
                  <a:extLst>
                    <a:ext uri="{FF2B5EF4-FFF2-40B4-BE49-F238E27FC236}">
                      <a16:creationId xmlns:a16="http://schemas.microsoft.com/office/drawing/2014/main" id="{DEA249EC-6C3F-494A-A694-E104761D261A}"/>
                    </a:ext>
                  </a:extLst>
                </p14:cNvPr>
                <p14:cNvContentPartPr/>
                <p14:nvPr/>
              </p14:nvContentPartPr>
              <p14:xfrm>
                <a:off x="1417695" y="949095"/>
                <a:ext cx="333720" cy="451440"/>
              </p14:xfrm>
            </p:contentPart>
          </mc:Choice>
          <mc:Fallback>
            <p:pic>
              <p:nvPicPr>
                <p:cNvPr id="231" name="墨迹 230">
                  <a:extLst>
                    <a:ext uri="{FF2B5EF4-FFF2-40B4-BE49-F238E27FC236}">
                      <a16:creationId xmlns:a16="http://schemas.microsoft.com/office/drawing/2014/main" id="{DEA249EC-6C3F-494A-A694-E104761D261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409055" y="940095"/>
                  <a:ext cx="35136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32" name="墨迹 231">
                  <a:extLst>
                    <a:ext uri="{FF2B5EF4-FFF2-40B4-BE49-F238E27FC236}">
                      <a16:creationId xmlns:a16="http://schemas.microsoft.com/office/drawing/2014/main" id="{9224CAED-D63A-7637-A950-DE06B7A05DCA}"/>
                    </a:ext>
                  </a:extLst>
                </p14:cNvPr>
                <p14:cNvContentPartPr/>
                <p14:nvPr/>
              </p14:nvContentPartPr>
              <p14:xfrm>
                <a:off x="1900815" y="942975"/>
                <a:ext cx="51840" cy="537120"/>
              </p14:xfrm>
            </p:contentPart>
          </mc:Choice>
          <mc:Fallback>
            <p:pic>
              <p:nvPicPr>
                <p:cNvPr id="232" name="墨迹 231">
                  <a:extLst>
                    <a:ext uri="{FF2B5EF4-FFF2-40B4-BE49-F238E27FC236}">
                      <a16:creationId xmlns:a16="http://schemas.microsoft.com/office/drawing/2014/main" id="{9224CAED-D63A-7637-A950-DE06B7A05DC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92175" y="933975"/>
                  <a:ext cx="69480" cy="55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34" name="墨迹 233">
                <a:extLst>
                  <a:ext uri="{FF2B5EF4-FFF2-40B4-BE49-F238E27FC236}">
                    <a16:creationId xmlns:a16="http://schemas.microsoft.com/office/drawing/2014/main" id="{5C7EA70B-CB01-8C84-1AC0-11B5536556D3}"/>
                  </a:ext>
                </a:extLst>
              </p14:cNvPr>
              <p14:cNvContentPartPr/>
              <p14:nvPr/>
            </p14:nvContentPartPr>
            <p14:xfrm>
              <a:off x="1962015" y="964935"/>
              <a:ext cx="327240" cy="425880"/>
            </p14:xfrm>
          </p:contentPart>
        </mc:Choice>
        <mc:Fallback>
          <p:pic>
            <p:nvPicPr>
              <p:cNvPr id="234" name="墨迹 233">
                <a:extLst>
                  <a:ext uri="{FF2B5EF4-FFF2-40B4-BE49-F238E27FC236}">
                    <a16:creationId xmlns:a16="http://schemas.microsoft.com/office/drawing/2014/main" id="{5C7EA70B-CB01-8C84-1AC0-11B5536556D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953015" y="956295"/>
                <a:ext cx="344880" cy="4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35" name="墨迹 234">
                <a:extLst>
                  <a:ext uri="{FF2B5EF4-FFF2-40B4-BE49-F238E27FC236}">
                    <a16:creationId xmlns:a16="http://schemas.microsoft.com/office/drawing/2014/main" id="{20D38B8D-6934-9243-2078-E36FAC9CABA9}"/>
                  </a:ext>
                </a:extLst>
              </p14:cNvPr>
              <p14:cNvContentPartPr/>
              <p14:nvPr/>
            </p14:nvContentPartPr>
            <p14:xfrm>
              <a:off x="4371855" y="797895"/>
              <a:ext cx="7920" cy="11880"/>
            </p14:xfrm>
          </p:contentPart>
        </mc:Choice>
        <mc:Fallback>
          <p:pic>
            <p:nvPicPr>
              <p:cNvPr id="235" name="墨迹 234">
                <a:extLst>
                  <a:ext uri="{FF2B5EF4-FFF2-40B4-BE49-F238E27FC236}">
                    <a16:creationId xmlns:a16="http://schemas.microsoft.com/office/drawing/2014/main" id="{20D38B8D-6934-9243-2078-E36FAC9CABA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363215" y="789255"/>
                <a:ext cx="2556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36" name="墨迹 235">
                <a:extLst>
                  <a:ext uri="{FF2B5EF4-FFF2-40B4-BE49-F238E27FC236}">
                    <a16:creationId xmlns:a16="http://schemas.microsoft.com/office/drawing/2014/main" id="{08435ECF-9992-ACAE-83F2-BE4275D4A086}"/>
                  </a:ext>
                </a:extLst>
              </p14:cNvPr>
              <p14:cNvContentPartPr/>
              <p14:nvPr/>
            </p14:nvContentPartPr>
            <p14:xfrm>
              <a:off x="4390935" y="676575"/>
              <a:ext cx="394200" cy="104760"/>
            </p14:xfrm>
          </p:contentPart>
        </mc:Choice>
        <mc:Fallback>
          <p:pic>
            <p:nvPicPr>
              <p:cNvPr id="236" name="墨迹 235">
                <a:extLst>
                  <a:ext uri="{FF2B5EF4-FFF2-40B4-BE49-F238E27FC236}">
                    <a16:creationId xmlns:a16="http://schemas.microsoft.com/office/drawing/2014/main" id="{08435ECF-9992-ACAE-83F2-BE4275D4A08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381935" y="667575"/>
                <a:ext cx="41184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37" name="墨迹 236">
                <a:extLst>
                  <a:ext uri="{FF2B5EF4-FFF2-40B4-BE49-F238E27FC236}">
                    <a16:creationId xmlns:a16="http://schemas.microsoft.com/office/drawing/2014/main" id="{E1F9B9E3-3A6D-957E-3666-BEA85B3B6F9A}"/>
                  </a:ext>
                </a:extLst>
              </p14:cNvPr>
              <p14:cNvContentPartPr/>
              <p14:nvPr/>
            </p14:nvContentPartPr>
            <p14:xfrm>
              <a:off x="4238655" y="877455"/>
              <a:ext cx="860760" cy="265680"/>
            </p14:xfrm>
          </p:contentPart>
        </mc:Choice>
        <mc:Fallback>
          <p:pic>
            <p:nvPicPr>
              <p:cNvPr id="237" name="墨迹 236">
                <a:extLst>
                  <a:ext uri="{FF2B5EF4-FFF2-40B4-BE49-F238E27FC236}">
                    <a16:creationId xmlns:a16="http://schemas.microsoft.com/office/drawing/2014/main" id="{E1F9B9E3-3A6D-957E-3666-BEA85B3B6F9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229655" y="868815"/>
                <a:ext cx="87840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38" name="墨迹 237">
                <a:extLst>
                  <a:ext uri="{FF2B5EF4-FFF2-40B4-BE49-F238E27FC236}">
                    <a16:creationId xmlns:a16="http://schemas.microsoft.com/office/drawing/2014/main" id="{BC7C5F89-861A-BC35-EE53-25F337AC7076}"/>
                  </a:ext>
                </a:extLst>
              </p14:cNvPr>
              <p14:cNvContentPartPr/>
              <p14:nvPr/>
            </p14:nvContentPartPr>
            <p14:xfrm>
              <a:off x="5117055" y="495135"/>
              <a:ext cx="565560" cy="439560"/>
            </p14:xfrm>
          </p:contentPart>
        </mc:Choice>
        <mc:Fallback>
          <p:pic>
            <p:nvPicPr>
              <p:cNvPr id="238" name="墨迹 237">
                <a:extLst>
                  <a:ext uri="{FF2B5EF4-FFF2-40B4-BE49-F238E27FC236}">
                    <a16:creationId xmlns:a16="http://schemas.microsoft.com/office/drawing/2014/main" id="{BC7C5F89-861A-BC35-EE53-25F337AC707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108055" y="486495"/>
                <a:ext cx="58320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39" name="墨迹 238">
                <a:extLst>
                  <a:ext uri="{FF2B5EF4-FFF2-40B4-BE49-F238E27FC236}">
                    <a16:creationId xmlns:a16="http://schemas.microsoft.com/office/drawing/2014/main" id="{28035DB3-C649-1A72-FAD9-03B7612B9ED9}"/>
                  </a:ext>
                </a:extLst>
              </p14:cNvPr>
              <p14:cNvContentPartPr/>
              <p14:nvPr/>
            </p14:nvContentPartPr>
            <p14:xfrm>
              <a:off x="5647335" y="121455"/>
              <a:ext cx="629640" cy="1033920"/>
            </p14:xfrm>
          </p:contentPart>
        </mc:Choice>
        <mc:Fallback>
          <p:pic>
            <p:nvPicPr>
              <p:cNvPr id="239" name="墨迹 238">
                <a:extLst>
                  <a:ext uri="{FF2B5EF4-FFF2-40B4-BE49-F238E27FC236}">
                    <a16:creationId xmlns:a16="http://schemas.microsoft.com/office/drawing/2014/main" id="{28035DB3-C649-1A72-FAD9-03B7612B9ED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638695" y="112455"/>
                <a:ext cx="647280" cy="10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40" name="墨迹 239">
                <a:extLst>
                  <a:ext uri="{FF2B5EF4-FFF2-40B4-BE49-F238E27FC236}">
                    <a16:creationId xmlns:a16="http://schemas.microsoft.com/office/drawing/2014/main" id="{3C740B54-0F54-D420-9189-14D3EE1AB5D1}"/>
                  </a:ext>
                </a:extLst>
              </p14:cNvPr>
              <p14:cNvContentPartPr/>
              <p14:nvPr/>
            </p14:nvContentPartPr>
            <p14:xfrm>
              <a:off x="4969095" y="177615"/>
              <a:ext cx="1588320" cy="797040"/>
            </p14:xfrm>
          </p:contentPart>
        </mc:Choice>
        <mc:Fallback>
          <p:pic>
            <p:nvPicPr>
              <p:cNvPr id="240" name="墨迹 239">
                <a:extLst>
                  <a:ext uri="{FF2B5EF4-FFF2-40B4-BE49-F238E27FC236}">
                    <a16:creationId xmlns:a16="http://schemas.microsoft.com/office/drawing/2014/main" id="{3C740B54-0F54-D420-9189-14D3EE1AB5D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915455" y="69975"/>
                <a:ext cx="1695960" cy="1012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图片 56">
            <a:extLst>
              <a:ext uri="{FF2B5EF4-FFF2-40B4-BE49-F238E27FC236}">
                <a16:creationId xmlns:a16="http://schemas.microsoft.com/office/drawing/2014/main" id="{99562198-CE61-32E6-6D69-1B434851E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93" y="961680"/>
            <a:ext cx="8869013" cy="493463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8" name="墨迹 57">
                <a:extLst>
                  <a:ext uri="{FF2B5EF4-FFF2-40B4-BE49-F238E27FC236}">
                    <a16:creationId xmlns:a16="http://schemas.microsoft.com/office/drawing/2014/main" id="{1CFAA431-26E3-349B-3300-9FE04D551DB9}"/>
                  </a:ext>
                </a:extLst>
              </p14:cNvPr>
              <p14:cNvContentPartPr/>
              <p14:nvPr/>
            </p14:nvContentPartPr>
            <p14:xfrm>
              <a:off x="937095" y="5171535"/>
              <a:ext cx="7866360" cy="306720"/>
            </p14:xfrm>
          </p:contentPart>
        </mc:Choice>
        <mc:Fallback>
          <p:pic>
            <p:nvPicPr>
              <p:cNvPr id="58" name="墨迹 57">
                <a:extLst>
                  <a:ext uri="{FF2B5EF4-FFF2-40B4-BE49-F238E27FC236}">
                    <a16:creationId xmlns:a16="http://schemas.microsoft.com/office/drawing/2014/main" id="{1CFAA431-26E3-349B-3300-9FE04D551D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3095" y="5063535"/>
                <a:ext cx="7974000" cy="52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组合 74">
            <a:extLst>
              <a:ext uri="{FF2B5EF4-FFF2-40B4-BE49-F238E27FC236}">
                <a16:creationId xmlns:a16="http://schemas.microsoft.com/office/drawing/2014/main" id="{58DA8976-8383-F950-6CE3-0620D624E98D}"/>
              </a:ext>
            </a:extLst>
          </p:cNvPr>
          <p:cNvGrpSpPr/>
          <p:nvPr/>
        </p:nvGrpSpPr>
        <p:grpSpPr>
          <a:xfrm>
            <a:off x="2297895" y="414495"/>
            <a:ext cx="819000" cy="490320"/>
            <a:chOff x="2297895" y="414495"/>
            <a:chExt cx="819000" cy="49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DEF4C90F-E215-D27F-FCE0-A4DACDBAB53A}"/>
                    </a:ext>
                  </a:extLst>
                </p14:cNvPr>
                <p14:cNvContentPartPr/>
                <p14:nvPr/>
              </p14:nvContentPartPr>
              <p14:xfrm>
                <a:off x="2297895" y="441855"/>
                <a:ext cx="218160" cy="46296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DEF4C90F-E215-D27F-FCE0-A4DACDBAB53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288895" y="432855"/>
                  <a:ext cx="23580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B4EC62AC-AF93-3493-8140-69CE0F0DE19D}"/>
                    </a:ext>
                  </a:extLst>
                </p14:cNvPr>
                <p14:cNvContentPartPr/>
                <p14:nvPr/>
              </p14:nvContentPartPr>
              <p14:xfrm>
                <a:off x="2619015" y="626895"/>
                <a:ext cx="13680" cy="13536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B4EC62AC-AF93-3493-8140-69CE0F0DE19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10375" y="618255"/>
                  <a:ext cx="313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7C8D93EE-7A0F-A93D-AA29-D58AE2A1F4D1}"/>
                    </a:ext>
                  </a:extLst>
                </p14:cNvPr>
                <p14:cNvContentPartPr/>
                <p14:nvPr/>
              </p14:nvContentPartPr>
              <p14:xfrm>
                <a:off x="2577975" y="414495"/>
                <a:ext cx="282240" cy="46800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7C8D93EE-7A0F-A93D-AA29-D58AE2A1F4D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69335" y="405855"/>
                  <a:ext cx="29988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D9C237B9-0F18-649B-C706-C7A2C1C1D79D}"/>
                    </a:ext>
                  </a:extLst>
                </p14:cNvPr>
                <p14:cNvContentPartPr/>
                <p14:nvPr/>
              </p14:nvContentPartPr>
              <p14:xfrm>
                <a:off x="3057135" y="419175"/>
                <a:ext cx="59760" cy="468720"/>
              </p14:xfrm>
            </p:contentPart>
          </mc:Choice>
          <mc:Fallback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D9C237B9-0F18-649B-C706-C7A2C1C1D79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048135" y="410175"/>
                  <a:ext cx="77400" cy="48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7A3A9D87-83F8-49C6-4310-7003FA51297E}"/>
                  </a:ext>
                </a:extLst>
              </p14:cNvPr>
              <p14:cNvContentPartPr/>
              <p14:nvPr/>
            </p14:nvContentPartPr>
            <p14:xfrm>
              <a:off x="3387615" y="503775"/>
              <a:ext cx="245880" cy="449280"/>
            </p14:xfrm>
          </p:contentPart>
        </mc:Choice>
        <mc:Fallback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7A3A9D87-83F8-49C6-4310-7003FA51297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378975" y="494775"/>
                <a:ext cx="263520" cy="46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组合 84">
            <a:extLst>
              <a:ext uri="{FF2B5EF4-FFF2-40B4-BE49-F238E27FC236}">
                <a16:creationId xmlns:a16="http://schemas.microsoft.com/office/drawing/2014/main" id="{CEB19392-67EE-1FF1-46CC-75294DF3A6F0}"/>
              </a:ext>
            </a:extLst>
          </p:cNvPr>
          <p:cNvGrpSpPr/>
          <p:nvPr/>
        </p:nvGrpSpPr>
        <p:grpSpPr>
          <a:xfrm>
            <a:off x="4323975" y="240615"/>
            <a:ext cx="3391560" cy="1159920"/>
            <a:chOff x="4323975" y="240615"/>
            <a:chExt cx="3391560" cy="115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DB69178E-6EB2-6AEC-4112-C958877B474C}"/>
                    </a:ext>
                  </a:extLst>
                </p14:cNvPr>
                <p14:cNvContentPartPr/>
                <p14:nvPr/>
              </p14:nvContentPartPr>
              <p14:xfrm>
                <a:off x="4383735" y="304695"/>
                <a:ext cx="112320" cy="52920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DB69178E-6EB2-6AEC-4112-C958877B474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374735" y="295695"/>
                  <a:ext cx="12996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77" name="墨迹 76">
                  <a:extLst>
                    <a:ext uri="{FF2B5EF4-FFF2-40B4-BE49-F238E27FC236}">
                      <a16:creationId xmlns:a16="http://schemas.microsoft.com/office/drawing/2014/main" id="{DCB3AF44-ABF2-4E5F-7215-598E20F24660}"/>
                    </a:ext>
                  </a:extLst>
                </p14:cNvPr>
                <p14:cNvContentPartPr/>
                <p14:nvPr/>
              </p14:nvContentPartPr>
              <p14:xfrm>
                <a:off x="4379055" y="437535"/>
                <a:ext cx="236520" cy="211320"/>
              </p14:xfrm>
            </p:contentPart>
          </mc:Choice>
          <mc:Fallback>
            <p:pic>
              <p:nvPicPr>
                <p:cNvPr id="77" name="墨迹 76">
                  <a:extLst>
                    <a:ext uri="{FF2B5EF4-FFF2-40B4-BE49-F238E27FC236}">
                      <a16:creationId xmlns:a16="http://schemas.microsoft.com/office/drawing/2014/main" id="{DCB3AF44-ABF2-4E5F-7215-598E20F2466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70415" y="428895"/>
                  <a:ext cx="2541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A11239D2-9FB4-CF86-BA49-D7B22235E062}"/>
                    </a:ext>
                  </a:extLst>
                </p14:cNvPr>
                <p14:cNvContentPartPr/>
                <p14:nvPr/>
              </p14:nvContentPartPr>
              <p14:xfrm>
                <a:off x="4323975" y="683775"/>
                <a:ext cx="51480" cy="135720"/>
              </p14:xfrm>
            </p:contentPart>
          </mc:Choice>
          <mc:Fallback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A11239D2-9FB4-CF86-BA49-D7B22235E06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14975" y="675135"/>
                  <a:ext cx="691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2E0EDBC1-0AF6-1979-E5E6-B7C7E181AF50}"/>
                    </a:ext>
                  </a:extLst>
                </p14:cNvPr>
                <p14:cNvContentPartPr/>
                <p14:nvPr/>
              </p14:nvContentPartPr>
              <p14:xfrm>
                <a:off x="4852095" y="482895"/>
                <a:ext cx="260640" cy="262800"/>
              </p14:xfrm>
            </p:contentPart>
          </mc:Choice>
          <mc:Fallback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2E0EDBC1-0AF6-1979-E5E6-B7C7E181AF5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43095" y="474255"/>
                  <a:ext cx="2782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80" name="墨迹 79">
                  <a:extLst>
                    <a:ext uri="{FF2B5EF4-FFF2-40B4-BE49-F238E27FC236}">
                      <a16:creationId xmlns:a16="http://schemas.microsoft.com/office/drawing/2014/main" id="{D99663BD-3A3B-76D4-163B-0F54AF5E3101}"/>
                    </a:ext>
                  </a:extLst>
                </p14:cNvPr>
                <p14:cNvContentPartPr/>
                <p14:nvPr/>
              </p14:nvContentPartPr>
              <p14:xfrm>
                <a:off x="5207055" y="363015"/>
                <a:ext cx="304560" cy="408600"/>
              </p14:xfrm>
            </p:contentPart>
          </mc:Choice>
          <mc:Fallback>
            <p:pic>
              <p:nvPicPr>
                <p:cNvPr id="80" name="墨迹 79">
                  <a:extLst>
                    <a:ext uri="{FF2B5EF4-FFF2-40B4-BE49-F238E27FC236}">
                      <a16:creationId xmlns:a16="http://schemas.microsoft.com/office/drawing/2014/main" id="{D99663BD-3A3B-76D4-163B-0F54AF5E310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198415" y="354375"/>
                  <a:ext cx="32220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81" name="墨迹 80">
                  <a:extLst>
                    <a:ext uri="{FF2B5EF4-FFF2-40B4-BE49-F238E27FC236}">
                      <a16:creationId xmlns:a16="http://schemas.microsoft.com/office/drawing/2014/main" id="{007F510E-FB5D-EDDA-CBDB-4D35B9D04ED7}"/>
                    </a:ext>
                  </a:extLst>
                </p14:cNvPr>
                <p14:cNvContentPartPr/>
                <p14:nvPr/>
              </p14:nvContentPartPr>
              <p14:xfrm>
                <a:off x="5905095" y="581175"/>
                <a:ext cx="317880" cy="30240"/>
              </p14:xfrm>
            </p:contentPart>
          </mc:Choice>
          <mc:Fallback>
            <p:pic>
              <p:nvPicPr>
                <p:cNvPr id="81" name="墨迹 80">
                  <a:extLst>
                    <a:ext uri="{FF2B5EF4-FFF2-40B4-BE49-F238E27FC236}">
                      <a16:creationId xmlns:a16="http://schemas.microsoft.com/office/drawing/2014/main" id="{007F510E-FB5D-EDDA-CBDB-4D35B9D04ED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96455" y="572175"/>
                  <a:ext cx="3355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82" name="墨迹 81">
                  <a:extLst>
                    <a:ext uri="{FF2B5EF4-FFF2-40B4-BE49-F238E27FC236}">
                      <a16:creationId xmlns:a16="http://schemas.microsoft.com/office/drawing/2014/main" id="{69287A4F-47D7-3154-DD75-968D2CDE8609}"/>
                    </a:ext>
                  </a:extLst>
                </p14:cNvPr>
                <p14:cNvContentPartPr/>
                <p14:nvPr/>
              </p14:nvContentPartPr>
              <p14:xfrm>
                <a:off x="5619615" y="779535"/>
                <a:ext cx="572760" cy="144720"/>
              </p14:xfrm>
            </p:contentPart>
          </mc:Choice>
          <mc:Fallback>
            <p:pic>
              <p:nvPicPr>
                <p:cNvPr id="82" name="墨迹 81">
                  <a:extLst>
                    <a:ext uri="{FF2B5EF4-FFF2-40B4-BE49-F238E27FC236}">
                      <a16:creationId xmlns:a16="http://schemas.microsoft.com/office/drawing/2014/main" id="{69287A4F-47D7-3154-DD75-968D2CDE860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610615" y="770895"/>
                  <a:ext cx="5904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54A45BB2-F2A8-55A0-F5E9-CCFA61D37B87}"/>
                    </a:ext>
                  </a:extLst>
                </p14:cNvPr>
                <p14:cNvContentPartPr/>
                <p14:nvPr/>
              </p14:nvContentPartPr>
              <p14:xfrm>
                <a:off x="6362655" y="552375"/>
                <a:ext cx="544320" cy="448560"/>
              </p14:xfrm>
            </p:contentPart>
          </mc:Choice>
          <mc:Fallback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54A45BB2-F2A8-55A0-F5E9-CCFA61D37B8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353655" y="543735"/>
                  <a:ext cx="56196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98A332FD-EE76-65D8-8C74-4150CF9D601C}"/>
                    </a:ext>
                  </a:extLst>
                </p14:cNvPr>
                <p14:cNvContentPartPr/>
                <p14:nvPr/>
              </p14:nvContentPartPr>
              <p14:xfrm>
                <a:off x="6817695" y="240615"/>
                <a:ext cx="897840" cy="115992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98A332FD-EE76-65D8-8C74-4150CF9D601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809055" y="231975"/>
                  <a:ext cx="915480" cy="117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86" name="墨迹 85">
                <a:extLst>
                  <a:ext uri="{FF2B5EF4-FFF2-40B4-BE49-F238E27FC236}">
                    <a16:creationId xmlns:a16="http://schemas.microsoft.com/office/drawing/2014/main" id="{4AFDB221-2607-7C03-FE87-15862AE2EC9F}"/>
                  </a:ext>
                </a:extLst>
              </p14:cNvPr>
              <p14:cNvContentPartPr/>
              <p14:nvPr/>
            </p14:nvContentPartPr>
            <p14:xfrm>
              <a:off x="6410175" y="391815"/>
              <a:ext cx="2028240" cy="985320"/>
            </p14:xfrm>
          </p:contentPart>
        </mc:Choice>
        <mc:Fallback>
          <p:pic>
            <p:nvPicPr>
              <p:cNvPr id="86" name="墨迹 85">
                <a:extLst>
                  <a:ext uri="{FF2B5EF4-FFF2-40B4-BE49-F238E27FC236}">
                    <a16:creationId xmlns:a16="http://schemas.microsoft.com/office/drawing/2014/main" id="{4AFDB221-2607-7C03-FE87-15862AE2EC9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356175" y="284175"/>
                <a:ext cx="2135880" cy="1200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54440" y="761035"/>
            <a:ext cx="1168400" cy="360045"/>
          </a:xfrm>
          <a:custGeom>
            <a:avLst/>
            <a:gdLst/>
            <a:ahLst/>
            <a:cxnLst/>
            <a:rect l="l" t="t" r="r" b="b"/>
            <a:pathLst>
              <a:path w="1168400" h="360044">
                <a:moveTo>
                  <a:pt x="584082" y="0"/>
                </a:moveTo>
                <a:lnTo>
                  <a:pt x="515966" y="1209"/>
                </a:lnTo>
                <a:lnTo>
                  <a:pt x="450158" y="4747"/>
                </a:lnTo>
                <a:lnTo>
                  <a:pt x="387096" y="10480"/>
                </a:lnTo>
                <a:lnTo>
                  <a:pt x="327218" y="18273"/>
                </a:lnTo>
                <a:lnTo>
                  <a:pt x="270963" y="27990"/>
                </a:lnTo>
                <a:lnTo>
                  <a:pt x="218769" y="39499"/>
                </a:lnTo>
                <a:lnTo>
                  <a:pt x="171074" y="52663"/>
                </a:lnTo>
                <a:lnTo>
                  <a:pt x="128317" y="67348"/>
                </a:lnTo>
                <a:lnTo>
                  <a:pt x="90935" y="83421"/>
                </a:lnTo>
                <a:lnTo>
                  <a:pt x="34051" y="119187"/>
                </a:lnTo>
                <a:lnTo>
                  <a:pt x="3929" y="158884"/>
                </a:lnTo>
                <a:lnTo>
                  <a:pt x="0" y="179871"/>
                </a:lnTo>
                <a:lnTo>
                  <a:pt x="3929" y="200857"/>
                </a:lnTo>
                <a:lnTo>
                  <a:pt x="34051" y="240554"/>
                </a:lnTo>
                <a:lnTo>
                  <a:pt x="90935" y="276321"/>
                </a:lnTo>
                <a:lnTo>
                  <a:pt x="128317" y="292393"/>
                </a:lnTo>
                <a:lnTo>
                  <a:pt x="171074" y="307078"/>
                </a:lnTo>
                <a:lnTo>
                  <a:pt x="218769" y="320242"/>
                </a:lnTo>
                <a:lnTo>
                  <a:pt x="270963" y="331751"/>
                </a:lnTo>
                <a:lnTo>
                  <a:pt x="327218" y="341468"/>
                </a:lnTo>
                <a:lnTo>
                  <a:pt x="387096" y="349261"/>
                </a:lnTo>
                <a:lnTo>
                  <a:pt x="450158" y="354994"/>
                </a:lnTo>
                <a:lnTo>
                  <a:pt x="515966" y="358532"/>
                </a:lnTo>
                <a:lnTo>
                  <a:pt x="584082" y="359742"/>
                </a:lnTo>
                <a:lnTo>
                  <a:pt x="652198" y="358532"/>
                </a:lnTo>
                <a:lnTo>
                  <a:pt x="718006" y="354994"/>
                </a:lnTo>
                <a:lnTo>
                  <a:pt x="781067" y="349261"/>
                </a:lnTo>
                <a:lnTo>
                  <a:pt x="840944" y="341468"/>
                </a:lnTo>
                <a:lnTo>
                  <a:pt x="897198" y="331751"/>
                </a:lnTo>
                <a:lnTo>
                  <a:pt x="949390" y="320242"/>
                </a:lnTo>
                <a:lnTo>
                  <a:pt x="997084" y="307078"/>
                </a:lnTo>
                <a:lnTo>
                  <a:pt x="1039840" y="292393"/>
                </a:lnTo>
                <a:lnTo>
                  <a:pt x="1077221" y="276321"/>
                </a:lnTo>
                <a:lnTo>
                  <a:pt x="1134102" y="240554"/>
                </a:lnTo>
                <a:lnTo>
                  <a:pt x="1164222" y="200857"/>
                </a:lnTo>
                <a:lnTo>
                  <a:pt x="1168152" y="179871"/>
                </a:lnTo>
                <a:lnTo>
                  <a:pt x="1164222" y="158884"/>
                </a:lnTo>
                <a:lnTo>
                  <a:pt x="1134102" y="119187"/>
                </a:lnTo>
                <a:lnTo>
                  <a:pt x="1077221" y="83421"/>
                </a:lnTo>
                <a:lnTo>
                  <a:pt x="1039840" y="67348"/>
                </a:lnTo>
                <a:lnTo>
                  <a:pt x="997084" y="52663"/>
                </a:lnTo>
                <a:lnTo>
                  <a:pt x="949390" y="39499"/>
                </a:lnTo>
                <a:lnTo>
                  <a:pt x="897198" y="27990"/>
                </a:lnTo>
                <a:lnTo>
                  <a:pt x="840944" y="18273"/>
                </a:lnTo>
                <a:lnTo>
                  <a:pt x="781067" y="10480"/>
                </a:lnTo>
                <a:lnTo>
                  <a:pt x="718006" y="4747"/>
                </a:lnTo>
                <a:lnTo>
                  <a:pt x="652198" y="1209"/>
                </a:lnTo>
                <a:lnTo>
                  <a:pt x="5840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54440" y="761035"/>
            <a:ext cx="1168400" cy="360045"/>
          </a:xfrm>
          <a:custGeom>
            <a:avLst/>
            <a:gdLst/>
            <a:ahLst/>
            <a:cxnLst/>
            <a:rect l="l" t="t" r="r" b="b"/>
            <a:pathLst>
              <a:path w="1168400" h="360044">
                <a:moveTo>
                  <a:pt x="1168152" y="179871"/>
                </a:moveTo>
                <a:lnTo>
                  <a:pt x="1152726" y="138611"/>
                </a:lnTo>
                <a:lnTo>
                  <a:pt x="1108787" y="100745"/>
                </a:lnTo>
                <a:lnTo>
                  <a:pt x="1039840" y="67348"/>
                </a:lnTo>
                <a:lnTo>
                  <a:pt x="997084" y="52663"/>
                </a:lnTo>
                <a:lnTo>
                  <a:pt x="949390" y="39499"/>
                </a:lnTo>
                <a:lnTo>
                  <a:pt x="897198" y="27990"/>
                </a:lnTo>
                <a:lnTo>
                  <a:pt x="840944" y="18273"/>
                </a:lnTo>
                <a:lnTo>
                  <a:pt x="781067" y="10480"/>
                </a:lnTo>
                <a:lnTo>
                  <a:pt x="718006" y="4747"/>
                </a:lnTo>
                <a:lnTo>
                  <a:pt x="652198" y="1209"/>
                </a:lnTo>
                <a:lnTo>
                  <a:pt x="584082" y="0"/>
                </a:lnTo>
                <a:lnTo>
                  <a:pt x="515966" y="1209"/>
                </a:lnTo>
                <a:lnTo>
                  <a:pt x="450158" y="4747"/>
                </a:lnTo>
                <a:lnTo>
                  <a:pt x="387096" y="10480"/>
                </a:lnTo>
                <a:lnTo>
                  <a:pt x="327218" y="18273"/>
                </a:lnTo>
                <a:lnTo>
                  <a:pt x="270963" y="27990"/>
                </a:lnTo>
                <a:lnTo>
                  <a:pt x="218769" y="39499"/>
                </a:lnTo>
                <a:lnTo>
                  <a:pt x="171074" y="52663"/>
                </a:lnTo>
                <a:lnTo>
                  <a:pt x="128317" y="67348"/>
                </a:lnTo>
                <a:lnTo>
                  <a:pt x="90935" y="83421"/>
                </a:lnTo>
                <a:lnTo>
                  <a:pt x="34051" y="119187"/>
                </a:lnTo>
                <a:lnTo>
                  <a:pt x="3929" y="158884"/>
                </a:lnTo>
                <a:lnTo>
                  <a:pt x="0" y="179871"/>
                </a:lnTo>
                <a:lnTo>
                  <a:pt x="3929" y="200857"/>
                </a:lnTo>
                <a:lnTo>
                  <a:pt x="34051" y="240554"/>
                </a:lnTo>
                <a:lnTo>
                  <a:pt x="90935" y="276320"/>
                </a:lnTo>
                <a:lnTo>
                  <a:pt x="128317" y="292393"/>
                </a:lnTo>
                <a:lnTo>
                  <a:pt x="171074" y="307078"/>
                </a:lnTo>
                <a:lnTo>
                  <a:pt x="218769" y="320242"/>
                </a:lnTo>
                <a:lnTo>
                  <a:pt x="270963" y="331751"/>
                </a:lnTo>
                <a:lnTo>
                  <a:pt x="327218" y="341468"/>
                </a:lnTo>
                <a:lnTo>
                  <a:pt x="387096" y="349261"/>
                </a:lnTo>
                <a:lnTo>
                  <a:pt x="450158" y="354994"/>
                </a:lnTo>
                <a:lnTo>
                  <a:pt x="515966" y="358532"/>
                </a:lnTo>
                <a:lnTo>
                  <a:pt x="584082" y="359742"/>
                </a:lnTo>
                <a:lnTo>
                  <a:pt x="652198" y="358532"/>
                </a:lnTo>
                <a:lnTo>
                  <a:pt x="718006" y="354994"/>
                </a:lnTo>
                <a:lnTo>
                  <a:pt x="781067" y="349261"/>
                </a:lnTo>
                <a:lnTo>
                  <a:pt x="840944" y="341468"/>
                </a:lnTo>
                <a:lnTo>
                  <a:pt x="897198" y="331751"/>
                </a:lnTo>
                <a:lnTo>
                  <a:pt x="949390" y="320242"/>
                </a:lnTo>
                <a:lnTo>
                  <a:pt x="997084" y="307078"/>
                </a:lnTo>
                <a:lnTo>
                  <a:pt x="1039840" y="292393"/>
                </a:lnTo>
                <a:lnTo>
                  <a:pt x="1077221" y="276320"/>
                </a:lnTo>
                <a:lnTo>
                  <a:pt x="1134102" y="240554"/>
                </a:lnTo>
                <a:lnTo>
                  <a:pt x="1164222" y="200857"/>
                </a:lnTo>
                <a:lnTo>
                  <a:pt x="1168152" y="179871"/>
                </a:lnTo>
                <a:close/>
              </a:path>
            </a:pathLst>
          </a:custGeom>
          <a:ln w="27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54440" y="1721701"/>
            <a:ext cx="1168400" cy="360045"/>
          </a:xfrm>
          <a:custGeom>
            <a:avLst/>
            <a:gdLst/>
            <a:ahLst/>
            <a:cxnLst/>
            <a:rect l="l" t="t" r="r" b="b"/>
            <a:pathLst>
              <a:path w="1168400" h="360044">
                <a:moveTo>
                  <a:pt x="1168152" y="179871"/>
                </a:moveTo>
                <a:lnTo>
                  <a:pt x="1152726" y="138611"/>
                </a:lnTo>
                <a:lnTo>
                  <a:pt x="1108787" y="100745"/>
                </a:lnTo>
                <a:lnTo>
                  <a:pt x="1039840" y="67348"/>
                </a:lnTo>
                <a:lnTo>
                  <a:pt x="997084" y="52663"/>
                </a:lnTo>
                <a:lnTo>
                  <a:pt x="949390" y="39499"/>
                </a:lnTo>
                <a:lnTo>
                  <a:pt x="897198" y="27990"/>
                </a:lnTo>
                <a:lnTo>
                  <a:pt x="840944" y="18273"/>
                </a:lnTo>
                <a:lnTo>
                  <a:pt x="781067" y="10480"/>
                </a:lnTo>
                <a:lnTo>
                  <a:pt x="718006" y="4747"/>
                </a:lnTo>
                <a:lnTo>
                  <a:pt x="652198" y="1209"/>
                </a:lnTo>
                <a:lnTo>
                  <a:pt x="584082" y="0"/>
                </a:lnTo>
                <a:lnTo>
                  <a:pt x="515966" y="1209"/>
                </a:lnTo>
                <a:lnTo>
                  <a:pt x="450158" y="4747"/>
                </a:lnTo>
                <a:lnTo>
                  <a:pt x="387096" y="10480"/>
                </a:lnTo>
                <a:lnTo>
                  <a:pt x="327218" y="18273"/>
                </a:lnTo>
                <a:lnTo>
                  <a:pt x="270963" y="27990"/>
                </a:lnTo>
                <a:lnTo>
                  <a:pt x="218769" y="39499"/>
                </a:lnTo>
                <a:lnTo>
                  <a:pt x="171074" y="52663"/>
                </a:lnTo>
                <a:lnTo>
                  <a:pt x="128317" y="67348"/>
                </a:lnTo>
                <a:lnTo>
                  <a:pt x="90935" y="83421"/>
                </a:lnTo>
                <a:lnTo>
                  <a:pt x="34051" y="119187"/>
                </a:lnTo>
                <a:lnTo>
                  <a:pt x="3929" y="158884"/>
                </a:lnTo>
                <a:lnTo>
                  <a:pt x="0" y="179871"/>
                </a:lnTo>
                <a:lnTo>
                  <a:pt x="3929" y="200859"/>
                </a:lnTo>
                <a:lnTo>
                  <a:pt x="34051" y="240569"/>
                </a:lnTo>
                <a:lnTo>
                  <a:pt x="90935" y="276357"/>
                </a:lnTo>
                <a:lnTo>
                  <a:pt x="128317" y="292443"/>
                </a:lnTo>
                <a:lnTo>
                  <a:pt x="171074" y="307142"/>
                </a:lnTo>
                <a:lnTo>
                  <a:pt x="218769" y="320319"/>
                </a:lnTo>
                <a:lnTo>
                  <a:pt x="270963" y="331841"/>
                </a:lnTo>
                <a:lnTo>
                  <a:pt x="327218" y="341570"/>
                </a:lnTo>
                <a:lnTo>
                  <a:pt x="387096" y="349373"/>
                </a:lnTo>
                <a:lnTo>
                  <a:pt x="450158" y="355114"/>
                </a:lnTo>
                <a:lnTo>
                  <a:pt x="515966" y="358657"/>
                </a:lnTo>
                <a:lnTo>
                  <a:pt x="584082" y="359869"/>
                </a:lnTo>
                <a:lnTo>
                  <a:pt x="652198" y="358657"/>
                </a:lnTo>
                <a:lnTo>
                  <a:pt x="718006" y="355114"/>
                </a:lnTo>
                <a:lnTo>
                  <a:pt x="781067" y="349373"/>
                </a:lnTo>
                <a:lnTo>
                  <a:pt x="840944" y="341570"/>
                </a:lnTo>
                <a:lnTo>
                  <a:pt x="897198" y="331841"/>
                </a:lnTo>
                <a:lnTo>
                  <a:pt x="949390" y="320319"/>
                </a:lnTo>
                <a:lnTo>
                  <a:pt x="997084" y="307142"/>
                </a:lnTo>
                <a:lnTo>
                  <a:pt x="1039840" y="292443"/>
                </a:lnTo>
                <a:lnTo>
                  <a:pt x="1077221" y="276357"/>
                </a:lnTo>
                <a:lnTo>
                  <a:pt x="1134102" y="240569"/>
                </a:lnTo>
                <a:lnTo>
                  <a:pt x="1164222" y="200859"/>
                </a:lnTo>
                <a:lnTo>
                  <a:pt x="1168152" y="179871"/>
                </a:lnTo>
                <a:close/>
              </a:path>
            </a:pathLst>
          </a:custGeom>
          <a:ln w="27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38523" y="1120777"/>
            <a:ext cx="0" cy="427355"/>
          </a:xfrm>
          <a:custGeom>
            <a:avLst/>
            <a:gdLst/>
            <a:ahLst/>
            <a:cxnLst/>
            <a:rect l="l" t="t" r="r" b="b"/>
            <a:pathLst>
              <a:path h="427355">
                <a:moveTo>
                  <a:pt x="0" y="0"/>
                </a:moveTo>
                <a:lnTo>
                  <a:pt x="0" y="426765"/>
                </a:lnTo>
              </a:path>
            </a:pathLst>
          </a:custGeom>
          <a:ln w="2967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74235" y="1532690"/>
            <a:ext cx="128905" cy="178435"/>
          </a:xfrm>
          <a:custGeom>
            <a:avLst/>
            <a:gdLst/>
            <a:ahLst/>
            <a:cxnLst/>
            <a:rect l="l" t="t" r="r" b="b"/>
            <a:pathLst>
              <a:path w="128904" h="178435">
                <a:moveTo>
                  <a:pt x="128575" y="0"/>
                </a:moveTo>
                <a:lnTo>
                  <a:pt x="0" y="0"/>
                </a:lnTo>
                <a:lnTo>
                  <a:pt x="64287" y="178220"/>
                </a:lnTo>
                <a:lnTo>
                  <a:pt x="1285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38523" y="2081570"/>
            <a:ext cx="0" cy="140335"/>
          </a:xfrm>
          <a:custGeom>
            <a:avLst/>
            <a:gdLst/>
            <a:ahLst/>
            <a:cxnLst/>
            <a:rect l="l" t="t" r="r" b="b"/>
            <a:pathLst>
              <a:path h="140335">
                <a:moveTo>
                  <a:pt x="0" y="0"/>
                </a:moveTo>
                <a:lnTo>
                  <a:pt x="0" y="140012"/>
                </a:lnTo>
              </a:path>
            </a:pathLst>
          </a:custGeom>
          <a:ln w="16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87423" y="2209777"/>
            <a:ext cx="102235" cy="142240"/>
          </a:xfrm>
          <a:custGeom>
            <a:avLst/>
            <a:gdLst/>
            <a:ahLst/>
            <a:cxnLst/>
            <a:rect l="l" t="t" r="r" b="b"/>
            <a:pathLst>
              <a:path w="102235" h="142239">
                <a:moveTo>
                  <a:pt x="102200" y="0"/>
                </a:moveTo>
                <a:lnTo>
                  <a:pt x="0" y="0"/>
                </a:lnTo>
                <a:lnTo>
                  <a:pt x="51100" y="141662"/>
                </a:lnTo>
                <a:lnTo>
                  <a:pt x="102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54440" y="2351440"/>
            <a:ext cx="1168400" cy="360045"/>
          </a:xfrm>
          <a:custGeom>
            <a:avLst/>
            <a:gdLst/>
            <a:ahLst/>
            <a:cxnLst/>
            <a:rect l="l" t="t" r="r" b="b"/>
            <a:pathLst>
              <a:path w="1168400" h="360044">
                <a:moveTo>
                  <a:pt x="1168152" y="179871"/>
                </a:moveTo>
                <a:lnTo>
                  <a:pt x="1152726" y="138611"/>
                </a:lnTo>
                <a:lnTo>
                  <a:pt x="1108787" y="100745"/>
                </a:lnTo>
                <a:lnTo>
                  <a:pt x="1039840" y="67348"/>
                </a:lnTo>
                <a:lnTo>
                  <a:pt x="997084" y="52663"/>
                </a:lnTo>
                <a:lnTo>
                  <a:pt x="949390" y="39499"/>
                </a:lnTo>
                <a:lnTo>
                  <a:pt x="897198" y="27990"/>
                </a:lnTo>
                <a:lnTo>
                  <a:pt x="840944" y="18273"/>
                </a:lnTo>
                <a:lnTo>
                  <a:pt x="781067" y="10480"/>
                </a:lnTo>
                <a:lnTo>
                  <a:pt x="718006" y="4747"/>
                </a:lnTo>
                <a:lnTo>
                  <a:pt x="652198" y="1209"/>
                </a:lnTo>
                <a:lnTo>
                  <a:pt x="584082" y="0"/>
                </a:lnTo>
                <a:lnTo>
                  <a:pt x="515966" y="1209"/>
                </a:lnTo>
                <a:lnTo>
                  <a:pt x="450158" y="4747"/>
                </a:lnTo>
                <a:lnTo>
                  <a:pt x="387096" y="10480"/>
                </a:lnTo>
                <a:lnTo>
                  <a:pt x="327218" y="18273"/>
                </a:lnTo>
                <a:lnTo>
                  <a:pt x="270963" y="27990"/>
                </a:lnTo>
                <a:lnTo>
                  <a:pt x="218769" y="39499"/>
                </a:lnTo>
                <a:lnTo>
                  <a:pt x="171074" y="52663"/>
                </a:lnTo>
                <a:lnTo>
                  <a:pt x="128317" y="67348"/>
                </a:lnTo>
                <a:lnTo>
                  <a:pt x="90935" y="83421"/>
                </a:lnTo>
                <a:lnTo>
                  <a:pt x="34051" y="119187"/>
                </a:lnTo>
                <a:lnTo>
                  <a:pt x="3929" y="158884"/>
                </a:lnTo>
                <a:lnTo>
                  <a:pt x="0" y="179871"/>
                </a:lnTo>
                <a:lnTo>
                  <a:pt x="3929" y="200857"/>
                </a:lnTo>
                <a:lnTo>
                  <a:pt x="34051" y="240554"/>
                </a:lnTo>
                <a:lnTo>
                  <a:pt x="90935" y="276320"/>
                </a:lnTo>
                <a:lnTo>
                  <a:pt x="128317" y="292393"/>
                </a:lnTo>
                <a:lnTo>
                  <a:pt x="171074" y="307078"/>
                </a:lnTo>
                <a:lnTo>
                  <a:pt x="218769" y="320242"/>
                </a:lnTo>
                <a:lnTo>
                  <a:pt x="270963" y="331751"/>
                </a:lnTo>
                <a:lnTo>
                  <a:pt x="327218" y="341468"/>
                </a:lnTo>
                <a:lnTo>
                  <a:pt x="387096" y="349261"/>
                </a:lnTo>
                <a:lnTo>
                  <a:pt x="450158" y="354994"/>
                </a:lnTo>
                <a:lnTo>
                  <a:pt x="515966" y="358532"/>
                </a:lnTo>
                <a:lnTo>
                  <a:pt x="584082" y="359742"/>
                </a:lnTo>
                <a:lnTo>
                  <a:pt x="652198" y="358532"/>
                </a:lnTo>
                <a:lnTo>
                  <a:pt x="718006" y="354994"/>
                </a:lnTo>
                <a:lnTo>
                  <a:pt x="781067" y="349261"/>
                </a:lnTo>
                <a:lnTo>
                  <a:pt x="840944" y="341468"/>
                </a:lnTo>
                <a:lnTo>
                  <a:pt x="897198" y="331751"/>
                </a:lnTo>
                <a:lnTo>
                  <a:pt x="949390" y="320242"/>
                </a:lnTo>
                <a:lnTo>
                  <a:pt x="997084" y="307078"/>
                </a:lnTo>
                <a:lnTo>
                  <a:pt x="1039840" y="292393"/>
                </a:lnTo>
                <a:lnTo>
                  <a:pt x="1077221" y="276320"/>
                </a:lnTo>
                <a:lnTo>
                  <a:pt x="1134102" y="240554"/>
                </a:lnTo>
                <a:lnTo>
                  <a:pt x="1164222" y="200857"/>
                </a:lnTo>
                <a:lnTo>
                  <a:pt x="1168152" y="179871"/>
                </a:lnTo>
                <a:close/>
              </a:path>
            </a:pathLst>
          </a:custGeom>
          <a:ln w="27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54440" y="3293193"/>
            <a:ext cx="1168400" cy="360045"/>
          </a:xfrm>
          <a:custGeom>
            <a:avLst/>
            <a:gdLst/>
            <a:ahLst/>
            <a:cxnLst/>
            <a:rect l="l" t="t" r="r" b="b"/>
            <a:pathLst>
              <a:path w="1168400" h="360045">
                <a:moveTo>
                  <a:pt x="1168152" y="179997"/>
                </a:moveTo>
                <a:lnTo>
                  <a:pt x="1152726" y="138731"/>
                </a:lnTo>
                <a:lnTo>
                  <a:pt x="1108787" y="100847"/>
                </a:lnTo>
                <a:lnTo>
                  <a:pt x="1039840" y="67425"/>
                </a:lnTo>
                <a:lnTo>
                  <a:pt x="997084" y="52726"/>
                </a:lnTo>
                <a:lnTo>
                  <a:pt x="949390" y="39549"/>
                </a:lnTo>
                <a:lnTo>
                  <a:pt x="897198" y="28027"/>
                </a:lnTo>
                <a:lnTo>
                  <a:pt x="840944" y="18298"/>
                </a:lnTo>
                <a:lnTo>
                  <a:pt x="781067" y="10495"/>
                </a:lnTo>
                <a:lnTo>
                  <a:pt x="718006" y="4754"/>
                </a:lnTo>
                <a:lnTo>
                  <a:pt x="652198" y="1211"/>
                </a:lnTo>
                <a:lnTo>
                  <a:pt x="584082" y="0"/>
                </a:lnTo>
                <a:lnTo>
                  <a:pt x="515966" y="1211"/>
                </a:lnTo>
                <a:lnTo>
                  <a:pt x="450158" y="4754"/>
                </a:lnTo>
                <a:lnTo>
                  <a:pt x="387096" y="10495"/>
                </a:lnTo>
                <a:lnTo>
                  <a:pt x="327218" y="18298"/>
                </a:lnTo>
                <a:lnTo>
                  <a:pt x="270963" y="28027"/>
                </a:lnTo>
                <a:lnTo>
                  <a:pt x="218769" y="39549"/>
                </a:lnTo>
                <a:lnTo>
                  <a:pt x="171074" y="52726"/>
                </a:lnTo>
                <a:lnTo>
                  <a:pt x="128317" y="67425"/>
                </a:lnTo>
                <a:lnTo>
                  <a:pt x="90935" y="83511"/>
                </a:lnTo>
                <a:lnTo>
                  <a:pt x="34051" y="119299"/>
                </a:lnTo>
                <a:lnTo>
                  <a:pt x="3929" y="159009"/>
                </a:lnTo>
                <a:lnTo>
                  <a:pt x="0" y="179997"/>
                </a:lnTo>
                <a:lnTo>
                  <a:pt x="3929" y="200960"/>
                </a:lnTo>
                <a:lnTo>
                  <a:pt x="34051" y="240631"/>
                </a:lnTo>
                <a:lnTo>
                  <a:pt x="90935" y="276391"/>
                </a:lnTo>
                <a:lnTo>
                  <a:pt x="128317" y="292466"/>
                </a:lnTo>
                <a:lnTo>
                  <a:pt x="171074" y="307158"/>
                </a:lnTo>
                <a:lnTo>
                  <a:pt x="218769" y="320329"/>
                </a:lnTo>
                <a:lnTo>
                  <a:pt x="270963" y="331846"/>
                </a:lnTo>
                <a:lnTo>
                  <a:pt x="327218" y="341573"/>
                </a:lnTo>
                <a:lnTo>
                  <a:pt x="387096" y="349374"/>
                </a:lnTo>
                <a:lnTo>
                  <a:pt x="450158" y="355114"/>
                </a:lnTo>
                <a:lnTo>
                  <a:pt x="515966" y="358657"/>
                </a:lnTo>
                <a:lnTo>
                  <a:pt x="584082" y="359869"/>
                </a:lnTo>
                <a:lnTo>
                  <a:pt x="652198" y="358657"/>
                </a:lnTo>
                <a:lnTo>
                  <a:pt x="718006" y="355114"/>
                </a:lnTo>
                <a:lnTo>
                  <a:pt x="781067" y="349374"/>
                </a:lnTo>
                <a:lnTo>
                  <a:pt x="840944" y="341573"/>
                </a:lnTo>
                <a:lnTo>
                  <a:pt x="897198" y="331846"/>
                </a:lnTo>
                <a:lnTo>
                  <a:pt x="949390" y="320329"/>
                </a:lnTo>
                <a:lnTo>
                  <a:pt x="997084" y="307158"/>
                </a:lnTo>
                <a:lnTo>
                  <a:pt x="1039840" y="292466"/>
                </a:lnTo>
                <a:lnTo>
                  <a:pt x="1077221" y="276391"/>
                </a:lnTo>
                <a:lnTo>
                  <a:pt x="1134102" y="240631"/>
                </a:lnTo>
                <a:lnTo>
                  <a:pt x="1164222" y="200960"/>
                </a:lnTo>
                <a:lnTo>
                  <a:pt x="1168152" y="179997"/>
                </a:lnTo>
                <a:close/>
              </a:path>
            </a:pathLst>
          </a:custGeom>
          <a:ln w="27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38523" y="2711182"/>
            <a:ext cx="0" cy="417830"/>
          </a:xfrm>
          <a:custGeom>
            <a:avLst/>
            <a:gdLst/>
            <a:ahLst/>
            <a:cxnLst/>
            <a:rect l="l" t="t" r="r" b="b"/>
            <a:pathLst>
              <a:path h="417830">
                <a:moveTo>
                  <a:pt x="0" y="0"/>
                </a:moveTo>
                <a:lnTo>
                  <a:pt x="0" y="417752"/>
                </a:lnTo>
              </a:path>
            </a:pathLst>
          </a:custGeom>
          <a:ln w="2967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74235" y="3114083"/>
            <a:ext cx="128905" cy="178435"/>
          </a:xfrm>
          <a:custGeom>
            <a:avLst/>
            <a:gdLst/>
            <a:ahLst/>
            <a:cxnLst/>
            <a:rect l="l" t="t" r="r" b="b"/>
            <a:pathLst>
              <a:path w="128904" h="178435">
                <a:moveTo>
                  <a:pt x="128575" y="0"/>
                </a:moveTo>
                <a:lnTo>
                  <a:pt x="0" y="0"/>
                </a:lnTo>
                <a:lnTo>
                  <a:pt x="64287" y="178220"/>
                </a:lnTo>
                <a:lnTo>
                  <a:pt x="1285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38523" y="3653062"/>
            <a:ext cx="0" cy="140335"/>
          </a:xfrm>
          <a:custGeom>
            <a:avLst/>
            <a:gdLst/>
            <a:ahLst/>
            <a:cxnLst/>
            <a:rect l="l" t="t" r="r" b="b"/>
            <a:pathLst>
              <a:path h="140335">
                <a:moveTo>
                  <a:pt x="0" y="0"/>
                </a:moveTo>
                <a:lnTo>
                  <a:pt x="0" y="140012"/>
                </a:lnTo>
              </a:path>
            </a:pathLst>
          </a:custGeom>
          <a:ln w="16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87423" y="3781269"/>
            <a:ext cx="102235" cy="142240"/>
          </a:xfrm>
          <a:custGeom>
            <a:avLst/>
            <a:gdLst/>
            <a:ahLst/>
            <a:cxnLst/>
            <a:rect l="l" t="t" r="r" b="b"/>
            <a:pathLst>
              <a:path w="102235" h="142239">
                <a:moveTo>
                  <a:pt x="102200" y="0"/>
                </a:moveTo>
                <a:lnTo>
                  <a:pt x="0" y="0"/>
                </a:lnTo>
                <a:lnTo>
                  <a:pt x="51100" y="141662"/>
                </a:lnTo>
                <a:lnTo>
                  <a:pt x="102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54440" y="3922932"/>
            <a:ext cx="1168400" cy="360045"/>
          </a:xfrm>
          <a:custGeom>
            <a:avLst/>
            <a:gdLst/>
            <a:ahLst/>
            <a:cxnLst/>
            <a:rect l="l" t="t" r="r" b="b"/>
            <a:pathLst>
              <a:path w="1168400" h="360045">
                <a:moveTo>
                  <a:pt x="1168152" y="179871"/>
                </a:moveTo>
                <a:lnTo>
                  <a:pt x="1152726" y="138651"/>
                </a:lnTo>
                <a:lnTo>
                  <a:pt x="1108787" y="100800"/>
                </a:lnTo>
                <a:lnTo>
                  <a:pt x="1039840" y="67402"/>
                </a:lnTo>
                <a:lnTo>
                  <a:pt x="997084" y="52710"/>
                </a:lnTo>
                <a:lnTo>
                  <a:pt x="949390" y="39539"/>
                </a:lnTo>
                <a:lnTo>
                  <a:pt x="897198" y="28022"/>
                </a:lnTo>
                <a:lnTo>
                  <a:pt x="840944" y="18295"/>
                </a:lnTo>
                <a:lnTo>
                  <a:pt x="781067" y="10494"/>
                </a:lnTo>
                <a:lnTo>
                  <a:pt x="718006" y="4754"/>
                </a:lnTo>
                <a:lnTo>
                  <a:pt x="652198" y="1211"/>
                </a:lnTo>
                <a:lnTo>
                  <a:pt x="584082" y="0"/>
                </a:lnTo>
                <a:lnTo>
                  <a:pt x="515966" y="1211"/>
                </a:lnTo>
                <a:lnTo>
                  <a:pt x="450158" y="4754"/>
                </a:lnTo>
                <a:lnTo>
                  <a:pt x="387096" y="10494"/>
                </a:lnTo>
                <a:lnTo>
                  <a:pt x="327218" y="18295"/>
                </a:lnTo>
                <a:lnTo>
                  <a:pt x="270963" y="28022"/>
                </a:lnTo>
                <a:lnTo>
                  <a:pt x="218769" y="39539"/>
                </a:lnTo>
                <a:lnTo>
                  <a:pt x="171074" y="52710"/>
                </a:lnTo>
                <a:lnTo>
                  <a:pt x="128317" y="67402"/>
                </a:lnTo>
                <a:lnTo>
                  <a:pt x="90935" y="83477"/>
                </a:lnTo>
                <a:lnTo>
                  <a:pt x="34051" y="119237"/>
                </a:lnTo>
                <a:lnTo>
                  <a:pt x="3929" y="158908"/>
                </a:lnTo>
                <a:lnTo>
                  <a:pt x="0" y="179871"/>
                </a:lnTo>
                <a:lnTo>
                  <a:pt x="3929" y="200859"/>
                </a:lnTo>
                <a:lnTo>
                  <a:pt x="34051" y="240569"/>
                </a:lnTo>
                <a:lnTo>
                  <a:pt x="90935" y="276357"/>
                </a:lnTo>
                <a:lnTo>
                  <a:pt x="128317" y="292443"/>
                </a:lnTo>
                <a:lnTo>
                  <a:pt x="171074" y="307142"/>
                </a:lnTo>
                <a:lnTo>
                  <a:pt x="218769" y="320319"/>
                </a:lnTo>
                <a:lnTo>
                  <a:pt x="270963" y="331841"/>
                </a:lnTo>
                <a:lnTo>
                  <a:pt x="327218" y="341570"/>
                </a:lnTo>
                <a:lnTo>
                  <a:pt x="387096" y="349373"/>
                </a:lnTo>
                <a:lnTo>
                  <a:pt x="450158" y="355114"/>
                </a:lnTo>
                <a:lnTo>
                  <a:pt x="515966" y="358657"/>
                </a:lnTo>
                <a:lnTo>
                  <a:pt x="584082" y="359869"/>
                </a:lnTo>
                <a:lnTo>
                  <a:pt x="652198" y="358657"/>
                </a:lnTo>
                <a:lnTo>
                  <a:pt x="718006" y="355114"/>
                </a:lnTo>
                <a:lnTo>
                  <a:pt x="781067" y="349373"/>
                </a:lnTo>
                <a:lnTo>
                  <a:pt x="840944" y="341570"/>
                </a:lnTo>
                <a:lnTo>
                  <a:pt x="897198" y="331841"/>
                </a:lnTo>
                <a:lnTo>
                  <a:pt x="949390" y="320319"/>
                </a:lnTo>
                <a:lnTo>
                  <a:pt x="997084" y="307142"/>
                </a:lnTo>
                <a:lnTo>
                  <a:pt x="1039840" y="292443"/>
                </a:lnTo>
                <a:lnTo>
                  <a:pt x="1077221" y="276357"/>
                </a:lnTo>
                <a:lnTo>
                  <a:pt x="1134102" y="240569"/>
                </a:lnTo>
                <a:lnTo>
                  <a:pt x="1164222" y="200859"/>
                </a:lnTo>
                <a:lnTo>
                  <a:pt x="1168152" y="179871"/>
                </a:lnTo>
                <a:close/>
              </a:path>
            </a:pathLst>
          </a:custGeom>
          <a:ln w="27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54440" y="4881821"/>
            <a:ext cx="1168400" cy="360045"/>
          </a:xfrm>
          <a:custGeom>
            <a:avLst/>
            <a:gdLst/>
            <a:ahLst/>
            <a:cxnLst/>
            <a:rect l="l" t="t" r="r" b="b"/>
            <a:pathLst>
              <a:path w="1168400" h="360045">
                <a:moveTo>
                  <a:pt x="1168152" y="179871"/>
                </a:moveTo>
                <a:lnTo>
                  <a:pt x="1152726" y="138651"/>
                </a:lnTo>
                <a:lnTo>
                  <a:pt x="1108787" y="100800"/>
                </a:lnTo>
                <a:lnTo>
                  <a:pt x="1039840" y="67402"/>
                </a:lnTo>
                <a:lnTo>
                  <a:pt x="997084" y="52710"/>
                </a:lnTo>
                <a:lnTo>
                  <a:pt x="949390" y="39539"/>
                </a:lnTo>
                <a:lnTo>
                  <a:pt x="897198" y="28022"/>
                </a:lnTo>
                <a:lnTo>
                  <a:pt x="840944" y="18295"/>
                </a:lnTo>
                <a:lnTo>
                  <a:pt x="781067" y="10494"/>
                </a:lnTo>
                <a:lnTo>
                  <a:pt x="718006" y="4754"/>
                </a:lnTo>
                <a:lnTo>
                  <a:pt x="652198" y="1211"/>
                </a:lnTo>
                <a:lnTo>
                  <a:pt x="584082" y="0"/>
                </a:lnTo>
                <a:lnTo>
                  <a:pt x="515966" y="1211"/>
                </a:lnTo>
                <a:lnTo>
                  <a:pt x="450158" y="4754"/>
                </a:lnTo>
                <a:lnTo>
                  <a:pt x="387096" y="10494"/>
                </a:lnTo>
                <a:lnTo>
                  <a:pt x="327218" y="18295"/>
                </a:lnTo>
                <a:lnTo>
                  <a:pt x="270963" y="28022"/>
                </a:lnTo>
                <a:lnTo>
                  <a:pt x="218769" y="39539"/>
                </a:lnTo>
                <a:lnTo>
                  <a:pt x="171074" y="52710"/>
                </a:lnTo>
                <a:lnTo>
                  <a:pt x="128317" y="67402"/>
                </a:lnTo>
                <a:lnTo>
                  <a:pt x="90935" y="83477"/>
                </a:lnTo>
                <a:lnTo>
                  <a:pt x="34051" y="119237"/>
                </a:lnTo>
                <a:lnTo>
                  <a:pt x="3929" y="158908"/>
                </a:lnTo>
                <a:lnTo>
                  <a:pt x="0" y="179871"/>
                </a:lnTo>
                <a:lnTo>
                  <a:pt x="3929" y="200859"/>
                </a:lnTo>
                <a:lnTo>
                  <a:pt x="34051" y="240569"/>
                </a:lnTo>
                <a:lnTo>
                  <a:pt x="90935" y="276357"/>
                </a:lnTo>
                <a:lnTo>
                  <a:pt x="128317" y="292443"/>
                </a:lnTo>
                <a:lnTo>
                  <a:pt x="171074" y="307142"/>
                </a:lnTo>
                <a:lnTo>
                  <a:pt x="218769" y="320319"/>
                </a:lnTo>
                <a:lnTo>
                  <a:pt x="270963" y="331841"/>
                </a:lnTo>
                <a:lnTo>
                  <a:pt x="327218" y="341570"/>
                </a:lnTo>
                <a:lnTo>
                  <a:pt x="387096" y="349373"/>
                </a:lnTo>
                <a:lnTo>
                  <a:pt x="450158" y="355114"/>
                </a:lnTo>
                <a:lnTo>
                  <a:pt x="515966" y="358657"/>
                </a:lnTo>
                <a:lnTo>
                  <a:pt x="584082" y="359869"/>
                </a:lnTo>
                <a:lnTo>
                  <a:pt x="652198" y="358657"/>
                </a:lnTo>
                <a:lnTo>
                  <a:pt x="718006" y="355114"/>
                </a:lnTo>
                <a:lnTo>
                  <a:pt x="781067" y="349373"/>
                </a:lnTo>
                <a:lnTo>
                  <a:pt x="840944" y="341570"/>
                </a:lnTo>
                <a:lnTo>
                  <a:pt x="897198" y="331841"/>
                </a:lnTo>
                <a:lnTo>
                  <a:pt x="949390" y="320319"/>
                </a:lnTo>
                <a:lnTo>
                  <a:pt x="997084" y="307142"/>
                </a:lnTo>
                <a:lnTo>
                  <a:pt x="1039840" y="292443"/>
                </a:lnTo>
                <a:lnTo>
                  <a:pt x="1077221" y="276357"/>
                </a:lnTo>
                <a:lnTo>
                  <a:pt x="1134102" y="240569"/>
                </a:lnTo>
                <a:lnTo>
                  <a:pt x="1164222" y="200859"/>
                </a:lnTo>
                <a:lnTo>
                  <a:pt x="1168152" y="179871"/>
                </a:lnTo>
                <a:close/>
              </a:path>
            </a:pathLst>
          </a:custGeom>
          <a:ln w="27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38523" y="4282801"/>
            <a:ext cx="0" cy="436245"/>
          </a:xfrm>
          <a:custGeom>
            <a:avLst/>
            <a:gdLst/>
            <a:ahLst/>
            <a:cxnLst/>
            <a:rect l="l" t="t" r="r" b="b"/>
            <a:pathLst>
              <a:path h="436245">
                <a:moveTo>
                  <a:pt x="0" y="0"/>
                </a:moveTo>
                <a:lnTo>
                  <a:pt x="0" y="435650"/>
                </a:lnTo>
              </a:path>
            </a:pathLst>
          </a:custGeom>
          <a:ln w="2967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74236" y="4703600"/>
            <a:ext cx="128905" cy="178435"/>
          </a:xfrm>
          <a:custGeom>
            <a:avLst/>
            <a:gdLst/>
            <a:ahLst/>
            <a:cxnLst/>
            <a:rect l="l" t="t" r="r" b="b"/>
            <a:pathLst>
              <a:path w="128904" h="178435">
                <a:moveTo>
                  <a:pt x="128575" y="0"/>
                </a:moveTo>
                <a:lnTo>
                  <a:pt x="0" y="0"/>
                </a:lnTo>
                <a:lnTo>
                  <a:pt x="64287" y="178220"/>
                </a:lnTo>
                <a:lnTo>
                  <a:pt x="1285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38523" y="5241690"/>
            <a:ext cx="0" cy="825500"/>
          </a:xfrm>
          <a:custGeom>
            <a:avLst/>
            <a:gdLst/>
            <a:ahLst/>
            <a:cxnLst/>
            <a:rect l="l" t="t" r="r" b="b"/>
            <a:pathLst>
              <a:path h="825500">
                <a:moveTo>
                  <a:pt x="0" y="0"/>
                </a:moveTo>
                <a:lnTo>
                  <a:pt x="0" y="825363"/>
                </a:lnTo>
              </a:path>
            </a:pathLst>
          </a:custGeom>
          <a:ln w="16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87423" y="6055248"/>
            <a:ext cx="102235" cy="142240"/>
          </a:xfrm>
          <a:custGeom>
            <a:avLst/>
            <a:gdLst/>
            <a:ahLst/>
            <a:cxnLst/>
            <a:rect l="l" t="t" r="r" b="b"/>
            <a:pathLst>
              <a:path w="102235" h="142239">
                <a:moveTo>
                  <a:pt x="102200" y="0"/>
                </a:moveTo>
                <a:lnTo>
                  <a:pt x="0" y="0"/>
                </a:lnTo>
                <a:lnTo>
                  <a:pt x="51100" y="141662"/>
                </a:lnTo>
                <a:lnTo>
                  <a:pt x="102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963707" y="6168629"/>
            <a:ext cx="1168400" cy="360045"/>
          </a:xfrm>
          <a:custGeom>
            <a:avLst/>
            <a:gdLst/>
            <a:ahLst/>
            <a:cxnLst/>
            <a:rect l="l" t="t" r="r" b="b"/>
            <a:pathLst>
              <a:path w="1168400" h="360045">
                <a:moveTo>
                  <a:pt x="584074" y="0"/>
                </a:moveTo>
                <a:lnTo>
                  <a:pt x="515958" y="1210"/>
                </a:lnTo>
                <a:lnTo>
                  <a:pt x="450150" y="4751"/>
                </a:lnTo>
                <a:lnTo>
                  <a:pt x="387089" y="10487"/>
                </a:lnTo>
                <a:lnTo>
                  <a:pt x="327212" y="18285"/>
                </a:lnTo>
                <a:lnTo>
                  <a:pt x="270958" y="28008"/>
                </a:lnTo>
                <a:lnTo>
                  <a:pt x="218764" y="39522"/>
                </a:lnTo>
                <a:lnTo>
                  <a:pt x="171070" y="52691"/>
                </a:lnTo>
                <a:lnTo>
                  <a:pt x="128313" y="67382"/>
                </a:lnTo>
                <a:lnTo>
                  <a:pt x="90932" y="83459"/>
                </a:lnTo>
                <a:lnTo>
                  <a:pt x="34050" y="119230"/>
                </a:lnTo>
                <a:lnTo>
                  <a:pt x="3929" y="158926"/>
                </a:lnTo>
                <a:lnTo>
                  <a:pt x="0" y="179909"/>
                </a:lnTo>
                <a:lnTo>
                  <a:pt x="3929" y="200891"/>
                </a:lnTo>
                <a:lnTo>
                  <a:pt x="34050" y="240587"/>
                </a:lnTo>
                <a:lnTo>
                  <a:pt x="90932" y="276359"/>
                </a:lnTo>
                <a:lnTo>
                  <a:pt x="128313" y="292436"/>
                </a:lnTo>
                <a:lnTo>
                  <a:pt x="171070" y="307127"/>
                </a:lnTo>
                <a:lnTo>
                  <a:pt x="218764" y="320297"/>
                </a:lnTo>
                <a:lnTo>
                  <a:pt x="270958" y="331811"/>
                </a:lnTo>
                <a:lnTo>
                  <a:pt x="327212" y="341535"/>
                </a:lnTo>
                <a:lnTo>
                  <a:pt x="387089" y="349332"/>
                </a:lnTo>
                <a:lnTo>
                  <a:pt x="450150" y="355069"/>
                </a:lnTo>
                <a:lnTo>
                  <a:pt x="515958" y="358610"/>
                </a:lnTo>
                <a:lnTo>
                  <a:pt x="584074" y="359820"/>
                </a:lnTo>
                <a:lnTo>
                  <a:pt x="652190" y="358610"/>
                </a:lnTo>
                <a:lnTo>
                  <a:pt x="717998" y="355069"/>
                </a:lnTo>
                <a:lnTo>
                  <a:pt x="781061" y="349332"/>
                </a:lnTo>
                <a:lnTo>
                  <a:pt x="840938" y="341535"/>
                </a:lnTo>
                <a:lnTo>
                  <a:pt x="897193" y="331811"/>
                </a:lnTo>
                <a:lnTo>
                  <a:pt x="949387" y="320297"/>
                </a:lnTo>
                <a:lnTo>
                  <a:pt x="997083" y="307127"/>
                </a:lnTo>
                <a:lnTo>
                  <a:pt x="1039840" y="292436"/>
                </a:lnTo>
                <a:lnTo>
                  <a:pt x="1077222" y="276359"/>
                </a:lnTo>
                <a:lnTo>
                  <a:pt x="1134106" y="240587"/>
                </a:lnTo>
                <a:lnTo>
                  <a:pt x="1164228" y="200891"/>
                </a:lnTo>
                <a:lnTo>
                  <a:pt x="1168157" y="179909"/>
                </a:lnTo>
                <a:lnTo>
                  <a:pt x="1164228" y="158926"/>
                </a:lnTo>
                <a:lnTo>
                  <a:pt x="1134106" y="119230"/>
                </a:lnTo>
                <a:lnTo>
                  <a:pt x="1077222" y="83459"/>
                </a:lnTo>
                <a:lnTo>
                  <a:pt x="1039840" y="67382"/>
                </a:lnTo>
                <a:lnTo>
                  <a:pt x="997082" y="52691"/>
                </a:lnTo>
                <a:lnTo>
                  <a:pt x="949387" y="39522"/>
                </a:lnTo>
                <a:lnTo>
                  <a:pt x="897193" y="28008"/>
                </a:lnTo>
                <a:lnTo>
                  <a:pt x="840938" y="18285"/>
                </a:lnTo>
                <a:lnTo>
                  <a:pt x="781061" y="10487"/>
                </a:lnTo>
                <a:lnTo>
                  <a:pt x="717998" y="4751"/>
                </a:lnTo>
                <a:lnTo>
                  <a:pt x="652190" y="1210"/>
                </a:lnTo>
                <a:lnTo>
                  <a:pt x="58407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963707" y="6168629"/>
            <a:ext cx="1168400" cy="360045"/>
          </a:xfrm>
          <a:custGeom>
            <a:avLst/>
            <a:gdLst/>
            <a:ahLst/>
            <a:cxnLst/>
            <a:rect l="l" t="t" r="r" b="b"/>
            <a:pathLst>
              <a:path w="1168400" h="360045">
                <a:moveTo>
                  <a:pt x="1168157" y="179909"/>
                </a:moveTo>
                <a:lnTo>
                  <a:pt x="1152731" y="138655"/>
                </a:lnTo>
                <a:lnTo>
                  <a:pt x="1108790" y="100787"/>
                </a:lnTo>
                <a:lnTo>
                  <a:pt x="1039840" y="67382"/>
                </a:lnTo>
                <a:lnTo>
                  <a:pt x="997083" y="52691"/>
                </a:lnTo>
                <a:lnTo>
                  <a:pt x="949387" y="39522"/>
                </a:lnTo>
                <a:lnTo>
                  <a:pt x="897193" y="28008"/>
                </a:lnTo>
                <a:lnTo>
                  <a:pt x="840938" y="18285"/>
                </a:lnTo>
                <a:lnTo>
                  <a:pt x="781061" y="10487"/>
                </a:lnTo>
                <a:lnTo>
                  <a:pt x="717998" y="4751"/>
                </a:lnTo>
                <a:lnTo>
                  <a:pt x="652190" y="1210"/>
                </a:lnTo>
                <a:lnTo>
                  <a:pt x="584074" y="0"/>
                </a:lnTo>
                <a:lnTo>
                  <a:pt x="515958" y="1210"/>
                </a:lnTo>
                <a:lnTo>
                  <a:pt x="450150" y="4751"/>
                </a:lnTo>
                <a:lnTo>
                  <a:pt x="387089" y="10487"/>
                </a:lnTo>
                <a:lnTo>
                  <a:pt x="327212" y="18285"/>
                </a:lnTo>
                <a:lnTo>
                  <a:pt x="270958" y="28008"/>
                </a:lnTo>
                <a:lnTo>
                  <a:pt x="218764" y="39522"/>
                </a:lnTo>
                <a:lnTo>
                  <a:pt x="171070" y="52691"/>
                </a:lnTo>
                <a:lnTo>
                  <a:pt x="128313" y="67382"/>
                </a:lnTo>
                <a:lnTo>
                  <a:pt x="90932" y="83459"/>
                </a:lnTo>
                <a:lnTo>
                  <a:pt x="34050" y="119230"/>
                </a:lnTo>
                <a:lnTo>
                  <a:pt x="3929" y="158926"/>
                </a:lnTo>
                <a:lnTo>
                  <a:pt x="0" y="179909"/>
                </a:lnTo>
                <a:lnTo>
                  <a:pt x="3929" y="200891"/>
                </a:lnTo>
                <a:lnTo>
                  <a:pt x="34050" y="240587"/>
                </a:lnTo>
                <a:lnTo>
                  <a:pt x="90932" y="276359"/>
                </a:lnTo>
                <a:lnTo>
                  <a:pt x="128313" y="292436"/>
                </a:lnTo>
                <a:lnTo>
                  <a:pt x="171070" y="307127"/>
                </a:lnTo>
                <a:lnTo>
                  <a:pt x="218764" y="320297"/>
                </a:lnTo>
                <a:lnTo>
                  <a:pt x="270958" y="331811"/>
                </a:lnTo>
                <a:lnTo>
                  <a:pt x="327212" y="341535"/>
                </a:lnTo>
                <a:lnTo>
                  <a:pt x="387089" y="349332"/>
                </a:lnTo>
                <a:lnTo>
                  <a:pt x="450150" y="355069"/>
                </a:lnTo>
                <a:lnTo>
                  <a:pt x="515958" y="358610"/>
                </a:lnTo>
                <a:lnTo>
                  <a:pt x="584074" y="359820"/>
                </a:lnTo>
                <a:lnTo>
                  <a:pt x="652190" y="358610"/>
                </a:lnTo>
                <a:lnTo>
                  <a:pt x="717998" y="355069"/>
                </a:lnTo>
                <a:lnTo>
                  <a:pt x="781061" y="349332"/>
                </a:lnTo>
                <a:lnTo>
                  <a:pt x="840938" y="341535"/>
                </a:lnTo>
                <a:lnTo>
                  <a:pt x="897193" y="331811"/>
                </a:lnTo>
                <a:lnTo>
                  <a:pt x="949388" y="320297"/>
                </a:lnTo>
                <a:lnTo>
                  <a:pt x="997083" y="307127"/>
                </a:lnTo>
                <a:lnTo>
                  <a:pt x="1039840" y="292436"/>
                </a:lnTo>
                <a:lnTo>
                  <a:pt x="1077222" y="276359"/>
                </a:lnTo>
                <a:lnTo>
                  <a:pt x="1134106" y="240587"/>
                </a:lnTo>
                <a:lnTo>
                  <a:pt x="1164228" y="200891"/>
                </a:lnTo>
                <a:lnTo>
                  <a:pt x="1168157" y="179909"/>
                </a:lnTo>
                <a:close/>
              </a:path>
            </a:pathLst>
          </a:custGeom>
          <a:ln w="27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952673" y="761796"/>
            <a:ext cx="1168400" cy="360045"/>
          </a:xfrm>
          <a:custGeom>
            <a:avLst/>
            <a:gdLst/>
            <a:ahLst/>
            <a:cxnLst/>
            <a:rect l="l" t="t" r="r" b="b"/>
            <a:pathLst>
              <a:path w="1168400" h="360044">
                <a:moveTo>
                  <a:pt x="584082" y="0"/>
                </a:moveTo>
                <a:lnTo>
                  <a:pt x="515974" y="1211"/>
                </a:lnTo>
                <a:lnTo>
                  <a:pt x="450171" y="4754"/>
                </a:lnTo>
                <a:lnTo>
                  <a:pt x="387113" y="10495"/>
                </a:lnTo>
                <a:lnTo>
                  <a:pt x="327236" y="18298"/>
                </a:lnTo>
                <a:lnTo>
                  <a:pt x="270982" y="28027"/>
                </a:lnTo>
                <a:lnTo>
                  <a:pt x="218787" y="39549"/>
                </a:lnTo>
                <a:lnTo>
                  <a:pt x="171090" y="52726"/>
                </a:lnTo>
                <a:lnTo>
                  <a:pt x="128330" y="67425"/>
                </a:lnTo>
                <a:lnTo>
                  <a:pt x="90945" y="83511"/>
                </a:lnTo>
                <a:lnTo>
                  <a:pt x="34055" y="119299"/>
                </a:lnTo>
                <a:lnTo>
                  <a:pt x="3930" y="159009"/>
                </a:lnTo>
                <a:lnTo>
                  <a:pt x="0" y="179998"/>
                </a:lnTo>
                <a:lnTo>
                  <a:pt x="3930" y="200960"/>
                </a:lnTo>
                <a:lnTo>
                  <a:pt x="34055" y="240631"/>
                </a:lnTo>
                <a:lnTo>
                  <a:pt x="90945" y="276391"/>
                </a:lnTo>
                <a:lnTo>
                  <a:pt x="128330" y="292466"/>
                </a:lnTo>
                <a:lnTo>
                  <a:pt x="171090" y="307158"/>
                </a:lnTo>
                <a:lnTo>
                  <a:pt x="218787" y="320329"/>
                </a:lnTo>
                <a:lnTo>
                  <a:pt x="270982" y="331846"/>
                </a:lnTo>
                <a:lnTo>
                  <a:pt x="327236" y="341573"/>
                </a:lnTo>
                <a:lnTo>
                  <a:pt x="387113" y="349374"/>
                </a:lnTo>
                <a:lnTo>
                  <a:pt x="450171" y="355114"/>
                </a:lnTo>
                <a:lnTo>
                  <a:pt x="515974" y="358657"/>
                </a:lnTo>
                <a:lnTo>
                  <a:pt x="584082" y="359869"/>
                </a:lnTo>
                <a:lnTo>
                  <a:pt x="652216" y="358657"/>
                </a:lnTo>
                <a:lnTo>
                  <a:pt x="718037" y="355114"/>
                </a:lnTo>
                <a:lnTo>
                  <a:pt x="781107" y="349374"/>
                </a:lnTo>
                <a:lnTo>
                  <a:pt x="840989" y="341573"/>
                </a:lnTo>
                <a:lnTo>
                  <a:pt x="897244" y="331846"/>
                </a:lnTo>
                <a:lnTo>
                  <a:pt x="949436" y="320329"/>
                </a:lnTo>
                <a:lnTo>
                  <a:pt x="997127" y="307158"/>
                </a:lnTo>
                <a:lnTo>
                  <a:pt x="1039879" y="292466"/>
                </a:lnTo>
                <a:lnTo>
                  <a:pt x="1077254" y="276391"/>
                </a:lnTo>
                <a:lnTo>
                  <a:pt x="1134124" y="240631"/>
                </a:lnTo>
                <a:lnTo>
                  <a:pt x="1164237" y="200960"/>
                </a:lnTo>
                <a:lnTo>
                  <a:pt x="1168165" y="179998"/>
                </a:lnTo>
                <a:lnTo>
                  <a:pt x="1164237" y="159009"/>
                </a:lnTo>
                <a:lnTo>
                  <a:pt x="1134124" y="119299"/>
                </a:lnTo>
                <a:lnTo>
                  <a:pt x="1077254" y="83511"/>
                </a:lnTo>
                <a:lnTo>
                  <a:pt x="1039879" y="67425"/>
                </a:lnTo>
                <a:lnTo>
                  <a:pt x="997127" y="52726"/>
                </a:lnTo>
                <a:lnTo>
                  <a:pt x="949436" y="39549"/>
                </a:lnTo>
                <a:lnTo>
                  <a:pt x="897244" y="28027"/>
                </a:lnTo>
                <a:lnTo>
                  <a:pt x="840989" y="18298"/>
                </a:lnTo>
                <a:lnTo>
                  <a:pt x="781107" y="10495"/>
                </a:lnTo>
                <a:lnTo>
                  <a:pt x="718037" y="4754"/>
                </a:lnTo>
                <a:lnTo>
                  <a:pt x="652216" y="1211"/>
                </a:lnTo>
                <a:lnTo>
                  <a:pt x="5840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952673" y="761797"/>
            <a:ext cx="1168400" cy="360045"/>
          </a:xfrm>
          <a:custGeom>
            <a:avLst/>
            <a:gdLst/>
            <a:ahLst/>
            <a:cxnLst/>
            <a:rect l="l" t="t" r="r" b="b"/>
            <a:pathLst>
              <a:path w="1168400" h="360044">
                <a:moveTo>
                  <a:pt x="1168165" y="179997"/>
                </a:moveTo>
                <a:lnTo>
                  <a:pt x="1152744" y="138731"/>
                </a:lnTo>
                <a:lnTo>
                  <a:pt x="1108815" y="100847"/>
                </a:lnTo>
                <a:lnTo>
                  <a:pt x="1039879" y="67425"/>
                </a:lnTo>
                <a:lnTo>
                  <a:pt x="997127" y="52726"/>
                </a:lnTo>
                <a:lnTo>
                  <a:pt x="949436" y="39549"/>
                </a:lnTo>
                <a:lnTo>
                  <a:pt x="897244" y="28027"/>
                </a:lnTo>
                <a:lnTo>
                  <a:pt x="840989" y="18298"/>
                </a:lnTo>
                <a:lnTo>
                  <a:pt x="781107" y="10495"/>
                </a:lnTo>
                <a:lnTo>
                  <a:pt x="718037" y="4754"/>
                </a:lnTo>
                <a:lnTo>
                  <a:pt x="652216" y="1211"/>
                </a:lnTo>
                <a:lnTo>
                  <a:pt x="584082" y="0"/>
                </a:lnTo>
                <a:lnTo>
                  <a:pt x="515974" y="1211"/>
                </a:lnTo>
                <a:lnTo>
                  <a:pt x="450171" y="4754"/>
                </a:lnTo>
                <a:lnTo>
                  <a:pt x="387113" y="10495"/>
                </a:lnTo>
                <a:lnTo>
                  <a:pt x="327236" y="18298"/>
                </a:lnTo>
                <a:lnTo>
                  <a:pt x="270982" y="28027"/>
                </a:lnTo>
                <a:lnTo>
                  <a:pt x="218787" y="39549"/>
                </a:lnTo>
                <a:lnTo>
                  <a:pt x="171090" y="52726"/>
                </a:lnTo>
                <a:lnTo>
                  <a:pt x="128330" y="67425"/>
                </a:lnTo>
                <a:lnTo>
                  <a:pt x="90945" y="83511"/>
                </a:lnTo>
                <a:lnTo>
                  <a:pt x="34055" y="119299"/>
                </a:lnTo>
                <a:lnTo>
                  <a:pt x="3930" y="159009"/>
                </a:lnTo>
                <a:lnTo>
                  <a:pt x="0" y="179997"/>
                </a:lnTo>
                <a:lnTo>
                  <a:pt x="3930" y="200960"/>
                </a:lnTo>
                <a:lnTo>
                  <a:pt x="34055" y="240631"/>
                </a:lnTo>
                <a:lnTo>
                  <a:pt x="90945" y="276391"/>
                </a:lnTo>
                <a:lnTo>
                  <a:pt x="128330" y="292466"/>
                </a:lnTo>
                <a:lnTo>
                  <a:pt x="171090" y="307158"/>
                </a:lnTo>
                <a:lnTo>
                  <a:pt x="218787" y="320329"/>
                </a:lnTo>
                <a:lnTo>
                  <a:pt x="270982" y="331846"/>
                </a:lnTo>
                <a:lnTo>
                  <a:pt x="327236" y="341573"/>
                </a:lnTo>
                <a:lnTo>
                  <a:pt x="387113" y="349374"/>
                </a:lnTo>
                <a:lnTo>
                  <a:pt x="450171" y="355114"/>
                </a:lnTo>
                <a:lnTo>
                  <a:pt x="515974" y="358657"/>
                </a:lnTo>
                <a:lnTo>
                  <a:pt x="584082" y="359869"/>
                </a:lnTo>
                <a:lnTo>
                  <a:pt x="652216" y="358657"/>
                </a:lnTo>
                <a:lnTo>
                  <a:pt x="718037" y="355114"/>
                </a:lnTo>
                <a:lnTo>
                  <a:pt x="781107" y="349374"/>
                </a:lnTo>
                <a:lnTo>
                  <a:pt x="840989" y="341573"/>
                </a:lnTo>
                <a:lnTo>
                  <a:pt x="897244" y="331846"/>
                </a:lnTo>
                <a:lnTo>
                  <a:pt x="949436" y="320329"/>
                </a:lnTo>
                <a:lnTo>
                  <a:pt x="997127" y="307158"/>
                </a:lnTo>
                <a:lnTo>
                  <a:pt x="1039879" y="292466"/>
                </a:lnTo>
                <a:lnTo>
                  <a:pt x="1077254" y="276391"/>
                </a:lnTo>
                <a:lnTo>
                  <a:pt x="1134124" y="240631"/>
                </a:lnTo>
                <a:lnTo>
                  <a:pt x="1164237" y="200960"/>
                </a:lnTo>
                <a:lnTo>
                  <a:pt x="1168165" y="179997"/>
                </a:lnTo>
                <a:close/>
              </a:path>
            </a:pathLst>
          </a:custGeom>
          <a:ln w="27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952673" y="1722590"/>
            <a:ext cx="1168400" cy="360045"/>
          </a:xfrm>
          <a:custGeom>
            <a:avLst/>
            <a:gdLst/>
            <a:ahLst/>
            <a:cxnLst/>
            <a:rect l="l" t="t" r="r" b="b"/>
            <a:pathLst>
              <a:path w="1168400" h="360044">
                <a:moveTo>
                  <a:pt x="1168165" y="179871"/>
                </a:moveTo>
                <a:lnTo>
                  <a:pt x="1152744" y="138611"/>
                </a:lnTo>
                <a:lnTo>
                  <a:pt x="1108815" y="100745"/>
                </a:lnTo>
                <a:lnTo>
                  <a:pt x="1039879" y="67348"/>
                </a:lnTo>
                <a:lnTo>
                  <a:pt x="997127" y="52663"/>
                </a:lnTo>
                <a:lnTo>
                  <a:pt x="949436" y="39499"/>
                </a:lnTo>
                <a:lnTo>
                  <a:pt x="897244" y="27990"/>
                </a:lnTo>
                <a:lnTo>
                  <a:pt x="840989" y="18273"/>
                </a:lnTo>
                <a:lnTo>
                  <a:pt x="781107" y="10480"/>
                </a:lnTo>
                <a:lnTo>
                  <a:pt x="718037" y="4747"/>
                </a:lnTo>
                <a:lnTo>
                  <a:pt x="652216" y="1209"/>
                </a:lnTo>
                <a:lnTo>
                  <a:pt x="584082" y="0"/>
                </a:lnTo>
                <a:lnTo>
                  <a:pt x="515974" y="1209"/>
                </a:lnTo>
                <a:lnTo>
                  <a:pt x="450171" y="4747"/>
                </a:lnTo>
                <a:lnTo>
                  <a:pt x="387113" y="10480"/>
                </a:lnTo>
                <a:lnTo>
                  <a:pt x="327236" y="18273"/>
                </a:lnTo>
                <a:lnTo>
                  <a:pt x="270982" y="27990"/>
                </a:lnTo>
                <a:lnTo>
                  <a:pt x="218787" y="39499"/>
                </a:lnTo>
                <a:lnTo>
                  <a:pt x="171090" y="52663"/>
                </a:lnTo>
                <a:lnTo>
                  <a:pt x="128330" y="67348"/>
                </a:lnTo>
                <a:lnTo>
                  <a:pt x="90945" y="83421"/>
                </a:lnTo>
                <a:lnTo>
                  <a:pt x="34055" y="119187"/>
                </a:lnTo>
                <a:lnTo>
                  <a:pt x="3930" y="158884"/>
                </a:lnTo>
                <a:lnTo>
                  <a:pt x="0" y="179871"/>
                </a:lnTo>
                <a:lnTo>
                  <a:pt x="3930" y="200857"/>
                </a:lnTo>
                <a:lnTo>
                  <a:pt x="34055" y="240554"/>
                </a:lnTo>
                <a:lnTo>
                  <a:pt x="90945" y="276320"/>
                </a:lnTo>
                <a:lnTo>
                  <a:pt x="128330" y="292393"/>
                </a:lnTo>
                <a:lnTo>
                  <a:pt x="171090" y="307078"/>
                </a:lnTo>
                <a:lnTo>
                  <a:pt x="218787" y="320242"/>
                </a:lnTo>
                <a:lnTo>
                  <a:pt x="270982" y="331751"/>
                </a:lnTo>
                <a:lnTo>
                  <a:pt x="327236" y="341468"/>
                </a:lnTo>
                <a:lnTo>
                  <a:pt x="387113" y="349261"/>
                </a:lnTo>
                <a:lnTo>
                  <a:pt x="450171" y="354994"/>
                </a:lnTo>
                <a:lnTo>
                  <a:pt x="515974" y="358532"/>
                </a:lnTo>
                <a:lnTo>
                  <a:pt x="584082" y="359742"/>
                </a:lnTo>
                <a:lnTo>
                  <a:pt x="652216" y="358532"/>
                </a:lnTo>
                <a:lnTo>
                  <a:pt x="718037" y="354994"/>
                </a:lnTo>
                <a:lnTo>
                  <a:pt x="781107" y="349261"/>
                </a:lnTo>
                <a:lnTo>
                  <a:pt x="840989" y="341468"/>
                </a:lnTo>
                <a:lnTo>
                  <a:pt x="897244" y="331751"/>
                </a:lnTo>
                <a:lnTo>
                  <a:pt x="949436" y="320242"/>
                </a:lnTo>
                <a:lnTo>
                  <a:pt x="997127" y="307078"/>
                </a:lnTo>
                <a:lnTo>
                  <a:pt x="1039879" y="292393"/>
                </a:lnTo>
                <a:lnTo>
                  <a:pt x="1077254" y="276320"/>
                </a:lnTo>
                <a:lnTo>
                  <a:pt x="1134124" y="240554"/>
                </a:lnTo>
                <a:lnTo>
                  <a:pt x="1164237" y="200857"/>
                </a:lnTo>
                <a:lnTo>
                  <a:pt x="1168165" y="179871"/>
                </a:lnTo>
                <a:close/>
              </a:path>
            </a:pathLst>
          </a:custGeom>
          <a:ln w="27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536756" y="1121666"/>
            <a:ext cx="0" cy="426720"/>
          </a:xfrm>
          <a:custGeom>
            <a:avLst/>
            <a:gdLst/>
            <a:ahLst/>
            <a:cxnLst/>
            <a:rect l="l" t="t" r="r" b="b"/>
            <a:pathLst>
              <a:path h="426719">
                <a:moveTo>
                  <a:pt x="0" y="0"/>
                </a:moveTo>
                <a:lnTo>
                  <a:pt x="0" y="426638"/>
                </a:lnTo>
              </a:path>
            </a:pathLst>
          </a:custGeom>
          <a:ln w="2967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472468" y="1533452"/>
            <a:ext cx="128905" cy="178435"/>
          </a:xfrm>
          <a:custGeom>
            <a:avLst/>
            <a:gdLst/>
            <a:ahLst/>
            <a:cxnLst/>
            <a:rect l="l" t="t" r="r" b="b"/>
            <a:pathLst>
              <a:path w="128904" h="178435">
                <a:moveTo>
                  <a:pt x="128575" y="0"/>
                </a:moveTo>
                <a:lnTo>
                  <a:pt x="0" y="0"/>
                </a:lnTo>
                <a:lnTo>
                  <a:pt x="64287" y="178220"/>
                </a:lnTo>
                <a:lnTo>
                  <a:pt x="1285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536756" y="2082332"/>
            <a:ext cx="0" cy="140335"/>
          </a:xfrm>
          <a:custGeom>
            <a:avLst/>
            <a:gdLst/>
            <a:ahLst/>
            <a:cxnLst/>
            <a:rect l="l" t="t" r="r" b="b"/>
            <a:pathLst>
              <a:path h="140335">
                <a:moveTo>
                  <a:pt x="0" y="0"/>
                </a:moveTo>
                <a:lnTo>
                  <a:pt x="0" y="140012"/>
                </a:lnTo>
              </a:path>
            </a:pathLst>
          </a:custGeom>
          <a:ln w="16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485656" y="2210539"/>
            <a:ext cx="102235" cy="142240"/>
          </a:xfrm>
          <a:custGeom>
            <a:avLst/>
            <a:gdLst/>
            <a:ahLst/>
            <a:cxnLst/>
            <a:rect l="l" t="t" r="r" b="b"/>
            <a:pathLst>
              <a:path w="102234" h="142239">
                <a:moveTo>
                  <a:pt x="102200" y="0"/>
                </a:moveTo>
                <a:lnTo>
                  <a:pt x="0" y="0"/>
                </a:lnTo>
                <a:lnTo>
                  <a:pt x="51100" y="141662"/>
                </a:lnTo>
                <a:lnTo>
                  <a:pt x="102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952673" y="2352202"/>
            <a:ext cx="1168400" cy="360045"/>
          </a:xfrm>
          <a:custGeom>
            <a:avLst/>
            <a:gdLst/>
            <a:ahLst/>
            <a:cxnLst/>
            <a:rect l="l" t="t" r="r" b="b"/>
            <a:pathLst>
              <a:path w="1168400" h="360044">
                <a:moveTo>
                  <a:pt x="1168165" y="179997"/>
                </a:moveTo>
                <a:lnTo>
                  <a:pt x="1152744" y="138731"/>
                </a:lnTo>
                <a:lnTo>
                  <a:pt x="1108815" y="100847"/>
                </a:lnTo>
                <a:lnTo>
                  <a:pt x="1039879" y="67425"/>
                </a:lnTo>
                <a:lnTo>
                  <a:pt x="997127" y="52726"/>
                </a:lnTo>
                <a:lnTo>
                  <a:pt x="949436" y="39549"/>
                </a:lnTo>
                <a:lnTo>
                  <a:pt x="897244" y="28027"/>
                </a:lnTo>
                <a:lnTo>
                  <a:pt x="840989" y="18298"/>
                </a:lnTo>
                <a:lnTo>
                  <a:pt x="781107" y="10495"/>
                </a:lnTo>
                <a:lnTo>
                  <a:pt x="718037" y="4754"/>
                </a:lnTo>
                <a:lnTo>
                  <a:pt x="652216" y="1211"/>
                </a:lnTo>
                <a:lnTo>
                  <a:pt x="584082" y="0"/>
                </a:lnTo>
                <a:lnTo>
                  <a:pt x="515974" y="1211"/>
                </a:lnTo>
                <a:lnTo>
                  <a:pt x="450171" y="4754"/>
                </a:lnTo>
                <a:lnTo>
                  <a:pt x="387113" y="10495"/>
                </a:lnTo>
                <a:lnTo>
                  <a:pt x="327236" y="18298"/>
                </a:lnTo>
                <a:lnTo>
                  <a:pt x="270982" y="28027"/>
                </a:lnTo>
                <a:lnTo>
                  <a:pt x="218787" y="39549"/>
                </a:lnTo>
                <a:lnTo>
                  <a:pt x="171090" y="52726"/>
                </a:lnTo>
                <a:lnTo>
                  <a:pt x="128330" y="67425"/>
                </a:lnTo>
                <a:lnTo>
                  <a:pt x="90945" y="83511"/>
                </a:lnTo>
                <a:lnTo>
                  <a:pt x="34055" y="119299"/>
                </a:lnTo>
                <a:lnTo>
                  <a:pt x="3930" y="159009"/>
                </a:lnTo>
                <a:lnTo>
                  <a:pt x="0" y="179997"/>
                </a:lnTo>
                <a:lnTo>
                  <a:pt x="3930" y="200960"/>
                </a:lnTo>
                <a:lnTo>
                  <a:pt x="34055" y="240631"/>
                </a:lnTo>
                <a:lnTo>
                  <a:pt x="90945" y="276391"/>
                </a:lnTo>
                <a:lnTo>
                  <a:pt x="128330" y="292466"/>
                </a:lnTo>
                <a:lnTo>
                  <a:pt x="171090" y="307158"/>
                </a:lnTo>
                <a:lnTo>
                  <a:pt x="218787" y="320329"/>
                </a:lnTo>
                <a:lnTo>
                  <a:pt x="270982" y="331846"/>
                </a:lnTo>
                <a:lnTo>
                  <a:pt x="327236" y="341573"/>
                </a:lnTo>
                <a:lnTo>
                  <a:pt x="387113" y="349374"/>
                </a:lnTo>
                <a:lnTo>
                  <a:pt x="450171" y="355114"/>
                </a:lnTo>
                <a:lnTo>
                  <a:pt x="515974" y="358657"/>
                </a:lnTo>
                <a:lnTo>
                  <a:pt x="584082" y="359869"/>
                </a:lnTo>
                <a:lnTo>
                  <a:pt x="652216" y="358657"/>
                </a:lnTo>
                <a:lnTo>
                  <a:pt x="718037" y="355114"/>
                </a:lnTo>
                <a:lnTo>
                  <a:pt x="781107" y="349374"/>
                </a:lnTo>
                <a:lnTo>
                  <a:pt x="840989" y="341573"/>
                </a:lnTo>
                <a:lnTo>
                  <a:pt x="897244" y="331846"/>
                </a:lnTo>
                <a:lnTo>
                  <a:pt x="949436" y="320329"/>
                </a:lnTo>
                <a:lnTo>
                  <a:pt x="997127" y="307158"/>
                </a:lnTo>
                <a:lnTo>
                  <a:pt x="1039879" y="292466"/>
                </a:lnTo>
                <a:lnTo>
                  <a:pt x="1077254" y="276391"/>
                </a:lnTo>
                <a:lnTo>
                  <a:pt x="1134124" y="240631"/>
                </a:lnTo>
                <a:lnTo>
                  <a:pt x="1164237" y="200960"/>
                </a:lnTo>
                <a:lnTo>
                  <a:pt x="1168165" y="179997"/>
                </a:lnTo>
                <a:close/>
              </a:path>
            </a:pathLst>
          </a:custGeom>
          <a:ln w="27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952673" y="3294081"/>
            <a:ext cx="1168400" cy="360045"/>
          </a:xfrm>
          <a:custGeom>
            <a:avLst/>
            <a:gdLst/>
            <a:ahLst/>
            <a:cxnLst/>
            <a:rect l="l" t="t" r="r" b="b"/>
            <a:pathLst>
              <a:path w="1168400" h="360045">
                <a:moveTo>
                  <a:pt x="1168165" y="179871"/>
                </a:moveTo>
                <a:lnTo>
                  <a:pt x="1152744" y="138651"/>
                </a:lnTo>
                <a:lnTo>
                  <a:pt x="1108815" y="100800"/>
                </a:lnTo>
                <a:lnTo>
                  <a:pt x="1039879" y="67402"/>
                </a:lnTo>
                <a:lnTo>
                  <a:pt x="997127" y="52710"/>
                </a:lnTo>
                <a:lnTo>
                  <a:pt x="949436" y="39539"/>
                </a:lnTo>
                <a:lnTo>
                  <a:pt x="897244" y="28022"/>
                </a:lnTo>
                <a:lnTo>
                  <a:pt x="840989" y="18295"/>
                </a:lnTo>
                <a:lnTo>
                  <a:pt x="781107" y="10494"/>
                </a:lnTo>
                <a:lnTo>
                  <a:pt x="718037" y="4754"/>
                </a:lnTo>
                <a:lnTo>
                  <a:pt x="652216" y="1211"/>
                </a:lnTo>
                <a:lnTo>
                  <a:pt x="584082" y="0"/>
                </a:lnTo>
                <a:lnTo>
                  <a:pt x="515974" y="1211"/>
                </a:lnTo>
                <a:lnTo>
                  <a:pt x="450171" y="4754"/>
                </a:lnTo>
                <a:lnTo>
                  <a:pt x="387113" y="10494"/>
                </a:lnTo>
                <a:lnTo>
                  <a:pt x="327236" y="18295"/>
                </a:lnTo>
                <a:lnTo>
                  <a:pt x="270982" y="28022"/>
                </a:lnTo>
                <a:lnTo>
                  <a:pt x="218787" y="39539"/>
                </a:lnTo>
                <a:lnTo>
                  <a:pt x="171090" y="52710"/>
                </a:lnTo>
                <a:lnTo>
                  <a:pt x="128330" y="67402"/>
                </a:lnTo>
                <a:lnTo>
                  <a:pt x="90945" y="83477"/>
                </a:lnTo>
                <a:lnTo>
                  <a:pt x="34055" y="119237"/>
                </a:lnTo>
                <a:lnTo>
                  <a:pt x="3930" y="158908"/>
                </a:lnTo>
                <a:lnTo>
                  <a:pt x="0" y="179871"/>
                </a:lnTo>
                <a:lnTo>
                  <a:pt x="3930" y="200859"/>
                </a:lnTo>
                <a:lnTo>
                  <a:pt x="34055" y="240569"/>
                </a:lnTo>
                <a:lnTo>
                  <a:pt x="90945" y="276357"/>
                </a:lnTo>
                <a:lnTo>
                  <a:pt x="128330" y="292443"/>
                </a:lnTo>
                <a:lnTo>
                  <a:pt x="171090" y="307142"/>
                </a:lnTo>
                <a:lnTo>
                  <a:pt x="218787" y="320319"/>
                </a:lnTo>
                <a:lnTo>
                  <a:pt x="270982" y="331841"/>
                </a:lnTo>
                <a:lnTo>
                  <a:pt x="327236" y="341570"/>
                </a:lnTo>
                <a:lnTo>
                  <a:pt x="387113" y="349373"/>
                </a:lnTo>
                <a:lnTo>
                  <a:pt x="450171" y="355114"/>
                </a:lnTo>
                <a:lnTo>
                  <a:pt x="515974" y="358657"/>
                </a:lnTo>
                <a:lnTo>
                  <a:pt x="584082" y="359869"/>
                </a:lnTo>
                <a:lnTo>
                  <a:pt x="652216" y="358657"/>
                </a:lnTo>
                <a:lnTo>
                  <a:pt x="718037" y="355114"/>
                </a:lnTo>
                <a:lnTo>
                  <a:pt x="781107" y="349373"/>
                </a:lnTo>
                <a:lnTo>
                  <a:pt x="840989" y="341570"/>
                </a:lnTo>
                <a:lnTo>
                  <a:pt x="897244" y="331841"/>
                </a:lnTo>
                <a:lnTo>
                  <a:pt x="949436" y="320319"/>
                </a:lnTo>
                <a:lnTo>
                  <a:pt x="997127" y="307142"/>
                </a:lnTo>
                <a:lnTo>
                  <a:pt x="1039879" y="292443"/>
                </a:lnTo>
                <a:lnTo>
                  <a:pt x="1077254" y="276357"/>
                </a:lnTo>
                <a:lnTo>
                  <a:pt x="1134124" y="240569"/>
                </a:lnTo>
                <a:lnTo>
                  <a:pt x="1164237" y="200859"/>
                </a:lnTo>
                <a:lnTo>
                  <a:pt x="1168165" y="179871"/>
                </a:lnTo>
                <a:close/>
              </a:path>
            </a:pathLst>
          </a:custGeom>
          <a:ln w="27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536756" y="2712071"/>
            <a:ext cx="0" cy="417830"/>
          </a:xfrm>
          <a:custGeom>
            <a:avLst/>
            <a:gdLst/>
            <a:ahLst/>
            <a:cxnLst/>
            <a:rect l="l" t="t" r="r" b="b"/>
            <a:pathLst>
              <a:path h="417830">
                <a:moveTo>
                  <a:pt x="0" y="0"/>
                </a:moveTo>
                <a:lnTo>
                  <a:pt x="0" y="417752"/>
                </a:lnTo>
              </a:path>
            </a:pathLst>
          </a:custGeom>
          <a:ln w="2967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472469" y="3114972"/>
            <a:ext cx="128905" cy="178435"/>
          </a:xfrm>
          <a:custGeom>
            <a:avLst/>
            <a:gdLst/>
            <a:ahLst/>
            <a:cxnLst/>
            <a:rect l="l" t="t" r="r" b="b"/>
            <a:pathLst>
              <a:path w="128904" h="178435">
                <a:moveTo>
                  <a:pt x="128575" y="0"/>
                </a:moveTo>
                <a:lnTo>
                  <a:pt x="0" y="0"/>
                </a:lnTo>
                <a:lnTo>
                  <a:pt x="64287" y="178220"/>
                </a:lnTo>
                <a:lnTo>
                  <a:pt x="1285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536756" y="3653950"/>
            <a:ext cx="0" cy="140335"/>
          </a:xfrm>
          <a:custGeom>
            <a:avLst/>
            <a:gdLst/>
            <a:ahLst/>
            <a:cxnLst/>
            <a:rect l="l" t="t" r="r" b="b"/>
            <a:pathLst>
              <a:path h="140335">
                <a:moveTo>
                  <a:pt x="0" y="0"/>
                </a:moveTo>
                <a:lnTo>
                  <a:pt x="0" y="140012"/>
                </a:lnTo>
              </a:path>
            </a:pathLst>
          </a:custGeom>
          <a:ln w="16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485656" y="3782158"/>
            <a:ext cx="102235" cy="142240"/>
          </a:xfrm>
          <a:custGeom>
            <a:avLst/>
            <a:gdLst/>
            <a:ahLst/>
            <a:cxnLst/>
            <a:rect l="l" t="t" r="r" b="b"/>
            <a:pathLst>
              <a:path w="102234" h="142239">
                <a:moveTo>
                  <a:pt x="102200" y="0"/>
                </a:moveTo>
                <a:lnTo>
                  <a:pt x="0" y="0"/>
                </a:lnTo>
                <a:lnTo>
                  <a:pt x="51100" y="141662"/>
                </a:lnTo>
                <a:lnTo>
                  <a:pt x="102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952673" y="3923820"/>
            <a:ext cx="1168400" cy="360045"/>
          </a:xfrm>
          <a:custGeom>
            <a:avLst/>
            <a:gdLst/>
            <a:ahLst/>
            <a:cxnLst/>
            <a:rect l="l" t="t" r="r" b="b"/>
            <a:pathLst>
              <a:path w="1168400" h="360045">
                <a:moveTo>
                  <a:pt x="1168165" y="179871"/>
                </a:moveTo>
                <a:lnTo>
                  <a:pt x="1152744" y="138611"/>
                </a:lnTo>
                <a:lnTo>
                  <a:pt x="1108815" y="100745"/>
                </a:lnTo>
                <a:lnTo>
                  <a:pt x="1039879" y="67348"/>
                </a:lnTo>
                <a:lnTo>
                  <a:pt x="997127" y="52663"/>
                </a:lnTo>
                <a:lnTo>
                  <a:pt x="949436" y="39499"/>
                </a:lnTo>
                <a:lnTo>
                  <a:pt x="897244" y="27990"/>
                </a:lnTo>
                <a:lnTo>
                  <a:pt x="840989" y="18273"/>
                </a:lnTo>
                <a:lnTo>
                  <a:pt x="781107" y="10480"/>
                </a:lnTo>
                <a:lnTo>
                  <a:pt x="718037" y="4747"/>
                </a:lnTo>
                <a:lnTo>
                  <a:pt x="652216" y="1209"/>
                </a:lnTo>
                <a:lnTo>
                  <a:pt x="584082" y="0"/>
                </a:lnTo>
                <a:lnTo>
                  <a:pt x="515974" y="1209"/>
                </a:lnTo>
                <a:lnTo>
                  <a:pt x="450171" y="4747"/>
                </a:lnTo>
                <a:lnTo>
                  <a:pt x="387113" y="10480"/>
                </a:lnTo>
                <a:lnTo>
                  <a:pt x="327236" y="18273"/>
                </a:lnTo>
                <a:lnTo>
                  <a:pt x="270982" y="27990"/>
                </a:lnTo>
                <a:lnTo>
                  <a:pt x="218787" y="39499"/>
                </a:lnTo>
                <a:lnTo>
                  <a:pt x="171090" y="52663"/>
                </a:lnTo>
                <a:lnTo>
                  <a:pt x="128330" y="67348"/>
                </a:lnTo>
                <a:lnTo>
                  <a:pt x="90945" y="83421"/>
                </a:lnTo>
                <a:lnTo>
                  <a:pt x="34055" y="119187"/>
                </a:lnTo>
                <a:lnTo>
                  <a:pt x="3930" y="158884"/>
                </a:lnTo>
                <a:lnTo>
                  <a:pt x="0" y="179871"/>
                </a:lnTo>
                <a:lnTo>
                  <a:pt x="3930" y="200857"/>
                </a:lnTo>
                <a:lnTo>
                  <a:pt x="34055" y="240554"/>
                </a:lnTo>
                <a:lnTo>
                  <a:pt x="90945" y="276320"/>
                </a:lnTo>
                <a:lnTo>
                  <a:pt x="128330" y="292393"/>
                </a:lnTo>
                <a:lnTo>
                  <a:pt x="171090" y="307078"/>
                </a:lnTo>
                <a:lnTo>
                  <a:pt x="218787" y="320242"/>
                </a:lnTo>
                <a:lnTo>
                  <a:pt x="270982" y="331751"/>
                </a:lnTo>
                <a:lnTo>
                  <a:pt x="327236" y="341468"/>
                </a:lnTo>
                <a:lnTo>
                  <a:pt x="387113" y="349261"/>
                </a:lnTo>
                <a:lnTo>
                  <a:pt x="450171" y="354994"/>
                </a:lnTo>
                <a:lnTo>
                  <a:pt x="515974" y="358532"/>
                </a:lnTo>
                <a:lnTo>
                  <a:pt x="584082" y="359742"/>
                </a:lnTo>
                <a:lnTo>
                  <a:pt x="652216" y="358532"/>
                </a:lnTo>
                <a:lnTo>
                  <a:pt x="718037" y="354994"/>
                </a:lnTo>
                <a:lnTo>
                  <a:pt x="781107" y="349261"/>
                </a:lnTo>
                <a:lnTo>
                  <a:pt x="840989" y="341468"/>
                </a:lnTo>
                <a:lnTo>
                  <a:pt x="897244" y="331751"/>
                </a:lnTo>
                <a:lnTo>
                  <a:pt x="949436" y="320242"/>
                </a:lnTo>
                <a:lnTo>
                  <a:pt x="997127" y="307078"/>
                </a:lnTo>
                <a:lnTo>
                  <a:pt x="1039879" y="292393"/>
                </a:lnTo>
                <a:lnTo>
                  <a:pt x="1077254" y="276320"/>
                </a:lnTo>
                <a:lnTo>
                  <a:pt x="1134124" y="240554"/>
                </a:lnTo>
                <a:lnTo>
                  <a:pt x="1164237" y="200857"/>
                </a:lnTo>
                <a:lnTo>
                  <a:pt x="1168165" y="179871"/>
                </a:lnTo>
                <a:close/>
              </a:path>
            </a:pathLst>
          </a:custGeom>
          <a:ln w="27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952673" y="4882710"/>
            <a:ext cx="1168400" cy="360045"/>
          </a:xfrm>
          <a:custGeom>
            <a:avLst/>
            <a:gdLst/>
            <a:ahLst/>
            <a:cxnLst/>
            <a:rect l="l" t="t" r="r" b="b"/>
            <a:pathLst>
              <a:path w="1168400" h="360045">
                <a:moveTo>
                  <a:pt x="1168165" y="179871"/>
                </a:moveTo>
                <a:lnTo>
                  <a:pt x="1152744" y="138611"/>
                </a:lnTo>
                <a:lnTo>
                  <a:pt x="1108815" y="100745"/>
                </a:lnTo>
                <a:lnTo>
                  <a:pt x="1039879" y="67348"/>
                </a:lnTo>
                <a:lnTo>
                  <a:pt x="997127" y="52663"/>
                </a:lnTo>
                <a:lnTo>
                  <a:pt x="949436" y="39499"/>
                </a:lnTo>
                <a:lnTo>
                  <a:pt x="897244" y="27990"/>
                </a:lnTo>
                <a:lnTo>
                  <a:pt x="840989" y="18273"/>
                </a:lnTo>
                <a:lnTo>
                  <a:pt x="781107" y="10480"/>
                </a:lnTo>
                <a:lnTo>
                  <a:pt x="718037" y="4747"/>
                </a:lnTo>
                <a:lnTo>
                  <a:pt x="652216" y="1209"/>
                </a:lnTo>
                <a:lnTo>
                  <a:pt x="584082" y="0"/>
                </a:lnTo>
                <a:lnTo>
                  <a:pt x="515974" y="1209"/>
                </a:lnTo>
                <a:lnTo>
                  <a:pt x="450171" y="4747"/>
                </a:lnTo>
                <a:lnTo>
                  <a:pt x="387113" y="10480"/>
                </a:lnTo>
                <a:lnTo>
                  <a:pt x="327236" y="18273"/>
                </a:lnTo>
                <a:lnTo>
                  <a:pt x="270982" y="27990"/>
                </a:lnTo>
                <a:lnTo>
                  <a:pt x="218787" y="39499"/>
                </a:lnTo>
                <a:lnTo>
                  <a:pt x="171090" y="52663"/>
                </a:lnTo>
                <a:lnTo>
                  <a:pt x="128330" y="67348"/>
                </a:lnTo>
                <a:lnTo>
                  <a:pt x="90945" y="83421"/>
                </a:lnTo>
                <a:lnTo>
                  <a:pt x="34055" y="119187"/>
                </a:lnTo>
                <a:lnTo>
                  <a:pt x="3930" y="158884"/>
                </a:lnTo>
                <a:lnTo>
                  <a:pt x="0" y="179871"/>
                </a:lnTo>
                <a:lnTo>
                  <a:pt x="3930" y="200857"/>
                </a:lnTo>
                <a:lnTo>
                  <a:pt x="34055" y="240554"/>
                </a:lnTo>
                <a:lnTo>
                  <a:pt x="90945" y="276320"/>
                </a:lnTo>
                <a:lnTo>
                  <a:pt x="128330" y="292393"/>
                </a:lnTo>
                <a:lnTo>
                  <a:pt x="171090" y="307078"/>
                </a:lnTo>
                <a:lnTo>
                  <a:pt x="218787" y="320242"/>
                </a:lnTo>
                <a:lnTo>
                  <a:pt x="270982" y="331751"/>
                </a:lnTo>
                <a:lnTo>
                  <a:pt x="327236" y="341468"/>
                </a:lnTo>
                <a:lnTo>
                  <a:pt x="387113" y="349261"/>
                </a:lnTo>
                <a:lnTo>
                  <a:pt x="450171" y="354994"/>
                </a:lnTo>
                <a:lnTo>
                  <a:pt x="515974" y="358532"/>
                </a:lnTo>
                <a:lnTo>
                  <a:pt x="584082" y="359742"/>
                </a:lnTo>
                <a:lnTo>
                  <a:pt x="652216" y="358532"/>
                </a:lnTo>
                <a:lnTo>
                  <a:pt x="718037" y="354994"/>
                </a:lnTo>
                <a:lnTo>
                  <a:pt x="781107" y="349261"/>
                </a:lnTo>
                <a:lnTo>
                  <a:pt x="840989" y="341468"/>
                </a:lnTo>
                <a:lnTo>
                  <a:pt x="897244" y="331751"/>
                </a:lnTo>
                <a:lnTo>
                  <a:pt x="949436" y="320242"/>
                </a:lnTo>
                <a:lnTo>
                  <a:pt x="997127" y="307078"/>
                </a:lnTo>
                <a:lnTo>
                  <a:pt x="1039879" y="292393"/>
                </a:lnTo>
                <a:lnTo>
                  <a:pt x="1077254" y="276320"/>
                </a:lnTo>
                <a:lnTo>
                  <a:pt x="1134124" y="240554"/>
                </a:lnTo>
                <a:lnTo>
                  <a:pt x="1164237" y="200857"/>
                </a:lnTo>
                <a:lnTo>
                  <a:pt x="1168165" y="179871"/>
                </a:lnTo>
                <a:close/>
              </a:path>
            </a:pathLst>
          </a:custGeom>
          <a:ln w="27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536756" y="4283562"/>
            <a:ext cx="0" cy="436245"/>
          </a:xfrm>
          <a:custGeom>
            <a:avLst/>
            <a:gdLst/>
            <a:ahLst/>
            <a:cxnLst/>
            <a:rect l="l" t="t" r="r" b="b"/>
            <a:pathLst>
              <a:path h="436245">
                <a:moveTo>
                  <a:pt x="0" y="0"/>
                </a:moveTo>
                <a:lnTo>
                  <a:pt x="0" y="435777"/>
                </a:lnTo>
              </a:path>
            </a:pathLst>
          </a:custGeom>
          <a:ln w="2967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472469" y="4704489"/>
            <a:ext cx="128905" cy="178435"/>
          </a:xfrm>
          <a:custGeom>
            <a:avLst/>
            <a:gdLst/>
            <a:ahLst/>
            <a:cxnLst/>
            <a:rect l="l" t="t" r="r" b="b"/>
            <a:pathLst>
              <a:path w="128904" h="178435">
                <a:moveTo>
                  <a:pt x="128575" y="0"/>
                </a:moveTo>
                <a:lnTo>
                  <a:pt x="0" y="0"/>
                </a:lnTo>
                <a:lnTo>
                  <a:pt x="64287" y="178220"/>
                </a:lnTo>
                <a:lnTo>
                  <a:pt x="1285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536756" y="5242452"/>
            <a:ext cx="0" cy="814705"/>
          </a:xfrm>
          <a:custGeom>
            <a:avLst/>
            <a:gdLst/>
            <a:ahLst/>
            <a:cxnLst/>
            <a:rect l="l" t="t" r="r" b="b"/>
            <a:pathLst>
              <a:path h="814704">
                <a:moveTo>
                  <a:pt x="0" y="0"/>
                </a:moveTo>
                <a:lnTo>
                  <a:pt x="0" y="814319"/>
                </a:lnTo>
              </a:path>
            </a:pathLst>
          </a:custGeom>
          <a:ln w="16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485656" y="6044966"/>
            <a:ext cx="102235" cy="142240"/>
          </a:xfrm>
          <a:custGeom>
            <a:avLst/>
            <a:gdLst/>
            <a:ahLst/>
            <a:cxnLst/>
            <a:rect l="l" t="t" r="r" b="b"/>
            <a:pathLst>
              <a:path w="102234" h="142239">
                <a:moveTo>
                  <a:pt x="102200" y="0"/>
                </a:moveTo>
                <a:lnTo>
                  <a:pt x="0" y="0"/>
                </a:lnTo>
                <a:lnTo>
                  <a:pt x="51100" y="141662"/>
                </a:lnTo>
                <a:lnTo>
                  <a:pt x="102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962014" y="6169492"/>
            <a:ext cx="1168400" cy="360045"/>
          </a:xfrm>
          <a:custGeom>
            <a:avLst/>
            <a:gdLst/>
            <a:ahLst/>
            <a:cxnLst/>
            <a:rect l="l" t="t" r="r" b="b"/>
            <a:pathLst>
              <a:path w="1168400" h="360045">
                <a:moveTo>
                  <a:pt x="584082" y="0"/>
                </a:moveTo>
                <a:lnTo>
                  <a:pt x="515949" y="1210"/>
                </a:lnTo>
                <a:lnTo>
                  <a:pt x="450128" y="4751"/>
                </a:lnTo>
                <a:lnTo>
                  <a:pt x="387058" y="10487"/>
                </a:lnTo>
                <a:lnTo>
                  <a:pt x="327176" y="18285"/>
                </a:lnTo>
                <a:lnTo>
                  <a:pt x="270921" y="28008"/>
                </a:lnTo>
                <a:lnTo>
                  <a:pt x="218729" y="39522"/>
                </a:lnTo>
                <a:lnTo>
                  <a:pt x="171038" y="52691"/>
                </a:lnTo>
                <a:lnTo>
                  <a:pt x="128286" y="67382"/>
                </a:lnTo>
                <a:lnTo>
                  <a:pt x="90911" y="83459"/>
                </a:lnTo>
                <a:lnTo>
                  <a:pt x="34041" y="119230"/>
                </a:lnTo>
                <a:lnTo>
                  <a:pt x="3928" y="158926"/>
                </a:lnTo>
                <a:lnTo>
                  <a:pt x="0" y="179909"/>
                </a:lnTo>
                <a:lnTo>
                  <a:pt x="3928" y="200891"/>
                </a:lnTo>
                <a:lnTo>
                  <a:pt x="34041" y="240587"/>
                </a:lnTo>
                <a:lnTo>
                  <a:pt x="90911" y="276359"/>
                </a:lnTo>
                <a:lnTo>
                  <a:pt x="128286" y="292436"/>
                </a:lnTo>
                <a:lnTo>
                  <a:pt x="171038" y="307127"/>
                </a:lnTo>
                <a:lnTo>
                  <a:pt x="218729" y="320297"/>
                </a:lnTo>
                <a:lnTo>
                  <a:pt x="270921" y="331811"/>
                </a:lnTo>
                <a:lnTo>
                  <a:pt x="327176" y="341535"/>
                </a:lnTo>
                <a:lnTo>
                  <a:pt x="387058" y="349332"/>
                </a:lnTo>
                <a:lnTo>
                  <a:pt x="450128" y="355069"/>
                </a:lnTo>
                <a:lnTo>
                  <a:pt x="515949" y="358610"/>
                </a:lnTo>
                <a:lnTo>
                  <a:pt x="584082" y="359820"/>
                </a:lnTo>
                <a:lnTo>
                  <a:pt x="652191" y="358610"/>
                </a:lnTo>
                <a:lnTo>
                  <a:pt x="717994" y="355069"/>
                </a:lnTo>
                <a:lnTo>
                  <a:pt x="781052" y="349332"/>
                </a:lnTo>
                <a:lnTo>
                  <a:pt x="840928" y="341535"/>
                </a:lnTo>
                <a:lnTo>
                  <a:pt x="897183" y="331811"/>
                </a:lnTo>
                <a:lnTo>
                  <a:pt x="949378" y="320297"/>
                </a:lnTo>
                <a:lnTo>
                  <a:pt x="997075" y="307127"/>
                </a:lnTo>
                <a:lnTo>
                  <a:pt x="1039835" y="292436"/>
                </a:lnTo>
                <a:lnTo>
                  <a:pt x="1077220" y="276359"/>
                </a:lnTo>
                <a:lnTo>
                  <a:pt x="1134110" y="240587"/>
                </a:lnTo>
                <a:lnTo>
                  <a:pt x="1164235" y="200891"/>
                </a:lnTo>
                <a:lnTo>
                  <a:pt x="1168165" y="179909"/>
                </a:lnTo>
                <a:lnTo>
                  <a:pt x="1164235" y="158926"/>
                </a:lnTo>
                <a:lnTo>
                  <a:pt x="1134110" y="119230"/>
                </a:lnTo>
                <a:lnTo>
                  <a:pt x="1077220" y="83459"/>
                </a:lnTo>
                <a:lnTo>
                  <a:pt x="1039835" y="67382"/>
                </a:lnTo>
                <a:lnTo>
                  <a:pt x="997075" y="52691"/>
                </a:lnTo>
                <a:lnTo>
                  <a:pt x="949378" y="39522"/>
                </a:lnTo>
                <a:lnTo>
                  <a:pt x="897183" y="28008"/>
                </a:lnTo>
                <a:lnTo>
                  <a:pt x="840928" y="18285"/>
                </a:lnTo>
                <a:lnTo>
                  <a:pt x="781052" y="10487"/>
                </a:lnTo>
                <a:lnTo>
                  <a:pt x="717994" y="4751"/>
                </a:lnTo>
                <a:lnTo>
                  <a:pt x="652191" y="1210"/>
                </a:lnTo>
                <a:lnTo>
                  <a:pt x="5840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962014" y="6169492"/>
            <a:ext cx="1168400" cy="360045"/>
          </a:xfrm>
          <a:custGeom>
            <a:avLst/>
            <a:gdLst/>
            <a:ahLst/>
            <a:cxnLst/>
            <a:rect l="l" t="t" r="r" b="b"/>
            <a:pathLst>
              <a:path w="1168400" h="360045">
                <a:moveTo>
                  <a:pt x="1168165" y="179909"/>
                </a:moveTo>
                <a:lnTo>
                  <a:pt x="1152737" y="138655"/>
                </a:lnTo>
                <a:lnTo>
                  <a:pt x="1108791" y="100787"/>
                </a:lnTo>
                <a:lnTo>
                  <a:pt x="1039835" y="67382"/>
                </a:lnTo>
                <a:lnTo>
                  <a:pt x="997075" y="52691"/>
                </a:lnTo>
                <a:lnTo>
                  <a:pt x="949378" y="39522"/>
                </a:lnTo>
                <a:lnTo>
                  <a:pt x="897183" y="28008"/>
                </a:lnTo>
                <a:lnTo>
                  <a:pt x="840928" y="18285"/>
                </a:lnTo>
                <a:lnTo>
                  <a:pt x="781052" y="10487"/>
                </a:lnTo>
                <a:lnTo>
                  <a:pt x="717994" y="4751"/>
                </a:lnTo>
                <a:lnTo>
                  <a:pt x="652191" y="1210"/>
                </a:lnTo>
                <a:lnTo>
                  <a:pt x="584082" y="0"/>
                </a:lnTo>
                <a:lnTo>
                  <a:pt x="515949" y="1210"/>
                </a:lnTo>
                <a:lnTo>
                  <a:pt x="450128" y="4751"/>
                </a:lnTo>
                <a:lnTo>
                  <a:pt x="387058" y="10487"/>
                </a:lnTo>
                <a:lnTo>
                  <a:pt x="327176" y="18285"/>
                </a:lnTo>
                <a:lnTo>
                  <a:pt x="270921" y="28008"/>
                </a:lnTo>
                <a:lnTo>
                  <a:pt x="218729" y="39522"/>
                </a:lnTo>
                <a:lnTo>
                  <a:pt x="171038" y="52691"/>
                </a:lnTo>
                <a:lnTo>
                  <a:pt x="128286" y="67382"/>
                </a:lnTo>
                <a:lnTo>
                  <a:pt x="90911" y="83459"/>
                </a:lnTo>
                <a:lnTo>
                  <a:pt x="34041" y="119230"/>
                </a:lnTo>
                <a:lnTo>
                  <a:pt x="3928" y="158926"/>
                </a:lnTo>
                <a:lnTo>
                  <a:pt x="0" y="179909"/>
                </a:lnTo>
                <a:lnTo>
                  <a:pt x="3928" y="200891"/>
                </a:lnTo>
                <a:lnTo>
                  <a:pt x="34041" y="240587"/>
                </a:lnTo>
                <a:lnTo>
                  <a:pt x="90911" y="276359"/>
                </a:lnTo>
                <a:lnTo>
                  <a:pt x="128286" y="292436"/>
                </a:lnTo>
                <a:lnTo>
                  <a:pt x="171038" y="307127"/>
                </a:lnTo>
                <a:lnTo>
                  <a:pt x="218729" y="320297"/>
                </a:lnTo>
                <a:lnTo>
                  <a:pt x="270921" y="331811"/>
                </a:lnTo>
                <a:lnTo>
                  <a:pt x="327176" y="341535"/>
                </a:lnTo>
                <a:lnTo>
                  <a:pt x="387058" y="349332"/>
                </a:lnTo>
                <a:lnTo>
                  <a:pt x="450128" y="355069"/>
                </a:lnTo>
                <a:lnTo>
                  <a:pt x="515949" y="358610"/>
                </a:lnTo>
                <a:lnTo>
                  <a:pt x="584082" y="359820"/>
                </a:lnTo>
                <a:lnTo>
                  <a:pt x="652191" y="358610"/>
                </a:lnTo>
                <a:lnTo>
                  <a:pt x="717994" y="355069"/>
                </a:lnTo>
                <a:lnTo>
                  <a:pt x="781052" y="349332"/>
                </a:lnTo>
                <a:lnTo>
                  <a:pt x="840928" y="341535"/>
                </a:lnTo>
                <a:lnTo>
                  <a:pt x="897183" y="331811"/>
                </a:lnTo>
                <a:lnTo>
                  <a:pt x="949378" y="320297"/>
                </a:lnTo>
                <a:lnTo>
                  <a:pt x="997075" y="307127"/>
                </a:lnTo>
                <a:lnTo>
                  <a:pt x="1039835" y="292436"/>
                </a:lnTo>
                <a:lnTo>
                  <a:pt x="1077220" y="276359"/>
                </a:lnTo>
                <a:lnTo>
                  <a:pt x="1134110" y="240587"/>
                </a:lnTo>
                <a:lnTo>
                  <a:pt x="1164235" y="200891"/>
                </a:lnTo>
                <a:lnTo>
                  <a:pt x="1168165" y="179909"/>
                </a:lnTo>
                <a:close/>
              </a:path>
            </a:pathLst>
          </a:custGeom>
          <a:ln w="27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2481072" y="64007"/>
          <a:ext cx="5342254" cy="64426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7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1" spc="5" dirty="0">
                          <a:latin typeface="华文楷体"/>
                          <a:cs typeface="华文楷体"/>
                        </a:rPr>
                        <a:t>片</a:t>
                      </a:r>
                      <a:r>
                        <a:rPr sz="1800" b="1" dirty="0">
                          <a:latin typeface="华文楷体"/>
                          <a:cs typeface="华文楷体"/>
                        </a:rPr>
                        <a:t>1</a:t>
                      </a:r>
                      <a:r>
                        <a:rPr sz="1800" b="1" spc="5" dirty="0">
                          <a:latin typeface="华文楷体"/>
                          <a:cs typeface="华文楷体"/>
                        </a:rPr>
                        <a:t>状态</a:t>
                      </a:r>
                      <a:r>
                        <a:rPr sz="1800" b="1" spc="-5" dirty="0">
                          <a:latin typeface="华文楷体"/>
                          <a:cs typeface="华文楷体"/>
                        </a:rPr>
                        <a:t>转换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T="26670" marB="0"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6202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1" spc="15" dirty="0">
                          <a:latin typeface="华文楷体"/>
                          <a:cs typeface="华文楷体"/>
                        </a:rPr>
                        <a:t>片</a:t>
                      </a:r>
                      <a:r>
                        <a:rPr sz="1800" b="1" spc="5" dirty="0">
                          <a:latin typeface="华文楷体"/>
                          <a:cs typeface="华文楷体"/>
                        </a:rPr>
                        <a:t>2</a:t>
                      </a:r>
                      <a:r>
                        <a:rPr sz="1800" b="1" spc="10" dirty="0">
                          <a:latin typeface="华文楷体"/>
                          <a:cs typeface="华文楷体"/>
                        </a:rPr>
                        <a:t>状态</a:t>
                      </a:r>
                      <a:r>
                        <a:rPr sz="1800" b="1" dirty="0">
                          <a:latin typeface="华文楷体"/>
                          <a:cs typeface="华文楷体"/>
                        </a:rPr>
                        <a:t>转换</a:t>
                      </a:r>
                      <a:endParaRPr sz="1800">
                        <a:latin typeface="华文楷体"/>
                        <a:cs typeface="华文楷体"/>
                      </a:endParaRPr>
                    </a:p>
                  </a:txBody>
                  <a:tcPr marL="0" marR="0" marT="27940" marB="0"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5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R="922655" algn="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0000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49960" algn="r">
                        <a:lnSpc>
                          <a:spcPct val="100000"/>
                        </a:lnSpc>
                        <a:spcBef>
                          <a:spcPts val="231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0000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9400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661">
                <a:tc>
                  <a:txBody>
                    <a:bodyPr/>
                    <a:lstStyle/>
                    <a:p>
                      <a:pPr marR="922655" algn="r">
                        <a:lnSpc>
                          <a:spcPct val="100000"/>
                        </a:lnSpc>
                        <a:spcBef>
                          <a:spcPts val="21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1001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77495" marB="0"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49960" algn="r">
                        <a:lnSpc>
                          <a:spcPct val="100000"/>
                        </a:lnSpc>
                        <a:spcBef>
                          <a:spcPts val="219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0000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78765" marB="0"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9350">
                <a:tc>
                  <a:txBody>
                    <a:bodyPr/>
                    <a:lstStyle/>
                    <a:p>
                      <a:pPr marR="922655" algn="r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0000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65735" marB="0"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949960" algn="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0001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66370" marB="0"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369">
                <a:tc>
                  <a:txBody>
                    <a:bodyPr/>
                    <a:lstStyle/>
                    <a:p>
                      <a:pPr marR="922655" algn="r">
                        <a:lnSpc>
                          <a:spcPct val="100000"/>
                        </a:lnSpc>
                        <a:spcBef>
                          <a:spcPts val="211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1001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8605" marB="0"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49960" algn="r">
                        <a:lnSpc>
                          <a:spcPct val="100000"/>
                        </a:lnSpc>
                        <a:spcBef>
                          <a:spcPts val="212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0001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9240" marB="0"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9627">
                <a:tc>
                  <a:txBody>
                    <a:bodyPr/>
                    <a:lstStyle/>
                    <a:p>
                      <a:pPr marR="922655"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0000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67640" marB="0"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949960" algn="r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0010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68275" marB="0"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75380">
                <a:tc>
                  <a:txBody>
                    <a:bodyPr/>
                    <a:lstStyle/>
                    <a:p>
                      <a:pPr marR="922655" algn="r">
                        <a:lnSpc>
                          <a:spcPct val="100000"/>
                        </a:lnSpc>
                        <a:spcBef>
                          <a:spcPts val="21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1000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76860" marB="0"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49960" algn="r">
                        <a:lnSpc>
                          <a:spcPct val="100000"/>
                        </a:lnSpc>
                        <a:spcBef>
                          <a:spcPts val="21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0010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77495" marB="0"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15">
                <a:tc>
                  <a:txBody>
                    <a:bodyPr/>
                    <a:lstStyle/>
                    <a:p>
                      <a:pPr marR="913765" algn="r">
                        <a:lnSpc>
                          <a:spcPts val="2825"/>
                        </a:lnSpc>
                        <a:spcBef>
                          <a:spcPts val="14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0000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7960" marB="0"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940435" algn="r">
                        <a:lnSpc>
                          <a:spcPts val="2820"/>
                        </a:lnSpc>
                        <a:spcBef>
                          <a:spcPts val="149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0000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9230" marB="0"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6" name="object 46"/>
          <p:cNvSpPr/>
          <p:nvPr/>
        </p:nvSpPr>
        <p:spPr>
          <a:xfrm>
            <a:off x="7222617" y="4908041"/>
            <a:ext cx="2530475" cy="636905"/>
          </a:xfrm>
          <a:custGeom>
            <a:avLst/>
            <a:gdLst/>
            <a:ahLst/>
            <a:cxnLst/>
            <a:rect l="l" t="t" r="r" b="b"/>
            <a:pathLst>
              <a:path w="2530475" h="636904">
                <a:moveTo>
                  <a:pt x="2441321" y="0"/>
                </a:moveTo>
                <a:lnTo>
                  <a:pt x="653160" y="0"/>
                </a:lnTo>
                <a:lnTo>
                  <a:pt x="618535" y="6979"/>
                </a:lnTo>
                <a:lnTo>
                  <a:pt x="590280" y="26019"/>
                </a:lnTo>
                <a:lnTo>
                  <a:pt x="571240" y="54274"/>
                </a:lnTo>
                <a:lnTo>
                  <a:pt x="564260" y="88899"/>
                </a:lnTo>
                <a:lnTo>
                  <a:pt x="564260" y="311149"/>
                </a:lnTo>
                <a:lnTo>
                  <a:pt x="0" y="636396"/>
                </a:lnTo>
                <a:lnTo>
                  <a:pt x="564260" y="444499"/>
                </a:lnTo>
                <a:lnTo>
                  <a:pt x="2530221" y="444499"/>
                </a:lnTo>
                <a:lnTo>
                  <a:pt x="2530221" y="88899"/>
                </a:lnTo>
                <a:lnTo>
                  <a:pt x="2523241" y="54274"/>
                </a:lnTo>
                <a:lnTo>
                  <a:pt x="2504201" y="26019"/>
                </a:lnTo>
                <a:lnTo>
                  <a:pt x="2475946" y="6979"/>
                </a:lnTo>
                <a:lnTo>
                  <a:pt x="2441321" y="0"/>
                </a:lnTo>
                <a:close/>
              </a:path>
              <a:path w="2530475" h="636904">
                <a:moveTo>
                  <a:pt x="2530221" y="444499"/>
                </a:moveTo>
                <a:lnTo>
                  <a:pt x="564260" y="444499"/>
                </a:lnTo>
                <a:lnTo>
                  <a:pt x="571240" y="479125"/>
                </a:lnTo>
                <a:lnTo>
                  <a:pt x="590280" y="507380"/>
                </a:lnTo>
                <a:lnTo>
                  <a:pt x="618535" y="526420"/>
                </a:lnTo>
                <a:lnTo>
                  <a:pt x="653160" y="533399"/>
                </a:lnTo>
                <a:lnTo>
                  <a:pt x="2441321" y="533399"/>
                </a:lnTo>
                <a:lnTo>
                  <a:pt x="2475946" y="526420"/>
                </a:lnTo>
                <a:lnTo>
                  <a:pt x="2504201" y="507380"/>
                </a:lnTo>
                <a:lnTo>
                  <a:pt x="2523241" y="479125"/>
                </a:lnTo>
                <a:lnTo>
                  <a:pt x="2530221" y="444499"/>
                </a:lnTo>
                <a:close/>
              </a:path>
            </a:pathLst>
          </a:custGeom>
          <a:solidFill>
            <a:srgbClr val="C4F4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222617" y="4908041"/>
            <a:ext cx="2530475" cy="636905"/>
          </a:xfrm>
          <a:custGeom>
            <a:avLst/>
            <a:gdLst/>
            <a:ahLst/>
            <a:cxnLst/>
            <a:rect l="l" t="t" r="r" b="b"/>
            <a:pathLst>
              <a:path w="2530475" h="636904">
                <a:moveTo>
                  <a:pt x="564260" y="88899"/>
                </a:moveTo>
                <a:lnTo>
                  <a:pt x="571240" y="54274"/>
                </a:lnTo>
                <a:lnTo>
                  <a:pt x="590280" y="26019"/>
                </a:lnTo>
                <a:lnTo>
                  <a:pt x="618535" y="6979"/>
                </a:lnTo>
                <a:lnTo>
                  <a:pt x="653160" y="0"/>
                </a:lnTo>
                <a:lnTo>
                  <a:pt x="891921" y="0"/>
                </a:lnTo>
                <a:lnTo>
                  <a:pt x="1383410" y="0"/>
                </a:lnTo>
                <a:lnTo>
                  <a:pt x="2441321" y="0"/>
                </a:lnTo>
                <a:lnTo>
                  <a:pt x="2475946" y="6979"/>
                </a:lnTo>
                <a:lnTo>
                  <a:pt x="2504201" y="26019"/>
                </a:lnTo>
                <a:lnTo>
                  <a:pt x="2523241" y="54274"/>
                </a:lnTo>
                <a:lnTo>
                  <a:pt x="2530221" y="88899"/>
                </a:lnTo>
                <a:lnTo>
                  <a:pt x="2530221" y="311149"/>
                </a:lnTo>
                <a:lnTo>
                  <a:pt x="2530221" y="444499"/>
                </a:lnTo>
                <a:lnTo>
                  <a:pt x="2523241" y="479125"/>
                </a:lnTo>
                <a:lnTo>
                  <a:pt x="2504201" y="507380"/>
                </a:lnTo>
                <a:lnTo>
                  <a:pt x="2475946" y="526420"/>
                </a:lnTo>
                <a:lnTo>
                  <a:pt x="2441321" y="533399"/>
                </a:lnTo>
                <a:lnTo>
                  <a:pt x="1383410" y="533399"/>
                </a:lnTo>
                <a:lnTo>
                  <a:pt x="891921" y="533399"/>
                </a:lnTo>
                <a:lnTo>
                  <a:pt x="653160" y="533399"/>
                </a:lnTo>
                <a:lnTo>
                  <a:pt x="618535" y="526420"/>
                </a:lnTo>
                <a:lnTo>
                  <a:pt x="590280" y="507380"/>
                </a:lnTo>
                <a:lnTo>
                  <a:pt x="571240" y="479125"/>
                </a:lnTo>
                <a:lnTo>
                  <a:pt x="564260" y="444499"/>
                </a:lnTo>
                <a:lnTo>
                  <a:pt x="0" y="636396"/>
                </a:lnTo>
                <a:lnTo>
                  <a:pt x="564260" y="311149"/>
                </a:lnTo>
                <a:lnTo>
                  <a:pt x="564260" y="88899"/>
                </a:lnTo>
                <a:close/>
              </a:path>
            </a:pathLst>
          </a:custGeom>
          <a:ln w="28955">
            <a:solidFill>
              <a:srgbClr val="4D4D7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8184006" y="5006162"/>
            <a:ext cx="1176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华文楷体"/>
                <a:cs typeface="华文楷体"/>
              </a:rPr>
              <a:t>无</a:t>
            </a:r>
            <a:r>
              <a:rPr sz="1800" b="1" spc="10" dirty="0">
                <a:latin typeface="华文楷体"/>
                <a:cs typeface="华文楷体"/>
              </a:rPr>
              <a:t>过渡状态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967604" y="6539775"/>
            <a:ext cx="48450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135</a:t>
            </a:r>
            <a:endParaRPr sz="1800">
              <a:latin typeface="Franklin Gothic Medium"/>
              <a:cs typeface="Franklin Gothic Medium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0" name="墨迹 49">
                <a:extLst>
                  <a:ext uri="{FF2B5EF4-FFF2-40B4-BE49-F238E27FC236}">
                    <a16:creationId xmlns:a16="http://schemas.microsoft.com/office/drawing/2014/main" id="{2B1024D9-006F-ABE9-EA49-D21FAF18CCFB}"/>
                  </a:ext>
                </a:extLst>
              </p14:cNvPr>
              <p14:cNvContentPartPr/>
              <p14:nvPr/>
            </p14:nvContentPartPr>
            <p14:xfrm>
              <a:off x="8220255" y="5085135"/>
              <a:ext cx="1661400" cy="182520"/>
            </p14:xfrm>
          </p:contentPart>
        </mc:Choice>
        <mc:Fallback>
          <p:pic>
            <p:nvPicPr>
              <p:cNvPr id="50" name="墨迹 49">
                <a:extLst>
                  <a:ext uri="{FF2B5EF4-FFF2-40B4-BE49-F238E27FC236}">
                    <a16:creationId xmlns:a16="http://schemas.microsoft.com/office/drawing/2014/main" id="{2B1024D9-006F-ABE9-EA49-D21FAF18CC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66255" y="4977495"/>
                <a:ext cx="1769040" cy="398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74928"/>
            <a:ext cx="32365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-5" dirty="0">
                <a:solidFill>
                  <a:srgbClr val="666699"/>
                </a:solidFill>
                <a:latin typeface="隶书"/>
                <a:cs typeface="隶书"/>
              </a:rPr>
              <a:t>序列脉冲发生器</a:t>
            </a:r>
            <a:endParaRPr sz="3600">
              <a:latin typeface="隶书"/>
              <a:cs typeface="隶书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94528" y="6539775"/>
            <a:ext cx="429259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r>
              <a:rPr sz="1800" spc="-5" dirty="0">
                <a:latin typeface="Franklin Gothic Medium"/>
                <a:cs typeface="Franklin Gothic Medium"/>
              </a:rPr>
              <a:t>1</a:t>
            </a:r>
            <a:r>
              <a:rPr sz="1800" spc="10" dirty="0">
                <a:latin typeface="Franklin Gothic Medium"/>
                <a:cs typeface="Franklin Gothic Medium"/>
              </a:rPr>
              <a:t>4</a:t>
            </a:r>
            <a:r>
              <a:rPr sz="1800" dirty="0">
                <a:latin typeface="Franklin Gothic Medium"/>
                <a:cs typeface="Franklin Gothic Medium"/>
              </a:rPr>
              <a:t>5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800" y="2590800"/>
            <a:ext cx="8421370" cy="2738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62585" indent="457200" algn="just">
              <a:lnSpc>
                <a:spcPct val="150000"/>
              </a:lnSpc>
              <a:spcBef>
                <a:spcPts val="95"/>
              </a:spcBef>
            </a:pPr>
            <a:r>
              <a:rPr sz="2800" b="1" spc="40" dirty="0">
                <a:solidFill>
                  <a:srgbClr val="7E4D00"/>
                </a:solidFill>
                <a:latin typeface="华文楷体"/>
                <a:cs typeface="华文楷体"/>
              </a:rPr>
              <a:t>在数字信号的传输和数字系统的测试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中</a:t>
            </a:r>
            <a:r>
              <a:rPr sz="2800" b="1" spc="35" dirty="0">
                <a:solidFill>
                  <a:srgbClr val="7E4D00"/>
                </a:solidFill>
                <a:latin typeface="华文楷体"/>
                <a:cs typeface="华文楷体"/>
              </a:rPr>
              <a:t>，有</a:t>
            </a:r>
            <a:r>
              <a:rPr sz="2800" b="1" spc="45" dirty="0">
                <a:solidFill>
                  <a:srgbClr val="7E4D00"/>
                </a:solidFill>
                <a:latin typeface="华文楷体"/>
                <a:cs typeface="华文楷体"/>
              </a:rPr>
              <a:t>时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需 </a:t>
            </a:r>
            <a:r>
              <a:rPr sz="2800" b="1" spc="75" dirty="0">
                <a:solidFill>
                  <a:srgbClr val="7E4D00"/>
                </a:solidFill>
                <a:latin typeface="华文楷体"/>
                <a:cs typeface="华文楷体"/>
              </a:rPr>
              <a:t>要用到一组特定的串行数字信</a:t>
            </a:r>
            <a:r>
              <a:rPr sz="2800" b="1" spc="80" dirty="0">
                <a:solidFill>
                  <a:srgbClr val="7E4D00"/>
                </a:solidFill>
                <a:latin typeface="华文楷体"/>
                <a:cs typeface="华文楷体"/>
              </a:rPr>
              <a:t>号</a:t>
            </a:r>
            <a:r>
              <a:rPr sz="2800" b="1" spc="75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spc="70" dirty="0">
                <a:solidFill>
                  <a:srgbClr val="7E4D00"/>
                </a:solidFill>
                <a:latin typeface="华文楷体"/>
                <a:cs typeface="华文楷体"/>
              </a:rPr>
              <a:t>通常把这种</a:t>
            </a:r>
            <a:r>
              <a:rPr sz="2800" b="1" spc="80" dirty="0">
                <a:solidFill>
                  <a:srgbClr val="7E4D00"/>
                </a:solidFill>
                <a:latin typeface="华文楷体"/>
                <a:cs typeface="华文楷体"/>
              </a:rPr>
              <a:t>串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行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数字信号叫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做</a:t>
            </a:r>
            <a:r>
              <a:rPr sz="2800" b="1" spc="-10" dirty="0">
                <a:solidFill>
                  <a:srgbClr val="FF0000"/>
                </a:solidFill>
                <a:latin typeface="华文楷体"/>
                <a:cs typeface="华文楷体"/>
              </a:rPr>
              <a:t>序</a:t>
            </a:r>
            <a:r>
              <a:rPr sz="2800" b="1" spc="-5" dirty="0">
                <a:solidFill>
                  <a:srgbClr val="FF0000"/>
                </a:solidFill>
                <a:latin typeface="华文楷体"/>
                <a:cs typeface="华文楷体"/>
              </a:rPr>
              <a:t>列</a:t>
            </a:r>
            <a:r>
              <a:rPr sz="2800" b="1" spc="-10" dirty="0">
                <a:solidFill>
                  <a:srgbClr val="FF0000"/>
                </a:solidFill>
                <a:latin typeface="华文楷体"/>
                <a:cs typeface="华文楷体"/>
              </a:rPr>
              <a:t>信</a:t>
            </a:r>
            <a:r>
              <a:rPr sz="2800" b="1" spc="-5" dirty="0">
                <a:solidFill>
                  <a:srgbClr val="FF0000"/>
                </a:solidFill>
                <a:latin typeface="华文楷体"/>
                <a:cs typeface="华文楷体"/>
              </a:rPr>
              <a:t>号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 dirty="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  <a:spcBef>
                <a:spcPts val="2880"/>
              </a:spcBef>
            </a:pP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产</a:t>
            </a:r>
            <a:r>
              <a:rPr sz="2800" b="1" spc="100" dirty="0">
                <a:solidFill>
                  <a:srgbClr val="7E4D00"/>
                </a:solidFill>
                <a:latin typeface="华文楷体"/>
                <a:cs typeface="华文楷体"/>
              </a:rPr>
              <a:t>生</a:t>
            </a: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序</a:t>
            </a:r>
            <a:r>
              <a:rPr sz="2800" b="1" spc="100" dirty="0">
                <a:solidFill>
                  <a:srgbClr val="7E4D00"/>
                </a:solidFill>
                <a:latin typeface="华文楷体"/>
                <a:cs typeface="华文楷体"/>
              </a:rPr>
              <a:t>列</a:t>
            </a: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信</a:t>
            </a:r>
            <a:r>
              <a:rPr sz="2800" b="1" spc="100" dirty="0">
                <a:solidFill>
                  <a:srgbClr val="7E4D00"/>
                </a:solidFill>
                <a:latin typeface="华文楷体"/>
                <a:cs typeface="华文楷体"/>
              </a:rPr>
              <a:t>号</a:t>
            </a: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b="1" spc="100" dirty="0">
                <a:solidFill>
                  <a:srgbClr val="7E4D00"/>
                </a:solidFill>
                <a:latin typeface="华文楷体"/>
                <a:cs typeface="华文楷体"/>
              </a:rPr>
              <a:t>电</a:t>
            </a: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路</a:t>
            </a:r>
            <a:r>
              <a:rPr sz="2800" b="1" spc="100" dirty="0">
                <a:solidFill>
                  <a:srgbClr val="7E4D00"/>
                </a:solidFill>
                <a:latin typeface="华文楷体"/>
                <a:cs typeface="华文楷体"/>
              </a:rPr>
              <a:t>称</a:t>
            </a: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为</a:t>
            </a:r>
            <a:r>
              <a:rPr sz="2800" b="1" spc="100" dirty="0">
                <a:solidFill>
                  <a:srgbClr val="FF0000"/>
                </a:solidFill>
                <a:latin typeface="华文楷体"/>
                <a:cs typeface="华文楷体"/>
              </a:rPr>
              <a:t>序</a:t>
            </a:r>
            <a:r>
              <a:rPr sz="2800" b="1" spc="110" dirty="0">
                <a:solidFill>
                  <a:srgbClr val="FF0000"/>
                </a:solidFill>
                <a:latin typeface="华文楷体"/>
                <a:cs typeface="华文楷体"/>
              </a:rPr>
              <a:t>列</a:t>
            </a:r>
            <a:r>
              <a:rPr sz="2800" b="1" spc="100" dirty="0">
                <a:solidFill>
                  <a:srgbClr val="FF0000"/>
                </a:solidFill>
                <a:latin typeface="华文楷体"/>
                <a:cs typeface="华文楷体"/>
              </a:rPr>
              <a:t>信号</a:t>
            </a:r>
            <a:r>
              <a:rPr sz="2800" b="1" spc="105" dirty="0">
                <a:solidFill>
                  <a:srgbClr val="FF0000"/>
                </a:solidFill>
                <a:latin typeface="华文楷体"/>
                <a:cs typeface="华文楷体"/>
              </a:rPr>
              <a:t>/脉</a:t>
            </a:r>
            <a:r>
              <a:rPr sz="2800" b="1" spc="95" dirty="0">
                <a:solidFill>
                  <a:srgbClr val="FF0000"/>
                </a:solidFill>
                <a:latin typeface="华文楷体"/>
                <a:cs typeface="华文楷体"/>
              </a:rPr>
              <a:t>冲</a:t>
            </a:r>
            <a:r>
              <a:rPr sz="2800" b="1" spc="105" dirty="0">
                <a:solidFill>
                  <a:srgbClr val="FF0000"/>
                </a:solidFill>
                <a:latin typeface="华文楷体"/>
                <a:cs typeface="华文楷体"/>
              </a:rPr>
              <a:t>发</a:t>
            </a:r>
            <a:r>
              <a:rPr sz="2800" b="1" spc="95" dirty="0">
                <a:solidFill>
                  <a:srgbClr val="FF0000"/>
                </a:solidFill>
                <a:latin typeface="华文楷体"/>
                <a:cs typeface="华文楷体"/>
              </a:rPr>
              <a:t>生</a:t>
            </a:r>
            <a:r>
              <a:rPr sz="2800" b="1" spc="110" dirty="0">
                <a:solidFill>
                  <a:srgbClr val="FF0000"/>
                </a:solidFill>
                <a:latin typeface="华文楷体"/>
                <a:cs typeface="华文楷体"/>
              </a:rPr>
              <a:t>器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 dirty="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8044" y="1423542"/>
            <a:ext cx="5208905" cy="2037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0" spc="-5" dirty="0">
                <a:latin typeface="华文楷体"/>
                <a:cs typeface="华文楷体"/>
              </a:rPr>
              <a:t>序列信号发</a:t>
            </a:r>
            <a:r>
              <a:rPr sz="2800" b="1" i="0" spc="-10" dirty="0">
                <a:latin typeface="华文楷体"/>
                <a:cs typeface="华文楷体"/>
              </a:rPr>
              <a:t>生器</a:t>
            </a:r>
            <a:r>
              <a:rPr sz="2800" b="1" i="0" spc="-5" dirty="0">
                <a:latin typeface="华文楷体"/>
                <a:cs typeface="华文楷体"/>
              </a:rPr>
              <a:t>的</a:t>
            </a:r>
            <a:r>
              <a:rPr sz="2800" b="1" i="0" spc="-10" dirty="0">
                <a:latin typeface="华文楷体"/>
                <a:cs typeface="华文楷体"/>
              </a:rPr>
              <a:t>构成</a:t>
            </a:r>
            <a:r>
              <a:rPr sz="2800" b="1" i="0" spc="-5" dirty="0">
                <a:latin typeface="华文楷体"/>
                <a:cs typeface="华文楷体"/>
              </a:rPr>
              <a:t>方</a:t>
            </a:r>
            <a:r>
              <a:rPr sz="2800" b="1" i="0" spc="-10" dirty="0">
                <a:latin typeface="华文楷体"/>
                <a:cs typeface="华文楷体"/>
              </a:rPr>
              <a:t>法</a:t>
            </a:r>
            <a:endParaRPr sz="2800" dirty="0">
              <a:latin typeface="华文楷体"/>
              <a:cs typeface="华文楷体"/>
            </a:endParaRPr>
          </a:p>
          <a:p>
            <a:pPr marL="927100" marR="5080">
              <a:lnSpc>
                <a:spcPct val="185700"/>
              </a:lnSpc>
            </a:pPr>
            <a:r>
              <a:rPr sz="2800" b="1" i="0" spc="-5" dirty="0">
                <a:solidFill>
                  <a:srgbClr val="C00000"/>
                </a:solidFill>
                <a:latin typeface="华文楷体"/>
                <a:cs typeface="华文楷体"/>
              </a:rPr>
              <a:t>用计数器和</a:t>
            </a:r>
            <a:r>
              <a:rPr sz="2800" b="1" i="0" spc="-10" dirty="0">
                <a:solidFill>
                  <a:srgbClr val="C00000"/>
                </a:solidFill>
                <a:latin typeface="华文楷体"/>
                <a:cs typeface="华文楷体"/>
              </a:rPr>
              <a:t>数据</a:t>
            </a:r>
            <a:r>
              <a:rPr sz="2800" b="1" i="0" spc="-5" dirty="0">
                <a:solidFill>
                  <a:srgbClr val="C00000"/>
                </a:solidFill>
                <a:latin typeface="华文楷体"/>
                <a:cs typeface="华文楷体"/>
              </a:rPr>
              <a:t>选</a:t>
            </a:r>
            <a:r>
              <a:rPr sz="2800" b="1" i="0" spc="-10" dirty="0">
                <a:solidFill>
                  <a:srgbClr val="C00000"/>
                </a:solidFill>
                <a:latin typeface="华文楷体"/>
                <a:cs typeface="华文楷体"/>
              </a:rPr>
              <a:t>择器</a:t>
            </a:r>
            <a:r>
              <a:rPr sz="2800" b="1" i="0" spc="-5" dirty="0">
                <a:solidFill>
                  <a:srgbClr val="C00000"/>
                </a:solidFill>
                <a:latin typeface="华文楷体"/>
                <a:cs typeface="华文楷体"/>
              </a:rPr>
              <a:t>组成 用计数器加</a:t>
            </a:r>
            <a:r>
              <a:rPr sz="2800" b="1" i="0" spc="-10" dirty="0">
                <a:solidFill>
                  <a:srgbClr val="C00000"/>
                </a:solidFill>
                <a:latin typeface="华文楷体"/>
                <a:cs typeface="华文楷体"/>
              </a:rPr>
              <a:t>输出</a:t>
            </a:r>
            <a:r>
              <a:rPr sz="2800" b="1" i="0" spc="-5" dirty="0">
                <a:solidFill>
                  <a:srgbClr val="C00000"/>
                </a:solidFill>
                <a:latin typeface="华文楷体"/>
                <a:cs typeface="华文楷体"/>
              </a:rPr>
              <a:t>电</a:t>
            </a:r>
            <a:r>
              <a:rPr sz="2800" b="1" i="0" spc="-10" dirty="0">
                <a:solidFill>
                  <a:srgbClr val="C00000"/>
                </a:solidFill>
                <a:latin typeface="华文楷体"/>
                <a:cs typeface="华文楷体"/>
              </a:rPr>
              <a:t>路</a:t>
            </a:r>
            <a:endParaRPr sz="2800" dirty="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146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5057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solidFill>
                  <a:srgbClr val="666699"/>
                </a:solidFill>
                <a:latin typeface="华文楷体"/>
                <a:cs typeface="华文楷体"/>
              </a:rPr>
              <a:t>计数器</a:t>
            </a:r>
            <a:r>
              <a:rPr sz="3600" b="1" i="0" spc="-5" dirty="0">
                <a:solidFill>
                  <a:srgbClr val="666699"/>
                </a:solidFill>
                <a:latin typeface="华文楷体"/>
                <a:cs typeface="华文楷体"/>
              </a:rPr>
              <a:t>和数据选择器组成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49009" y="1856311"/>
            <a:ext cx="2919095" cy="1436370"/>
          </a:xfrm>
          <a:custGeom>
            <a:avLst/>
            <a:gdLst/>
            <a:ahLst/>
            <a:cxnLst/>
            <a:rect l="l" t="t" r="r" b="b"/>
            <a:pathLst>
              <a:path w="2919095" h="1436370">
                <a:moveTo>
                  <a:pt x="0" y="1435864"/>
                </a:moveTo>
                <a:lnTo>
                  <a:pt x="2919022" y="1435864"/>
                </a:lnTo>
                <a:lnTo>
                  <a:pt x="2919022" y="0"/>
                </a:lnTo>
                <a:lnTo>
                  <a:pt x="0" y="0"/>
                </a:lnTo>
                <a:lnTo>
                  <a:pt x="0" y="1435864"/>
                </a:lnTo>
                <a:close/>
              </a:path>
            </a:pathLst>
          </a:custGeom>
          <a:ln w="27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668059" y="2574307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4304" y="0"/>
                </a:moveTo>
                <a:lnTo>
                  <a:pt x="0" y="0"/>
                </a:lnTo>
              </a:path>
            </a:pathLst>
          </a:custGeom>
          <a:ln w="27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44691" y="2215309"/>
            <a:ext cx="204470" cy="0"/>
          </a:xfrm>
          <a:custGeom>
            <a:avLst/>
            <a:gdLst/>
            <a:ahLst/>
            <a:cxnLst/>
            <a:rect l="l" t="t" r="r" b="b"/>
            <a:pathLst>
              <a:path w="204469">
                <a:moveTo>
                  <a:pt x="204317" y="0"/>
                </a:moveTo>
                <a:lnTo>
                  <a:pt x="0" y="0"/>
                </a:lnTo>
              </a:path>
            </a:pathLst>
          </a:custGeom>
          <a:ln w="27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68059" y="2933178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4304" y="0"/>
                </a:moveTo>
                <a:lnTo>
                  <a:pt x="0" y="0"/>
                </a:lnTo>
              </a:path>
            </a:pathLst>
          </a:custGeom>
          <a:ln w="27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68059" y="2215309"/>
            <a:ext cx="370205" cy="0"/>
          </a:xfrm>
          <a:custGeom>
            <a:avLst/>
            <a:gdLst/>
            <a:ahLst/>
            <a:cxnLst/>
            <a:rect l="l" t="t" r="r" b="b"/>
            <a:pathLst>
              <a:path w="370204">
                <a:moveTo>
                  <a:pt x="369752" y="0"/>
                </a:moveTo>
                <a:lnTo>
                  <a:pt x="0" y="0"/>
                </a:lnTo>
              </a:path>
            </a:pathLst>
          </a:custGeom>
          <a:ln w="27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20361" y="2574307"/>
            <a:ext cx="132080" cy="0"/>
          </a:xfrm>
          <a:custGeom>
            <a:avLst/>
            <a:gdLst/>
            <a:ahLst/>
            <a:cxnLst/>
            <a:rect l="l" t="t" r="r" b="b"/>
            <a:pathLst>
              <a:path w="132080">
                <a:moveTo>
                  <a:pt x="0" y="0"/>
                </a:moveTo>
                <a:lnTo>
                  <a:pt x="131809" y="0"/>
                </a:lnTo>
              </a:path>
            </a:pathLst>
          </a:custGeom>
          <a:ln w="27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52170" y="2529860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19" h="88900">
                <a:moveTo>
                  <a:pt x="0" y="44447"/>
                </a:moveTo>
                <a:lnTo>
                  <a:pt x="3788" y="61756"/>
                </a:lnTo>
                <a:lnTo>
                  <a:pt x="14117" y="75883"/>
                </a:lnTo>
                <a:lnTo>
                  <a:pt x="29436" y="85404"/>
                </a:lnTo>
                <a:lnTo>
                  <a:pt x="48192" y="88894"/>
                </a:lnTo>
                <a:lnTo>
                  <a:pt x="66954" y="85404"/>
                </a:lnTo>
                <a:lnTo>
                  <a:pt x="82272" y="75883"/>
                </a:lnTo>
                <a:lnTo>
                  <a:pt x="92599" y="61756"/>
                </a:lnTo>
                <a:lnTo>
                  <a:pt x="96385" y="44447"/>
                </a:lnTo>
                <a:lnTo>
                  <a:pt x="92599" y="27138"/>
                </a:lnTo>
                <a:lnTo>
                  <a:pt x="82272" y="13011"/>
                </a:lnTo>
                <a:lnTo>
                  <a:pt x="66954" y="3490"/>
                </a:lnTo>
                <a:lnTo>
                  <a:pt x="48192" y="0"/>
                </a:lnTo>
                <a:lnTo>
                  <a:pt x="29436" y="3490"/>
                </a:lnTo>
                <a:lnTo>
                  <a:pt x="14117" y="13011"/>
                </a:lnTo>
                <a:lnTo>
                  <a:pt x="3788" y="27138"/>
                </a:lnTo>
                <a:lnTo>
                  <a:pt x="0" y="44447"/>
                </a:lnTo>
                <a:close/>
              </a:path>
            </a:pathLst>
          </a:custGeom>
          <a:ln w="2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32841" y="1685867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170571"/>
                </a:moveTo>
                <a:lnTo>
                  <a:pt x="0" y="0"/>
                </a:lnTo>
              </a:path>
            </a:pathLst>
          </a:custGeom>
          <a:ln w="296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16645" y="1685867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170571"/>
                </a:moveTo>
                <a:lnTo>
                  <a:pt x="0" y="0"/>
                </a:lnTo>
              </a:path>
            </a:pathLst>
          </a:custGeom>
          <a:ln w="296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00450" y="1685867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170571"/>
                </a:moveTo>
                <a:lnTo>
                  <a:pt x="0" y="0"/>
                </a:lnTo>
              </a:path>
            </a:pathLst>
          </a:custGeom>
          <a:ln w="296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84255" y="1685867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170571"/>
                </a:moveTo>
                <a:lnTo>
                  <a:pt x="0" y="0"/>
                </a:lnTo>
              </a:path>
            </a:pathLst>
          </a:custGeom>
          <a:ln w="296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32841" y="3301167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170444"/>
                </a:moveTo>
                <a:lnTo>
                  <a:pt x="0" y="0"/>
                </a:lnTo>
              </a:path>
            </a:pathLst>
          </a:custGeom>
          <a:ln w="296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16645" y="3301167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170444"/>
                </a:moveTo>
                <a:lnTo>
                  <a:pt x="0" y="0"/>
                </a:lnTo>
              </a:path>
            </a:pathLst>
          </a:custGeom>
          <a:ln w="296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00450" y="3301166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170444"/>
                </a:moveTo>
                <a:lnTo>
                  <a:pt x="0" y="0"/>
                </a:lnTo>
              </a:path>
            </a:pathLst>
          </a:custGeom>
          <a:ln w="296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84255" y="3301166"/>
            <a:ext cx="0" cy="350520"/>
          </a:xfrm>
          <a:custGeom>
            <a:avLst/>
            <a:gdLst/>
            <a:ahLst/>
            <a:cxnLst/>
            <a:rect l="l" t="t" r="r" b="b"/>
            <a:pathLst>
              <a:path h="350520">
                <a:moveTo>
                  <a:pt x="0" y="350006"/>
                </a:moveTo>
                <a:lnTo>
                  <a:pt x="0" y="0"/>
                </a:lnTo>
              </a:path>
            </a:pathLst>
          </a:custGeom>
          <a:ln w="296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416594" y="3083475"/>
            <a:ext cx="1022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50" dirty="0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87368" y="3083474"/>
            <a:ext cx="1022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spc="50" dirty="0"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560964" y="2843523"/>
            <a:ext cx="97790" cy="179705"/>
          </a:xfrm>
          <a:custGeom>
            <a:avLst/>
            <a:gdLst/>
            <a:ahLst/>
            <a:cxnLst/>
            <a:rect l="l" t="t" r="r" b="b"/>
            <a:pathLst>
              <a:path w="97789" h="179705">
                <a:moveTo>
                  <a:pt x="97346" y="179435"/>
                </a:moveTo>
                <a:lnTo>
                  <a:pt x="0" y="89654"/>
                </a:lnTo>
                <a:lnTo>
                  <a:pt x="97346" y="0"/>
                </a:lnTo>
              </a:path>
            </a:pathLst>
          </a:custGeom>
          <a:ln w="29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763899" y="2743193"/>
            <a:ext cx="1828164" cy="544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53515">
              <a:lnSpc>
                <a:spcPts val="2050"/>
              </a:lnSpc>
              <a:spcBef>
                <a:spcPts val="95"/>
              </a:spcBef>
            </a:pPr>
            <a:r>
              <a:rPr sz="2000" spc="95" dirty="0">
                <a:latin typeface="Times New Roman"/>
                <a:cs typeface="Times New Roman"/>
              </a:rPr>
              <a:t>CP</a:t>
            </a: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ts val="2050"/>
              </a:lnSpc>
              <a:tabLst>
                <a:tab pos="640715" algn="l"/>
                <a:tab pos="1224915" algn="l"/>
              </a:tabLst>
            </a:pPr>
            <a:r>
              <a:rPr sz="2000" spc="80" dirty="0">
                <a:latin typeface="Times New Roman"/>
                <a:cs typeface="Times New Roman"/>
              </a:rPr>
              <a:t>Q</a:t>
            </a:r>
            <a:r>
              <a:rPr sz="1950" spc="120" baseline="-12820" dirty="0">
                <a:latin typeface="Times New Roman"/>
                <a:cs typeface="Times New Roman"/>
              </a:rPr>
              <a:t>1	</a:t>
            </a:r>
            <a:r>
              <a:rPr sz="2000" spc="80" dirty="0">
                <a:latin typeface="Times New Roman"/>
                <a:cs typeface="Times New Roman"/>
              </a:rPr>
              <a:t>Q</a:t>
            </a:r>
            <a:r>
              <a:rPr sz="1950" spc="120" baseline="-12820" dirty="0">
                <a:latin typeface="Times New Roman"/>
                <a:cs typeface="Times New Roman"/>
              </a:rPr>
              <a:t>2	</a:t>
            </a:r>
            <a:r>
              <a:rPr sz="2000" spc="114" dirty="0">
                <a:latin typeface="Times New Roman"/>
                <a:cs typeface="Times New Roman"/>
              </a:rPr>
              <a:t>Q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40359" y="2933178"/>
            <a:ext cx="297815" cy="0"/>
          </a:xfrm>
          <a:custGeom>
            <a:avLst/>
            <a:gdLst/>
            <a:ahLst/>
            <a:cxnLst/>
            <a:rect l="l" t="t" r="r" b="b"/>
            <a:pathLst>
              <a:path w="297814">
                <a:moveTo>
                  <a:pt x="0" y="0"/>
                </a:moveTo>
                <a:lnTo>
                  <a:pt x="297215" y="0"/>
                </a:lnTo>
              </a:path>
            </a:pathLst>
          </a:custGeom>
          <a:ln w="27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623323" y="2874478"/>
            <a:ext cx="124890" cy="117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782071" y="1970369"/>
            <a:ext cx="394335" cy="779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" marR="5080" indent="-8255">
              <a:lnSpc>
                <a:spcPct val="123600"/>
              </a:lnSpc>
              <a:spcBef>
                <a:spcPts val="100"/>
              </a:spcBef>
            </a:pPr>
            <a:r>
              <a:rPr sz="2000" spc="105" dirty="0">
                <a:latin typeface="Times New Roman"/>
                <a:cs typeface="Times New Roman"/>
              </a:rPr>
              <a:t>C</a:t>
            </a:r>
            <a:r>
              <a:rPr sz="2000" spc="65" dirty="0">
                <a:latin typeface="Times New Roman"/>
                <a:cs typeface="Times New Roman"/>
              </a:rPr>
              <a:t>O  </a:t>
            </a:r>
            <a:r>
              <a:rPr sz="2000" spc="95" dirty="0">
                <a:latin typeface="Times New Roman"/>
                <a:cs typeface="Times New Roman"/>
              </a:rPr>
              <a:t>L</a:t>
            </a:r>
            <a:r>
              <a:rPr sz="2000" spc="114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83706" y="2779156"/>
            <a:ext cx="67119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000" spc="105" dirty="0">
                <a:latin typeface="Times New Roman"/>
                <a:cs typeface="Times New Roman"/>
              </a:rPr>
              <a:t>CR</a:t>
            </a:r>
            <a:r>
              <a:rPr sz="2000" spc="-215" dirty="0">
                <a:latin typeface="Times New Roman"/>
                <a:cs typeface="Times New Roman"/>
              </a:rPr>
              <a:t> </a:t>
            </a:r>
            <a:r>
              <a:rPr sz="3000" spc="172" baseline="-38888" dirty="0">
                <a:latin typeface="Times New Roman"/>
                <a:cs typeface="Times New Roman"/>
              </a:rPr>
              <a:t>Q</a:t>
            </a:r>
            <a:endParaRPr sz="3000" baseline="-38888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797668" y="2466544"/>
            <a:ext cx="316230" cy="0"/>
          </a:xfrm>
          <a:custGeom>
            <a:avLst/>
            <a:gdLst/>
            <a:ahLst/>
            <a:cxnLst/>
            <a:rect l="l" t="t" r="r" b="b"/>
            <a:pathLst>
              <a:path w="316230">
                <a:moveTo>
                  <a:pt x="0" y="0"/>
                </a:moveTo>
                <a:lnTo>
                  <a:pt x="316177" y="0"/>
                </a:lnTo>
              </a:path>
            </a:pathLst>
          </a:custGeom>
          <a:ln w="27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797668" y="2825542"/>
            <a:ext cx="316230" cy="0"/>
          </a:xfrm>
          <a:custGeom>
            <a:avLst/>
            <a:gdLst/>
            <a:ahLst/>
            <a:cxnLst/>
            <a:rect l="l" t="t" r="r" b="b"/>
            <a:pathLst>
              <a:path w="316230">
                <a:moveTo>
                  <a:pt x="0" y="0"/>
                </a:moveTo>
                <a:lnTo>
                  <a:pt x="316177" y="0"/>
                </a:lnTo>
              </a:path>
            </a:pathLst>
          </a:custGeom>
          <a:ln w="27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189843" y="1809925"/>
            <a:ext cx="2528570" cy="911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2120"/>
              </a:lnSpc>
              <a:spcBef>
                <a:spcPts val="95"/>
              </a:spcBef>
              <a:tabLst>
                <a:tab pos="621665" algn="l"/>
                <a:tab pos="1224915" algn="l"/>
                <a:tab pos="1808480" algn="l"/>
              </a:tabLst>
            </a:pPr>
            <a:r>
              <a:rPr sz="2000" spc="80" dirty="0">
                <a:latin typeface="Times New Roman"/>
                <a:cs typeface="Times New Roman"/>
              </a:rPr>
              <a:t>D</a:t>
            </a:r>
            <a:r>
              <a:rPr sz="1950" spc="120" baseline="-12820" dirty="0">
                <a:latin typeface="Times New Roman"/>
                <a:cs typeface="Times New Roman"/>
              </a:rPr>
              <a:t>0	</a:t>
            </a:r>
            <a:r>
              <a:rPr sz="2000" spc="80" dirty="0">
                <a:latin typeface="Times New Roman"/>
                <a:cs typeface="Times New Roman"/>
              </a:rPr>
              <a:t>D</a:t>
            </a:r>
            <a:r>
              <a:rPr sz="1950" spc="120" baseline="-12820" dirty="0">
                <a:latin typeface="Times New Roman"/>
                <a:cs typeface="Times New Roman"/>
              </a:rPr>
              <a:t>1	</a:t>
            </a:r>
            <a:r>
              <a:rPr sz="2000" spc="80" dirty="0">
                <a:latin typeface="Times New Roman"/>
                <a:cs typeface="Times New Roman"/>
              </a:rPr>
              <a:t>D</a:t>
            </a:r>
            <a:r>
              <a:rPr sz="1950" spc="120" baseline="-12820" dirty="0">
                <a:latin typeface="Times New Roman"/>
                <a:cs typeface="Times New Roman"/>
              </a:rPr>
              <a:t>2	</a:t>
            </a:r>
            <a:r>
              <a:rPr sz="2000" spc="80" dirty="0">
                <a:latin typeface="Times New Roman"/>
                <a:cs typeface="Times New Roman"/>
              </a:rPr>
              <a:t>D</a:t>
            </a:r>
            <a:r>
              <a:rPr sz="1950" spc="120" baseline="-12820" dirty="0">
                <a:latin typeface="Times New Roman"/>
                <a:cs typeface="Times New Roman"/>
              </a:rPr>
              <a:t>3</a:t>
            </a:r>
            <a:endParaRPr sz="1950" baseline="-12820">
              <a:latin typeface="Times New Roman"/>
              <a:cs typeface="Times New Roman"/>
            </a:endParaRPr>
          </a:p>
          <a:p>
            <a:pPr marL="2009775">
              <a:lnSpc>
                <a:spcPts val="2050"/>
              </a:lnSpc>
            </a:pPr>
            <a:r>
              <a:rPr sz="2000" spc="85" dirty="0">
                <a:latin typeface="Times New Roman"/>
                <a:cs typeface="Times New Roman"/>
              </a:rPr>
              <a:t>CT</a:t>
            </a:r>
            <a:r>
              <a:rPr sz="1950" spc="127" baseline="-12820" dirty="0">
                <a:latin typeface="Times New Roman"/>
                <a:cs typeface="Times New Roman"/>
              </a:rPr>
              <a:t>P</a:t>
            </a:r>
            <a:endParaRPr sz="1950" baseline="-12820">
              <a:latin typeface="Times New Roman"/>
              <a:cs typeface="Times New Roman"/>
            </a:endParaRPr>
          </a:p>
          <a:p>
            <a:pPr marL="606425">
              <a:lnSpc>
                <a:spcPts val="2810"/>
              </a:lnSpc>
              <a:tabLst>
                <a:tab pos="2004695" algn="l"/>
              </a:tabLst>
            </a:pPr>
            <a:r>
              <a:rPr sz="240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74161	</a:t>
            </a:r>
            <a:r>
              <a:rPr sz="3000" spc="135" baseline="-4166" dirty="0">
                <a:latin typeface="Times New Roman"/>
                <a:cs typeface="Times New Roman"/>
              </a:rPr>
              <a:t>CT</a:t>
            </a:r>
            <a:r>
              <a:rPr sz="1950" spc="135" baseline="-19230" dirty="0">
                <a:latin typeface="Times New Roman"/>
                <a:cs typeface="Times New Roman"/>
              </a:rPr>
              <a:t>T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960886" y="2753742"/>
            <a:ext cx="389255" cy="359410"/>
          </a:xfrm>
          <a:custGeom>
            <a:avLst/>
            <a:gdLst/>
            <a:ahLst/>
            <a:cxnLst/>
            <a:rect l="l" t="t" r="r" b="b"/>
            <a:pathLst>
              <a:path w="389255" h="359410">
                <a:moveTo>
                  <a:pt x="0" y="0"/>
                </a:moveTo>
                <a:lnTo>
                  <a:pt x="389193" y="179435"/>
                </a:lnTo>
                <a:lnTo>
                  <a:pt x="0" y="358997"/>
                </a:lnTo>
                <a:lnTo>
                  <a:pt x="0" y="0"/>
                </a:lnTo>
                <a:close/>
              </a:path>
            </a:pathLst>
          </a:custGeom>
          <a:ln w="2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296916" y="2874098"/>
            <a:ext cx="125796" cy="1182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756555" y="2933178"/>
            <a:ext cx="3318510" cy="718185"/>
          </a:xfrm>
          <a:custGeom>
            <a:avLst/>
            <a:gdLst/>
            <a:ahLst/>
            <a:cxnLst/>
            <a:rect l="l" t="t" r="r" b="b"/>
            <a:pathLst>
              <a:path w="3318510" h="718185">
                <a:moveTo>
                  <a:pt x="204331" y="0"/>
                </a:moveTo>
                <a:lnTo>
                  <a:pt x="0" y="0"/>
                </a:lnTo>
                <a:lnTo>
                  <a:pt x="0" y="717995"/>
                </a:lnTo>
                <a:lnTo>
                  <a:pt x="3317951" y="717995"/>
                </a:lnTo>
              </a:path>
            </a:pathLst>
          </a:custGeom>
          <a:ln w="274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307655" y="2384322"/>
            <a:ext cx="16319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8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810509" y="1881725"/>
            <a:ext cx="16319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8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872363" y="2215309"/>
            <a:ext cx="0" cy="359410"/>
          </a:xfrm>
          <a:custGeom>
            <a:avLst/>
            <a:gdLst/>
            <a:ahLst/>
            <a:cxnLst/>
            <a:rect l="l" t="t" r="r" b="b"/>
            <a:pathLst>
              <a:path h="359410">
                <a:moveTo>
                  <a:pt x="0" y="358997"/>
                </a:moveTo>
                <a:lnTo>
                  <a:pt x="0" y="0"/>
                </a:lnTo>
              </a:path>
            </a:pathLst>
          </a:custGeom>
          <a:ln w="296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463755" y="3830571"/>
            <a:ext cx="2919095" cy="1436370"/>
          </a:xfrm>
          <a:custGeom>
            <a:avLst/>
            <a:gdLst/>
            <a:ahLst/>
            <a:cxnLst/>
            <a:rect l="l" t="t" r="r" b="b"/>
            <a:pathLst>
              <a:path w="2919095" h="1436370">
                <a:moveTo>
                  <a:pt x="0" y="1435864"/>
                </a:moveTo>
                <a:lnTo>
                  <a:pt x="2919022" y="1435864"/>
                </a:lnTo>
                <a:lnTo>
                  <a:pt x="2919022" y="0"/>
                </a:lnTo>
                <a:lnTo>
                  <a:pt x="0" y="0"/>
                </a:lnTo>
                <a:lnTo>
                  <a:pt x="0" y="1435864"/>
                </a:lnTo>
                <a:close/>
              </a:path>
            </a:pathLst>
          </a:custGeom>
          <a:ln w="27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383491" y="4489777"/>
            <a:ext cx="388398" cy="3236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8150601" y="4394430"/>
            <a:ext cx="16573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spc="85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110235" y="4440842"/>
            <a:ext cx="214629" cy="0"/>
          </a:xfrm>
          <a:custGeom>
            <a:avLst/>
            <a:gdLst/>
            <a:ahLst/>
            <a:cxnLst/>
            <a:rect l="l" t="t" r="r" b="b"/>
            <a:pathLst>
              <a:path w="214629">
                <a:moveTo>
                  <a:pt x="0" y="0"/>
                </a:moveTo>
                <a:lnTo>
                  <a:pt x="214052" y="0"/>
                </a:lnTo>
              </a:path>
            </a:pathLst>
          </a:custGeom>
          <a:ln w="27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878268" y="4969093"/>
            <a:ext cx="239458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3000" spc="142" baseline="8333" dirty="0">
                <a:latin typeface="Times New Roman"/>
                <a:cs typeface="Times New Roman"/>
              </a:rPr>
              <a:t>D</a:t>
            </a:r>
            <a:r>
              <a:rPr sz="1300" spc="95" dirty="0">
                <a:latin typeface="Times New Roman"/>
                <a:cs typeface="Times New Roman"/>
              </a:rPr>
              <a:t>0</a:t>
            </a:r>
            <a:r>
              <a:rPr sz="3000" spc="142" baseline="8333" dirty="0">
                <a:latin typeface="Times New Roman"/>
                <a:cs typeface="Times New Roman"/>
              </a:rPr>
              <a:t>D</a:t>
            </a:r>
            <a:r>
              <a:rPr sz="1300" spc="95" dirty="0">
                <a:latin typeface="Times New Roman"/>
                <a:cs typeface="Times New Roman"/>
              </a:rPr>
              <a:t>1</a:t>
            </a:r>
            <a:r>
              <a:rPr sz="3000" spc="142" baseline="8333" dirty="0">
                <a:latin typeface="Times New Roman"/>
                <a:cs typeface="Times New Roman"/>
              </a:rPr>
              <a:t>D</a:t>
            </a:r>
            <a:r>
              <a:rPr sz="1300" spc="95" dirty="0">
                <a:latin typeface="Times New Roman"/>
                <a:cs typeface="Times New Roman"/>
              </a:rPr>
              <a:t>2</a:t>
            </a:r>
            <a:r>
              <a:rPr sz="3000" spc="142" baseline="8333" dirty="0">
                <a:latin typeface="Times New Roman"/>
                <a:cs typeface="Times New Roman"/>
              </a:rPr>
              <a:t>D</a:t>
            </a:r>
            <a:r>
              <a:rPr sz="1300" spc="95" dirty="0">
                <a:latin typeface="Times New Roman"/>
                <a:cs typeface="Times New Roman"/>
              </a:rPr>
              <a:t>3</a:t>
            </a:r>
            <a:r>
              <a:rPr sz="3000" spc="142" baseline="8333" dirty="0">
                <a:latin typeface="Times New Roman"/>
                <a:cs typeface="Times New Roman"/>
              </a:rPr>
              <a:t>D</a:t>
            </a:r>
            <a:r>
              <a:rPr sz="1300" spc="95" dirty="0">
                <a:latin typeface="Times New Roman"/>
                <a:cs typeface="Times New Roman"/>
              </a:rPr>
              <a:t>4</a:t>
            </a:r>
            <a:r>
              <a:rPr sz="3000" spc="142" baseline="8333" dirty="0">
                <a:latin typeface="Times New Roman"/>
                <a:cs typeface="Times New Roman"/>
              </a:rPr>
              <a:t>D</a:t>
            </a:r>
            <a:r>
              <a:rPr sz="1300" spc="95" dirty="0">
                <a:latin typeface="Times New Roman"/>
                <a:cs typeface="Times New Roman"/>
              </a:rPr>
              <a:t>5</a:t>
            </a:r>
            <a:r>
              <a:rPr sz="3000" spc="142" baseline="8333" dirty="0">
                <a:latin typeface="Times New Roman"/>
                <a:cs typeface="Times New Roman"/>
              </a:rPr>
              <a:t>D</a:t>
            </a:r>
            <a:r>
              <a:rPr sz="1300" spc="95" dirty="0">
                <a:latin typeface="Times New Roman"/>
                <a:cs typeface="Times New Roman"/>
              </a:rPr>
              <a:t>6</a:t>
            </a:r>
            <a:r>
              <a:rPr sz="3000" spc="142" baseline="8333" dirty="0">
                <a:latin typeface="Times New Roman"/>
                <a:cs typeface="Times New Roman"/>
              </a:rPr>
              <a:t>D</a:t>
            </a:r>
            <a:r>
              <a:rPr sz="1300" spc="95" dirty="0">
                <a:latin typeface="Times New Roman"/>
                <a:cs typeface="Times New Roman"/>
              </a:rPr>
              <a:t>7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528012" y="3944616"/>
            <a:ext cx="351155" cy="110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30480" algn="just">
              <a:lnSpc>
                <a:spcPct val="117800"/>
              </a:lnSpc>
              <a:spcBef>
                <a:spcPts val="100"/>
              </a:spcBef>
            </a:pPr>
            <a:r>
              <a:rPr sz="2000" spc="114" dirty="0">
                <a:latin typeface="Times New Roman"/>
                <a:cs typeface="Times New Roman"/>
              </a:rPr>
              <a:t>A</a:t>
            </a:r>
            <a:r>
              <a:rPr sz="1950" spc="52" baseline="-12820" dirty="0">
                <a:latin typeface="Times New Roman"/>
                <a:cs typeface="Times New Roman"/>
              </a:rPr>
              <a:t>2  </a:t>
            </a:r>
            <a:r>
              <a:rPr sz="2000" spc="114" dirty="0">
                <a:latin typeface="Times New Roman"/>
                <a:cs typeface="Times New Roman"/>
              </a:rPr>
              <a:t>A</a:t>
            </a:r>
            <a:r>
              <a:rPr sz="1950" spc="52" baseline="-12820" dirty="0">
                <a:latin typeface="Times New Roman"/>
                <a:cs typeface="Times New Roman"/>
              </a:rPr>
              <a:t>1  </a:t>
            </a:r>
            <a:r>
              <a:rPr sz="2000" spc="114" dirty="0">
                <a:latin typeface="Times New Roman"/>
                <a:cs typeface="Times New Roman"/>
              </a:rPr>
              <a:t>A</a:t>
            </a:r>
            <a:r>
              <a:rPr sz="1950" spc="75" baseline="-12820" dirty="0">
                <a:latin typeface="Times New Roman"/>
                <a:cs typeface="Times New Roman"/>
              </a:rPr>
              <a:t>0</a:t>
            </a:r>
            <a:endParaRPr sz="1950" baseline="-1282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500450" y="3471611"/>
            <a:ext cx="963930" cy="718185"/>
          </a:xfrm>
          <a:custGeom>
            <a:avLst/>
            <a:gdLst/>
            <a:ahLst/>
            <a:cxnLst/>
            <a:rect l="l" t="t" r="r" b="b"/>
            <a:pathLst>
              <a:path w="963929" h="718185">
                <a:moveTo>
                  <a:pt x="0" y="0"/>
                </a:moveTo>
                <a:lnTo>
                  <a:pt x="0" y="717995"/>
                </a:lnTo>
                <a:lnTo>
                  <a:pt x="963305" y="717995"/>
                </a:lnTo>
              </a:path>
            </a:pathLst>
          </a:custGeom>
          <a:ln w="28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916645" y="3471611"/>
            <a:ext cx="1547495" cy="1076960"/>
          </a:xfrm>
          <a:custGeom>
            <a:avLst/>
            <a:gdLst/>
            <a:ahLst/>
            <a:cxnLst/>
            <a:rect l="l" t="t" r="r" b="b"/>
            <a:pathLst>
              <a:path w="1547495" h="1076960">
                <a:moveTo>
                  <a:pt x="0" y="0"/>
                </a:moveTo>
                <a:lnTo>
                  <a:pt x="0" y="1076917"/>
                </a:lnTo>
                <a:lnTo>
                  <a:pt x="1547109" y="1076917"/>
                </a:lnTo>
              </a:path>
            </a:pathLst>
          </a:custGeom>
          <a:ln w="281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332841" y="3471611"/>
            <a:ext cx="2131060" cy="1436370"/>
          </a:xfrm>
          <a:custGeom>
            <a:avLst/>
            <a:gdLst/>
            <a:ahLst/>
            <a:cxnLst/>
            <a:rect l="l" t="t" r="r" b="b"/>
            <a:pathLst>
              <a:path w="2131060" h="1436370">
                <a:moveTo>
                  <a:pt x="0" y="0"/>
                </a:moveTo>
                <a:lnTo>
                  <a:pt x="0" y="1435864"/>
                </a:lnTo>
                <a:lnTo>
                  <a:pt x="2130914" y="1435864"/>
                </a:lnTo>
              </a:path>
            </a:pathLst>
          </a:custGeom>
          <a:ln w="280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242115" y="2394833"/>
            <a:ext cx="1362710" cy="718185"/>
          </a:xfrm>
          <a:custGeom>
            <a:avLst/>
            <a:gdLst/>
            <a:ahLst/>
            <a:cxnLst/>
            <a:rect l="l" t="t" r="r" b="b"/>
            <a:pathLst>
              <a:path w="1362709" h="718185">
                <a:moveTo>
                  <a:pt x="0" y="717906"/>
                </a:moveTo>
                <a:lnTo>
                  <a:pt x="1362206" y="717906"/>
                </a:lnTo>
                <a:lnTo>
                  <a:pt x="1362206" y="0"/>
                </a:lnTo>
                <a:lnTo>
                  <a:pt x="0" y="0"/>
                </a:lnTo>
                <a:lnTo>
                  <a:pt x="0" y="717906"/>
                </a:lnTo>
                <a:close/>
              </a:path>
            </a:pathLst>
          </a:custGeom>
          <a:ln w="27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825920" y="3022959"/>
            <a:ext cx="194945" cy="90170"/>
          </a:xfrm>
          <a:custGeom>
            <a:avLst/>
            <a:gdLst/>
            <a:ahLst/>
            <a:cxnLst/>
            <a:rect l="l" t="t" r="r" b="b"/>
            <a:pathLst>
              <a:path w="194945" h="90169">
                <a:moveTo>
                  <a:pt x="0" y="89781"/>
                </a:moveTo>
                <a:lnTo>
                  <a:pt x="97209" y="0"/>
                </a:lnTo>
                <a:lnTo>
                  <a:pt x="194555" y="89781"/>
                </a:lnTo>
              </a:path>
            </a:pathLst>
          </a:custGeom>
          <a:ln w="277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242115" y="2394833"/>
            <a:ext cx="1362710" cy="718185"/>
          </a:xfrm>
          <a:prstGeom prst="rect">
            <a:avLst/>
          </a:prstGeom>
          <a:ln w="27919">
            <a:solidFill>
              <a:srgbClr val="000000"/>
            </a:solidFill>
          </a:ln>
        </p:spPr>
        <p:txBody>
          <a:bodyPr vert="horz" wrap="square" lIns="0" tIns="198755" rIns="0" bIns="0" rtlCol="0">
            <a:spAutoFit/>
          </a:bodyPr>
          <a:lstStyle/>
          <a:p>
            <a:pPr marL="452755">
              <a:lnSpc>
                <a:spcPts val="2000"/>
              </a:lnSpc>
              <a:spcBef>
                <a:spcPts val="1565"/>
              </a:spcBef>
            </a:pPr>
            <a:r>
              <a:rPr sz="1800" b="1" spc="70" dirty="0">
                <a:solidFill>
                  <a:srgbClr val="FF0000"/>
                </a:solidFill>
                <a:latin typeface="Times New Roman"/>
                <a:cs typeface="Times New Roman"/>
              </a:rPr>
              <a:t>7472</a:t>
            </a:r>
            <a:endParaRPr sz="1800">
              <a:latin typeface="Times New Roman"/>
              <a:cs typeface="Times New Roman"/>
            </a:endParaRPr>
          </a:p>
          <a:p>
            <a:pPr marL="289560">
              <a:lnSpc>
                <a:spcPts val="2090"/>
              </a:lnSpc>
              <a:tabLst>
                <a:tab pos="918844" algn="l"/>
              </a:tabLst>
            </a:pPr>
            <a:r>
              <a:rPr sz="2000" spc="114" dirty="0">
                <a:latin typeface="Times New Roman"/>
                <a:cs typeface="Times New Roman"/>
              </a:rPr>
              <a:t>K	</a:t>
            </a:r>
            <a:r>
              <a:rPr sz="2000" spc="60" dirty="0">
                <a:latin typeface="Times New Roman"/>
                <a:cs typeface="Times New Roman"/>
              </a:rPr>
              <a:t>J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631227" y="3112740"/>
            <a:ext cx="0" cy="718185"/>
          </a:xfrm>
          <a:custGeom>
            <a:avLst/>
            <a:gdLst/>
            <a:ahLst/>
            <a:cxnLst/>
            <a:rect l="l" t="t" r="r" b="b"/>
            <a:pathLst>
              <a:path h="718185">
                <a:moveTo>
                  <a:pt x="0" y="717868"/>
                </a:moveTo>
                <a:lnTo>
                  <a:pt x="0" y="0"/>
                </a:lnTo>
              </a:path>
            </a:pathLst>
          </a:custGeom>
          <a:ln w="296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215031" y="3112740"/>
            <a:ext cx="0" cy="601980"/>
          </a:xfrm>
          <a:custGeom>
            <a:avLst/>
            <a:gdLst/>
            <a:ahLst/>
            <a:cxnLst/>
            <a:rect l="l" t="t" r="r" b="b"/>
            <a:pathLst>
              <a:path h="601979">
                <a:moveTo>
                  <a:pt x="0" y="0"/>
                </a:moveTo>
                <a:lnTo>
                  <a:pt x="0" y="601621"/>
                </a:lnTo>
              </a:path>
            </a:pathLst>
          </a:custGeom>
          <a:ln w="296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152586" y="3700110"/>
            <a:ext cx="124890" cy="1173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872363" y="2933178"/>
            <a:ext cx="1926589" cy="538480"/>
          </a:xfrm>
          <a:custGeom>
            <a:avLst/>
            <a:gdLst/>
            <a:ahLst/>
            <a:cxnLst/>
            <a:rect l="l" t="t" r="r" b="b"/>
            <a:pathLst>
              <a:path w="1926590" h="538479">
                <a:moveTo>
                  <a:pt x="0" y="0"/>
                </a:moveTo>
                <a:lnTo>
                  <a:pt x="0" y="538433"/>
                </a:lnTo>
                <a:lnTo>
                  <a:pt x="1926472" y="538433"/>
                </a:lnTo>
              </a:path>
            </a:pathLst>
          </a:custGeom>
          <a:ln w="275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923129" y="3112740"/>
            <a:ext cx="0" cy="359410"/>
          </a:xfrm>
          <a:custGeom>
            <a:avLst/>
            <a:gdLst/>
            <a:ahLst/>
            <a:cxnLst/>
            <a:rect l="l" t="t" r="r" b="b"/>
            <a:pathLst>
              <a:path h="359410">
                <a:moveTo>
                  <a:pt x="0" y="0"/>
                </a:moveTo>
                <a:lnTo>
                  <a:pt x="0" y="358871"/>
                </a:lnTo>
              </a:path>
            </a:pathLst>
          </a:custGeom>
          <a:ln w="296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805358" y="3281626"/>
            <a:ext cx="37655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i="1" spc="100" dirty="0">
                <a:latin typeface="Times New Roman"/>
                <a:cs typeface="Times New Roman"/>
              </a:rPr>
              <a:t>CP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532095" y="3669089"/>
            <a:ext cx="913130" cy="102616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80"/>
              </a:spcBef>
              <a:tabLst>
                <a:tab pos="602615" algn="l"/>
              </a:tabLst>
            </a:pPr>
            <a:r>
              <a:rPr sz="2000" spc="114" dirty="0">
                <a:latin typeface="Times New Roman"/>
                <a:cs typeface="Times New Roman"/>
              </a:rPr>
              <a:t>Y	Y</a:t>
            </a:r>
            <a:endParaRPr sz="2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1420"/>
              </a:spcBef>
            </a:pPr>
            <a:r>
              <a:rPr sz="240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74151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117822" y="3884427"/>
            <a:ext cx="214629" cy="0"/>
          </a:xfrm>
          <a:custGeom>
            <a:avLst/>
            <a:gdLst/>
            <a:ahLst/>
            <a:cxnLst/>
            <a:rect l="l" t="t" r="r" b="b"/>
            <a:pathLst>
              <a:path w="214629">
                <a:moveTo>
                  <a:pt x="0" y="0"/>
                </a:moveTo>
                <a:lnTo>
                  <a:pt x="214052" y="0"/>
                </a:lnTo>
              </a:path>
            </a:pathLst>
          </a:custGeom>
          <a:ln w="27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611867" y="2035873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5">
                <a:moveTo>
                  <a:pt x="0" y="0"/>
                </a:moveTo>
                <a:lnTo>
                  <a:pt x="0" y="242750"/>
                </a:lnTo>
              </a:path>
            </a:pathLst>
          </a:custGeom>
          <a:ln w="296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563675" y="2278624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48192" y="0"/>
                </a:moveTo>
                <a:lnTo>
                  <a:pt x="29425" y="3490"/>
                </a:lnTo>
                <a:lnTo>
                  <a:pt x="14107" y="13011"/>
                </a:lnTo>
                <a:lnTo>
                  <a:pt x="3784" y="27138"/>
                </a:lnTo>
                <a:lnTo>
                  <a:pt x="0" y="44447"/>
                </a:lnTo>
                <a:lnTo>
                  <a:pt x="3784" y="61702"/>
                </a:lnTo>
                <a:lnTo>
                  <a:pt x="14107" y="75835"/>
                </a:lnTo>
                <a:lnTo>
                  <a:pt x="29425" y="85386"/>
                </a:lnTo>
                <a:lnTo>
                  <a:pt x="48192" y="88894"/>
                </a:lnTo>
                <a:lnTo>
                  <a:pt x="66960" y="85386"/>
                </a:lnTo>
                <a:lnTo>
                  <a:pt x="82277" y="75835"/>
                </a:lnTo>
                <a:lnTo>
                  <a:pt x="92601" y="61702"/>
                </a:lnTo>
                <a:lnTo>
                  <a:pt x="96385" y="44447"/>
                </a:lnTo>
                <a:lnTo>
                  <a:pt x="92601" y="27138"/>
                </a:lnTo>
                <a:lnTo>
                  <a:pt x="82277" y="13011"/>
                </a:lnTo>
                <a:lnTo>
                  <a:pt x="66960" y="3490"/>
                </a:lnTo>
                <a:lnTo>
                  <a:pt x="48192" y="0"/>
                </a:lnTo>
                <a:close/>
              </a:path>
            </a:pathLst>
          </a:custGeom>
          <a:ln w="2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6690335" y="1971506"/>
            <a:ext cx="19367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i="1" spc="95" dirty="0"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689717" y="2017892"/>
            <a:ext cx="214629" cy="0"/>
          </a:xfrm>
          <a:custGeom>
            <a:avLst/>
            <a:gdLst/>
            <a:ahLst/>
            <a:cxnLst/>
            <a:rect l="l" t="t" r="r" b="b"/>
            <a:pathLst>
              <a:path w="214629">
                <a:moveTo>
                  <a:pt x="0" y="0"/>
                </a:moveTo>
                <a:lnTo>
                  <a:pt x="214052" y="0"/>
                </a:lnTo>
              </a:path>
            </a:pathLst>
          </a:custGeom>
          <a:ln w="27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090738" y="5266435"/>
            <a:ext cx="0" cy="179705"/>
          </a:xfrm>
          <a:custGeom>
            <a:avLst/>
            <a:gdLst/>
            <a:ahLst/>
            <a:cxnLst/>
            <a:rect l="l" t="t" r="r" b="b"/>
            <a:pathLst>
              <a:path h="179704">
                <a:moveTo>
                  <a:pt x="0" y="0"/>
                </a:moveTo>
                <a:lnTo>
                  <a:pt x="0" y="179473"/>
                </a:lnTo>
              </a:path>
            </a:pathLst>
          </a:custGeom>
          <a:ln w="296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798836" y="5266435"/>
            <a:ext cx="0" cy="359410"/>
          </a:xfrm>
          <a:custGeom>
            <a:avLst/>
            <a:gdLst/>
            <a:ahLst/>
            <a:cxnLst/>
            <a:rect l="l" t="t" r="r" b="b"/>
            <a:pathLst>
              <a:path h="359410">
                <a:moveTo>
                  <a:pt x="0" y="0"/>
                </a:moveTo>
                <a:lnTo>
                  <a:pt x="0" y="358947"/>
                </a:lnTo>
              </a:path>
            </a:pathLst>
          </a:custGeom>
          <a:ln w="296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506934" y="5266435"/>
            <a:ext cx="0" cy="179705"/>
          </a:xfrm>
          <a:custGeom>
            <a:avLst/>
            <a:gdLst/>
            <a:ahLst/>
            <a:cxnLst/>
            <a:rect l="l" t="t" r="r" b="b"/>
            <a:pathLst>
              <a:path h="179704">
                <a:moveTo>
                  <a:pt x="0" y="0"/>
                </a:moveTo>
                <a:lnTo>
                  <a:pt x="0" y="179473"/>
                </a:lnTo>
              </a:path>
            </a:pathLst>
          </a:custGeom>
          <a:ln w="296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215031" y="5266435"/>
            <a:ext cx="0" cy="179705"/>
          </a:xfrm>
          <a:custGeom>
            <a:avLst/>
            <a:gdLst/>
            <a:ahLst/>
            <a:cxnLst/>
            <a:rect l="l" t="t" r="r" b="b"/>
            <a:pathLst>
              <a:path h="179704">
                <a:moveTo>
                  <a:pt x="0" y="0"/>
                </a:moveTo>
                <a:lnTo>
                  <a:pt x="0" y="179473"/>
                </a:lnTo>
              </a:path>
            </a:pathLst>
          </a:custGeom>
          <a:ln w="296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923129" y="5266435"/>
            <a:ext cx="0" cy="359410"/>
          </a:xfrm>
          <a:custGeom>
            <a:avLst/>
            <a:gdLst/>
            <a:ahLst/>
            <a:cxnLst/>
            <a:rect l="l" t="t" r="r" b="b"/>
            <a:pathLst>
              <a:path h="359410">
                <a:moveTo>
                  <a:pt x="0" y="0"/>
                </a:moveTo>
                <a:lnTo>
                  <a:pt x="0" y="358947"/>
                </a:lnTo>
              </a:path>
            </a:pathLst>
          </a:custGeom>
          <a:ln w="296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631227" y="5266435"/>
            <a:ext cx="0" cy="363855"/>
          </a:xfrm>
          <a:custGeom>
            <a:avLst/>
            <a:gdLst/>
            <a:ahLst/>
            <a:cxnLst/>
            <a:rect l="l" t="t" r="r" b="b"/>
            <a:pathLst>
              <a:path h="363854">
                <a:moveTo>
                  <a:pt x="0" y="0"/>
                </a:moveTo>
                <a:lnTo>
                  <a:pt x="0" y="363429"/>
                </a:lnTo>
              </a:path>
            </a:pathLst>
          </a:custGeom>
          <a:ln w="296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339325" y="5266435"/>
            <a:ext cx="0" cy="179705"/>
          </a:xfrm>
          <a:custGeom>
            <a:avLst/>
            <a:gdLst/>
            <a:ahLst/>
            <a:cxnLst/>
            <a:rect l="l" t="t" r="r" b="b"/>
            <a:pathLst>
              <a:path h="179704">
                <a:moveTo>
                  <a:pt x="0" y="0"/>
                </a:moveTo>
                <a:lnTo>
                  <a:pt x="0" y="179473"/>
                </a:lnTo>
              </a:path>
            </a:pathLst>
          </a:custGeom>
          <a:ln w="296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047422" y="5266435"/>
            <a:ext cx="0" cy="359410"/>
          </a:xfrm>
          <a:custGeom>
            <a:avLst/>
            <a:gdLst/>
            <a:ahLst/>
            <a:cxnLst/>
            <a:rect l="l" t="t" r="r" b="b"/>
            <a:pathLst>
              <a:path h="359410">
                <a:moveTo>
                  <a:pt x="0" y="0"/>
                </a:moveTo>
                <a:lnTo>
                  <a:pt x="0" y="358947"/>
                </a:lnTo>
              </a:path>
            </a:pathLst>
          </a:custGeom>
          <a:ln w="296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755520" y="5445909"/>
            <a:ext cx="2335530" cy="0"/>
          </a:xfrm>
          <a:custGeom>
            <a:avLst/>
            <a:gdLst/>
            <a:ahLst/>
            <a:cxnLst/>
            <a:rect l="l" t="t" r="r" b="b"/>
            <a:pathLst>
              <a:path w="2335529">
                <a:moveTo>
                  <a:pt x="2335218" y="0"/>
                </a:moveTo>
                <a:lnTo>
                  <a:pt x="0" y="0"/>
                </a:lnTo>
              </a:path>
            </a:pathLst>
          </a:custGeom>
          <a:ln w="27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5576960" y="5255924"/>
            <a:ext cx="16319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8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6047422" y="5625382"/>
            <a:ext cx="2141220" cy="0"/>
          </a:xfrm>
          <a:custGeom>
            <a:avLst/>
            <a:gdLst/>
            <a:ahLst/>
            <a:cxnLst/>
            <a:rect l="l" t="t" r="r" b="b"/>
            <a:pathLst>
              <a:path w="2141220">
                <a:moveTo>
                  <a:pt x="0" y="0"/>
                </a:moveTo>
                <a:lnTo>
                  <a:pt x="2140662" y="0"/>
                </a:lnTo>
              </a:path>
            </a:pathLst>
          </a:custGeom>
          <a:ln w="27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8204081" y="5435397"/>
            <a:ext cx="16319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8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147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966" y="982217"/>
            <a:ext cx="718820" cy="0"/>
          </a:xfrm>
          <a:custGeom>
            <a:avLst/>
            <a:gdLst/>
            <a:ahLst/>
            <a:cxnLst/>
            <a:rect l="l" t="t" r="r" b="b"/>
            <a:pathLst>
              <a:path w="718819">
                <a:moveTo>
                  <a:pt x="0" y="0"/>
                </a:moveTo>
                <a:lnTo>
                  <a:pt x="718566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10944" y="3421278"/>
            <a:ext cx="611187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四位二进制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计数</a:t>
            </a:r>
            <a:r>
              <a:rPr sz="2800" b="1" spc="20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161构成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模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8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计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数器； 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8选l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数据选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择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15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1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构成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组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合输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出网络；  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JK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触发器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7472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起输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出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缓冲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作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用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 dirty="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08532" y="370331"/>
            <a:ext cx="5669280" cy="3312160"/>
          </a:xfrm>
          <a:custGeom>
            <a:avLst/>
            <a:gdLst/>
            <a:ahLst/>
            <a:cxnLst/>
            <a:rect l="l" t="t" r="r" b="b"/>
            <a:pathLst>
              <a:path w="5669280" h="3312160">
                <a:moveTo>
                  <a:pt x="0" y="3311652"/>
                </a:moveTo>
                <a:lnTo>
                  <a:pt x="5669280" y="3311652"/>
                </a:lnTo>
                <a:lnTo>
                  <a:pt x="5669280" y="0"/>
                </a:lnTo>
                <a:lnTo>
                  <a:pt x="0" y="0"/>
                </a:lnTo>
                <a:lnTo>
                  <a:pt x="0" y="33116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35196" y="539128"/>
            <a:ext cx="2326005" cy="1144270"/>
          </a:xfrm>
          <a:custGeom>
            <a:avLst/>
            <a:gdLst/>
            <a:ahLst/>
            <a:cxnLst/>
            <a:rect l="l" t="t" r="r" b="b"/>
            <a:pathLst>
              <a:path w="2326004" h="1144270">
                <a:moveTo>
                  <a:pt x="0" y="1143745"/>
                </a:moveTo>
                <a:lnTo>
                  <a:pt x="2325705" y="1143745"/>
                </a:lnTo>
                <a:lnTo>
                  <a:pt x="2325705" y="0"/>
                </a:lnTo>
                <a:lnTo>
                  <a:pt x="0" y="0"/>
                </a:lnTo>
                <a:lnTo>
                  <a:pt x="0" y="11437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35196" y="539128"/>
            <a:ext cx="2326005" cy="1144270"/>
          </a:xfrm>
          <a:custGeom>
            <a:avLst/>
            <a:gdLst/>
            <a:ahLst/>
            <a:cxnLst/>
            <a:rect l="l" t="t" r="r" b="b"/>
            <a:pathLst>
              <a:path w="2326004" h="1144270">
                <a:moveTo>
                  <a:pt x="0" y="1143745"/>
                </a:moveTo>
                <a:lnTo>
                  <a:pt x="2325705" y="1143745"/>
                </a:lnTo>
                <a:lnTo>
                  <a:pt x="2325705" y="0"/>
                </a:lnTo>
                <a:lnTo>
                  <a:pt x="0" y="0"/>
                </a:lnTo>
                <a:lnTo>
                  <a:pt x="0" y="1143745"/>
                </a:lnTo>
                <a:close/>
              </a:path>
            </a:pathLst>
          </a:custGeom>
          <a:ln w="22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60923" y="1111052"/>
            <a:ext cx="163195" cy="0"/>
          </a:xfrm>
          <a:custGeom>
            <a:avLst/>
            <a:gdLst/>
            <a:ahLst/>
            <a:cxnLst/>
            <a:rect l="l" t="t" r="r" b="b"/>
            <a:pathLst>
              <a:path w="163195">
                <a:moveTo>
                  <a:pt x="162777" y="0"/>
                </a:moveTo>
                <a:lnTo>
                  <a:pt x="0" y="0"/>
                </a:lnTo>
              </a:path>
            </a:pathLst>
          </a:custGeom>
          <a:ln w="217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72408" y="825090"/>
            <a:ext cx="163195" cy="0"/>
          </a:xfrm>
          <a:custGeom>
            <a:avLst/>
            <a:gdLst/>
            <a:ahLst/>
            <a:cxnLst/>
            <a:rect l="l" t="t" r="r" b="b"/>
            <a:pathLst>
              <a:path w="163194">
                <a:moveTo>
                  <a:pt x="162788" y="0"/>
                </a:moveTo>
                <a:lnTo>
                  <a:pt x="0" y="0"/>
                </a:lnTo>
              </a:path>
            </a:pathLst>
          </a:custGeom>
          <a:ln w="217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0923" y="1396912"/>
            <a:ext cx="163195" cy="0"/>
          </a:xfrm>
          <a:custGeom>
            <a:avLst/>
            <a:gdLst/>
            <a:ahLst/>
            <a:cxnLst/>
            <a:rect l="l" t="t" r="r" b="b"/>
            <a:pathLst>
              <a:path w="163195">
                <a:moveTo>
                  <a:pt x="162777" y="0"/>
                </a:moveTo>
                <a:lnTo>
                  <a:pt x="0" y="0"/>
                </a:lnTo>
              </a:path>
            </a:pathLst>
          </a:custGeom>
          <a:ln w="217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60923" y="825090"/>
            <a:ext cx="294640" cy="0"/>
          </a:xfrm>
          <a:custGeom>
            <a:avLst/>
            <a:gdLst/>
            <a:ahLst/>
            <a:cxnLst/>
            <a:rect l="l" t="t" r="r" b="b"/>
            <a:pathLst>
              <a:path w="294639">
                <a:moveTo>
                  <a:pt x="294596" y="0"/>
                </a:moveTo>
                <a:lnTo>
                  <a:pt x="0" y="0"/>
                </a:lnTo>
              </a:path>
            </a:pathLst>
          </a:custGeom>
          <a:ln w="217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53023" y="1111052"/>
            <a:ext cx="105410" cy="0"/>
          </a:xfrm>
          <a:custGeom>
            <a:avLst/>
            <a:gdLst/>
            <a:ahLst/>
            <a:cxnLst/>
            <a:rect l="l" t="t" r="r" b="b"/>
            <a:pathLst>
              <a:path w="105410">
                <a:moveTo>
                  <a:pt x="0" y="0"/>
                </a:moveTo>
                <a:lnTo>
                  <a:pt x="105017" y="0"/>
                </a:lnTo>
              </a:path>
            </a:pathLst>
          </a:custGeom>
          <a:ln w="217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58041" y="1075647"/>
            <a:ext cx="76835" cy="71120"/>
          </a:xfrm>
          <a:custGeom>
            <a:avLst/>
            <a:gdLst/>
            <a:ahLst/>
            <a:cxnLst/>
            <a:rect l="l" t="t" r="r" b="b"/>
            <a:pathLst>
              <a:path w="76835" h="71119">
                <a:moveTo>
                  <a:pt x="0" y="35404"/>
                </a:moveTo>
                <a:lnTo>
                  <a:pt x="3018" y="49192"/>
                </a:lnTo>
                <a:lnTo>
                  <a:pt x="11248" y="60445"/>
                </a:lnTo>
                <a:lnTo>
                  <a:pt x="23453" y="68029"/>
                </a:lnTo>
                <a:lnTo>
                  <a:pt x="38397" y="70809"/>
                </a:lnTo>
                <a:lnTo>
                  <a:pt x="53345" y="68029"/>
                </a:lnTo>
                <a:lnTo>
                  <a:pt x="65549" y="60445"/>
                </a:lnTo>
                <a:lnTo>
                  <a:pt x="73777" y="49192"/>
                </a:lnTo>
                <a:lnTo>
                  <a:pt x="76794" y="35404"/>
                </a:lnTo>
                <a:lnTo>
                  <a:pt x="73777" y="21617"/>
                </a:lnTo>
                <a:lnTo>
                  <a:pt x="65549" y="10364"/>
                </a:lnTo>
                <a:lnTo>
                  <a:pt x="53345" y="2780"/>
                </a:lnTo>
                <a:lnTo>
                  <a:pt x="38397" y="0"/>
                </a:lnTo>
                <a:lnTo>
                  <a:pt x="23453" y="2780"/>
                </a:lnTo>
                <a:lnTo>
                  <a:pt x="11248" y="10364"/>
                </a:lnTo>
                <a:lnTo>
                  <a:pt x="3018" y="21617"/>
                </a:lnTo>
                <a:lnTo>
                  <a:pt x="0" y="35404"/>
                </a:lnTo>
                <a:close/>
              </a:path>
            </a:pathLst>
          </a:custGeom>
          <a:ln w="226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500359" y="403359"/>
            <a:ext cx="0" cy="135890"/>
          </a:xfrm>
          <a:custGeom>
            <a:avLst/>
            <a:gdLst/>
            <a:ahLst/>
            <a:cxnLst/>
            <a:rect l="l" t="t" r="r" b="b"/>
            <a:pathLst>
              <a:path h="135890">
                <a:moveTo>
                  <a:pt x="0" y="135869"/>
                </a:moveTo>
                <a:lnTo>
                  <a:pt x="0" y="0"/>
                </a:lnTo>
              </a:path>
            </a:pathLst>
          </a:custGeom>
          <a:ln w="2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965500" y="403359"/>
            <a:ext cx="0" cy="135890"/>
          </a:xfrm>
          <a:custGeom>
            <a:avLst/>
            <a:gdLst/>
            <a:ahLst/>
            <a:cxnLst/>
            <a:rect l="l" t="t" r="r" b="b"/>
            <a:pathLst>
              <a:path h="135890">
                <a:moveTo>
                  <a:pt x="0" y="135869"/>
                </a:moveTo>
                <a:lnTo>
                  <a:pt x="0" y="0"/>
                </a:lnTo>
              </a:path>
            </a:pathLst>
          </a:custGeom>
          <a:ln w="2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30641" y="403359"/>
            <a:ext cx="0" cy="135890"/>
          </a:xfrm>
          <a:custGeom>
            <a:avLst/>
            <a:gdLst/>
            <a:ahLst/>
            <a:cxnLst/>
            <a:rect l="l" t="t" r="r" b="b"/>
            <a:pathLst>
              <a:path h="135890">
                <a:moveTo>
                  <a:pt x="0" y="135869"/>
                </a:moveTo>
                <a:lnTo>
                  <a:pt x="0" y="0"/>
                </a:lnTo>
              </a:path>
            </a:pathLst>
          </a:custGeom>
          <a:ln w="2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95782" y="403359"/>
            <a:ext cx="0" cy="135890"/>
          </a:xfrm>
          <a:custGeom>
            <a:avLst/>
            <a:gdLst/>
            <a:ahLst/>
            <a:cxnLst/>
            <a:rect l="l" t="t" r="r" b="b"/>
            <a:pathLst>
              <a:path h="135890">
                <a:moveTo>
                  <a:pt x="0" y="135869"/>
                </a:moveTo>
                <a:lnTo>
                  <a:pt x="0" y="0"/>
                </a:lnTo>
              </a:path>
            </a:pathLst>
          </a:custGeom>
          <a:ln w="2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500359" y="1690036"/>
            <a:ext cx="0" cy="135890"/>
          </a:xfrm>
          <a:custGeom>
            <a:avLst/>
            <a:gdLst/>
            <a:ahLst/>
            <a:cxnLst/>
            <a:rect l="l" t="t" r="r" b="b"/>
            <a:pathLst>
              <a:path h="135889">
                <a:moveTo>
                  <a:pt x="0" y="135768"/>
                </a:moveTo>
                <a:lnTo>
                  <a:pt x="0" y="0"/>
                </a:lnTo>
              </a:path>
            </a:pathLst>
          </a:custGeom>
          <a:ln w="2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965500" y="1690036"/>
            <a:ext cx="0" cy="135890"/>
          </a:xfrm>
          <a:custGeom>
            <a:avLst/>
            <a:gdLst/>
            <a:ahLst/>
            <a:cxnLst/>
            <a:rect l="l" t="t" r="r" b="b"/>
            <a:pathLst>
              <a:path h="135889">
                <a:moveTo>
                  <a:pt x="0" y="135768"/>
                </a:moveTo>
                <a:lnTo>
                  <a:pt x="0" y="0"/>
                </a:lnTo>
              </a:path>
            </a:pathLst>
          </a:custGeom>
          <a:ln w="2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430641" y="1690036"/>
            <a:ext cx="0" cy="135890"/>
          </a:xfrm>
          <a:custGeom>
            <a:avLst/>
            <a:gdLst/>
            <a:ahLst/>
            <a:cxnLst/>
            <a:rect l="l" t="t" r="r" b="b"/>
            <a:pathLst>
              <a:path h="135889">
                <a:moveTo>
                  <a:pt x="0" y="135768"/>
                </a:moveTo>
                <a:lnTo>
                  <a:pt x="0" y="0"/>
                </a:lnTo>
              </a:path>
            </a:pathLst>
          </a:custGeom>
          <a:ln w="2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95782" y="1690036"/>
            <a:ext cx="0" cy="279400"/>
          </a:xfrm>
          <a:custGeom>
            <a:avLst/>
            <a:gdLst/>
            <a:ahLst/>
            <a:cxnLst/>
            <a:rect l="l" t="t" r="r" b="b"/>
            <a:pathLst>
              <a:path h="279400">
                <a:moveTo>
                  <a:pt x="0" y="278800"/>
                </a:moveTo>
                <a:lnTo>
                  <a:pt x="0" y="0"/>
                </a:lnTo>
              </a:path>
            </a:pathLst>
          </a:custGeom>
          <a:ln w="2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554389" y="1514048"/>
            <a:ext cx="96520" cy="182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spc="55" dirty="0">
                <a:latin typeface="Times New Roman"/>
                <a:cs typeface="Times New Roman"/>
              </a:rPr>
              <a:t>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65237" y="1514048"/>
            <a:ext cx="96520" cy="182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spc="55" dirty="0">
                <a:latin typeface="Times New Roman"/>
                <a:cs typeface="Times New Roman"/>
              </a:rPr>
              <a:t>3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275596" y="1325498"/>
            <a:ext cx="78105" cy="143510"/>
          </a:xfrm>
          <a:custGeom>
            <a:avLst/>
            <a:gdLst/>
            <a:ahLst/>
            <a:cxnLst/>
            <a:rect l="l" t="t" r="r" b="b"/>
            <a:pathLst>
              <a:path w="78104" h="143509">
                <a:moveTo>
                  <a:pt x="77559" y="142930"/>
                </a:moveTo>
                <a:lnTo>
                  <a:pt x="0" y="71414"/>
                </a:lnTo>
                <a:lnTo>
                  <a:pt x="77559" y="0"/>
                </a:lnTo>
              </a:path>
            </a:pathLst>
          </a:custGeom>
          <a:ln w="23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823356" y="1242995"/>
            <a:ext cx="1484630" cy="4394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78560">
              <a:lnSpc>
                <a:spcPts val="1605"/>
              </a:lnSpc>
              <a:spcBef>
                <a:spcPts val="135"/>
              </a:spcBef>
            </a:pPr>
            <a:r>
              <a:rPr sz="1550" spc="105" dirty="0">
                <a:latin typeface="Times New Roman"/>
                <a:cs typeface="Times New Roman"/>
              </a:rPr>
              <a:t>CP</a:t>
            </a:r>
            <a:endParaRPr sz="1550">
              <a:latin typeface="Times New Roman"/>
              <a:cs typeface="Times New Roman"/>
            </a:endParaRPr>
          </a:p>
          <a:p>
            <a:pPr marL="50800">
              <a:lnSpc>
                <a:spcPts val="1605"/>
              </a:lnSpc>
              <a:tabLst>
                <a:tab pos="530860" algn="l"/>
                <a:tab pos="996315" algn="l"/>
              </a:tabLst>
            </a:pPr>
            <a:r>
              <a:rPr sz="1550" spc="90" dirty="0">
                <a:latin typeface="Times New Roman"/>
                <a:cs typeface="Times New Roman"/>
              </a:rPr>
              <a:t>Q</a:t>
            </a:r>
            <a:r>
              <a:rPr sz="1500" spc="135" baseline="-13888" dirty="0">
                <a:latin typeface="Times New Roman"/>
                <a:cs typeface="Times New Roman"/>
              </a:rPr>
              <a:t>1	</a:t>
            </a:r>
            <a:r>
              <a:rPr sz="1550" spc="90" dirty="0">
                <a:latin typeface="Times New Roman"/>
                <a:cs typeface="Times New Roman"/>
              </a:rPr>
              <a:t>Q</a:t>
            </a:r>
            <a:r>
              <a:rPr sz="1500" spc="135" baseline="-13888" dirty="0">
                <a:latin typeface="Times New Roman"/>
                <a:cs typeface="Times New Roman"/>
              </a:rPr>
              <a:t>2	</a:t>
            </a:r>
            <a:r>
              <a:rPr sz="1550" spc="120" dirty="0">
                <a:latin typeface="Times New Roman"/>
                <a:cs typeface="Times New Roman"/>
              </a:rPr>
              <a:t>Q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45744" y="971457"/>
            <a:ext cx="443230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550" spc="95" dirty="0">
                <a:latin typeface="Times New Roman"/>
                <a:cs typeface="Times New Roman"/>
              </a:rPr>
              <a:t>CT</a:t>
            </a:r>
            <a:r>
              <a:rPr sz="1500" spc="142" baseline="-13888" dirty="0">
                <a:latin typeface="Times New Roman"/>
                <a:cs typeface="Times New Roman"/>
              </a:rPr>
              <a:t>T</a:t>
            </a:r>
            <a:endParaRPr sz="1500" baseline="-13888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709608" y="1396912"/>
            <a:ext cx="236854" cy="0"/>
          </a:xfrm>
          <a:custGeom>
            <a:avLst/>
            <a:gdLst/>
            <a:ahLst/>
            <a:cxnLst/>
            <a:rect l="l" t="t" r="r" b="b"/>
            <a:pathLst>
              <a:path w="236855">
                <a:moveTo>
                  <a:pt x="0" y="0"/>
                </a:moveTo>
                <a:lnTo>
                  <a:pt x="236804" y="0"/>
                </a:lnTo>
              </a:path>
            </a:pathLst>
          </a:custGeom>
          <a:ln w="217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46412" y="1361508"/>
            <a:ext cx="76835" cy="71120"/>
          </a:xfrm>
          <a:custGeom>
            <a:avLst/>
            <a:gdLst/>
            <a:ahLst/>
            <a:cxnLst/>
            <a:rect l="l" t="t" r="r" b="b"/>
            <a:pathLst>
              <a:path w="76835" h="71119">
                <a:moveTo>
                  <a:pt x="0" y="35404"/>
                </a:moveTo>
                <a:lnTo>
                  <a:pt x="3018" y="49192"/>
                </a:lnTo>
                <a:lnTo>
                  <a:pt x="11248" y="60445"/>
                </a:lnTo>
                <a:lnTo>
                  <a:pt x="23453" y="68029"/>
                </a:lnTo>
                <a:lnTo>
                  <a:pt x="38397" y="70809"/>
                </a:lnTo>
                <a:lnTo>
                  <a:pt x="53345" y="68029"/>
                </a:lnTo>
                <a:lnTo>
                  <a:pt x="65549" y="60445"/>
                </a:lnTo>
                <a:lnTo>
                  <a:pt x="73777" y="49192"/>
                </a:lnTo>
                <a:lnTo>
                  <a:pt x="76794" y="35404"/>
                </a:lnTo>
                <a:lnTo>
                  <a:pt x="73777" y="21659"/>
                </a:lnTo>
                <a:lnTo>
                  <a:pt x="65549" y="10402"/>
                </a:lnTo>
                <a:lnTo>
                  <a:pt x="53345" y="2794"/>
                </a:lnTo>
                <a:lnTo>
                  <a:pt x="38397" y="0"/>
                </a:lnTo>
                <a:lnTo>
                  <a:pt x="23453" y="2794"/>
                </a:lnTo>
                <a:lnTo>
                  <a:pt x="11248" y="10402"/>
                </a:lnTo>
                <a:lnTo>
                  <a:pt x="3018" y="21659"/>
                </a:lnTo>
                <a:lnTo>
                  <a:pt x="0" y="35404"/>
                </a:lnTo>
                <a:close/>
              </a:path>
            </a:pathLst>
          </a:custGeom>
          <a:ln w="226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044978" y="1271642"/>
            <a:ext cx="560705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550" spc="114" dirty="0">
                <a:latin typeface="Times New Roman"/>
                <a:cs typeface="Times New Roman"/>
              </a:rPr>
              <a:t>CR</a:t>
            </a:r>
            <a:r>
              <a:rPr sz="1550" spc="-165" dirty="0">
                <a:latin typeface="Times New Roman"/>
                <a:cs typeface="Times New Roman"/>
              </a:rPr>
              <a:t> </a:t>
            </a:r>
            <a:r>
              <a:rPr sz="2325" spc="179" baseline="-41218" dirty="0">
                <a:latin typeface="Times New Roman"/>
                <a:cs typeface="Times New Roman"/>
              </a:rPr>
              <a:t>Q</a:t>
            </a:r>
            <a:endParaRPr sz="2325" baseline="-41218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073965" y="1025213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4">
                <a:moveTo>
                  <a:pt x="0" y="0"/>
                </a:moveTo>
                <a:lnTo>
                  <a:pt x="251911" y="0"/>
                </a:lnTo>
              </a:path>
            </a:pathLst>
          </a:custGeom>
          <a:ln w="217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073965" y="1311174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4">
                <a:moveTo>
                  <a:pt x="0" y="0"/>
                </a:moveTo>
                <a:lnTo>
                  <a:pt x="251911" y="0"/>
                </a:lnTo>
              </a:path>
            </a:pathLst>
          </a:custGeom>
          <a:ln w="217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407267" y="1253982"/>
            <a:ext cx="310515" cy="286385"/>
          </a:xfrm>
          <a:custGeom>
            <a:avLst/>
            <a:gdLst/>
            <a:ahLst/>
            <a:cxnLst/>
            <a:rect l="l" t="t" r="r" b="b"/>
            <a:pathLst>
              <a:path w="310514" h="286384">
                <a:moveTo>
                  <a:pt x="0" y="0"/>
                </a:moveTo>
                <a:lnTo>
                  <a:pt x="0" y="285961"/>
                </a:lnTo>
                <a:lnTo>
                  <a:pt x="310086" y="1429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407267" y="1253982"/>
            <a:ext cx="310515" cy="286385"/>
          </a:xfrm>
          <a:custGeom>
            <a:avLst/>
            <a:gdLst/>
            <a:ahLst/>
            <a:cxnLst/>
            <a:rect l="l" t="t" r="r" b="b"/>
            <a:pathLst>
              <a:path w="310514" h="286384">
                <a:moveTo>
                  <a:pt x="0" y="0"/>
                </a:moveTo>
                <a:lnTo>
                  <a:pt x="310086" y="142930"/>
                </a:lnTo>
                <a:lnTo>
                  <a:pt x="0" y="285961"/>
                </a:lnTo>
                <a:lnTo>
                  <a:pt x="0" y="0"/>
                </a:lnTo>
                <a:close/>
              </a:path>
            </a:pathLst>
          </a:custGeom>
          <a:ln w="226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674997" y="1349851"/>
            <a:ext cx="100225" cy="942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244467" y="1396912"/>
            <a:ext cx="2644140" cy="572135"/>
          </a:xfrm>
          <a:custGeom>
            <a:avLst/>
            <a:gdLst/>
            <a:ahLst/>
            <a:cxnLst/>
            <a:rect l="l" t="t" r="r" b="b"/>
            <a:pathLst>
              <a:path w="2644140" h="572135">
                <a:moveTo>
                  <a:pt x="162799" y="0"/>
                </a:moveTo>
                <a:lnTo>
                  <a:pt x="0" y="0"/>
                </a:lnTo>
                <a:lnTo>
                  <a:pt x="0" y="571923"/>
                </a:lnTo>
                <a:lnTo>
                  <a:pt x="2643548" y="571923"/>
                </a:lnTo>
              </a:path>
            </a:pathLst>
          </a:custGeom>
          <a:ln w="218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655570" y="499596"/>
            <a:ext cx="2767330" cy="73342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405765" marR="68580" indent="354965">
              <a:lnSpc>
                <a:spcPct val="78700"/>
              </a:lnSpc>
              <a:spcBef>
                <a:spcPts val="535"/>
              </a:spcBef>
              <a:tabLst>
                <a:tab pos="1226185" algn="l"/>
                <a:tab pos="1706880" algn="l"/>
                <a:tab pos="2171700" algn="l"/>
                <a:tab pos="2331720" algn="l"/>
              </a:tabLst>
            </a:pPr>
            <a:r>
              <a:rPr sz="1550" spc="90" dirty="0">
                <a:latin typeface="Times New Roman"/>
                <a:cs typeface="Times New Roman"/>
              </a:rPr>
              <a:t>D</a:t>
            </a:r>
            <a:r>
              <a:rPr sz="1500" spc="135" baseline="-13888" dirty="0">
                <a:latin typeface="Times New Roman"/>
                <a:cs typeface="Times New Roman"/>
              </a:rPr>
              <a:t>0	</a:t>
            </a:r>
            <a:r>
              <a:rPr sz="1550" spc="90" dirty="0">
                <a:latin typeface="Times New Roman"/>
                <a:cs typeface="Times New Roman"/>
              </a:rPr>
              <a:t>D</a:t>
            </a:r>
            <a:r>
              <a:rPr sz="1500" spc="135" baseline="-13888" dirty="0">
                <a:latin typeface="Times New Roman"/>
                <a:cs typeface="Times New Roman"/>
              </a:rPr>
              <a:t>1	</a:t>
            </a:r>
            <a:r>
              <a:rPr sz="1550" spc="90" dirty="0">
                <a:latin typeface="Times New Roman"/>
                <a:cs typeface="Times New Roman"/>
              </a:rPr>
              <a:t>D</a:t>
            </a:r>
            <a:r>
              <a:rPr sz="1500" spc="135" baseline="-13888" dirty="0">
                <a:latin typeface="Times New Roman"/>
                <a:cs typeface="Times New Roman"/>
              </a:rPr>
              <a:t>2	</a:t>
            </a:r>
            <a:r>
              <a:rPr sz="1550" spc="90" dirty="0">
                <a:latin typeface="Times New Roman"/>
                <a:cs typeface="Times New Roman"/>
              </a:rPr>
              <a:t>D</a:t>
            </a:r>
            <a:r>
              <a:rPr sz="1500" spc="135" baseline="-13888" dirty="0">
                <a:latin typeface="Times New Roman"/>
                <a:cs typeface="Times New Roman"/>
              </a:rPr>
              <a:t>3  </a:t>
            </a:r>
            <a:r>
              <a:rPr sz="1550" spc="114" dirty="0">
                <a:latin typeface="Times New Roman"/>
                <a:cs typeface="Times New Roman"/>
              </a:rPr>
              <a:t>C</a:t>
            </a:r>
            <a:r>
              <a:rPr sz="1550" spc="120" dirty="0">
                <a:latin typeface="Times New Roman"/>
                <a:cs typeface="Times New Roman"/>
              </a:rPr>
              <a:t>O</a:t>
            </a:r>
            <a:r>
              <a:rPr sz="1550" dirty="0">
                <a:latin typeface="Times New Roman"/>
                <a:cs typeface="Times New Roman"/>
              </a:rPr>
              <a:t>				</a:t>
            </a:r>
            <a:r>
              <a:rPr sz="1550" spc="114" dirty="0">
                <a:latin typeface="Times New Roman"/>
                <a:cs typeface="Times New Roman"/>
              </a:rPr>
              <a:t>C</a:t>
            </a:r>
            <a:r>
              <a:rPr sz="1550" spc="100" dirty="0">
                <a:latin typeface="Times New Roman"/>
                <a:cs typeface="Times New Roman"/>
              </a:rPr>
              <a:t>T</a:t>
            </a:r>
            <a:r>
              <a:rPr sz="1500" spc="97" baseline="-13888" dirty="0">
                <a:latin typeface="Times New Roman"/>
                <a:cs typeface="Times New Roman"/>
              </a:rPr>
              <a:t>P</a:t>
            </a:r>
            <a:endParaRPr sz="1500" baseline="-13888">
              <a:latin typeface="Times New Roman"/>
              <a:cs typeface="Times New Roman"/>
            </a:endParaRPr>
          </a:p>
          <a:p>
            <a:pPr marL="38100">
              <a:lnSpc>
                <a:spcPts val="2210"/>
              </a:lnSpc>
              <a:tabLst>
                <a:tab pos="411480" algn="l"/>
                <a:tab pos="1214120" algn="l"/>
              </a:tabLst>
            </a:pPr>
            <a:r>
              <a:rPr sz="1550" spc="85" dirty="0">
                <a:latin typeface="Times New Roman"/>
                <a:cs typeface="Times New Roman"/>
              </a:rPr>
              <a:t>1	</a:t>
            </a:r>
            <a:r>
              <a:rPr sz="2325" spc="172" baseline="-7168" dirty="0">
                <a:latin typeface="Times New Roman"/>
                <a:cs typeface="Times New Roman"/>
              </a:rPr>
              <a:t>LD	</a:t>
            </a:r>
            <a:r>
              <a:rPr sz="1900" b="1" spc="80" dirty="0">
                <a:solidFill>
                  <a:srgbClr val="FF0000"/>
                </a:solidFill>
                <a:latin typeface="Times New Roman"/>
                <a:cs typeface="Times New Roman"/>
              </a:rPr>
              <a:t>74161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471838" y="556788"/>
            <a:ext cx="135255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85" dirty="0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523701" y="825090"/>
            <a:ext cx="0" cy="286385"/>
          </a:xfrm>
          <a:custGeom>
            <a:avLst/>
            <a:gdLst/>
            <a:ahLst/>
            <a:cxnLst/>
            <a:rect l="l" t="t" r="r" b="b"/>
            <a:pathLst>
              <a:path h="286384">
                <a:moveTo>
                  <a:pt x="0" y="285961"/>
                </a:moveTo>
                <a:lnTo>
                  <a:pt x="0" y="0"/>
                </a:lnTo>
              </a:path>
            </a:pathLst>
          </a:custGeom>
          <a:ln w="2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98146" y="2111736"/>
            <a:ext cx="2326005" cy="1144270"/>
          </a:xfrm>
          <a:custGeom>
            <a:avLst/>
            <a:gdLst/>
            <a:ahLst/>
            <a:cxnLst/>
            <a:rect l="l" t="t" r="r" b="b"/>
            <a:pathLst>
              <a:path w="2326004" h="1144270">
                <a:moveTo>
                  <a:pt x="0" y="1143745"/>
                </a:moveTo>
                <a:lnTo>
                  <a:pt x="2325705" y="1143745"/>
                </a:lnTo>
                <a:lnTo>
                  <a:pt x="2325705" y="0"/>
                </a:lnTo>
                <a:lnTo>
                  <a:pt x="0" y="0"/>
                </a:lnTo>
                <a:lnTo>
                  <a:pt x="0" y="11437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198146" y="2111736"/>
            <a:ext cx="2326005" cy="1144270"/>
          </a:xfrm>
          <a:custGeom>
            <a:avLst/>
            <a:gdLst/>
            <a:ahLst/>
            <a:cxnLst/>
            <a:rect l="l" t="t" r="r" b="b"/>
            <a:pathLst>
              <a:path w="2326004" h="1144270">
                <a:moveTo>
                  <a:pt x="0" y="1143745"/>
                </a:moveTo>
                <a:lnTo>
                  <a:pt x="2325705" y="1143745"/>
                </a:lnTo>
                <a:lnTo>
                  <a:pt x="2325705" y="0"/>
                </a:lnTo>
                <a:lnTo>
                  <a:pt x="0" y="0"/>
                </a:lnTo>
                <a:lnTo>
                  <a:pt x="0" y="1143745"/>
                </a:lnTo>
                <a:close/>
              </a:path>
            </a:pathLst>
          </a:custGeom>
          <a:ln w="22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524421" y="2636830"/>
            <a:ext cx="309451" cy="2578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326167" y="2558298"/>
            <a:ext cx="147320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95" dirty="0">
                <a:latin typeface="Times New Roman"/>
                <a:cs typeface="Times New Roman"/>
              </a:rPr>
              <a:t>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535942" y="2987190"/>
            <a:ext cx="1811655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120" dirty="0">
                <a:latin typeface="Times New Roman"/>
                <a:cs typeface="Times New Roman"/>
              </a:rPr>
              <a:t>D D D D D D D</a:t>
            </a:r>
            <a:r>
              <a:rPr sz="1550" spc="600" dirty="0">
                <a:latin typeface="Times New Roman"/>
                <a:cs typeface="Times New Roman"/>
              </a:rPr>
              <a:t> </a:t>
            </a:r>
            <a:r>
              <a:rPr sz="1550" spc="120" dirty="0">
                <a:latin typeface="Times New Roman"/>
                <a:cs typeface="Times New Roman"/>
              </a:rPr>
              <a:t>D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694016" y="3086677"/>
            <a:ext cx="1724660" cy="182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45110" algn="l"/>
                <a:tab pos="477520" algn="l"/>
                <a:tab pos="709930" algn="l"/>
                <a:tab pos="942340" algn="l"/>
                <a:tab pos="1175385" algn="l"/>
                <a:tab pos="1407795" algn="l"/>
                <a:tab pos="1640205" algn="l"/>
              </a:tabLst>
            </a:pPr>
            <a:r>
              <a:rPr sz="1000" spc="55" dirty="0">
                <a:latin typeface="Times New Roman"/>
                <a:cs typeface="Times New Roman"/>
              </a:rPr>
              <a:t>0	1	2	3	4	5	6	7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256880" y="2815633"/>
            <a:ext cx="183515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120" dirty="0">
                <a:latin typeface="Times New Roman"/>
                <a:cs typeface="Times New Roman"/>
              </a:rPr>
              <a:t>A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414953" y="2915120"/>
            <a:ext cx="96520" cy="182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spc="55" dirty="0">
                <a:latin typeface="Times New Roman"/>
                <a:cs typeface="Times New Roman"/>
              </a:rPr>
              <a:t>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231480" y="2199996"/>
            <a:ext cx="305435" cy="597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>
              <a:lnSpc>
                <a:spcPct val="121000"/>
              </a:lnSpc>
              <a:spcBef>
                <a:spcPts val="90"/>
              </a:spcBef>
            </a:pPr>
            <a:r>
              <a:rPr sz="1550" spc="120" dirty="0">
                <a:latin typeface="Times New Roman"/>
                <a:cs typeface="Times New Roman"/>
              </a:rPr>
              <a:t>A</a:t>
            </a:r>
            <a:r>
              <a:rPr sz="1500" spc="52" baseline="-13888" dirty="0">
                <a:latin typeface="Times New Roman"/>
                <a:cs typeface="Times New Roman"/>
              </a:rPr>
              <a:t>2  </a:t>
            </a:r>
            <a:r>
              <a:rPr sz="1550" spc="120" dirty="0">
                <a:latin typeface="Times New Roman"/>
                <a:cs typeface="Times New Roman"/>
              </a:rPr>
              <a:t>A</a:t>
            </a:r>
            <a:r>
              <a:rPr sz="1500" spc="82" baseline="-13888" dirty="0">
                <a:latin typeface="Times New Roman"/>
                <a:cs typeface="Times New Roman"/>
              </a:rPr>
              <a:t>1</a:t>
            </a:r>
            <a:endParaRPr sz="1500" baseline="-13888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430641" y="1825805"/>
            <a:ext cx="767715" cy="572135"/>
          </a:xfrm>
          <a:custGeom>
            <a:avLst/>
            <a:gdLst/>
            <a:ahLst/>
            <a:cxnLst/>
            <a:rect l="l" t="t" r="r" b="b"/>
            <a:pathLst>
              <a:path w="767714" h="572135">
                <a:moveTo>
                  <a:pt x="0" y="0"/>
                </a:moveTo>
                <a:lnTo>
                  <a:pt x="0" y="571923"/>
                </a:lnTo>
                <a:lnTo>
                  <a:pt x="767504" y="571923"/>
                </a:lnTo>
              </a:path>
            </a:pathLst>
          </a:custGeom>
          <a:ln w="224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965500" y="1825805"/>
            <a:ext cx="1233170" cy="857885"/>
          </a:xfrm>
          <a:custGeom>
            <a:avLst/>
            <a:gdLst/>
            <a:ahLst/>
            <a:cxnLst/>
            <a:rect l="l" t="t" r="r" b="b"/>
            <a:pathLst>
              <a:path w="1233170" h="857885">
                <a:moveTo>
                  <a:pt x="0" y="0"/>
                </a:moveTo>
                <a:lnTo>
                  <a:pt x="0" y="857824"/>
                </a:lnTo>
                <a:lnTo>
                  <a:pt x="1232645" y="857824"/>
                </a:lnTo>
              </a:path>
            </a:pathLst>
          </a:custGeom>
          <a:ln w="223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500359" y="1825805"/>
            <a:ext cx="1697989" cy="1144270"/>
          </a:xfrm>
          <a:custGeom>
            <a:avLst/>
            <a:gdLst/>
            <a:ahLst/>
            <a:cxnLst/>
            <a:rect l="l" t="t" r="r" b="b"/>
            <a:pathLst>
              <a:path w="1697989" h="1144270">
                <a:moveTo>
                  <a:pt x="0" y="0"/>
                </a:moveTo>
                <a:lnTo>
                  <a:pt x="0" y="1143745"/>
                </a:lnTo>
                <a:lnTo>
                  <a:pt x="1697786" y="1143745"/>
                </a:lnTo>
              </a:path>
            </a:pathLst>
          </a:custGeom>
          <a:ln w="22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818298" y="968091"/>
            <a:ext cx="1085850" cy="572135"/>
          </a:xfrm>
          <a:custGeom>
            <a:avLst/>
            <a:gdLst/>
            <a:ahLst/>
            <a:cxnLst/>
            <a:rect l="l" t="t" r="r" b="b"/>
            <a:pathLst>
              <a:path w="1085850" h="572135">
                <a:moveTo>
                  <a:pt x="0" y="571852"/>
                </a:moveTo>
                <a:lnTo>
                  <a:pt x="1085325" y="571852"/>
                </a:lnTo>
                <a:lnTo>
                  <a:pt x="1085325" y="0"/>
                </a:lnTo>
                <a:lnTo>
                  <a:pt x="0" y="0"/>
                </a:lnTo>
                <a:lnTo>
                  <a:pt x="0" y="5718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818297" y="968091"/>
            <a:ext cx="1085850" cy="572135"/>
          </a:xfrm>
          <a:custGeom>
            <a:avLst/>
            <a:gdLst/>
            <a:ahLst/>
            <a:cxnLst/>
            <a:rect l="l" t="t" r="r" b="b"/>
            <a:pathLst>
              <a:path w="1085850" h="572135">
                <a:moveTo>
                  <a:pt x="0" y="571852"/>
                </a:moveTo>
                <a:lnTo>
                  <a:pt x="1085325" y="571852"/>
                </a:lnTo>
                <a:lnTo>
                  <a:pt x="1085325" y="0"/>
                </a:lnTo>
                <a:lnTo>
                  <a:pt x="0" y="0"/>
                </a:lnTo>
                <a:lnTo>
                  <a:pt x="0" y="571852"/>
                </a:lnTo>
                <a:close/>
              </a:path>
            </a:pathLst>
          </a:custGeom>
          <a:ln w="221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283439" y="1468428"/>
            <a:ext cx="155575" cy="71755"/>
          </a:xfrm>
          <a:custGeom>
            <a:avLst/>
            <a:gdLst/>
            <a:ahLst/>
            <a:cxnLst/>
            <a:rect l="l" t="t" r="r" b="b"/>
            <a:pathLst>
              <a:path w="155575" h="71755">
                <a:moveTo>
                  <a:pt x="0" y="71515"/>
                </a:moveTo>
                <a:lnTo>
                  <a:pt x="77450" y="0"/>
                </a:lnTo>
                <a:lnTo>
                  <a:pt x="155010" y="71515"/>
                </a:lnTo>
              </a:path>
            </a:pathLst>
          </a:custGeom>
          <a:ln w="221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5166815" y="1114188"/>
            <a:ext cx="419734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b="1" spc="75" dirty="0">
                <a:solidFill>
                  <a:srgbClr val="FF0000"/>
                </a:solidFill>
                <a:latin typeface="Times New Roman"/>
                <a:cs typeface="Times New Roman"/>
              </a:rPr>
              <a:t>7472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036636" y="1300187"/>
            <a:ext cx="612140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13715" algn="l"/>
              </a:tabLst>
            </a:pPr>
            <a:r>
              <a:rPr sz="1550" spc="120" dirty="0">
                <a:latin typeface="Times New Roman"/>
                <a:cs typeface="Times New Roman"/>
              </a:rPr>
              <a:t>K	</a:t>
            </a:r>
            <a:r>
              <a:rPr sz="1550" spc="65" dirty="0">
                <a:latin typeface="Times New Roman"/>
                <a:cs typeface="Times New Roman"/>
              </a:rPr>
              <a:t>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5128319" y="1539944"/>
            <a:ext cx="0" cy="572135"/>
          </a:xfrm>
          <a:custGeom>
            <a:avLst/>
            <a:gdLst/>
            <a:ahLst/>
            <a:cxnLst/>
            <a:rect l="l" t="t" r="r" b="b"/>
            <a:pathLst>
              <a:path h="572135">
                <a:moveTo>
                  <a:pt x="0" y="571822"/>
                </a:moveTo>
                <a:lnTo>
                  <a:pt x="0" y="0"/>
                </a:lnTo>
              </a:path>
            </a:pathLst>
          </a:custGeom>
          <a:ln w="2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593460" y="1539944"/>
            <a:ext cx="0" cy="479425"/>
          </a:xfrm>
          <a:custGeom>
            <a:avLst/>
            <a:gdLst/>
            <a:ahLst/>
            <a:cxnLst/>
            <a:rect l="l" t="t" r="r" b="b"/>
            <a:pathLst>
              <a:path h="479425">
                <a:moveTo>
                  <a:pt x="0" y="0"/>
                </a:moveTo>
                <a:lnTo>
                  <a:pt x="0" y="479225"/>
                </a:lnTo>
              </a:path>
            </a:pathLst>
          </a:custGeom>
          <a:ln w="2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543708" y="2007815"/>
            <a:ext cx="99502" cy="935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523701" y="1396912"/>
            <a:ext cx="1535430" cy="429259"/>
          </a:xfrm>
          <a:custGeom>
            <a:avLst/>
            <a:gdLst/>
            <a:ahLst/>
            <a:cxnLst/>
            <a:rect l="l" t="t" r="r" b="b"/>
            <a:pathLst>
              <a:path w="1535429" h="429260">
                <a:moveTo>
                  <a:pt x="0" y="0"/>
                </a:moveTo>
                <a:lnTo>
                  <a:pt x="0" y="428892"/>
                </a:lnTo>
                <a:lnTo>
                  <a:pt x="1534899" y="428892"/>
                </a:lnTo>
              </a:path>
            </a:pathLst>
          </a:custGeom>
          <a:ln w="219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60889" y="1539944"/>
            <a:ext cx="0" cy="286385"/>
          </a:xfrm>
          <a:custGeom>
            <a:avLst/>
            <a:gdLst/>
            <a:ahLst/>
            <a:cxnLst/>
            <a:rect l="l" t="t" r="r" b="b"/>
            <a:pathLst>
              <a:path h="286385">
                <a:moveTo>
                  <a:pt x="0" y="0"/>
                </a:moveTo>
                <a:lnTo>
                  <a:pt x="0" y="285860"/>
                </a:lnTo>
              </a:path>
            </a:pathLst>
          </a:custGeom>
          <a:ln w="2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503309" y="1671887"/>
            <a:ext cx="53975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u="heavy" spc="-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061216" y="1671887"/>
            <a:ext cx="305435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110" dirty="0">
                <a:latin typeface="Times New Roman"/>
                <a:cs typeface="Times New Roman"/>
              </a:rPr>
              <a:t>CP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036636" y="1980523"/>
            <a:ext cx="742950" cy="82296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  <a:tabLst>
                <a:tab pos="492759" algn="l"/>
              </a:tabLst>
            </a:pPr>
            <a:r>
              <a:rPr sz="1550" spc="120" dirty="0">
                <a:latin typeface="Times New Roman"/>
                <a:cs typeface="Times New Roman"/>
              </a:rPr>
              <a:t>Y	Y</a:t>
            </a:r>
            <a:endParaRPr sz="1550">
              <a:latin typeface="Times New Roman"/>
              <a:cs typeface="Times New Roman"/>
            </a:endParaRPr>
          </a:p>
          <a:p>
            <a:pPr marL="73025">
              <a:lnSpc>
                <a:spcPct val="100000"/>
              </a:lnSpc>
              <a:spcBef>
                <a:spcPts val="1150"/>
              </a:spcBef>
            </a:pPr>
            <a:r>
              <a:rPr sz="1900" b="1" spc="80" dirty="0">
                <a:solidFill>
                  <a:srgbClr val="FF0000"/>
                </a:solidFill>
                <a:latin typeface="Times New Roman"/>
                <a:cs typeface="Times New Roman"/>
              </a:rPr>
              <a:t>74151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294005" y="2100779"/>
            <a:ext cx="53975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u="heavy" spc="-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5112894" y="682159"/>
            <a:ext cx="0" cy="193675"/>
          </a:xfrm>
          <a:custGeom>
            <a:avLst/>
            <a:gdLst/>
            <a:ahLst/>
            <a:cxnLst/>
            <a:rect l="l" t="t" r="r" b="b"/>
            <a:pathLst>
              <a:path h="193675">
                <a:moveTo>
                  <a:pt x="0" y="0"/>
                </a:moveTo>
                <a:lnTo>
                  <a:pt x="0" y="193364"/>
                </a:lnTo>
              </a:path>
            </a:pathLst>
          </a:custGeom>
          <a:ln w="2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074497" y="875524"/>
            <a:ext cx="76835" cy="71120"/>
          </a:xfrm>
          <a:custGeom>
            <a:avLst/>
            <a:gdLst/>
            <a:ahLst/>
            <a:cxnLst/>
            <a:rect l="l" t="t" r="r" b="b"/>
            <a:pathLst>
              <a:path w="76835" h="71119">
                <a:moveTo>
                  <a:pt x="38397" y="0"/>
                </a:moveTo>
                <a:lnTo>
                  <a:pt x="23444" y="2780"/>
                </a:lnTo>
                <a:lnTo>
                  <a:pt x="11240" y="10364"/>
                </a:lnTo>
                <a:lnTo>
                  <a:pt x="3015" y="21617"/>
                </a:lnTo>
                <a:lnTo>
                  <a:pt x="0" y="35404"/>
                </a:lnTo>
                <a:lnTo>
                  <a:pt x="3015" y="49149"/>
                </a:lnTo>
                <a:lnTo>
                  <a:pt x="11240" y="60407"/>
                </a:lnTo>
                <a:lnTo>
                  <a:pt x="23444" y="68015"/>
                </a:lnTo>
                <a:lnTo>
                  <a:pt x="38397" y="70809"/>
                </a:lnTo>
                <a:lnTo>
                  <a:pt x="53349" y="68015"/>
                </a:lnTo>
                <a:lnTo>
                  <a:pt x="65554" y="60407"/>
                </a:lnTo>
                <a:lnTo>
                  <a:pt x="73779" y="49149"/>
                </a:lnTo>
                <a:lnTo>
                  <a:pt x="76794" y="35404"/>
                </a:lnTo>
                <a:lnTo>
                  <a:pt x="73779" y="21617"/>
                </a:lnTo>
                <a:lnTo>
                  <a:pt x="65554" y="10364"/>
                </a:lnTo>
                <a:lnTo>
                  <a:pt x="53349" y="2780"/>
                </a:lnTo>
                <a:lnTo>
                  <a:pt x="38397" y="0"/>
                </a:lnTo>
                <a:close/>
              </a:path>
            </a:pathLst>
          </a:custGeom>
          <a:ln w="226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5172831" y="628304"/>
            <a:ext cx="159385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105" dirty="0">
                <a:latin typeface="Times New Roman"/>
                <a:cs typeface="Times New Roman"/>
              </a:rPr>
              <a:t>F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5174920" y="667836"/>
            <a:ext cx="170815" cy="0"/>
          </a:xfrm>
          <a:custGeom>
            <a:avLst/>
            <a:gdLst/>
            <a:ahLst/>
            <a:cxnLst/>
            <a:rect l="l" t="t" r="r" b="b"/>
            <a:pathLst>
              <a:path w="170814">
                <a:moveTo>
                  <a:pt x="0" y="0"/>
                </a:moveTo>
                <a:lnTo>
                  <a:pt x="170544" y="0"/>
                </a:lnTo>
              </a:path>
            </a:pathLst>
          </a:custGeom>
          <a:ln w="217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291171" y="3255482"/>
            <a:ext cx="0" cy="143510"/>
          </a:xfrm>
          <a:custGeom>
            <a:avLst/>
            <a:gdLst/>
            <a:ahLst/>
            <a:cxnLst/>
            <a:rect l="l" t="t" r="r" b="b"/>
            <a:pathLst>
              <a:path h="143510">
                <a:moveTo>
                  <a:pt x="0" y="0"/>
                </a:moveTo>
                <a:lnTo>
                  <a:pt x="0" y="142960"/>
                </a:lnTo>
              </a:path>
            </a:pathLst>
          </a:custGeom>
          <a:ln w="2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058601" y="3255482"/>
            <a:ext cx="0" cy="286385"/>
          </a:xfrm>
          <a:custGeom>
            <a:avLst/>
            <a:gdLst/>
            <a:ahLst/>
            <a:cxnLst/>
            <a:rect l="l" t="t" r="r" b="b"/>
            <a:pathLst>
              <a:path h="286385">
                <a:moveTo>
                  <a:pt x="0" y="0"/>
                </a:moveTo>
                <a:lnTo>
                  <a:pt x="0" y="285921"/>
                </a:lnTo>
              </a:path>
            </a:pathLst>
          </a:custGeom>
          <a:ln w="2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826030" y="3255482"/>
            <a:ext cx="0" cy="143510"/>
          </a:xfrm>
          <a:custGeom>
            <a:avLst/>
            <a:gdLst/>
            <a:ahLst/>
            <a:cxnLst/>
            <a:rect l="l" t="t" r="r" b="b"/>
            <a:pathLst>
              <a:path h="143510">
                <a:moveTo>
                  <a:pt x="0" y="0"/>
                </a:moveTo>
                <a:lnTo>
                  <a:pt x="0" y="142960"/>
                </a:lnTo>
              </a:path>
            </a:pathLst>
          </a:custGeom>
          <a:ln w="2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593460" y="3255482"/>
            <a:ext cx="0" cy="143510"/>
          </a:xfrm>
          <a:custGeom>
            <a:avLst/>
            <a:gdLst/>
            <a:ahLst/>
            <a:cxnLst/>
            <a:rect l="l" t="t" r="r" b="b"/>
            <a:pathLst>
              <a:path h="143510">
                <a:moveTo>
                  <a:pt x="0" y="0"/>
                </a:moveTo>
                <a:lnTo>
                  <a:pt x="0" y="142960"/>
                </a:lnTo>
              </a:path>
            </a:pathLst>
          </a:custGeom>
          <a:ln w="2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360889" y="3255482"/>
            <a:ext cx="0" cy="286385"/>
          </a:xfrm>
          <a:custGeom>
            <a:avLst/>
            <a:gdLst/>
            <a:ahLst/>
            <a:cxnLst/>
            <a:rect l="l" t="t" r="r" b="b"/>
            <a:pathLst>
              <a:path h="286385">
                <a:moveTo>
                  <a:pt x="0" y="0"/>
                </a:moveTo>
                <a:lnTo>
                  <a:pt x="0" y="285921"/>
                </a:lnTo>
              </a:path>
            </a:pathLst>
          </a:custGeom>
          <a:ln w="2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128319" y="3255482"/>
            <a:ext cx="0" cy="289560"/>
          </a:xfrm>
          <a:custGeom>
            <a:avLst/>
            <a:gdLst/>
            <a:ahLst/>
            <a:cxnLst/>
            <a:rect l="l" t="t" r="r" b="b"/>
            <a:pathLst>
              <a:path h="289560">
                <a:moveTo>
                  <a:pt x="0" y="0"/>
                </a:moveTo>
                <a:lnTo>
                  <a:pt x="0" y="289492"/>
                </a:lnTo>
              </a:path>
            </a:pathLst>
          </a:custGeom>
          <a:ln w="2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895748" y="3255482"/>
            <a:ext cx="0" cy="143510"/>
          </a:xfrm>
          <a:custGeom>
            <a:avLst/>
            <a:gdLst/>
            <a:ahLst/>
            <a:cxnLst/>
            <a:rect l="l" t="t" r="r" b="b"/>
            <a:pathLst>
              <a:path h="143510">
                <a:moveTo>
                  <a:pt x="0" y="0"/>
                </a:moveTo>
                <a:lnTo>
                  <a:pt x="0" y="142960"/>
                </a:lnTo>
              </a:path>
            </a:pathLst>
          </a:custGeom>
          <a:ln w="2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663178" y="3255482"/>
            <a:ext cx="0" cy="286385"/>
          </a:xfrm>
          <a:custGeom>
            <a:avLst/>
            <a:gdLst/>
            <a:ahLst/>
            <a:cxnLst/>
            <a:rect l="l" t="t" r="r" b="b"/>
            <a:pathLst>
              <a:path h="286385">
                <a:moveTo>
                  <a:pt x="0" y="0"/>
                </a:moveTo>
                <a:lnTo>
                  <a:pt x="0" y="285921"/>
                </a:lnTo>
              </a:path>
            </a:pathLst>
          </a:custGeom>
          <a:ln w="236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430607" y="3398442"/>
            <a:ext cx="1861185" cy="0"/>
          </a:xfrm>
          <a:custGeom>
            <a:avLst/>
            <a:gdLst/>
            <a:ahLst/>
            <a:cxnLst/>
            <a:rect l="l" t="t" r="r" b="b"/>
            <a:pathLst>
              <a:path w="1861185">
                <a:moveTo>
                  <a:pt x="1860564" y="0"/>
                </a:moveTo>
                <a:lnTo>
                  <a:pt x="0" y="0"/>
                </a:lnTo>
              </a:path>
            </a:pathLst>
          </a:custGeom>
          <a:ln w="217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4285760" y="3244525"/>
            <a:ext cx="135255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85" dirty="0">
                <a:latin typeface="Times New Roman"/>
                <a:cs typeface="Times New Roman"/>
              </a:rPr>
              <a:t>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4663178" y="3541403"/>
            <a:ext cx="1705610" cy="0"/>
          </a:xfrm>
          <a:custGeom>
            <a:avLst/>
            <a:gdLst/>
            <a:ahLst/>
            <a:cxnLst/>
            <a:rect l="l" t="t" r="r" b="b"/>
            <a:pathLst>
              <a:path w="1705610">
                <a:moveTo>
                  <a:pt x="0" y="0"/>
                </a:moveTo>
                <a:lnTo>
                  <a:pt x="1705553" y="0"/>
                </a:lnTo>
              </a:path>
            </a:pathLst>
          </a:custGeom>
          <a:ln w="217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6378894" y="3387486"/>
            <a:ext cx="135255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85" dirty="0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148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869430" y="863346"/>
            <a:ext cx="2543810" cy="584200"/>
          </a:xfrm>
          <a:prstGeom prst="rect">
            <a:avLst/>
          </a:prstGeom>
          <a:solidFill>
            <a:srgbClr val="FFC9AA"/>
          </a:solidFill>
          <a:ln w="28955">
            <a:solidFill>
              <a:srgbClr val="33334D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输出</a:t>
            </a:r>
            <a:r>
              <a:rPr sz="3200" spc="-5" dirty="0">
                <a:latin typeface="华文楷体"/>
                <a:cs typeface="华文楷体"/>
              </a:rPr>
              <a:t>10110010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870954" y="1725929"/>
            <a:ext cx="2784475" cy="1569720"/>
          </a:xfrm>
          <a:prstGeom prst="rect">
            <a:avLst/>
          </a:prstGeom>
          <a:solidFill>
            <a:srgbClr val="FFC9AA"/>
          </a:solidFill>
          <a:ln w="28955">
            <a:solidFill>
              <a:srgbClr val="C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91440" marR="56515" indent="457200" algn="just">
              <a:lnSpc>
                <a:spcPct val="100499"/>
              </a:lnSpc>
              <a:spcBef>
                <a:spcPts val="85"/>
              </a:spcBef>
            </a:pPr>
            <a:r>
              <a:rPr sz="3200" i="1" spc="215" dirty="0">
                <a:solidFill>
                  <a:srgbClr val="7E4D00"/>
                </a:solidFill>
                <a:latin typeface="华文楷体"/>
                <a:cs typeface="华文楷体"/>
              </a:rPr>
              <a:t>更改</a:t>
            </a:r>
            <a:r>
              <a:rPr sz="3200" i="1" spc="215" dirty="0">
                <a:solidFill>
                  <a:srgbClr val="C00000"/>
                </a:solidFill>
                <a:latin typeface="华文楷体"/>
                <a:cs typeface="华文楷体"/>
              </a:rPr>
              <a:t>预置数  </a:t>
            </a:r>
            <a:r>
              <a:rPr sz="3200" dirty="0">
                <a:solidFill>
                  <a:srgbClr val="C00000"/>
                </a:solidFill>
                <a:latin typeface="华文楷体"/>
                <a:cs typeface="华文楷体"/>
              </a:rPr>
              <a:t>D</a:t>
            </a:r>
            <a:r>
              <a:rPr sz="3200" spc="-459" dirty="0">
                <a:solidFill>
                  <a:srgbClr val="C00000"/>
                </a:solidFill>
                <a:latin typeface="华文楷体"/>
                <a:cs typeface="华文楷体"/>
              </a:rPr>
              <a:t> </a:t>
            </a:r>
            <a:r>
              <a:rPr sz="3200" i="1" spc="395" dirty="0">
                <a:solidFill>
                  <a:srgbClr val="7E4D00"/>
                </a:solidFill>
                <a:latin typeface="华文楷体"/>
                <a:cs typeface="华文楷体"/>
              </a:rPr>
              <a:t>可以得</a:t>
            </a:r>
            <a:r>
              <a:rPr sz="3200" i="1" spc="405" dirty="0">
                <a:solidFill>
                  <a:srgbClr val="7E4D00"/>
                </a:solidFill>
                <a:latin typeface="华文楷体"/>
                <a:cs typeface="华文楷体"/>
              </a:rPr>
              <a:t>到</a:t>
            </a:r>
            <a:r>
              <a:rPr sz="3200" i="1" spc="5" dirty="0">
                <a:solidFill>
                  <a:srgbClr val="7E4D00"/>
                </a:solidFill>
                <a:latin typeface="华文楷体"/>
                <a:cs typeface="华文楷体"/>
              </a:rPr>
              <a:t>新 </a:t>
            </a: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的序列</a:t>
            </a:r>
            <a:endParaRPr sz="3200">
              <a:latin typeface="华文楷体"/>
              <a:cs typeface="华文楷体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9" name="墨迹 88">
                <a:extLst>
                  <a:ext uri="{FF2B5EF4-FFF2-40B4-BE49-F238E27FC236}">
                    <a16:creationId xmlns:a16="http://schemas.microsoft.com/office/drawing/2014/main" id="{5DCA92B3-3B56-DED5-6895-EFB04FBA9742}"/>
                  </a:ext>
                </a:extLst>
              </p14:cNvPr>
              <p14:cNvContentPartPr/>
              <p14:nvPr/>
            </p14:nvContentPartPr>
            <p14:xfrm>
              <a:off x="1550895" y="4799295"/>
              <a:ext cx="4690440" cy="583200"/>
            </p14:xfrm>
          </p:contentPart>
        </mc:Choice>
        <mc:Fallback>
          <p:pic>
            <p:nvPicPr>
              <p:cNvPr id="89" name="墨迹 88">
                <a:extLst>
                  <a:ext uri="{FF2B5EF4-FFF2-40B4-BE49-F238E27FC236}">
                    <a16:creationId xmlns:a16="http://schemas.microsoft.com/office/drawing/2014/main" id="{5DCA92B3-3B56-DED5-6895-EFB04FBA974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96895" y="4691655"/>
                <a:ext cx="4798080" cy="79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CB959103-E0A3-1FDF-209F-47F325C6E172}"/>
                  </a:ext>
                </a:extLst>
              </p14:cNvPr>
              <p14:cNvContentPartPr/>
              <p14:nvPr/>
            </p14:nvContentPartPr>
            <p14:xfrm>
              <a:off x="5877375" y="5113575"/>
              <a:ext cx="419040" cy="59040"/>
            </p14:xfrm>
          </p:contentPart>
        </mc:Choice>
        <mc:Fallback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CB959103-E0A3-1FDF-209F-47F325C6E17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23735" y="5005935"/>
                <a:ext cx="5266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310F007B-C92D-4976-B57D-45A47B4786C9}"/>
                  </a:ext>
                </a:extLst>
              </p14:cNvPr>
              <p14:cNvContentPartPr/>
              <p14:nvPr/>
            </p14:nvContentPartPr>
            <p14:xfrm>
              <a:off x="5857575" y="3723975"/>
              <a:ext cx="1363320" cy="153360"/>
            </p14:xfrm>
          </p:contentPart>
        </mc:Choice>
        <mc:Fallback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310F007B-C92D-4976-B57D-45A47B4786C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03935" y="3615975"/>
                <a:ext cx="147096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906A7EA4-E0F9-D41E-0A27-22A1EBC3F2F8}"/>
                  </a:ext>
                </a:extLst>
              </p14:cNvPr>
              <p14:cNvContentPartPr/>
              <p14:nvPr/>
            </p14:nvContentPartPr>
            <p14:xfrm>
              <a:off x="2533335" y="4401855"/>
              <a:ext cx="1538640" cy="37800"/>
            </p14:xfrm>
          </p:contentPart>
        </mc:Choice>
        <mc:Fallback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906A7EA4-E0F9-D41E-0A27-22A1EBC3F2F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79335" y="4294215"/>
                <a:ext cx="164628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7A943086-C2B6-4F96-0E2C-E9708FBEDB7B}"/>
                  </a:ext>
                </a:extLst>
              </p14:cNvPr>
              <p14:cNvContentPartPr/>
              <p14:nvPr/>
            </p14:nvContentPartPr>
            <p14:xfrm>
              <a:off x="7772415" y="1019655"/>
              <a:ext cx="1595520" cy="142920"/>
            </p14:xfrm>
          </p:contentPart>
        </mc:Choice>
        <mc:Fallback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7A943086-C2B6-4F96-0E2C-E9708FBEDB7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718775" y="911655"/>
                <a:ext cx="170316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94" name="墨迹 93">
                <a:extLst>
                  <a:ext uri="{FF2B5EF4-FFF2-40B4-BE49-F238E27FC236}">
                    <a16:creationId xmlns:a16="http://schemas.microsoft.com/office/drawing/2014/main" id="{0FFDD83A-E128-D3FC-1743-B6328F55DBA7}"/>
                  </a:ext>
                </a:extLst>
              </p14:cNvPr>
              <p14:cNvContentPartPr/>
              <p14:nvPr/>
            </p14:nvContentPartPr>
            <p14:xfrm>
              <a:off x="4268175" y="3360735"/>
              <a:ext cx="2370960" cy="128160"/>
            </p14:xfrm>
          </p:contentPart>
        </mc:Choice>
        <mc:Fallback>
          <p:pic>
            <p:nvPicPr>
              <p:cNvPr id="94" name="墨迹 93">
                <a:extLst>
                  <a:ext uri="{FF2B5EF4-FFF2-40B4-BE49-F238E27FC236}">
                    <a16:creationId xmlns:a16="http://schemas.microsoft.com/office/drawing/2014/main" id="{0FFDD83A-E128-D3FC-1743-B6328F55DBA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14535" y="3252735"/>
                <a:ext cx="2478600" cy="343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4600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solidFill>
                  <a:srgbClr val="666699"/>
                </a:solidFill>
                <a:latin typeface="华文楷体"/>
                <a:cs typeface="华文楷体"/>
              </a:rPr>
              <a:t>计数器</a:t>
            </a:r>
            <a:r>
              <a:rPr sz="3600" b="1" i="0" spc="-5" dirty="0">
                <a:solidFill>
                  <a:srgbClr val="666699"/>
                </a:solidFill>
                <a:latin typeface="华文楷体"/>
                <a:cs typeface="华文楷体"/>
              </a:rPr>
              <a:t>和输出电路组成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21578" y="2259441"/>
            <a:ext cx="60071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210" dirty="0">
                <a:latin typeface="宋体"/>
                <a:cs typeface="宋体"/>
              </a:rPr>
              <a:t>输</a:t>
            </a:r>
            <a:r>
              <a:rPr sz="2050" spc="204" dirty="0">
                <a:latin typeface="宋体"/>
                <a:cs typeface="宋体"/>
              </a:rPr>
              <a:t>出</a:t>
            </a:r>
            <a:endParaRPr sz="205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16007" y="3920388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5">
                <a:moveTo>
                  <a:pt x="363263" y="0"/>
                </a:moveTo>
                <a:lnTo>
                  <a:pt x="0" y="0"/>
                </a:lnTo>
              </a:path>
            </a:pathLst>
          </a:custGeom>
          <a:ln w="407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32658" y="3832055"/>
            <a:ext cx="191773" cy="1766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73443" y="3709342"/>
            <a:ext cx="39243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b="1" i="1" spc="130" dirty="0">
                <a:latin typeface="Times New Roman"/>
                <a:cs typeface="Times New Roman"/>
              </a:rPr>
              <a:t>CP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40688" y="2047792"/>
            <a:ext cx="2178050" cy="936625"/>
          </a:xfrm>
          <a:prstGeom prst="rect">
            <a:avLst/>
          </a:prstGeom>
          <a:ln w="41392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950">
              <a:latin typeface="Times New Roman"/>
              <a:cs typeface="Times New Roman"/>
            </a:endParaRPr>
          </a:p>
          <a:p>
            <a:pPr marL="513080">
              <a:lnSpc>
                <a:spcPct val="100000"/>
              </a:lnSpc>
            </a:pPr>
            <a:r>
              <a:rPr sz="2050" spc="210" dirty="0">
                <a:solidFill>
                  <a:srgbClr val="C00000"/>
                </a:solidFill>
                <a:latin typeface="宋体"/>
                <a:cs typeface="宋体"/>
              </a:rPr>
              <a:t>输出电</a:t>
            </a:r>
            <a:r>
              <a:rPr sz="2050" spc="204" dirty="0">
                <a:solidFill>
                  <a:srgbClr val="C00000"/>
                </a:solidFill>
                <a:latin typeface="宋体"/>
                <a:cs typeface="宋体"/>
              </a:rPr>
              <a:t>路</a:t>
            </a:r>
            <a:endParaRPr sz="205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24432" y="3519123"/>
            <a:ext cx="4210685" cy="1324610"/>
          </a:xfrm>
          <a:custGeom>
            <a:avLst/>
            <a:gdLst/>
            <a:ahLst/>
            <a:cxnLst/>
            <a:rect l="l" t="t" r="r" b="b"/>
            <a:pathLst>
              <a:path w="4210684" h="1324610">
                <a:moveTo>
                  <a:pt x="0" y="1324178"/>
                </a:moveTo>
                <a:lnTo>
                  <a:pt x="4210614" y="1324178"/>
                </a:lnTo>
                <a:lnTo>
                  <a:pt x="4210614" y="0"/>
                </a:lnTo>
                <a:lnTo>
                  <a:pt x="0" y="0"/>
                </a:lnTo>
                <a:lnTo>
                  <a:pt x="0" y="1324178"/>
                </a:lnTo>
                <a:close/>
              </a:path>
            </a:pathLst>
          </a:custGeom>
          <a:ln w="410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97757" y="3983551"/>
            <a:ext cx="87566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2050" spc="210" dirty="0">
                <a:solidFill>
                  <a:srgbClr val="C00000"/>
                </a:solidFill>
                <a:latin typeface="宋体"/>
                <a:cs typeface="宋体"/>
              </a:rPr>
              <a:t>计数</a:t>
            </a:r>
            <a:r>
              <a:rPr sz="2050" spc="204" dirty="0">
                <a:solidFill>
                  <a:srgbClr val="C00000"/>
                </a:solidFill>
                <a:latin typeface="宋体"/>
                <a:cs typeface="宋体"/>
              </a:rPr>
              <a:t>器</a:t>
            </a:r>
            <a:endParaRPr sz="205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418627" y="2448989"/>
            <a:ext cx="601980" cy="0"/>
          </a:xfrm>
          <a:custGeom>
            <a:avLst/>
            <a:gdLst/>
            <a:ahLst/>
            <a:cxnLst/>
            <a:rect l="l" t="t" r="r" b="b"/>
            <a:pathLst>
              <a:path w="601979">
                <a:moveTo>
                  <a:pt x="601545" y="0"/>
                </a:moveTo>
                <a:lnTo>
                  <a:pt x="0" y="0"/>
                </a:lnTo>
              </a:path>
            </a:pathLst>
          </a:custGeom>
          <a:ln w="407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973663" y="2360656"/>
            <a:ext cx="191773" cy="1766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31216" y="2984081"/>
            <a:ext cx="0" cy="535305"/>
          </a:xfrm>
          <a:custGeom>
            <a:avLst/>
            <a:gdLst/>
            <a:ahLst/>
            <a:cxnLst/>
            <a:rect l="l" t="t" r="r" b="b"/>
            <a:pathLst>
              <a:path h="535304">
                <a:moveTo>
                  <a:pt x="0" y="535035"/>
                </a:moveTo>
                <a:lnTo>
                  <a:pt x="0" y="0"/>
                </a:lnTo>
              </a:path>
            </a:pathLst>
          </a:custGeom>
          <a:ln w="24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22958" y="2984081"/>
            <a:ext cx="0" cy="535305"/>
          </a:xfrm>
          <a:custGeom>
            <a:avLst/>
            <a:gdLst/>
            <a:ahLst/>
            <a:cxnLst/>
            <a:rect l="l" t="t" r="r" b="b"/>
            <a:pathLst>
              <a:path h="535304">
                <a:moveTo>
                  <a:pt x="0" y="535035"/>
                </a:moveTo>
                <a:lnTo>
                  <a:pt x="0" y="0"/>
                </a:lnTo>
              </a:path>
            </a:pathLst>
          </a:custGeom>
          <a:ln w="24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28303" y="2984081"/>
            <a:ext cx="0" cy="535305"/>
          </a:xfrm>
          <a:custGeom>
            <a:avLst/>
            <a:gdLst/>
            <a:ahLst/>
            <a:cxnLst/>
            <a:rect l="l" t="t" r="r" b="b"/>
            <a:pathLst>
              <a:path h="535304">
                <a:moveTo>
                  <a:pt x="0" y="535035"/>
                </a:moveTo>
                <a:lnTo>
                  <a:pt x="0" y="0"/>
                </a:lnTo>
              </a:path>
            </a:pathLst>
          </a:custGeom>
          <a:ln w="24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364447" y="3488135"/>
            <a:ext cx="196088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29259" algn="l"/>
                <a:tab pos="1008380" algn="l"/>
                <a:tab pos="1630045" algn="l"/>
              </a:tabLst>
            </a:pPr>
            <a:r>
              <a:rPr sz="2625" b="1" i="1" spc="135" baseline="1587" dirty="0">
                <a:latin typeface="Times New Roman"/>
                <a:cs typeface="Times New Roman"/>
              </a:rPr>
              <a:t>Q</a:t>
            </a:r>
            <a:r>
              <a:rPr sz="1725" b="1" spc="135" baseline="-9661" dirty="0">
                <a:latin typeface="Times New Roman"/>
                <a:cs typeface="Times New Roman"/>
              </a:rPr>
              <a:t>0	</a:t>
            </a:r>
            <a:r>
              <a:rPr sz="2625" b="1" i="1" spc="135" baseline="1587" dirty="0">
                <a:latin typeface="Times New Roman"/>
                <a:cs typeface="Times New Roman"/>
              </a:rPr>
              <a:t>Q</a:t>
            </a:r>
            <a:r>
              <a:rPr sz="1725" b="1" spc="135" baseline="-9661" dirty="0">
                <a:latin typeface="Times New Roman"/>
                <a:cs typeface="Times New Roman"/>
              </a:rPr>
              <a:t>1	</a:t>
            </a:r>
            <a:r>
              <a:rPr sz="1900" spc="35" dirty="0">
                <a:latin typeface="宋体"/>
                <a:cs typeface="宋体"/>
              </a:rPr>
              <a:t>…	</a:t>
            </a:r>
            <a:r>
              <a:rPr sz="2625" b="1" i="1" spc="142" baseline="1587" dirty="0">
                <a:latin typeface="Times New Roman"/>
                <a:cs typeface="Times New Roman"/>
              </a:rPr>
              <a:t>Q</a:t>
            </a:r>
            <a:r>
              <a:rPr sz="1725" b="1" spc="142" baseline="-9661" dirty="0">
                <a:latin typeface="Times New Roman"/>
                <a:cs typeface="Times New Roman"/>
              </a:rPr>
              <a:t>n</a:t>
            </a:r>
            <a:endParaRPr sz="1725" baseline="-9661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149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4600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dirty="0">
                <a:solidFill>
                  <a:srgbClr val="666699"/>
                </a:solidFill>
                <a:latin typeface="华文楷体"/>
                <a:cs typeface="华文楷体"/>
              </a:rPr>
              <a:t>计数器</a:t>
            </a:r>
            <a:r>
              <a:rPr sz="3600" b="1" i="0" spc="-5" dirty="0">
                <a:solidFill>
                  <a:srgbClr val="666699"/>
                </a:solidFill>
                <a:latin typeface="华文楷体"/>
                <a:cs typeface="华文楷体"/>
              </a:rPr>
              <a:t>和输出电路组成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11388" y="3306254"/>
            <a:ext cx="1162050" cy="1340485"/>
          </a:xfrm>
          <a:custGeom>
            <a:avLst/>
            <a:gdLst/>
            <a:ahLst/>
            <a:cxnLst/>
            <a:rect l="l" t="t" r="r" b="b"/>
            <a:pathLst>
              <a:path w="1162050" h="1340485">
                <a:moveTo>
                  <a:pt x="0" y="1340343"/>
                </a:moveTo>
                <a:lnTo>
                  <a:pt x="1162036" y="1340344"/>
                </a:lnTo>
                <a:lnTo>
                  <a:pt x="1162036" y="0"/>
                </a:lnTo>
                <a:lnTo>
                  <a:pt x="0" y="0"/>
                </a:lnTo>
                <a:lnTo>
                  <a:pt x="0" y="1340343"/>
                </a:lnTo>
                <a:close/>
              </a:path>
            </a:pathLst>
          </a:custGeom>
          <a:ln w="428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11388" y="3842384"/>
            <a:ext cx="145415" cy="268605"/>
          </a:xfrm>
          <a:custGeom>
            <a:avLst/>
            <a:gdLst/>
            <a:ahLst/>
            <a:cxnLst/>
            <a:rect l="l" t="t" r="r" b="b"/>
            <a:pathLst>
              <a:path w="145414" h="268604">
                <a:moveTo>
                  <a:pt x="0" y="0"/>
                </a:moveTo>
                <a:lnTo>
                  <a:pt x="145241" y="134041"/>
                </a:lnTo>
                <a:lnTo>
                  <a:pt x="0" y="268083"/>
                </a:lnTo>
              </a:path>
            </a:pathLst>
          </a:custGeom>
          <a:ln w="434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60438" y="3345509"/>
            <a:ext cx="487680" cy="12052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3825" marR="5080" indent="-84455">
              <a:lnSpc>
                <a:spcPct val="120100"/>
              </a:lnSpc>
              <a:spcBef>
                <a:spcPts val="90"/>
              </a:spcBef>
            </a:pPr>
            <a:r>
              <a:rPr sz="2050" b="1" spc="100" dirty="0">
                <a:latin typeface="Times New Roman"/>
                <a:cs typeface="Times New Roman"/>
              </a:rPr>
              <a:t>1J  </a:t>
            </a:r>
            <a:r>
              <a:rPr sz="2050" b="1" spc="150" dirty="0">
                <a:latin typeface="Times New Roman"/>
                <a:cs typeface="Times New Roman"/>
              </a:rPr>
              <a:t>C</a:t>
            </a:r>
            <a:r>
              <a:rPr sz="2050" b="1" spc="100" dirty="0">
                <a:latin typeface="Times New Roman"/>
                <a:cs typeface="Times New Roman"/>
              </a:rPr>
              <a:t>1</a:t>
            </a: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r>
              <a:rPr sz="2050" b="1" spc="130" dirty="0">
                <a:latin typeface="Times New Roman"/>
                <a:cs typeface="Times New Roman"/>
              </a:rPr>
              <a:t>1K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73425" y="3574319"/>
            <a:ext cx="647700" cy="0"/>
          </a:xfrm>
          <a:custGeom>
            <a:avLst/>
            <a:gdLst/>
            <a:ahLst/>
            <a:cxnLst/>
            <a:rect l="l" t="t" r="r" b="b"/>
            <a:pathLst>
              <a:path w="647700">
                <a:moveTo>
                  <a:pt x="0" y="0"/>
                </a:moveTo>
                <a:lnTo>
                  <a:pt x="647172" y="0"/>
                </a:lnTo>
              </a:path>
            </a:pathLst>
          </a:custGeom>
          <a:ln w="40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03457" y="4378533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292" y="0"/>
                </a:lnTo>
              </a:path>
            </a:pathLst>
          </a:custGeom>
          <a:ln w="40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59568" y="4312146"/>
            <a:ext cx="144145" cy="133350"/>
          </a:xfrm>
          <a:custGeom>
            <a:avLst/>
            <a:gdLst/>
            <a:ahLst/>
            <a:cxnLst/>
            <a:rect l="l" t="t" r="r" b="b"/>
            <a:pathLst>
              <a:path w="144145" h="133350">
                <a:moveTo>
                  <a:pt x="143888" y="66387"/>
                </a:moveTo>
                <a:lnTo>
                  <a:pt x="138239" y="40542"/>
                </a:lnTo>
                <a:lnTo>
                  <a:pt x="122828" y="19441"/>
                </a:lnTo>
                <a:lnTo>
                  <a:pt x="99961" y="5215"/>
                </a:lnTo>
                <a:lnTo>
                  <a:pt x="71944" y="0"/>
                </a:lnTo>
                <a:lnTo>
                  <a:pt x="43944" y="5215"/>
                </a:lnTo>
                <a:lnTo>
                  <a:pt x="21076" y="19440"/>
                </a:lnTo>
                <a:lnTo>
                  <a:pt x="5655" y="40542"/>
                </a:lnTo>
                <a:lnTo>
                  <a:pt x="0" y="66387"/>
                </a:lnTo>
                <a:lnTo>
                  <a:pt x="5655" y="92224"/>
                </a:lnTo>
                <a:lnTo>
                  <a:pt x="21076" y="113326"/>
                </a:lnTo>
                <a:lnTo>
                  <a:pt x="43944" y="127556"/>
                </a:lnTo>
                <a:lnTo>
                  <a:pt x="71944" y="132774"/>
                </a:lnTo>
                <a:lnTo>
                  <a:pt x="99961" y="127556"/>
                </a:lnTo>
                <a:lnTo>
                  <a:pt x="122828" y="113326"/>
                </a:lnTo>
                <a:lnTo>
                  <a:pt x="138239" y="92224"/>
                </a:lnTo>
                <a:lnTo>
                  <a:pt x="143888" y="66387"/>
                </a:lnTo>
                <a:close/>
              </a:path>
            </a:pathLst>
          </a:custGeom>
          <a:ln w="42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27282" y="3306254"/>
            <a:ext cx="1162050" cy="1340485"/>
          </a:xfrm>
          <a:custGeom>
            <a:avLst/>
            <a:gdLst/>
            <a:ahLst/>
            <a:cxnLst/>
            <a:rect l="l" t="t" r="r" b="b"/>
            <a:pathLst>
              <a:path w="1162050" h="1340485">
                <a:moveTo>
                  <a:pt x="0" y="1340343"/>
                </a:moveTo>
                <a:lnTo>
                  <a:pt x="1162036" y="1340344"/>
                </a:lnTo>
                <a:lnTo>
                  <a:pt x="1162036" y="0"/>
                </a:lnTo>
                <a:lnTo>
                  <a:pt x="0" y="0"/>
                </a:lnTo>
                <a:lnTo>
                  <a:pt x="0" y="1340343"/>
                </a:lnTo>
                <a:close/>
              </a:path>
            </a:pathLst>
          </a:custGeom>
          <a:ln w="428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27282" y="3842384"/>
            <a:ext cx="145415" cy="268605"/>
          </a:xfrm>
          <a:custGeom>
            <a:avLst/>
            <a:gdLst/>
            <a:ahLst/>
            <a:cxnLst/>
            <a:rect l="l" t="t" r="r" b="b"/>
            <a:pathLst>
              <a:path w="145414" h="268604">
                <a:moveTo>
                  <a:pt x="0" y="0"/>
                </a:moveTo>
                <a:lnTo>
                  <a:pt x="145323" y="134041"/>
                </a:lnTo>
                <a:lnTo>
                  <a:pt x="0" y="268083"/>
                </a:lnTo>
              </a:path>
            </a:pathLst>
          </a:custGeom>
          <a:ln w="434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76475" y="3345509"/>
            <a:ext cx="487680" cy="12052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3825" marR="5080" indent="-84455">
              <a:lnSpc>
                <a:spcPct val="120100"/>
              </a:lnSpc>
              <a:spcBef>
                <a:spcPts val="90"/>
              </a:spcBef>
            </a:pPr>
            <a:r>
              <a:rPr sz="2050" b="1" spc="100" dirty="0">
                <a:latin typeface="Times New Roman"/>
                <a:cs typeface="Times New Roman"/>
              </a:rPr>
              <a:t>1J  </a:t>
            </a:r>
            <a:r>
              <a:rPr sz="2050" b="1" spc="150" dirty="0">
                <a:latin typeface="Times New Roman"/>
                <a:cs typeface="Times New Roman"/>
              </a:rPr>
              <a:t>C</a:t>
            </a:r>
            <a:r>
              <a:rPr sz="2050" b="1" spc="100" dirty="0">
                <a:latin typeface="Times New Roman"/>
                <a:cs typeface="Times New Roman"/>
              </a:rPr>
              <a:t>1</a:t>
            </a: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r>
              <a:rPr sz="2050" b="1" spc="130" dirty="0">
                <a:latin typeface="Times New Roman"/>
                <a:cs typeface="Times New Roman"/>
              </a:rPr>
              <a:t>1K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97251" y="3574319"/>
            <a:ext cx="676910" cy="0"/>
          </a:xfrm>
          <a:custGeom>
            <a:avLst/>
            <a:gdLst/>
            <a:ahLst/>
            <a:cxnLst/>
            <a:rect l="l" t="t" r="r" b="b"/>
            <a:pathLst>
              <a:path w="676909">
                <a:moveTo>
                  <a:pt x="0" y="0"/>
                </a:moveTo>
                <a:lnTo>
                  <a:pt x="676400" y="0"/>
                </a:lnTo>
              </a:path>
            </a:pathLst>
          </a:custGeom>
          <a:ln w="40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27407" y="4378533"/>
            <a:ext cx="153035" cy="0"/>
          </a:xfrm>
          <a:custGeom>
            <a:avLst/>
            <a:gdLst/>
            <a:ahLst/>
            <a:cxnLst/>
            <a:rect l="l" t="t" r="r" b="b"/>
            <a:pathLst>
              <a:path w="153035">
                <a:moveTo>
                  <a:pt x="0" y="0"/>
                </a:moveTo>
                <a:lnTo>
                  <a:pt x="152497" y="0"/>
                </a:lnTo>
              </a:path>
            </a:pathLst>
          </a:custGeom>
          <a:ln w="40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83518" y="4312146"/>
            <a:ext cx="144145" cy="133350"/>
          </a:xfrm>
          <a:custGeom>
            <a:avLst/>
            <a:gdLst/>
            <a:ahLst/>
            <a:cxnLst/>
            <a:rect l="l" t="t" r="r" b="b"/>
            <a:pathLst>
              <a:path w="144145" h="133350">
                <a:moveTo>
                  <a:pt x="143888" y="66387"/>
                </a:moveTo>
                <a:lnTo>
                  <a:pt x="138239" y="40542"/>
                </a:lnTo>
                <a:lnTo>
                  <a:pt x="122828" y="19441"/>
                </a:lnTo>
                <a:lnTo>
                  <a:pt x="99961" y="5215"/>
                </a:lnTo>
                <a:lnTo>
                  <a:pt x="71944" y="0"/>
                </a:lnTo>
                <a:lnTo>
                  <a:pt x="43927" y="5215"/>
                </a:lnTo>
                <a:lnTo>
                  <a:pt x="21060" y="19440"/>
                </a:lnTo>
                <a:lnTo>
                  <a:pt x="5649" y="40542"/>
                </a:lnTo>
                <a:lnTo>
                  <a:pt x="0" y="66387"/>
                </a:lnTo>
                <a:lnTo>
                  <a:pt x="5649" y="92224"/>
                </a:lnTo>
                <a:lnTo>
                  <a:pt x="21060" y="113326"/>
                </a:lnTo>
                <a:lnTo>
                  <a:pt x="43927" y="127556"/>
                </a:lnTo>
                <a:lnTo>
                  <a:pt x="71944" y="132774"/>
                </a:lnTo>
                <a:lnTo>
                  <a:pt x="99961" y="127556"/>
                </a:lnTo>
                <a:lnTo>
                  <a:pt x="122828" y="113326"/>
                </a:lnTo>
                <a:lnTo>
                  <a:pt x="138239" y="92224"/>
                </a:lnTo>
                <a:lnTo>
                  <a:pt x="143888" y="66387"/>
                </a:lnTo>
                <a:close/>
              </a:path>
            </a:pathLst>
          </a:custGeom>
          <a:ln w="42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20597" y="3976426"/>
            <a:ext cx="347980" cy="0"/>
          </a:xfrm>
          <a:custGeom>
            <a:avLst/>
            <a:gdLst/>
            <a:ahLst/>
            <a:cxnLst/>
            <a:rect l="l" t="t" r="r" b="b"/>
            <a:pathLst>
              <a:path w="347979">
                <a:moveTo>
                  <a:pt x="347629" y="0"/>
                </a:moveTo>
                <a:lnTo>
                  <a:pt x="0" y="0"/>
                </a:lnTo>
              </a:path>
            </a:pathLst>
          </a:custGeom>
          <a:ln w="40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46944" y="3888757"/>
            <a:ext cx="186452" cy="1753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66399" y="3306254"/>
            <a:ext cx="1162050" cy="1340485"/>
          </a:xfrm>
          <a:custGeom>
            <a:avLst/>
            <a:gdLst/>
            <a:ahLst/>
            <a:cxnLst/>
            <a:rect l="l" t="t" r="r" b="b"/>
            <a:pathLst>
              <a:path w="1162050" h="1340485">
                <a:moveTo>
                  <a:pt x="0" y="1340343"/>
                </a:moveTo>
                <a:lnTo>
                  <a:pt x="1162036" y="1340344"/>
                </a:lnTo>
                <a:lnTo>
                  <a:pt x="1162036" y="0"/>
                </a:lnTo>
                <a:lnTo>
                  <a:pt x="0" y="0"/>
                </a:lnTo>
                <a:lnTo>
                  <a:pt x="0" y="1340343"/>
                </a:lnTo>
                <a:close/>
              </a:path>
            </a:pathLst>
          </a:custGeom>
          <a:ln w="428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266399" y="3842384"/>
            <a:ext cx="145415" cy="268605"/>
          </a:xfrm>
          <a:custGeom>
            <a:avLst/>
            <a:gdLst/>
            <a:ahLst/>
            <a:cxnLst/>
            <a:rect l="l" t="t" r="r" b="b"/>
            <a:pathLst>
              <a:path w="145415" h="268604">
                <a:moveTo>
                  <a:pt x="0" y="0"/>
                </a:moveTo>
                <a:lnTo>
                  <a:pt x="145118" y="134041"/>
                </a:lnTo>
                <a:lnTo>
                  <a:pt x="0" y="268083"/>
                </a:lnTo>
              </a:path>
            </a:pathLst>
          </a:custGeom>
          <a:ln w="434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315387" y="3345509"/>
            <a:ext cx="487680" cy="12052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3825" marR="5080" indent="-84455">
              <a:lnSpc>
                <a:spcPct val="120100"/>
              </a:lnSpc>
              <a:spcBef>
                <a:spcPts val="90"/>
              </a:spcBef>
            </a:pPr>
            <a:r>
              <a:rPr sz="2050" b="1" spc="100" dirty="0">
                <a:latin typeface="Times New Roman"/>
                <a:cs typeface="Times New Roman"/>
              </a:rPr>
              <a:t>1J  </a:t>
            </a:r>
            <a:r>
              <a:rPr sz="2050" b="1" spc="150" dirty="0">
                <a:latin typeface="Times New Roman"/>
                <a:cs typeface="Times New Roman"/>
              </a:rPr>
              <a:t>C</a:t>
            </a:r>
            <a:r>
              <a:rPr sz="2050" b="1" spc="100" dirty="0">
                <a:latin typeface="Times New Roman"/>
                <a:cs typeface="Times New Roman"/>
              </a:rPr>
              <a:t>1</a:t>
            </a: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r>
              <a:rPr sz="2050" b="1" spc="130" dirty="0">
                <a:latin typeface="Times New Roman"/>
                <a:cs typeface="Times New Roman"/>
              </a:rPr>
              <a:t>1K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442517" y="3574319"/>
            <a:ext cx="343535" cy="0"/>
          </a:xfrm>
          <a:custGeom>
            <a:avLst/>
            <a:gdLst/>
            <a:ahLst/>
            <a:cxnLst/>
            <a:rect l="l" t="t" r="r" b="b"/>
            <a:pathLst>
              <a:path w="343534">
                <a:moveTo>
                  <a:pt x="0" y="0"/>
                </a:moveTo>
                <a:lnTo>
                  <a:pt x="342914" y="0"/>
                </a:lnTo>
              </a:path>
            </a:pathLst>
          </a:custGeom>
          <a:ln w="40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572672" y="4378533"/>
            <a:ext cx="131445" cy="0"/>
          </a:xfrm>
          <a:custGeom>
            <a:avLst/>
            <a:gdLst/>
            <a:ahLst/>
            <a:cxnLst/>
            <a:rect l="l" t="t" r="r" b="b"/>
            <a:pathLst>
              <a:path w="131445">
                <a:moveTo>
                  <a:pt x="0" y="0"/>
                </a:moveTo>
                <a:lnTo>
                  <a:pt x="131385" y="0"/>
                </a:lnTo>
              </a:path>
            </a:pathLst>
          </a:custGeom>
          <a:ln w="40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428783" y="4312146"/>
            <a:ext cx="144145" cy="133350"/>
          </a:xfrm>
          <a:custGeom>
            <a:avLst/>
            <a:gdLst/>
            <a:ahLst/>
            <a:cxnLst/>
            <a:rect l="l" t="t" r="r" b="b"/>
            <a:pathLst>
              <a:path w="144145" h="133350">
                <a:moveTo>
                  <a:pt x="143888" y="66387"/>
                </a:moveTo>
                <a:lnTo>
                  <a:pt x="138210" y="40542"/>
                </a:lnTo>
                <a:lnTo>
                  <a:pt x="122751" y="19441"/>
                </a:lnTo>
                <a:lnTo>
                  <a:pt x="99874" y="5215"/>
                </a:lnTo>
                <a:lnTo>
                  <a:pt x="71944" y="0"/>
                </a:lnTo>
                <a:lnTo>
                  <a:pt x="43927" y="5215"/>
                </a:lnTo>
                <a:lnTo>
                  <a:pt x="21060" y="19440"/>
                </a:lnTo>
                <a:lnTo>
                  <a:pt x="5649" y="40542"/>
                </a:lnTo>
                <a:lnTo>
                  <a:pt x="0" y="66387"/>
                </a:lnTo>
                <a:lnTo>
                  <a:pt x="5649" y="92224"/>
                </a:lnTo>
                <a:lnTo>
                  <a:pt x="21060" y="113326"/>
                </a:lnTo>
                <a:lnTo>
                  <a:pt x="43927" y="127556"/>
                </a:lnTo>
                <a:lnTo>
                  <a:pt x="71944" y="132774"/>
                </a:lnTo>
                <a:lnTo>
                  <a:pt x="99874" y="127556"/>
                </a:lnTo>
                <a:lnTo>
                  <a:pt x="122751" y="113326"/>
                </a:lnTo>
                <a:lnTo>
                  <a:pt x="138210" y="92224"/>
                </a:lnTo>
                <a:lnTo>
                  <a:pt x="143888" y="66387"/>
                </a:lnTo>
                <a:close/>
              </a:path>
            </a:pathLst>
          </a:custGeom>
          <a:ln w="42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781031" y="3990044"/>
            <a:ext cx="340995" cy="0"/>
          </a:xfrm>
          <a:custGeom>
            <a:avLst/>
            <a:gdLst/>
            <a:ahLst/>
            <a:cxnLst/>
            <a:rect l="l" t="t" r="r" b="b"/>
            <a:pathLst>
              <a:path w="340995">
                <a:moveTo>
                  <a:pt x="340455" y="0"/>
                </a:moveTo>
                <a:lnTo>
                  <a:pt x="0" y="0"/>
                </a:lnTo>
              </a:path>
            </a:pathLst>
          </a:custGeom>
          <a:ln w="40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00203" y="3902375"/>
            <a:ext cx="186452" cy="1753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781031" y="3575057"/>
            <a:ext cx="0" cy="408305"/>
          </a:xfrm>
          <a:custGeom>
            <a:avLst/>
            <a:gdLst/>
            <a:ahLst/>
            <a:cxnLst/>
            <a:rect l="l" t="t" r="r" b="b"/>
            <a:pathLst>
              <a:path h="408304">
                <a:moveTo>
                  <a:pt x="0" y="408064"/>
                </a:moveTo>
                <a:lnTo>
                  <a:pt x="0" y="0"/>
                </a:lnTo>
              </a:path>
            </a:pathLst>
          </a:custGeom>
          <a:ln w="44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666413" y="1235797"/>
            <a:ext cx="361315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050" b="1" i="1" spc="95" dirty="0">
                <a:latin typeface="Times New Roman"/>
                <a:cs typeface="Times New Roman"/>
              </a:rPr>
              <a:t>F</a:t>
            </a:r>
            <a:r>
              <a:rPr sz="2025" b="1" spc="142" baseline="-12345" dirty="0">
                <a:latin typeface="Times New Roman"/>
                <a:cs typeface="Times New Roman"/>
              </a:rPr>
              <a:t>1</a:t>
            </a:r>
            <a:endParaRPr sz="2025" baseline="-12345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427770" y="3112634"/>
            <a:ext cx="2564130" cy="0"/>
          </a:xfrm>
          <a:custGeom>
            <a:avLst/>
            <a:gdLst/>
            <a:ahLst/>
            <a:cxnLst/>
            <a:rect l="l" t="t" r="r" b="b"/>
            <a:pathLst>
              <a:path w="2564129">
                <a:moveTo>
                  <a:pt x="0" y="0"/>
                </a:moveTo>
                <a:lnTo>
                  <a:pt x="2563764" y="0"/>
                </a:lnTo>
              </a:path>
            </a:pathLst>
          </a:custGeom>
          <a:ln w="40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057390" y="2552975"/>
            <a:ext cx="0" cy="402590"/>
          </a:xfrm>
          <a:custGeom>
            <a:avLst/>
            <a:gdLst/>
            <a:ahLst/>
            <a:cxnLst/>
            <a:rect l="l" t="t" r="r" b="b"/>
            <a:pathLst>
              <a:path h="402589">
                <a:moveTo>
                  <a:pt x="0" y="402106"/>
                </a:moveTo>
                <a:lnTo>
                  <a:pt x="0" y="0"/>
                </a:lnTo>
              </a:path>
            </a:pathLst>
          </a:custGeom>
          <a:ln w="44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75273" y="2552975"/>
            <a:ext cx="0" cy="402590"/>
          </a:xfrm>
          <a:custGeom>
            <a:avLst/>
            <a:gdLst/>
            <a:ahLst/>
            <a:cxnLst/>
            <a:rect l="l" t="t" r="r" b="b"/>
            <a:pathLst>
              <a:path h="402589">
                <a:moveTo>
                  <a:pt x="0" y="402106"/>
                </a:moveTo>
                <a:lnTo>
                  <a:pt x="0" y="0"/>
                </a:lnTo>
              </a:path>
            </a:pathLst>
          </a:custGeom>
          <a:ln w="44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166434" y="2150868"/>
            <a:ext cx="0" cy="402590"/>
          </a:xfrm>
          <a:custGeom>
            <a:avLst/>
            <a:gdLst/>
            <a:ahLst/>
            <a:cxnLst/>
            <a:rect l="l" t="t" r="r" b="b"/>
            <a:pathLst>
              <a:path h="402589">
                <a:moveTo>
                  <a:pt x="0" y="0"/>
                </a:moveTo>
                <a:lnTo>
                  <a:pt x="0" y="402106"/>
                </a:lnTo>
              </a:path>
            </a:pathLst>
          </a:custGeom>
          <a:ln w="44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948551" y="2291587"/>
            <a:ext cx="436245" cy="523240"/>
          </a:xfrm>
          <a:custGeom>
            <a:avLst/>
            <a:gdLst/>
            <a:ahLst/>
            <a:cxnLst/>
            <a:rect l="l" t="t" r="r" b="b"/>
            <a:pathLst>
              <a:path w="436245" h="523239">
                <a:moveTo>
                  <a:pt x="217883" y="0"/>
                </a:moveTo>
                <a:lnTo>
                  <a:pt x="182967" y="23211"/>
                </a:lnTo>
                <a:lnTo>
                  <a:pt x="150235" y="51624"/>
                </a:lnTo>
                <a:lnTo>
                  <a:pt x="119899" y="84880"/>
                </a:lnTo>
                <a:lnTo>
                  <a:pt x="92170" y="122620"/>
                </a:lnTo>
                <a:lnTo>
                  <a:pt x="67258" y="164483"/>
                </a:lnTo>
                <a:lnTo>
                  <a:pt x="45374" y="210111"/>
                </a:lnTo>
                <a:lnTo>
                  <a:pt x="26729" y="259142"/>
                </a:lnTo>
                <a:lnTo>
                  <a:pt x="11534" y="311219"/>
                </a:lnTo>
                <a:lnTo>
                  <a:pt x="0" y="365981"/>
                </a:lnTo>
                <a:lnTo>
                  <a:pt x="0" y="522776"/>
                </a:lnTo>
                <a:lnTo>
                  <a:pt x="42041" y="496579"/>
                </a:lnTo>
                <a:lnTo>
                  <a:pt x="85106" y="476203"/>
                </a:lnTo>
                <a:lnTo>
                  <a:pt x="128939" y="461649"/>
                </a:lnTo>
                <a:lnTo>
                  <a:pt x="173283" y="452916"/>
                </a:lnTo>
                <a:lnTo>
                  <a:pt x="217883" y="450006"/>
                </a:lnTo>
                <a:lnTo>
                  <a:pt x="435766" y="450006"/>
                </a:lnTo>
                <a:lnTo>
                  <a:pt x="435766" y="365981"/>
                </a:lnTo>
                <a:lnTo>
                  <a:pt x="424049" y="311406"/>
                </a:lnTo>
                <a:lnTo>
                  <a:pt x="408717" y="259502"/>
                </a:lnTo>
                <a:lnTo>
                  <a:pt x="389981" y="210615"/>
                </a:lnTo>
                <a:lnTo>
                  <a:pt x="368052" y="165090"/>
                </a:lnTo>
                <a:lnTo>
                  <a:pt x="343140" y="123274"/>
                </a:lnTo>
                <a:lnTo>
                  <a:pt x="315456" y="85511"/>
                </a:lnTo>
                <a:lnTo>
                  <a:pt x="285211" y="52147"/>
                </a:lnTo>
                <a:lnTo>
                  <a:pt x="252616" y="23528"/>
                </a:lnTo>
                <a:lnTo>
                  <a:pt x="217883" y="0"/>
                </a:lnTo>
                <a:close/>
              </a:path>
              <a:path w="436245" h="523239">
                <a:moveTo>
                  <a:pt x="435766" y="450006"/>
                </a:moveTo>
                <a:lnTo>
                  <a:pt x="217883" y="450006"/>
                </a:lnTo>
                <a:lnTo>
                  <a:pt x="262482" y="452916"/>
                </a:lnTo>
                <a:lnTo>
                  <a:pt x="306826" y="461649"/>
                </a:lnTo>
                <a:lnTo>
                  <a:pt x="350659" y="476203"/>
                </a:lnTo>
                <a:lnTo>
                  <a:pt x="393724" y="496579"/>
                </a:lnTo>
                <a:lnTo>
                  <a:pt x="435766" y="522776"/>
                </a:lnTo>
                <a:lnTo>
                  <a:pt x="435766" y="4500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948551" y="2291586"/>
            <a:ext cx="436245" cy="523240"/>
          </a:xfrm>
          <a:custGeom>
            <a:avLst/>
            <a:gdLst/>
            <a:ahLst/>
            <a:cxnLst/>
            <a:rect l="l" t="t" r="r" b="b"/>
            <a:pathLst>
              <a:path w="436245" h="523239">
                <a:moveTo>
                  <a:pt x="217883" y="0"/>
                </a:moveTo>
                <a:lnTo>
                  <a:pt x="252616" y="23528"/>
                </a:lnTo>
                <a:lnTo>
                  <a:pt x="285211" y="52147"/>
                </a:lnTo>
                <a:lnTo>
                  <a:pt x="315456" y="85511"/>
                </a:lnTo>
                <a:lnTo>
                  <a:pt x="343140" y="123274"/>
                </a:lnTo>
                <a:lnTo>
                  <a:pt x="368052" y="165090"/>
                </a:lnTo>
                <a:lnTo>
                  <a:pt x="389981" y="210615"/>
                </a:lnTo>
                <a:lnTo>
                  <a:pt x="408717" y="259502"/>
                </a:lnTo>
                <a:lnTo>
                  <a:pt x="424049" y="311406"/>
                </a:lnTo>
                <a:lnTo>
                  <a:pt x="435766" y="365981"/>
                </a:lnTo>
                <a:lnTo>
                  <a:pt x="435766" y="522776"/>
                </a:lnTo>
                <a:lnTo>
                  <a:pt x="393724" y="496579"/>
                </a:lnTo>
                <a:lnTo>
                  <a:pt x="350659" y="476203"/>
                </a:lnTo>
                <a:lnTo>
                  <a:pt x="306826" y="461649"/>
                </a:lnTo>
                <a:lnTo>
                  <a:pt x="262482" y="452916"/>
                </a:lnTo>
                <a:lnTo>
                  <a:pt x="217883" y="450006"/>
                </a:lnTo>
                <a:lnTo>
                  <a:pt x="173283" y="452916"/>
                </a:lnTo>
                <a:lnTo>
                  <a:pt x="128939" y="461649"/>
                </a:lnTo>
                <a:lnTo>
                  <a:pt x="85106" y="476203"/>
                </a:lnTo>
                <a:lnTo>
                  <a:pt x="42041" y="496579"/>
                </a:lnTo>
                <a:lnTo>
                  <a:pt x="0" y="522776"/>
                </a:lnTo>
                <a:lnTo>
                  <a:pt x="0" y="365981"/>
                </a:lnTo>
                <a:lnTo>
                  <a:pt x="11534" y="311219"/>
                </a:lnTo>
                <a:lnTo>
                  <a:pt x="26729" y="259142"/>
                </a:lnTo>
                <a:lnTo>
                  <a:pt x="45374" y="210111"/>
                </a:lnTo>
                <a:lnTo>
                  <a:pt x="67258" y="164483"/>
                </a:lnTo>
                <a:lnTo>
                  <a:pt x="92170" y="122620"/>
                </a:lnTo>
                <a:lnTo>
                  <a:pt x="119899" y="84880"/>
                </a:lnTo>
                <a:lnTo>
                  <a:pt x="150235" y="51624"/>
                </a:lnTo>
                <a:lnTo>
                  <a:pt x="182967" y="23211"/>
                </a:lnTo>
                <a:lnTo>
                  <a:pt x="217883" y="0"/>
                </a:lnTo>
                <a:close/>
              </a:path>
            </a:pathLst>
          </a:custGeom>
          <a:ln w="428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112559" y="2211669"/>
            <a:ext cx="107749" cy="1029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948551" y="2291587"/>
            <a:ext cx="436245" cy="523240"/>
          </a:xfrm>
          <a:custGeom>
            <a:avLst/>
            <a:gdLst/>
            <a:ahLst/>
            <a:cxnLst/>
            <a:rect l="l" t="t" r="r" b="b"/>
            <a:pathLst>
              <a:path w="436245" h="523239">
                <a:moveTo>
                  <a:pt x="217883" y="0"/>
                </a:moveTo>
                <a:lnTo>
                  <a:pt x="167929" y="5310"/>
                </a:lnTo>
                <a:lnTo>
                  <a:pt x="122070" y="20437"/>
                </a:lnTo>
                <a:lnTo>
                  <a:pt x="81615" y="44173"/>
                </a:lnTo>
                <a:lnTo>
                  <a:pt x="47871" y="75311"/>
                </a:lnTo>
                <a:lnTo>
                  <a:pt x="22148" y="112641"/>
                </a:lnTo>
                <a:lnTo>
                  <a:pt x="5755" y="154958"/>
                </a:lnTo>
                <a:lnTo>
                  <a:pt x="0" y="201053"/>
                </a:lnTo>
                <a:lnTo>
                  <a:pt x="0" y="522776"/>
                </a:lnTo>
                <a:lnTo>
                  <a:pt x="435766" y="522776"/>
                </a:lnTo>
                <a:lnTo>
                  <a:pt x="435766" y="201053"/>
                </a:lnTo>
                <a:lnTo>
                  <a:pt x="430010" y="154958"/>
                </a:lnTo>
                <a:lnTo>
                  <a:pt x="413617" y="112641"/>
                </a:lnTo>
                <a:lnTo>
                  <a:pt x="387894" y="75311"/>
                </a:lnTo>
                <a:lnTo>
                  <a:pt x="354150" y="44173"/>
                </a:lnTo>
                <a:lnTo>
                  <a:pt x="313695" y="20437"/>
                </a:lnTo>
                <a:lnTo>
                  <a:pt x="267836" y="5310"/>
                </a:lnTo>
                <a:lnTo>
                  <a:pt x="2178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948551" y="2291586"/>
            <a:ext cx="436245" cy="523240"/>
          </a:xfrm>
          <a:custGeom>
            <a:avLst/>
            <a:gdLst/>
            <a:ahLst/>
            <a:cxnLst/>
            <a:rect l="l" t="t" r="r" b="b"/>
            <a:pathLst>
              <a:path w="436245" h="523239">
                <a:moveTo>
                  <a:pt x="435766" y="201053"/>
                </a:moveTo>
                <a:lnTo>
                  <a:pt x="435766" y="522776"/>
                </a:lnTo>
                <a:lnTo>
                  <a:pt x="0" y="522776"/>
                </a:lnTo>
                <a:lnTo>
                  <a:pt x="0" y="201053"/>
                </a:lnTo>
                <a:lnTo>
                  <a:pt x="5755" y="154958"/>
                </a:lnTo>
                <a:lnTo>
                  <a:pt x="22148" y="112641"/>
                </a:lnTo>
                <a:lnTo>
                  <a:pt x="47871" y="75311"/>
                </a:lnTo>
                <a:lnTo>
                  <a:pt x="81615" y="44173"/>
                </a:lnTo>
                <a:lnTo>
                  <a:pt x="122070" y="20437"/>
                </a:lnTo>
                <a:lnTo>
                  <a:pt x="167929" y="5310"/>
                </a:lnTo>
                <a:lnTo>
                  <a:pt x="217883" y="0"/>
                </a:lnTo>
                <a:lnTo>
                  <a:pt x="267836" y="5310"/>
                </a:lnTo>
                <a:lnTo>
                  <a:pt x="313695" y="20437"/>
                </a:lnTo>
                <a:lnTo>
                  <a:pt x="354151" y="44173"/>
                </a:lnTo>
                <a:lnTo>
                  <a:pt x="387894" y="75311"/>
                </a:lnTo>
                <a:lnTo>
                  <a:pt x="413617" y="112641"/>
                </a:lnTo>
                <a:lnTo>
                  <a:pt x="430010" y="154958"/>
                </a:lnTo>
                <a:lnTo>
                  <a:pt x="435766" y="201053"/>
                </a:lnTo>
                <a:close/>
              </a:path>
            </a:pathLst>
          </a:custGeom>
          <a:ln w="428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275273" y="2951867"/>
            <a:ext cx="2099310" cy="0"/>
          </a:xfrm>
          <a:custGeom>
            <a:avLst/>
            <a:gdLst/>
            <a:ahLst/>
            <a:cxnLst/>
            <a:rect l="l" t="t" r="r" b="b"/>
            <a:pathLst>
              <a:path w="2099310">
                <a:moveTo>
                  <a:pt x="0" y="0"/>
                </a:moveTo>
                <a:lnTo>
                  <a:pt x="2098892" y="0"/>
                </a:lnTo>
              </a:path>
            </a:pathLst>
          </a:custGeom>
          <a:ln w="40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432034" y="3895982"/>
            <a:ext cx="186452" cy="17533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459493" y="3370085"/>
            <a:ext cx="236220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050" b="1" spc="160" dirty="0">
                <a:latin typeface="Times New Roman"/>
                <a:cs typeface="Times New Roman"/>
              </a:rPr>
              <a:t>Q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74005" y="4187709"/>
            <a:ext cx="236220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050" b="1" spc="160" dirty="0">
                <a:latin typeface="Times New Roman"/>
                <a:cs typeface="Times New Roman"/>
              </a:rPr>
              <a:t>Q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483925" y="4224915"/>
            <a:ext cx="203835" cy="0"/>
          </a:xfrm>
          <a:custGeom>
            <a:avLst/>
            <a:gdLst/>
            <a:ahLst/>
            <a:cxnLst/>
            <a:rect l="l" t="t" r="r" b="b"/>
            <a:pathLst>
              <a:path w="203835">
                <a:moveTo>
                  <a:pt x="0" y="0"/>
                </a:moveTo>
                <a:lnTo>
                  <a:pt x="203371" y="0"/>
                </a:lnTo>
              </a:path>
            </a:pathLst>
          </a:custGeom>
          <a:ln w="40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769094" y="3376800"/>
            <a:ext cx="236220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050" b="1" spc="160" dirty="0">
                <a:latin typeface="Times New Roman"/>
                <a:cs typeface="Times New Roman"/>
              </a:rPr>
              <a:t>Q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83646" y="4194405"/>
            <a:ext cx="236220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050" b="1" spc="160" dirty="0">
                <a:latin typeface="Times New Roman"/>
                <a:cs typeface="Times New Roman"/>
              </a:rPr>
              <a:t>Q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793485" y="4231611"/>
            <a:ext cx="203835" cy="0"/>
          </a:xfrm>
          <a:custGeom>
            <a:avLst/>
            <a:gdLst/>
            <a:ahLst/>
            <a:cxnLst/>
            <a:rect l="l" t="t" r="r" b="b"/>
            <a:pathLst>
              <a:path w="203835">
                <a:moveTo>
                  <a:pt x="0" y="0"/>
                </a:moveTo>
                <a:lnTo>
                  <a:pt x="203330" y="0"/>
                </a:lnTo>
              </a:path>
            </a:pathLst>
          </a:custGeom>
          <a:ln w="40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8122149" y="3376800"/>
            <a:ext cx="236220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050" b="1" spc="160" dirty="0">
                <a:latin typeface="Times New Roman"/>
                <a:cs typeface="Times New Roman"/>
              </a:rPr>
              <a:t>Q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136701" y="4194405"/>
            <a:ext cx="236220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050" b="1" spc="160" dirty="0">
                <a:latin typeface="Times New Roman"/>
                <a:cs typeface="Times New Roman"/>
              </a:rPr>
              <a:t>Q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8146540" y="4231611"/>
            <a:ext cx="203835" cy="0"/>
          </a:xfrm>
          <a:custGeom>
            <a:avLst/>
            <a:gdLst/>
            <a:ahLst/>
            <a:cxnLst/>
            <a:rect l="l" t="t" r="r" b="b"/>
            <a:pathLst>
              <a:path w="203834">
                <a:moveTo>
                  <a:pt x="0" y="0"/>
                </a:moveTo>
                <a:lnTo>
                  <a:pt x="203330" y="0"/>
                </a:lnTo>
              </a:path>
            </a:pathLst>
          </a:custGeom>
          <a:ln w="40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006087" y="2630143"/>
            <a:ext cx="0" cy="402590"/>
          </a:xfrm>
          <a:custGeom>
            <a:avLst/>
            <a:gdLst/>
            <a:ahLst/>
            <a:cxnLst/>
            <a:rect l="l" t="t" r="r" b="b"/>
            <a:pathLst>
              <a:path h="402589">
                <a:moveTo>
                  <a:pt x="0" y="402106"/>
                </a:moveTo>
                <a:lnTo>
                  <a:pt x="0" y="0"/>
                </a:lnTo>
              </a:path>
            </a:pathLst>
          </a:custGeom>
          <a:ln w="44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223970" y="2630143"/>
            <a:ext cx="0" cy="402590"/>
          </a:xfrm>
          <a:custGeom>
            <a:avLst/>
            <a:gdLst/>
            <a:ahLst/>
            <a:cxnLst/>
            <a:rect l="l" t="t" r="r" b="b"/>
            <a:pathLst>
              <a:path h="402589">
                <a:moveTo>
                  <a:pt x="0" y="402106"/>
                </a:moveTo>
                <a:lnTo>
                  <a:pt x="0" y="0"/>
                </a:lnTo>
              </a:path>
            </a:pathLst>
          </a:custGeom>
          <a:ln w="44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115131" y="2228036"/>
            <a:ext cx="0" cy="402590"/>
          </a:xfrm>
          <a:custGeom>
            <a:avLst/>
            <a:gdLst/>
            <a:ahLst/>
            <a:cxnLst/>
            <a:rect l="l" t="t" r="r" b="b"/>
            <a:pathLst>
              <a:path h="402589">
                <a:moveTo>
                  <a:pt x="0" y="0"/>
                </a:moveTo>
                <a:lnTo>
                  <a:pt x="0" y="402106"/>
                </a:lnTo>
              </a:path>
            </a:pathLst>
          </a:custGeom>
          <a:ln w="44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897248" y="2368755"/>
            <a:ext cx="436245" cy="523240"/>
          </a:xfrm>
          <a:custGeom>
            <a:avLst/>
            <a:gdLst/>
            <a:ahLst/>
            <a:cxnLst/>
            <a:rect l="l" t="t" r="r" b="b"/>
            <a:pathLst>
              <a:path w="436245" h="523239">
                <a:moveTo>
                  <a:pt x="217883" y="0"/>
                </a:moveTo>
                <a:lnTo>
                  <a:pt x="182960" y="23204"/>
                </a:lnTo>
                <a:lnTo>
                  <a:pt x="150212" y="51602"/>
                </a:lnTo>
                <a:lnTo>
                  <a:pt x="119854" y="84838"/>
                </a:lnTo>
                <a:lnTo>
                  <a:pt x="92102" y="122558"/>
                </a:lnTo>
                <a:lnTo>
                  <a:pt x="67173" y="164405"/>
                </a:lnTo>
                <a:lnTo>
                  <a:pt x="45283" y="210027"/>
                </a:lnTo>
                <a:lnTo>
                  <a:pt x="26646" y="259066"/>
                </a:lnTo>
                <a:lnTo>
                  <a:pt x="11480" y="311169"/>
                </a:lnTo>
                <a:lnTo>
                  <a:pt x="0" y="365981"/>
                </a:lnTo>
                <a:lnTo>
                  <a:pt x="0" y="522776"/>
                </a:lnTo>
                <a:lnTo>
                  <a:pt x="41991" y="496528"/>
                </a:lnTo>
                <a:lnTo>
                  <a:pt x="85028" y="476112"/>
                </a:lnTo>
                <a:lnTo>
                  <a:pt x="128848" y="461530"/>
                </a:lnTo>
                <a:lnTo>
                  <a:pt x="173194" y="452780"/>
                </a:lnTo>
                <a:lnTo>
                  <a:pt x="217806" y="449864"/>
                </a:lnTo>
                <a:lnTo>
                  <a:pt x="435766" y="449864"/>
                </a:lnTo>
                <a:lnTo>
                  <a:pt x="435766" y="365981"/>
                </a:lnTo>
                <a:lnTo>
                  <a:pt x="423995" y="311350"/>
                </a:lnTo>
                <a:lnTo>
                  <a:pt x="408635" y="259404"/>
                </a:lnTo>
                <a:lnTo>
                  <a:pt x="389890" y="210489"/>
                </a:lnTo>
                <a:lnTo>
                  <a:pt x="367967" y="164950"/>
                </a:lnTo>
                <a:lnTo>
                  <a:pt x="343072" y="123134"/>
                </a:lnTo>
                <a:lnTo>
                  <a:pt x="315410" y="85385"/>
                </a:lnTo>
                <a:lnTo>
                  <a:pt x="285187" y="52049"/>
                </a:lnTo>
                <a:lnTo>
                  <a:pt x="252610" y="23472"/>
                </a:lnTo>
                <a:lnTo>
                  <a:pt x="217883" y="0"/>
                </a:lnTo>
                <a:close/>
              </a:path>
              <a:path w="436245" h="523239">
                <a:moveTo>
                  <a:pt x="435766" y="449864"/>
                </a:moveTo>
                <a:lnTo>
                  <a:pt x="217806" y="449864"/>
                </a:lnTo>
                <a:lnTo>
                  <a:pt x="262423" y="452780"/>
                </a:lnTo>
                <a:lnTo>
                  <a:pt x="306788" y="461530"/>
                </a:lnTo>
                <a:lnTo>
                  <a:pt x="350639" y="476112"/>
                </a:lnTo>
                <a:lnTo>
                  <a:pt x="393718" y="496528"/>
                </a:lnTo>
                <a:lnTo>
                  <a:pt x="435766" y="522776"/>
                </a:lnTo>
                <a:lnTo>
                  <a:pt x="435766" y="4498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897248" y="2368755"/>
            <a:ext cx="436245" cy="523240"/>
          </a:xfrm>
          <a:custGeom>
            <a:avLst/>
            <a:gdLst/>
            <a:ahLst/>
            <a:cxnLst/>
            <a:rect l="l" t="t" r="r" b="b"/>
            <a:pathLst>
              <a:path w="436245" h="523239">
                <a:moveTo>
                  <a:pt x="217883" y="0"/>
                </a:moveTo>
                <a:lnTo>
                  <a:pt x="252610" y="23472"/>
                </a:lnTo>
                <a:lnTo>
                  <a:pt x="285187" y="52049"/>
                </a:lnTo>
                <a:lnTo>
                  <a:pt x="315410" y="85385"/>
                </a:lnTo>
                <a:lnTo>
                  <a:pt x="343072" y="123134"/>
                </a:lnTo>
                <a:lnTo>
                  <a:pt x="367967" y="164950"/>
                </a:lnTo>
                <a:lnTo>
                  <a:pt x="389890" y="210489"/>
                </a:lnTo>
                <a:lnTo>
                  <a:pt x="408635" y="259404"/>
                </a:lnTo>
                <a:lnTo>
                  <a:pt x="423995" y="311350"/>
                </a:lnTo>
                <a:lnTo>
                  <a:pt x="435766" y="365981"/>
                </a:lnTo>
                <a:lnTo>
                  <a:pt x="435766" y="522776"/>
                </a:lnTo>
                <a:lnTo>
                  <a:pt x="393718" y="496528"/>
                </a:lnTo>
                <a:lnTo>
                  <a:pt x="350639" y="476112"/>
                </a:lnTo>
                <a:lnTo>
                  <a:pt x="306788" y="461530"/>
                </a:lnTo>
                <a:lnTo>
                  <a:pt x="262423" y="452780"/>
                </a:lnTo>
                <a:lnTo>
                  <a:pt x="217806" y="449864"/>
                </a:lnTo>
                <a:lnTo>
                  <a:pt x="173194" y="452780"/>
                </a:lnTo>
                <a:lnTo>
                  <a:pt x="128848" y="461530"/>
                </a:lnTo>
                <a:lnTo>
                  <a:pt x="85028" y="476112"/>
                </a:lnTo>
                <a:lnTo>
                  <a:pt x="41991" y="496528"/>
                </a:lnTo>
                <a:lnTo>
                  <a:pt x="0" y="522776"/>
                </a:lnTo>
                <a:lnTo>
                  <a:pt x="0" y="365981"/>
                </a:lnTo>
                <a:lnTo>
                  <a:pt x="11480" y="311169"/>
                </a:lnTo>
                <a:lnTo>
                  <a:pt x="26646" y="259066"/>
                </a:lnTo>
                <a:lnTo>
                  <a:pt x="45283" y="210027"/>
                </a:lnTo>
                <a:lnTo>
                  <a:pt x="67173" y="164405"/>
                </a:lnTo>
                <a:lnTo>
                  <a:pt x="92102" y="122558"/>
                </a:lnTo>
                <a:lnTo>
                  <a:pt x="119854" y="84838"/>
                </a:lnTo>
                <a:lnTo>
                  <a:pt x="150212" y="51602"/>
                </a:lnTo>
                <a:lnTo>
                  <a:pt x="182960" y="23204"/>
                </a:lnTo>
                <a:lnTo>
                  <a:pt x="217883" y="0"/>
                </a:lnTo>
                <a:close/>
              </a:path>
            </a:pathLst>
          </a:custGeom>
          <a:ln w="428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897248" y="2368755"/>
            <a:ext cx="436245" cy="523240"/>
          </a:xfrm>
          <a:custGeom>
            <a:avLst/>
            <a:gdLst/>
            <a:ahLst/>
            <a:cxnLst/>
            <a:rect l="l" t="t" r="r" b="b"/>
            <a:pathLst>
              <a:path w="436245" h="523239">
                <a:moveTo>
                  <a:pt x="217883" y="0"/>
                </a:moveTo>
                <a:lnTo>
                  <a:pt x="167929" y="5310"/>
                </a:lnTo>
                <a:lnTo>
                  <a:pt x="122070" y="20437"/>
                </a:lnTo>
                <a:lnTo>
                  <a:pt x="81615" y="44173"/>
                </a:lnTo>
                <a:lnTo>
                  <a:pt x="47871" y="75311"/>
                </a:lnTo>
                <a:lnTo>
                  <a:pt x="22148" y="112641"/>
                </a:lnTo>
                <a:lnTo>
                  <a:pt x="5755" y="154958"/>
                </a:lnTo>
                <a:lnTo>
                  <a:pt x="0" y="201053"/>
                </a:lnTo>
                <a:lnTo>
                  <a:pt x="0" y="522776"/>
                </a:lnTo>
                <a:lnTo>
                  <a:pt x="435766" y="522776"/>
                </a:lnTo>
                <a:lnTo>
                  <a:pt x="435766" y="201053"/>
                </a:lnTo>
                <a:lnTo>
                  <a:pt x="430010" y="154958"/>
                </a:lnTo>
                <a:lnTo>
                  <a:pt x="413617" y="112641"/>
                </a:lnTo>
                <a:lnTo>
                  <a:pt x="387894" y="75311"/>
                </a:lnTo>
                <a:lnTo>
                  <a:pt x="354150" y="44173"/>
                </a:lnTo>
                <a:lnTo>
                  <a:pt x="313695" y="20437"/>
                </a:lnTo>
                <a:lnTo>
                  <a:pt x="267836" y="5310"/>
                </a:lnTo>
                <a:lnTo>
                  <a:pt x="2178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897248" y="2368755"/>
            <a:ext cx="436245" cy="523240"/>
          </a:xfrm>
          <a:custGeom>
            <a:avLst/>
            <a:gdLst/>
            <a:ahLst/>
            <a:cxnLst/>
            <a:rect l="l" t="t" r="r" b="b"/>
            <a:pathLst>
              <a:path w="436245" h="523239">
                <a:moveTo>
                  <a:pt x="435766" y="201053"/>
                </a:moveTo>
                <a:lnTo>
                  <a:pt x="435766" y="522776"/>
                </a:lnTo>
                <a:lnTo>
                  <a:pt x="0" y="522776"/>
                </a:lnTo>
                <a:lnTo>
                  <a:pt x="0" y="201053"/>
                </a:lnTo>
                <a:lnTo>
                  <a:pt x="5755" y="154958"/>
                </a:lnTo>
                <a:lnTo>
                  <a:pt x="22148" y="112641"/>
                </a:lnTo>
                <a:lnTo>
                  <a:pt x="47871" y="75311"/>
                </a:lnTo>
                <a:lnTo>
                  <a:pt x="81615" y="44173"/>
                </a:lnTo>
                <a:lnTo>
                  <a:pt x="122070" y="20437"/>
                </a:lnTo>
                <a:lnTo>
                  <a:pt x="167929" y="5310"/>
                </a:lnTo>
                <a:lnTo>
                  <a:pt x="217883" y="0"/>
                </a:lnTo>
                <a:lnTo>
                  <a:pt x="267836" y="5310"/>
                </a:lnTo>
                <a:lnTo>
                  <a:pt x="313695" y="20437"/>
                </a:lnTo>
                <a:lnTo>
                  <a:pt x="354151" y="44173"/>
                </a:lnTo>
                <a:lnTo>
                  <a:pt x="387894" y="75311"/>
                </a:lnTo>
                <a:lnTo>
                  <a:pt x="413617" y="112641"/>
                </a:lnTo>
                <a:lnTo>
                  <a:pt x="430010" y="154958"/>
                </a:lnTo>
                <a:lnTo>
                  <a:pt x="435766" y="201053"/>
                </a:lnTo>
                <a:close/>
              </a:path>
            </a:pathLst>
          </a:custGeom>
          <a:ln w="428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374165" y="1825929"/>
            <a:ext cx="0" cy="402590"/>
          </a:xfrm>
          <a:custGeom>
            <a:avLst/>
            <a:gdLst/>
            <a:ahLst/>
            <a:cxnLst/>
            <a:rect l="l" t="t" r="r" b="b"/>
            <a:pathLst>
              <a:path h="402589">
                <a:moveTo>
                  <a:pt x="0" y="402106"/>
                </a:moveTo>
                <a:lnTo>
                  <a:pt x="0" y="0"/>
                </a:lnTo>
              </a:path>
            </a:pathLst>
          </a:custGeom>
          <a:ln w="44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592048" y="1825929"/>
            <a:ext cx="0" cy="402590"/>
          </a:xfrm>
          <a:custGeom>
            <a:avLst/>
            <a:gdLst/>
            <a:ahLst/>
            <a:cxnLst/>
            <a:rect l="l" t="t" r="r" b="b"/>
            <a:pathLst>
              <a:path h="402589">
                <a:moveTo>
                  <a:pt x="0" y="402106"/>
                </a:moveTo>
                <a:lnTo>
                  <a:pt x="0" y="0"/>
                </a:lnTo>
              </a:path>
            </a:pathLst>
          </a:custGeom>
          <a:ln w="44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483209" y="1423822"/>
            <a:ext cx="0" cy="402590"/>
          </a:xfrm>
          <a:custGeom>
            <a:avLst/>
            <a:gdLst/>
            <a:ahLst/>
            <a:cxnLst/>
            <a:rect l="l" t="t" r="r" b="b"/>
            <a:pathLst>
              <a:path h="402589">
                <a:moveTo>
                  <a:pt x="0" y="0"/>
                </a:moveTo>
                <a:lnTo>
                  <a:pt x="0" y="402106"/>
                </a:lnTo>
              </a:path>
            </a:pathLst>
          </a:custGeom>
          <a:ln w="44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265326" y="1564541"/>
            <a:ext cx="436245" cy="523240"/>
          </a:xfrm>
          <a:custGeom>
            <a:avLst/>
            <a:gdLst/>
            <a:ahLst/>
            <a:cxnLst/>
            <a:rect l="l" t="t" r="r" b="b"/>
            <a:pathLst>
              <a:path w="436245" h="523239">
                <a:moveTo>
                  <a:pt x="217883" y="0"/>
                </a:moveTo>
                <a:lnTo>
                  <a:pt x="182967" y="23204"/>
                </a:lnTo>
                <a:lnTo>
                  <a:pt x="150235" y="51602"/>
                </a:lnTo>
                <a:lnTo>
                  <a:pt x="119899" y="84838"/>
                </a:lnTo>
                <a:lnTo>
                  <a:pt x="92170" y="122558"/>
                </a:lnTo>
                <a:lnTo>
                  <a:pt x="67258" y="164405"/>
                </a:lnTo>
                <a:lnTo>
                  <a:pt x="45374" y="210027"/>
                </a:lnTo>
                <a:lnTo>
                  <a:pt x="26729" y="259066"/>
                </a:lnTo>
                <a:lnTo>
                  <a:pt x="11534" y="311169"/>
                </a:lnTo>
                <a:lnTo>
                  <a:pt x="0" y="365981"/>
                </a:lnTo>
                <a:lnTo>
                  <a:pt x="0" y="522776"/>
                </a:lnTo>
                <a:lnTo>
                  <a:pt x="42041" y="496528"/>
                </a:lnTo>
                <a:lnTo>
                  <a:pt x="85106" y="476112"/>
                </a:lnTo>
                <a:lnTo>
                  <a:pt x="128939" y="461530"/>
                </a:lnTo>
                <a:lnTo>
                  <a:pt x="173283" y="452780"/>
                </a:lnTo>
                <a:lnTo>
                  <a:pt x="217883" y="449864"/>
                </a:lnTo>
                <a:lnTo>
                  <a:pt x="435766" y="449864"/>
                </a:lnTo>
                <a:lnTo>
                  <a:pt x="435766" y="365981"/>
                </a:lnTo>
                <a:lnTo>
                  <a:pt x="424056" y="311350"/>
                </a:lnTo>
                <a:lnTo>
                  <a:pt x="408741" y="259404"/>
                </a:lnTo>
                <a:lnTo>
                  <a:pt x="390027" y="210489"/>
                </a:lnTo>
                <a:lnTo>
                  <a:pt x="368119" y="164950"/>
                </a:lnTo>
                <a:lnTo>
                  <a:pt x="343224" y="123134"/>
                </a:lnTo>
                <a:lnTo>
                  <a:pt x="315547" y="85385"/>
                </a:lnTo>
                <a:lnTo>
                  <a:pt x="285294" y="52049"/>
                </a:lnTo>
                <a:lnTo>
                  <a:pt x="252670" y="23472"/>
                </a:lnTo>
                <a:lnTo>
                  <a:pt x="217883" y="0"/>
                </a:lnTo>
                <a:close/>
              </a:path>
              <a:path w="436245" h="523239">
                <a:moveTo>
                  <a:pt x="435766" y="449864"/>
                </a:moveTo>
                <a:lnTo>
                  <a:pt x="217883" y="449864"/>
                </a:lnTo>
                <a:lnTo>
                  <a:pt x="262482" y="452780"/>
                </a:lnTo>
                <a:lnTo>
                  <a:pt x="306826" y="461530"/>
                </a:lnTo>
                <a:lnTo>
                  <a:pt x="350659" y="476112"/>
                </a:lnTo>
                <a:lnTo>
                  <a:pt x="393724" y="496528"/>
                </a:lnTo>
                <a:lnTo>
                  <a:pt x="435766" y="522776"/>
                </a:lnTo>
                <a:lnTo>
                  <a:pt x="435766" y="4498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265326" y="1564541"/>
            <a:ext cx="436245" cy="523240"/>
          </a:xfrm>
          <a:custGeom>
            <a:avLst/>
            <a:gdLst/>
            <a:ahLst/>
            <a:cxnLst/>
            <a:rect l="l" t="t" r="r" b="b"/>
            <a:pathLst>
              <a:path w="436245" h="523239">
                <a:moveTo>
                  <a:pt x="217883" y="0"/>
                </a:moveTo>
                <a:lnTo>
                  <a:pt x="252670" y="23472"/>
                </a:lnTo>
                <a:lnTo>
                  <a:pt x="285294" y="52049"/>
                </a:lnTo>
                <a:lnTo>
                  <a:pt x="315547" y="85385"/>
                </a:lnTo>
                <a:lnTo>
                  <a:pt x="343224" y="123134"/>
                </a:lnTo>
                <a:lnTo>
                  <a:pt x="368119" y="164950"/>
                </a:lnTo>
                <a:lnTo>
                  <a:pt x="390027" y="210489"/>
                </a:lnTo>
                <a:lnTo>
                  <a:pt x="408741" y="259404"/>
                </a:lnTo>
                <a:lnTo>
                  <a:pt x="424056" y="311350"/>
                </a:lnTo>
                <a:lnTo>
                  <a:pt x="435766" y="365981"/>
                </a:lnTo>
                <a:lnTo>
                  <a:pt x="435766" y="522776"/>
                </a:lnTo>
                <a:lnTo>
                  <a:pt x="393724" y="496528"/>
                </a:lnTo>
                <a:lnTo>
                  <a:pt x="350659" y="476112"/>
                </a:lnTo>
                <a:lnTo>
                  <a:pt x="306826" y="461530"/>
                </a:lnTo>
                <a:lnTo>
                  <a:pt x="262482" y="452780"/>
                </a:lnTo>
                <a:lnTo>
                  <a:pt x="217883" y="449864"/>
                </a:lnTo>
                <a:lnTo>
                  <a:pt x="173283" y="452780"/>
                </a:lnTo>
                <a:lnTo>
                  <a:pt x="128939" y="461530"/>
                </a:lnTo>
                <a:lnTo>
                  <a:pt x="85106" y="476112"/>
                </a:lnTo>
                <a:lnTo>
                  <a:pt x="42041" y="496528"/>
                </a:lnTo>
                <a:lnTo>
                  <a:pt x="0" y="522776"/>
                </a:lnTo>
                <a:lnTo>
                  <a:pt x="0" y="365981"/>
                </a:lnTo>
                <a:lnTo>
                  <a:pt x="11534" y="311169"/>
                </a:lnTo>
                <a:lnTo>
                  <a:pt x="26729" y="259066"/>
                </a:lnTo>
                <a:lnTo>
                  <a:pt x="45374" y="210027"/>
                </a:lnTo>
                <a:lnTo>
                  <a:pt x="67258" y="164405"/>
                </a:lnTo>
                <a:lnTo>
                  <a:pt x="92170" y="122558"/>
                </a:lnTo>
                <a:lnTo>
                  <a:pt x="119899" y="84838"/>
                </a:lnTo>
                <a:lnTo>
                  <a:pt x="150235" y="51602"/>
                </a:lnTo>
                <a:lnTo>
                  <a:pt x="182967" y="23204"/>
                </a:lnTo>
                <a:lnTo>
                  <a:pt x="217883" y="0"/>
                </a:lnTo>
                <a:close/>
              </a:path>
            </a:pathLst>
          </a:custGeom>
          <a:ln w="428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1907743" y="3624570"/>
            <a:ext cx="558800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465" algn="l"/>
              </a:tabLst>
            </a:pPr>
            <a:r>
              <a:rPr sz="2050" b="1" i="1" spc="130" dirty="0">
                <a:latin typeface="Times New Roman"/>
                <a:cs typeface="Times New Roman"/>
              </a:rPr>
              <a:t>C</a:t>
            </a:r>
            <a:r>
              <a:rPr sz="2050" b="1" i="1" u="heavy" spc="1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	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3948551" y="1648329"/>
            <a:ext cx="436245" cy="402590"/>
          </a:xfrm>
          <a:custGeom>
            <a:avLst/>
            <a:gdLst/>
            <a:ahLst/>
            <a:cxnLst/>
            <a:rect l="l" t="t" r="r" b="b"/>
            <a:pathLst>
              <a:path w="436245" h="402589">
                <a:moveTo>
                  <a:pt x="0" y="402106"/>
                </a:moveTo>
                <a:lnTo>
                  <a:pt x="217883" y="0"/>
                </a:lnTo>
                <a:lnTo>
                  <a:pt x="435766" y="402106"/>
                </a:lnTo>
                <a:lnTo>
                  <a:pt x="0" y="402106"/>
                </a:lnTo>
                <a:close/>
              </a:path>
            </a:pathLst>
          </a:custGeom>
          <a:ln w="42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166434" y="2050436"/>
            <a:ext cx="0" cy="100965"/>
          </a:xfrm>
          <a:custGeom>
            <a:avLst/>
            <a:gdLst/>
            <a:ahLst/>
            <a:cxnLst/>
            <a:rect l="l" t="t" r="r" b="b"/>
            <a:pathLst>
              <a:path h="100964">
                <a:moveTo>
                  <a:pt x="0" y="100432"/>
                </a:moveTo>
                <a:lnTo>
                  <a:pt x="0" y="0"/>
                </a:lnTo>
              </a:path>
            </a:pathLst>
          </a:custGeom>
          <a:ln w="44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103133" y="1453895"/>
            <a:ext cx="129675" cy="2157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103133" y="2183301"/>
            <a:ext cx="129675" cy="12294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055750" y="2958486"/>
            <a:ext cx="0" cy="1420495"/>
          </a:xfrm>
          <a:custGeom>
            <a:avLst/>
            <a:gdLst/>
            <a:ahLst/>
            <a:cxnLst/>
            <a:rect l="l" t="t" r="r" b="b"/>
            <a:pathLst>
              <a:path h="1420495">
                <a:moveTo>
                  <a:pt x="0" y="1420046"/>
                </a:moveTo>
                <a:lnTo>
                  <a:pt x="0" y="0"/>
                </a:lnTo>
              </a:path>
            </a:pathLst>
          </a:custGeom>
          <a:ln w="44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427770" y="3126062"/>
            <a:ext cx="0" cy="850900"/>
          </a:xfrm>
          <a:custGeom>
            <a:avLst/>
            <a:gdLst/>
            <a:ahLst/>
            <a:cxnLst/>
            <a:rect l="l" t="t" r="r" b="b"/>
            <a:pathLst>
              <a:path h="850900">
                <a:moveTo>
                  <a:pt x="0" y="0"/>
                </a:moveTo>
                <a:lnTo>
                  <a:pt x="0" y="850363"/>
                </a:lnTo>
              </a:path>
            </a:pathLst>
          </a:custGeom>
          <a:ln w="44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374165" y="2228036"/>
            <a:ext cx="0" cy="2150745"/>
          </a:xfrm>
          <a:custGeom>
            <a:avLst/>
            <a:gdLst/>
            <a:ahLst/>
            <a:cxnLst/>
            <a:rect l="l" t="t" r="r" b="b"/>
            <a:pathLst>
              <a:path h="2150745">
                <a:moveTo>
                  <a:pt x="0" y="2150496"/>
                </a:moveTo>
                <a:lnTo>
                  <a:pt x="0" y="0"/>
                </a:lnTo>
              </a:path>
            </a:pathLst>
          </a:custGeom>
          <a:ln w="44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006087" y="3032250"/>
            <a:ext cx="0" cy="80645"/>
          </a:xfrm>
          <a:custGeom>
            <a:avLst/>
            <a:gdLst/>
            <a:ahLst/>
            <a:cxnLst/>
            <a:rect l="l" t="t" r="r" b="b"/>
            <a:pathLst>
              <a:path h="80644">
                <a:moveTo>
                  <a:pt x="0" y="0"/>
                </a:moveTo>
                <a:lnTo>
                  <a:pt x="0" y="80383"/>
                </a:lnTo>
              </a:path>
            </a:pathLst>
          </a:custGeom>
          <a:ln w="44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223970" y="3032250"/>
            <a:ext cx="0" cy="80645"/>
          </a:xfrm>
          <a:custGeom>
            <a:avLst/>
            <a:gdLst/>
            <a:ahLst/>
            <a:cxnLst/>
            <a:rect l="l" t="t" r="r" b="b"/>
            <a:pathLst>
              <a:path h="80644">
                <a:moveTo>
                  <a:pt x="0" y="0"/>
                </a:moveTo>
                <a:lnTo>
                  <a:pt x="0" y="80383"/>
                </a:lnTo>
              </a:path>
            </a:pathLst>
          </a:custGeom>
          <a:ln w="44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223970" y="3112634"/>
            <a:ext cx="1561465" cy="0"/>
          </a:xfrm>
          <a:custGeom>
            <a:avLst/>
            <a:gdLst/>
            <a:ahLst/>
            <a:cxnLst/>
            <a:rect l="l" t="t" r="r" b="b"/>
            <a:pathLst>
              <a:path w="1561465">
                <a:moveTo>
                  <a:pt x="0" y="0"/>
                </a:moveTo>
                <a:lnTo>
                  <a:pt x="1561461" y="0"/>
                </a:lnTo>
              </a:path>
            </a:pathLst>
          </a:custGeom>
          <a:ln w="40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785431" y="3112634"/>
            <a:ext cx="0" cy="462280"/>
          </a:xfrm>
          <a:custGeom>
            <a:avLst/>
            <a:gdLst/>
            <a:ahLst/>
            <a:cxnLst/>
            <a:rect l="l" t="t" r="r" b="b"/>
            <a:pathLst>
              <a:path h="462279">
                <a:moveTo>
                  <a:pt x="0" y="0"/>
                </a:moveTo>
                <a:lnTo>
                  <a:pt x="0" y="461685"/>
                </a:lnTo>
              </a:path>
            </a:pathLst>
          </a:custGeom>
          <a:ln w="44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592048" y="2228036"/>
            <a:ext cx="523240" cy="0"/>
          </a:xfrm>
          <a:custGeom>
            <a:avLst/>
            <a:gdLst/>
            <a:ahLst/>
            <a:cxnLst/>
            <a:rect l="l" t="t" r="r" b="b"/>
            <a:pathLst>
              <a:path w="523240">
                <a:moveTo>
                  <a:pt x="0" y="0"/>
                </a:moveTo>
                <a:lnTo>
                  <a:pt x="523083" y="0"/>
                </a:lnTo>
              </a:path>
            </a:pathLst>
          </a:custGeom>
          <a:ln w="40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5990485" y="1306157"/>
            <a:ext cx="361315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050" b="1" i="1" spc="95" dirty="0">
                <a:latin typeface="Times New Roman"/>
                <a:cs typeface="Times New Roman"/>
              </a:rPr>
              <a:t>F</a:t>
            </a:r>
            <a:r>
              <a:rPr sz="2025" b="1" spc="142" baseline="-12345" dirty="0">
                <a:latin typeface="Times New Roman"/>
                <a:cs typeface="Times New Roman"/>
              </a:rPr>
              <a:t>2</a:t>
            </a:r>
            <a:endParaRPr sz="2025" baseline="-12345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389888" y="4616618"/>
            <a:ext cx="7521575" cy="12954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581150">
              <a:lnSpc>
                <a:spcPct val="100000"/>
              </a:lnSpc>
              <a:spcBef>
                <a:spcPts val="135"/>
              </a:spcBef>
              <a:tabLst>
                <a:tab pos="3905250" algn="l"/>
                <a:tab pos="6229350" algn="l"/>
              </a:tabLst>
            </a:pPr>
            <a:r>
              <a:rPr sz="2050" b="1" spc="105" dirty="0">
                <a:latin typeface="Times New Roman"/>
                <a:cs typeface="Times New Roman"/>
              </a:rPr>
              <a:t>FF</a:t>
            </a:r>
            <a:r>
              <a:rPr sz="2025" b="1" spc="157" baseline="-12345" dirty="0">
                <a:latin typeface="Times New Roman"/>
                <a:cs typeface="Times New Roman"/>
              </a:rPr>
              <a:t>0	</a:t>
            </a:r>
            <a:r>
              <a:rPr sz="2050" b="1" spc="100" dirty="0">
                <a:latin typeface="Times New Roman"/>
                <a:cs typeface="Times New Roman"/>
              </a:rPr>
              <a:t>FF</a:t>
            </a:r>
            <a:r>
              <a:rPr sz="2025" b="1" spc="150" baseline="-12345" dirty="0">
                <a:latin typeface="Times New Roman"/>
                <a:cs typeface="Times New Roman"/>
              </a:rPr>
              <a:t>1	</a:t>
            </a:r>
            <a:r>
              <a:rPr sz="2050" b="1" spc="105" dirty="0">
                <a:latin typeface="Times New Roman"/>
                <a:cs typeface="Times New Roman"/>
              </a:rPr>
              <a:t>FF</a:t>
            </a:r>
            <a:r>
              <a:rPr sz="2025" b="1" spc="157" baseline="-12345" dirty="0">
                <a:latin typeface="Times New Roman"/>
                <a:cs typeface="Times New Roman"/>
              </a:rPr>
              <a:t>2</a:t>
            </a:r>
            <a:endParaRPr sz="2025" baseline="-1234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1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三个</a:t>
            </a:r>
            <a:r>
              <a:rPr sz="3200" spc="-5" dirty="0">
                <a:solidFill>
                  <a:srgbClr val="7E4D00"/>
                </a:solidFill>
                <a:latin typeface="华文楷体"/>
                <a:cs typeface="华文楷体"/>
              </a:rPr>
              <a:t>T</a:t>
            </a:r>
            <a:r>
              <a:rPr sz="3200" spc="-5" dirty="0">
                <a:solidFill>
                  <a:srgbClr val="7E4D00"/>
                </a:solidFill>
                <a:latin typeface="Arial"/>
                <a:cs typeface="Arial"/>
              </a:rPr>
              <a:t>’</a:t>
            </a: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触发器构成</a:t>
            </a:r>
            <a:r>
              <a:rPr sz="3200" spc="-5" dirty="0">
                <a:solidFill>
                  <a:srgbClr val="7E4D00"/>
                </a:solidFill>
                <a:latin typeface="华文楷体"/>
                <a:cs typeface="华文楷体"/>
              </a:rPr>
              <a:t>3</a:t>
            </a: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位二进</a:t>
            </a:r>
            <a:r>
              <a:rPr sz="3200" i="1" spc="-15" dirty="0">
                <a:solidFill>
                  <a:srgbClr val="7E4D00"/>
                </a:solidFill>
                <a:latin typeface="华文楷体"/>
                <a:cs typeface="华文楷体"/>
              </a:rPr>
              <a:t>制</a:t>
            </a: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异步</a:t>
            </a:r>
            <a:r>
              <a:rPr sz="3200" i="1" spc="-15" dirty="0">
                <a:solidFill>
                  <a:srgbClr val="7E4D00"/>
                </a:solidFill>
                <a:latin typeface="华文楷体"/>
                <a:cs typeface="华文楷体"/>
              </a:rPr>
              <a:t>计</a:t>
            </a: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数器。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159002" y="3213354"/>
            <a:ext cx="8044180" cy="1513840"/>
          </a:xfrm>
          <a:custGeom>
            <a:avLst/>
            <a:gdLst/>
            <a:ahLst/>
            <a:cxnLst/>
            <a:rect l="l" t="t" r="r" b="b"/>
            <a:pathLst>
              <a:path w="8044180" h="1513839">
                <a:moveTo>
                  <a:pt x="0" y="756666"/>
                </a:moveTo>
                <a:lnTo>
                  <a:pt x="6223" y="714206"/>
                </a:lnTo>
                <a:lnTo>
                  <a:pt x="24674" y="672362"/>
                </a:lnTo>
                <a:lnTo>
                  <a:pt x="55025" y="631193"/>
                </a:lnTo>
                <a:lnTo>
                  <a:pt x="96947" y="590762"/>
                </a:lnTo>
                <a:lnTo>
                  <a:pt x="131162" y="564248"/>
                </a:lnTo>
                <a:lnTo>
                  <a:pt x="170278" y="538108"/>
                </a:lnTo>
                <a:lnTo>
                  <a:pt x="214196" y="512359"/>
                </a:lnTo>
                <a:lnTo>
                  <a:pt x="262819" y="487021"/>
                </a:lnTo>
                <a:lnTo>
                  <a:pt x="316051" y="462111"/>
                </a:lnTo>
                <a:lnTo>
                  <a:pt x="373794" y="437647"/>
                </a:lnTo>
                <a:lnTo>
                  <a:pt x="435951" y="413649"/>
                </a:lnTo>
                <a:lnTo>
                  <a:pt x="502425" y="390134"/>
                </a:lnTo>
                <a:lnTo>
                  <a:pt x="573118" y="367120"/>
                </a:lnTo>
                <a:lnTo>
                  <a:pt x="610017" y="355807"/>
                </a:lnTo>
                <a:lnTo>
                  <a:pt x="647934" y="344626"/>
                </a:lnTo>
                <a:lnTo>
                  <a:pt x="686858" y="333579"/>
                </a:lnTo>
                <a:lnTo>
                  <a:pt x="726775" y="322669"/>
                </a:lnTo>
                <a:lnTo>
                  <a:pt x="767675" y="311899"/>
                </a:lnTo>
                <a:lnTo>
                  <a:pt x="809544" y="301270"/>
                </a:lnTo>
                <a:lnTo>
                  <a:pt x="852371" y="290784"/>
                </a:lnTo>
                <a:lnTo>
                  <a:pt x="896144" y="280444"/>
                </a:lnTo>
                <a:lnTo>
                  <a:pt x="940850" y="270253"/>
                </a:lnTo>
                <a:lnTo>
                  <a:pt x="986477" y="260212"/>
                </a:lnTo>
                <a:lnTo>
                  <a:pt x="1033014" y="250324"/>
                </a:lnTo>
                <a:lnTo>
                  <a:pt x="1080447" y="240591"/>
                </a:lnTo>
                <a:lnTo>
                  <a:pt x="1128765" y="231015"/>
                </a:lnTo>
                <a:lnTo>
                  <a:pt x="1177956" y="221599"/>
                </a:lnTo>
                <a:lnTo>
                  <a:pt x="1228008" y="212344"/>
                </a:lnTo>
                <a:lnTo>
                  <a:pt x="1278907" y="203254"/>
                </a:lnTo>
                <a:lnTo>
                  <a:pt x="1330643" y="194331"/>
                </a:lnTo>
                <a:lnTo>
                  <a:pt x="1383203" y="185576"/>
                </a:lnTo>
                <a:lnTo>
                  <a:pt x="1436575" y="176992"/>
                </a:lnTo>
                <a:lnTo>
                  <a:pt x="1490746" y="168582"/>
                </a:lnTo>
                <a:lnTo>
                  <a:pt x="1545705" y="160347"/>
                </a:lnTo>
                <a:lnTo>
                  <a:pt x="1601440" y="152290"/>
                </a:lnTo>
                <a:lnTo>
                  <a:pt x="1657938" y="144414"/>
                </a:lnTo>
                <a:lnTo>
                  <a:pt x="1715187" y="136719"/>
                </a:lnTo>
                <a:lnTo>
                  <a:pt x="1773175" y="129210"/>
                </a:lnTo>
                <a:lnTo>
                  <a:pt x="1831890" y="121887"/>
                </a:lnTo>
                <a:lnTo>
                  <a:pt x="1891319" y="114754"/>
                </a:lnTo>
                <a:lnTo>
                  <a:pt x="1951452" y="107813"/>
                </a:lnTo>
                <a:lnTo>
                  <a:pt x="2012274" y="101065"/>
                </a:lnTo>
                <a:lnTo>
                  <a:pt x="2073775" y="94514"/>
                </a:lnTo>
                <a:lnTo>
                  <a:pt x="2135942" y="88161"/>
                </a:lnTo>
                <a:lnTo>
                  <a:pt x="2198763" y="82009"/>
                </a:lnTo>
                <a:lnTo>
                  <a:pt x="2262225" y="76060"/>
                </a:lnTo>
                <a:lnTo>
                  <a:pt x="2326317" y="70316"/>
                </a:lnTo>
                <a:lnTo>
                  <a:pt x="2391027" y="64780"/>
                </a:lnTo>
                <a:lnTo>
                  <a:pt x="2456342" y="59453"/>
                </a:lnTo>
                <a:lnTo>
                  <a:pt x="2522251" y="54339"/>
                </a:lnTo>
                <a:lnTo>
                  <a:pt x="2588740" y="49440"/>
                </a:lnTo>
                <a:lnTo>
                  <a:pt x="2655798" y="44757"/>
                </a:lnTo>
                <a:lnTo>
                  <a:pt x="2723413" y="40293"/>
                </a:lnTo>
                <a:lnTo>
                  <a:pt x="2791573" y="36050"/>
                </a:lnTo>
                <a:lnTo>
                  <a:pt x="2860265" y="32031"/>
                </a:lnTo>
                <a:lnTo>
                  <a:pt x="2929477" y="28238"/>
                </a:lnTo>
                <a:lnTo>
                  <a:pt x="2999197" y="24673"/>
                </a:lnTo>
                <a:lnTo>
                  <a:pt x="3069414" y="21338"/>
                </a:lnTo>
                <a:lnTo>
                  <a:pt x="3140114" y="18237"/>
                </a:lnTo>
                <a:lnTo>
                  <a:pt x="3211286" y="15370"/>
                </a:lnTo>
                <a:lnTo>
                  <a:pt x="3282918" y="12740"/>
                </a:lnTo>
                <a:lnTo>
                  <a:pt x="3354997" y="10350"/>
                </a:lnTo>
                <a:lnTo>
                  <a:pt x="3427511" y="8202"/>
                </a:lnTo>
                <a:lnTo>
                  <a:pt x="3500448" y="6298"/>
                </a:lnTo>
                <a:lnTo>
                  <a:pt x="3573797" y="4641"/>
                </a:lnTo>
                <a:lnTo>
                  <a:pt x="3647544" y="3232"/>
                </a:lnTo>
                <a:lnTo>
                  <a:pt x="3721677" y="2075"/>
                </a:lnTo>
                <a:lnTo>
                  <a:pt x="3796185" y="1170"/>
                </a:lnTo>
                <a:lnTo>
                  <a:pt x="3871056" y="521"/>
                </a:lnTo>
                <a:lnTo>
                  <a:pt x="3946277" y="130"/>
                </a:lnTo>
                <a:lnTo>
                  <a:pt x="4021836" y="0"/>
                </a:lnTo>
                <a:lnTo>
                  <a:pt x="4097394" y="130"/>
                </a:lnTo>
                <a:lnTo>
                  <a:pt x="4172615" y="521"/>
                </a:lnTo>
                <a:lnTo>
                  <a:pt x="4247486" y="1170"/>
                </a:lnTo>
                <a:lnTo>
                  <a:pt x="4321994" y="2075"/>
                </a:lnTo>
                <a:lnTo>
                  <a:pt x="4396127" y="3232"/>
                </a:lnTo>
                <a:lnTo>
                  <a:pt x="4469874" y="4641"/>
                </a:lnTo>
                <a:lnTo>
                  <a:pt x="4543223" y="6298"/>
                </a:lnTo>
                <a:lnTo>
                  <a:pt x="4616160" y="8202"/>
                </a:lnTo>
                <a:lnTo>
                  <a:pt x="4688674" y="10350"/>
                </a:lnTo>
                <a:lnTo>
                  <a:pt x="4760753" y="12740"/>
                </a:lnTo>
                <a:lnTo>
                  <a:pt x="4832385" y="15370"/>
                </a:lnTo>
                <a:lnTo>
                  <a:pt x="4903557" y="18237"/>
                </a:lnTo>
                <a:lnTo>
                  <a:pt x="4974257" y="21338"/>
                </a:lnTo>
                <a:lnTo>
                  <a:pt x="5044474" y="24673"/>
                </a:lnTo>
                <a:lnTo>
                  <a:pt x="5114194" y="28238"/>
                </a:lnTo>
                <a:lnTo>
                  <a:pt x="5183406" y="32031"/>
                </a:lnTo>
                <a:lnTo>
                  <a:pt x="5252098" y="36050"/>
                </a:lnTo>
                <a:lnTo>
                  <a:pt x="5320258" y="40293"/>
                </a:lnTo>
                <a:lnTo>
                  <a:pt x="5387873" y="44757"/>
                </a:lnTo>
                <a:lnTo>
                  <a:pt x="5454931" y="49440"/>
                </a:lnTo>
                <a:lnTo>
                  <a:pt x="5521420" y="54339"/>
                </a:lnTo>
                <a:lnTo>
                  <a:pt x="5587329" y="59453"/>
                </a:lnTo>
                <a:lnTo>
                  <a:pt x="5652644" y="64780"/>
                </a:lnTo>
                <a:lnTo>
                  <a:pt x="5717354" y="70316"/>
                </a:lnTo>
                <a:lnTo>
                  <a:pt x="5781446" y="76060"/>
                </a:lnTo>
                <a:lnTo>
                  <a:pt x="5844908" y="82009"/>
                </a:lnTo>
                <a:lnTo>
                  <a:pt x="5907729" y="88161"/>
                </a:lnTo>
                <a:lnTo>
                  <a:pt x="5969896" y="94514"/>
                </a:lnTo>
                <a:lnTo>
                  <a:pt x="6031397" y="101065"/>
                </a:lnTo>
                <a:lnTo>
                  <a:pt x="6092219" y="107813"/>
                </a:lnTo>
                <a:lnTo>
                  <a:pt x="6152352" y="114754"/>
                </a:lnTo>
                <a:lnTo>
                  <a:pt x="6211781" y="121887"/>
                </a:lnTo>
                <a:lnTo>
                  <a:pt x="6270496" y="129210"/>
                </a:lnTo>
                <a:lnTo>
                  <a:pt x="6328484" y="136719"/>
                </a:lnTo>
                <a:lnTo>
                  <a:pt x="6385733" y="144414"/>
                </a:lnTo>
                <a:lnTo>
                  <a:pt x="6442231" y="152290"/>
                </a:lnTo>
                <a:lnTo>
                  <a:pt x="6497966" y="160347"/>
                </a:lnTo>
                <a:lnTo>
                  <a:pt x="6552925" y="168582"/>
                </a:lnTo>
                <a:lnTo>
                  <a:pt x="6607096" y="176992"/>
                </a:lnTo>
                <a:lnTo>
                  <a:pt x="6660468" y="185576"/>
                </a:lnTo>
                <a:lnTo>
                  <a:pt x="6713028" y="194331"/>
                </a:lnTo>
                <a:lnTo>
                  <a:pt x="6764764" y="203254"/>
                </a:lnTo>
                <a:lnTo>
                  <a:pt x="6815663" y="212344"/>
                </a:lnTo>
                <a:lnTo>
                  <a:pt x="6865715" y="221599"/>
                </a:lnTo>
                <a:lnTo>
                  <a:pt x="6914906" y="231015"/>
                </a:lnTo>
                <a:lnTo>
                  <a:pt x="6963224" y="240591"/>
                </a:lnTo>
                <a:lnTo>
                  <a:pt x="7010657" y="250324"/>
                </a:lnTo>
                <a:lnTo>
                  <a:pt x="7057194" y="260212"/>
                </a:lnTo>
                <a:lnTo>
                  <a:pt x="7102821" y="270253"/>
                </a:lnTo>
                <a:lnTo>
                  <a:pt x="7147527" y="280444"/>
                </a:lnTo>
                <a:lnTo>
                  <a:pt x="7191300" y="290784"/>
                </a:lnTo>
                <a:lnTo>
                  <a:pt x="7234127" y="301270"/>
                </a:lnTo>
                <a:lnTo>
                  <a:pt x="7275996" y="311899"/>
                </a:lnTo>
                <a:lnTo>
                  <a:pt x="7316896" y="322669"/>
                </a:lnTo>
                <a:lnTo>
                  <a:pt x="7356813" y="333579"/>
                </a:lnTo>
                <a:lnTo>
                  <a:pt x="7395737" y="344626"/>
                </a:lnTo>
                <a:lnTo>
                  <a:pt x="7433654" y="355807"/>
                </a:lnTo>
                <a:lnTo>
                  <a:pt x="7470553" y="367120"/>
                </a:lnTo>
                <a:lnTo>
                  <a:pt x="7541246" y="390134"/>
                </a:lnTo>
                <a:lnTo>
                  <a:pt x="7607720" y="413649"/>
                </a:lnTo>
                <a:lnTo>
                  <a:pt x="7669877" y="437647"/>
                </a:lnTo>
                <a:lnTo>
                  <a:pt x="7727620" y="462111"/>
                </a:lnTo>
                <a:lnTo>
                  <a:pt x="7780852" y="487021"/>
                </a:lnTo>
                <a:lnTo>
                  <a:pt x="7829475" y="512359"/>
                </a:lnTo>
                <a:lnTo>
                  <a:pt x="7873393" y="538108"/>
                </a:lnTo>
                <a:lnTo>
                  <a:pt x="7912509" y="564248"/>
                </a:lnTo>
                <a:lnTo>
                  <a:pt x="7946724" y="590762"/>
                </a:lnTo>
                <a:lnTo>
                  <a:pt x="7975942" y="617631"/>
                </a:lnTo>
                <a:lnTo>
                  <a:pt x="8010186" y="658561"/>
                </a:lnTo>
                <a:lnTo>
                  <a:pt x="8032640" y="700187"/>
                </a:lnTo>
                <a:lnTo>
                  <a:pt x="8042976" y="742448"/>
                </a:lnTo>
                <a:lnTo>
                  <a:pt x="8043672" y="756666"/>
                </a:lnTo>
                <a:lnTo>
                  <a:pt x="8042976" y="770883"/>
                </a:lnTo>
                <a:lnTo>
                  <a:pt x="8032640" y="813144"/>
                </a:lnTo>
                <a:lnTo>
                  <a:pt x="8010186" y="854770"/>
                </a:lnTo>
                <a:lnTo>
                  <a:pt x="7975942" y="895700"/>
                </a:lnTo>
                <a:lnTo>
                  <a:pt x="7946724" y="922569"/>
                </a:lnTo>
                <a:lnTo>
                  <a:pt x="7912509" y="949083"/>
                </a:lnTo>
                <a:lnTo>
                  <a:pt x="7873393" y="975223"/>
                </a:lnTo>
                <a:lnTo>
                  <a:pt x="7829475" y="1000972"/>
                </a:lnTo>
                <a:lnTo>
                  <a:pt x="7780852" y="1026310"/>
                </a:lnTo>
                <a:lnTo>
                  <a:pt x="7727620" y="1051220"/>
                </a:lnTo>
                <a:lnTo>
                  <a:pt x="7669877" y="1075684"/>
                </a:lnTo>
                <a:lnTo>
                  <a:pt x="7607720" y="1099682"/>
                </a:lnTo>
                <a:lnTo>
                  <a:pt x="7541246" y="1123197"/>
                </a:lnTo>
                <a:lnTo>
                  <a:pt x="7470553" y="1146211"/>
                </a:lnTo>
                <a:lnTo>
                  <a:pt x="7433654" y="1157524"/>
                </a:lnTo>
                <a:lnTo>
                  <a:pt x="7395737" y="1168705"/>
                </a:lnTo>
                <a:lnTo>
                  <a:pt x="7356813" y="1179752"/>
                </a:lnTo>
                <a:lnTo>
                  <a:pt x="7316896" y="1190662"/>
                </a:lnTo>
                <a:lnTo>
                  <a:pt x="7275996" y="1201432"/>
                </a:lnTo>
                <a:lnTo>
                  <a:pt x="7234127" y="1212061"/>
                </a:lnTo>
                <a:lnTo>
                  <a:pt x="7191300" y="1222547"/>
                </a:lnTo>
                <a:lnTo>
                  <a:pt x="7147527" y="1232887"/>
                </a:lnTo>
                <a:lnTo>
                  <a:pt x="7102821" y="1243078"/>
                </a:lnTo>
                <a:lnTo>
                  <a:pt x="7057194" y="1253119"/>
                </a:lnTo>
                <a:lnTo>
                  <a:pt x="7010657" y="1263007"/>
                </a:lnTo>
                <a:lnTo>
                  <a:pt x="6963224" y="1272740"/>
                </a:lnTo>
                <a:lnTo>
                  <a:pt x="6914906" y="1282316"/>
                </a:lnTo>
                <a:lnTo>
                  <a:pt x="6865715" y="1291732"/>
                </a:lnTo>
                <a:lnTo>
                  <a:pt x="6815663" y="1300987"/>
                </a:lnTo>
                <a:lnTo>
                  <a:pt x="6764764" y="1310077"/>
                </a:lnTo>
                <a:lnTo>
                  <a:pt x="6713028" y="1319000"/>
                </a:lnTo>
                <a:lnTo>
                  <a:pt x="6660468" y="1327755"/>
                </a:lnTo>
                <a:lnTo>
                  <a:pt x="6607096" y="1336339"/>
                </a:lnTo>
                <a:lnTo>
                  <a:pt x="6552925" y="1344749"/>
                </a:lnTo>
                <a:lnTo>
                  <a:pt x="6497966" y="1352984"/>
                </a:lnTo>
                <a:lnTo>
                  <a:pt x="6442231" y="1361041"/>
                </a:lnTo>
                <a:lnTo>
                  <a:pt x="6385733" y="1368917"/>
                </a:lnTo>
                <a:lnTo>
                  <a:pt x="6328484" y="1376612"/>
                </a:lnTo>
                <a:lnTo>
                  <a:pt x="6270496" y="1384121"/>
                </a:lnTo>
                <a:lnTo>
                  <a:pt x="6211781" y="1391444"/>
                </a:lnTo>
                <a:lnTo>
                  <a:pt x="6152352" y="1398577"/>
                </a:lnTo>
                <a:lnTo>
                  <a:pt x="6092219" y="1405518"/>
                </a:lnTo>
                <a:lnTo>
                  <a:pt x="6031397" y="1412266"/>
                </a:lnTo>
                <a:lnTo>
                  <a:pt x="5969896" y="1418817"/>
                </a:lnTo>
                <a:lnTo>
                  <a:pt x="5907729" y="1425170"/>
                </a:lnTo>
                <a:lnTo>
                  <a:pt x="5844908" y="1431322"/>
                </a:lnTo>
                <a:lnTo>
                  <a:pt x="5781446" y="1437271"/>
                </a:lnTo>
                <a:lnTo>
                  <a:pt x="5717354" y="1443015"/>
                </a:lnTo>
                <a:lnTo>
                  <a:pt x="5652644" y="1448551"/>
                </a:lnTo>
                <a:lnTo>
                  <a:pt x="5587329" y="1453878"/>
                </a:lnTo>
                <a:lnTo>
                  <a:pt x="5521420" y="1458992"/>
                </a:lnTo>
                <a:lnTo>
                  <a:pt x="5454931" y="1463891"/>
                </a:lnTo>
                <a:lnTo>
                  <a:pt x="5387873" y="1468574"/>
                </a:lnTo>
                <a:lnTo>
                  <a:pt x="5320258" y="1473038"/>
                </a:lnTo>
                <a:lnTo>
                  <a:pt x="5252098" y="1477281"/>
                </a:lnTo>
                <a:lnTo>
                  <a:pt x="5183406" y="1481300"/>
                </a:lnTo>
                <a:lnTo>
                  <a:pt x="5114194" y="1485093"/>
                </a:lnTo>
                <a:lnTo>
                  <a:pt x="5044474" y="1488658"/>
                </a:lnTo>
                <a:lnTo>
                  <a:pt x="4974257" y="1491993"/>
                </a:lnTo>
                <a:lnTo>
                  <a:pt x="4903557" y="1495094"/>
                </a:lnTo>
                <a:lnTo>
                  <a:pt x="4832385" y="1497961"/>
                </a:lnTo>
                <a:lnTo>
                  <a:pt x="4760753" y="1500591"/>
                </a:lnTo>
                <a:lnTo>
                  <a:pt x="4688674" y="1502981"/>
                </a:lnTo>
                <a:lnTo>
                  <a:pt x="4616160" y="1505129"/>
                </a:lnTo>
                <a:lnTo>
                  <a:pt x="4543223" y="1507033"/>
                </a:lnTo>
                <a:lnTo>
                  <a:pt x="4469874" y="1508690"/>
                </a:lnTo>
                <a:lnTo>
                  <a:pt x="4396127" y="1510099"/>
                </a:lnTo>
                <a:lnTo>
                  <a:pt x="4321994" y="1511256"/>
                </a:lnTo>
                <a:lnTo>
                  <a:pt x="4247486" y="1512161"/>
                </a:lnTo>
                <a:lnTo>
                  <a:pt x="4172615" y="1512810"/>
                </a:lnTo>
                <a:lnTo>
                  <a:pt x="4097394" y="1513201"/>
                </a:lnTo>
                <a:lnTo>
                  <a:pt x="4021836" y="1513332"/>
                </a:lnTo>
                <a:lnTo>
                  <a:pt x="3946277" y="1513201"/>
                </a:lnTo>
                <a:lnTo>
                  <a:pt x="3871056" y="1512810"/>
                </a:lnTo>
                <a:lnTo>
                  <a:pt x="3796185" y="1512161"/>
                </a:lnTo>
                <a:lnTo>
                  <a:pt x="3721677" y="1511256"/>
                </a:lnTo>
                <a:lnTo>
                  <a:pt x="3647544" y="1510099"/>
                </a:lnTo>
                <a:lnTo>
                  <a:pt x="3573797" y="1508690"/>
                </a:lnTo>
                <a:lnTo>
                  <a:pt x="3500448" y="1507033"/>
                </a:lnTo>
                <a:lnTo>
                  <a:pt x="3427511" y="1505129"/>
                </a:lnTo>
                <a:lnTo>
                  <a:pt x="3354997" y="1502981"/>
                </a:lnTo>
                <a:lnTo>
                  <a:pt x="3282918" y="1500591"/>
                </a:lnTo>
                <a:lnTo>
                  <a:pt x="3211286" y="1497961"/>
                </a:lnTo>
                <a:lnTo>
                  <a:pt x="3140114" y="1495094"/>
                </a:lnTo>
                <a:lnTo>
                  <a:pt x="3069414" y="1491993"/>
                </a:lnTo>
                <a:lnTo>
                  <a:pt x="2999197" y="1488658"/>
                </a:lnTo>
                <a:lnTo>
                  <a:pt x="2929477" y="1485093"/>
                </a:lnTo>
                <a:lnTo>
                  <a:pt x="2860265" y="1481300"/>
                </a:lnTo>
                <a:lnTo>
                  <a:pt x="2791573" y="1477281"/>
                </a:lnTo>
                <a:lnTo>
                  <a:pt x="2723413" y="1473038"/>
                </a:lnTo>
                <a:lnTo>
                  <a:pt x="2655798" y="1468574"/>
                </a:lnTo>
                <a:lnTo>
                  <a:pt x="2588740" y="1463891"/>
                </a:lnTo>
                <a:lnTo>
                  <a:pt x="2522251" y="1458992"/>
                </a:lnTo>
                <a:lnTo>
                  <a:pt x="2456342" y="1453878"/>
                </a:lnTo>
                <a:lnTo>
                  <a:pt x="2391027" y="1448551"/>
                </a:lnTo>
                <a:lnTo>
                  <a:pt x="2326317" y="1443015"/>
                </a:lnTo>
                <a:lnTo>
                  <a:pt x="2262225" y="1437271"/>
                </a:lnTo>
                <a:lnTo>
                  <a:pt x="2198763" y="1431322"/>
                </a:lnTo>
                <a:lnTo>
                  <a:pt x="2135942" y="1425170"/>
                </a:lnTo>
                <a:lnTo>
                  <a:pt x="2073775" y="1418817"/>
                </a:lnTo>
                <a:lnTo>
                  <a:pt x="2012274" y="1412266"/>
                </a:lnTo>
                <a:lnTo>
                  <a:pt x="1951452" y="1405518"/>
                </a:lnTo>
                <a:lnTo>
                  <a:pt x="1891319" y="1398577"/>
                </a:lnTo>
                <a:lnTo>
                  <a:pt x="1831890" y="1391444"/>
                </a:lnTo>
                <a:lnTo>
                  <a:pt x="1773175" y="1384121"/>
                </a:lnTo>
                <a:lnTo>
                  <a:pt x="1715187" y="1376612"/>
                </a:lnTo>
                <a:lnTo>
                  <a:pt x="1657938" y="1368917"/>
                </a:lnTo>
                <a:lnTo>
                  <a:pt x="1601440" y="1361041"/>
                </a:lnTo>
                <a:lnTo>
                  <a:pt x="1545705" y="1352984"/>
                </a:lnTo>
                <a:lnTo>
                  <a:pt x="1490746" y="1344749"/>
                </a:lnTo>
                <a:lnTo>
                  <a:pt x="1436575" y="1336339"/>
                </a:lnTo>
                <a:lnTo>
                  <a:pt x="1383203" y="1327755"/>
                </a:lnTo>
                <a:lnTo>
                  <a:pt x="1330643" y="1319000"/>
                </a:lnTo>
                <a:lnTo>
                  <a:pt x="1278907" y="1310077"/>
                </a:lnTo>
                <a:lnTo>
                  <a:pt x="1228008" y="1300987"/>
                </a:lnTo>
                <a:lnTo>
                  <a:pt x="1177956" y="1291732"/>
                </a:lnTo>
                <a:lnTo>
                  <a:pt x="1128765" y="1282316"/>
                </a:lnTo>
                <a:lnTo>
                  <a:pt x="1080447" y="1272740"/>
                </a:lnTo>
                <a:lnTo>
                  <a:pt x="1033014" y="1263007"/>
                </a:lnTo>
                <a:lnTo>
                  <a:pt x="986477" y="1253119"/>
                </a:lnTo>
                <a:lnTo>
                  <a:pt x="940850" y="1243078"/>
                </a:lnTo>
                <a:lnTo>
                  <a:pt x="896144" y="1232887"/>
                </a:lnTo>
                <a:lnTo>
                  <a:pt x="852371" y="1222547"/>
                </a:lnTo>
                <a:lnTo>
                  <a:pt x="809544" y="1212061"/>
                </a:lnTo>
                <a:lnTo>
                  <a:pt x="767675" y="1201432"/>
                </a:lnTo>
                <a:lnTo>
                  <a:pt x="726775" y="1190662"/>
                </a:lnTo>
                <a:lnTo>
                  <a:pt x="686858" y="1179752"/>
                </a:lnTo>
                <a:lnTo>
                  <a:pt x="647934" y="1168705"/>
                </a:lnTo>
                <a:lnTo>
                  <a:pt x="610017" y="1157524"/>
                </a:lnTo>
                <a:lnTo>
                  <a:pt x="573118" y="1146211"/>
                </a:lnTo>
                <a:lnTo>
                  <a:pt x="502425" y="1123197"/>
                </a:lnTo>
                <a:lnTo>
                  <a:pt x="435951" y="1099682"/>
                </a:lnTo>
                <a:lnTo>
                  <a:pt x="373794" y="1075684"/>
                </a:lnTo>
                <a:lnTo>
                  <a:pt x="316051" y="1051220"/>
                </a:lnTo>
                <a:lnTo>
                  <a:pt x="262819" y="1026310"/>
                </a:lnTo>
                <a:lnTo>
                  <a:pt x="214196" y="1000972"/>
                </a:lnTo>
                <a:lnTo>
                  <a:pt x="170278" y="975223"/>
                </a:lnTo>
                <a:lnTo>
                  <a:pt x="131162" y="949083"/>
                </a:lnTo>
                <a:lnTo>
                  <a:pt x="96947" y="922569"/>
                </a:lnTo>
                <a:lnTo>
                  <a:pt x="67729" y="895700"/>
                </a:lnTo>
                <a:lnTo>
                  <a:pt x="33485" y="854770"/>
                </a:lnTo>
                <a:lnTo>
                  <a:pt x="11031" y="813144"/>
                </a:lnTo>
                <a:lnTo>
                  <a:pt x="695" y="770883"/>
                </a:lnTo>
                <a:lnTo>
                  <a:pt x="0" y="756666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150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966" y="982217"/>
            <a:ext cx="349885" cy="0"/>
          </a:xfrm>
          <a:custGeom>
            <a:avLst/>
            <a:gdLst/>
            <a:ahLst/>
            <a:cxnLst/>
            <a:rect l="l" t="t" r="r" b="b"/>
            <a:pathLst>
              <a:path w="349884">
                <a:moveTo>
                  <a:pt x="0" y="0"/>
                </a:moveTo>
                <a:lnTo>
                  <a:pt x="349758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81302" y="1618014"/>
            <a:ext cx="892175" cy="1028700"/>
          </a:xfrm>
          <a:custGeom>
            <a:avLst/>
            <a:gdLst/>
            <a:ahLst/>
            <a:cxnLst/>
            <a:rect l="l" t="t" r="r" b="b"/>
            <a:pathLst>
              <a:path w="892175" h="1028700">
                <a:moveTo>
                  <a:pt x="0" y="1028621"/>
                </a:moveTo>
                <a:lnTo>
                  <a:pt x="891867" y="1028621"/>
                </a:lnTo>
                <a:lnTo>
                  <a:pt x="891867" y="0"/>
                </a:lnTo>
                <a:lnTo>
                  <a:pt x="0" y="0"/>
                </a:lnTo>
                <a:lnTo>
                  <a:pt x="0" y="1028621"/>
                </a:lnTo>
                <a:close/>
              </a:path>
            </a:pathLst>
          </a:custGeom>
          <a:ln w="328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81302" y="2029457"/>
            <a:ext cx="111760" cy="205740"/>
          </a:xfrm>
          <a:custGeom>
            <a:avLst/>
            <a:gdLst/>
            <a:ahLst/>
            <a:cxnLst/>
            <a:rect l="l" t="t" r="r" b="b"/>
            <a:pathLst>
              <a:path w="111759" h="205739">
                <a:moveTo>
                  <a:pt x="0" y="0"/>
                </a:moveTo>
                <a:lnTo>
                  <a:pt x="111473" y="102867"/>
                </a:lnTo>
                <a:lnTo>
                  <a:pt x="0" y="205735"/>
                </a:lnTo>
              </a:path>
            </a:pathLst>
          </a:custGeom>
          <a:ln w="3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18948" y="1645186"/>
            <a:ext cx="377825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0" marR="5080" indent="-64769">
              <a:lnSpc>
                <a:spcPct val="118100"/>
              </a:lnSpc>
              <a:spcBef>
                <a:spcPts val="100"/>
              </a:spcBef>
            </a:pPr>
            <a:r>
              <a:rPr sz="1600" b="1" spc="65" dirty="0">
                <a:latin typeface="Times New Roman"/>
                <a:cs typeface="Times New Roman"/>
              </a:rPr>
              <a:t>1J  </a:t>
            </a:r>
            <a:r>
              <a:rPr sz="1600" b="1" spc="95" dirty="0">
                <a:latin typeface="Times New Roman"/>
                <a:cs typeface="Times New Roman"/>
              </a:rPr>
              <a:t>C</a:t>
            </a:r>
            <a:r>
              <a:rPr sz="1600" b="1" spc="6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r>
              <a:rPr sz="1600" b="1" spc="85" dirty="0">
                <a:latin typeface="Times New Roman"/>
                <a:cs typeface="Times New Roman"/>
              </a:rPr>
              <a:t>1K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19605" y="2620675"/>
            <a:ext cx="4171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b="1" spc="75" dirty="0">
                <a:latin typeface="Times New Roman"/>
                <a:cs typeface="Times New Roman"/>
              </a:rPr>
              <a:t>FF</a:t>
            </a:r>
            <a:r>
              <a:rPr sz="1500" b="1" spc="112" baseline="-13888" dirty="0">
                <a:latin typeface="Times New Roman"/>
                <a:cs typeface="Times New Roman"/>
              </a:rPr>
              <a:t>0</a:t>
            </a:r>
            <a:endParaRPr sz="1500" baseline="-13888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73170" y="1823735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707" y="0"/>
                </a:lnTo>
              </a:path>
            </a:pathLst>
          </a:custGeom>
          <a:ln w="31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472971" y="2440914"/>
            <a:ext cx="117475" cy="0"/>
          </a:xfrm>
          <a:custGeom>
            <a:avLst/>
            <a:gdLst/>
            <a:ahLst/>
            <a:cxnLst/>
            <a:rect l="l" t="t" r="r" b="b"/>
            <a:pathLst>
              <a:path w="117475">
                <a:moveTo>
                  <a:pt x="0" y="0"/>
                </a:moveTo>
                <a:lnTo>
                  <a:pt x="116885" y="0"/>
                </a:lnTo>
              </a:path>
            </a:pathLst>
          </a:custGeom>
          <a:ln w="31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62536" y="2389966"/>
            <a:ext cx="110489" cy="102235"/>
          </a:xfrm>
          <a:custGeom>
            <a:avLst/>
            <a:gdLst/>
            <a:ahLst/>
            <a:cxnLst/>
            <a:rect l="l" t="t" r="r" b="b"/>
            <a:pathLst>
              <a:path w="110489" h="102235">
                <a:moveTo>
                  <a:pt x="110435" y="50947"/>
                </a:moveTo>
                <a:lnTo>
                  <a:pt x="106099" y="31113"/>
                </a:lnTo>
                <a:lnTo>
                  <a:pt x="94271" y="14919"/>
                </a:lnTo>
                <a:lnTo>
                  <a:pt x="76720" y="4002"/>
                </a:lnTo>
                <a:lnTo>
                  <a:pt x="55217" y="0"/>
                </a:lnTo>
                <a:lnTo>
                  <a:pt x="33727" y="4002"/>
                </a:lnTo>
                <a:lnTo>
                  <a:pt x="16175" y="14919"/>
                </a:lnTo>
                <a:lnTo>
                  <a:pt x="4340" y="31113"/>
                </a:lnTo>
                <a:lnTo>
                  <a:pt x="0" y="50947"/>
                </a:lnTo>
                <a:lnTo>
                  <a:pt x="4340" y="70775"/>
                </a:lnTo>
                <a:lnTo>
                  <a:pt x="16175" y="86970"/>
                </a:lnTo>
                <a:lnTo>
                  <a:pt x="33727" y="97890"/>
                </a:lnTo>
                <a:lnTo>
                  <a:pt x="55217" y="101895"/>
                </a:lnTo>
                <a:lnTo>
                  <a:pt x="76720" y="97890"/>
                </a:lnTo>
                <a:lnTo>
                  <a:pt x="94271" y="86970"/>
                </a:lnTo>
                <a:lnTo>
                  <a:pt x="106099" y="70775"/>
                </a:lnTo>
                <a:lnTo>
                  <a:pt x="110435" y="50947"/>
                </a:lnTo>
                <a:close/>
              </a:path>
            </a:pathLst>
          </a:custGeom>
          <a:ln w="32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258761" y="1618014"/>
            <a:ext cx="892175" cy="1028700"/>
          </a:xfrm>
          <a:custGeom>
            <a:avLst/>
            <a:gdLst/>
            <a:ahLst/>
            <a:cxnLst/>
            <a:rect l="l" t="t" r="r" b="b"/>
            <a:pathLst>
              <a:path w="892175" h="1028700">
                <a:moveTo>
                  <a:pt x="0" y="1028621"/>
                </a:moveTo>
                <a:lnTo>
                  <a:pt x="891867" y="1028621"/>
                </a:lnTo>
                <a:lnTo>
                  <a:pt x="891867" y="0"/>
                </a:lnTo>
                <a:lnTo>
                  <a:pt x="0" y="0"/>
                </a:lnTo>
                <a:lnTo>
                  <a:pt x="0" y="1028621"/>
                </a:lnTo>
                <a:close/>
              </a:path>
            </a:pathLst>
          </a:custGeom>
          <a:ln w="328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58761" y="2029457"/>
            <a:ext cx="111760" cy="205740"/>
          </a:xfrm>
          <a:custGeom>
            <a:avLst/>
            <a:gdLst/>
            <a:ahLst/>
            <a:cxnLst/>
            <a:rect l="l" t="t" r="r" b="b"/>
            <a:pathLst>
              <a:path w="111760" h="205739">
                <a:moveTo>
                  <a:pt x="0" y="0"/>
                </a:moveTo>
                <a:lnTo>
                  <a:pt x="111536" y="102867"/>
                </a:lnTo>
                <a:lnTo>
                  <a:pt x="0" y="205735"/>
                </a:lnTo>
              </a:path>
            </a:pathLst>
          </a:custGeom>
          <a:ln w="3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296517" y="1645186"/>
            <a:ext cx="377825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0" marR="5080" indent="-65405">
              <a:lnSpc>
                <a:spcPct val="118100"/>
              </a:lnSpc>
              <a:spcBef>
                <a:spcPts val="100"/>
              </a:spcBef>
            </a:pPr>
            <a:r>
              <a:rPr sz="1600" b="1" spc="65" dirty="0">
                <a:latin typeface="Times New Roman"/>
                <a:cs typeface="Times New Roman"/>
              </a:rPr>
              <a:t>1J  </a:t>
            </a:r>
            <a:r>
              <a:rPr sz="1600" b="1" spc="95" dirty="0">
                <a:latin typeface="Times New Roman"/>
                <a:cs typeface="Times New Roman"/>
              </a:rPr>
              <a:t>C</a:t>
            </a:r>
            <a:r>
              <a:rPr sz="1600" b="1" spc="6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r>
              <a:rPr sz="1600" b="1" spc="85" dirty="0">
                <a:latin typeface="Times New Roman"/>
                <a:cs typeface="Times New Roman"/>
              </a:rPr>
              <a:t>1K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03356" y="2620675"/>
            <a:ext cx="4171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b="1" spc="70" dirty="0">
                <a:latin typeface="Times New Roman"/>
                <a:cs typeface="Times New Roman"/>
              </a:rPr>
              <a:t>FF</a:t>
            </a:r>
            <a:r>
              <a:rPr sz="1500" b="1" spc="104" baseline="-13888" dirty="0">
                <a:latin typeface="Times New Roman"/>
                <a:cs typeface="Times New Roman"/>
              </a:rPr>
              <a:t>1</a:t>
            </a:r>
            <a:endParaRPr sz="1500" baseline="-13888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156717" y="1823735"/>
            <a:ext cx="519430" cy="0"/>
          </a:xfrm>
          <a:custGeom>
            <a:avLst/>
            <a:gdLst/>
            <a:ahLst/>
            <a:cxnLst/>
            <a:rect l="l" t="t" r="r" b="b"/>
            <a:pathLst>
              <a:path w="519429">
                <a:moveTo>
                  <a:pt x="0" y="0"/>
                </a:moveTo>
                <a:lnTo>
                  <a:pt x="519140" y="0"/>
                </a:lnTo>
              </a:path>
            </a:pathLst>
          </a:custGeom>
          <a:ln w="31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256612" y="2440914"/>
            <a:ext cx="117475" cy="0"/>
          </a:xfrm>
          <a:custGeom>
            <a:avLst/>
            <a:gdLst/>
            <a:ahLst/>
            <a:cxnLst/>
            <a:rect l="l" t="t" r="r" b="b"/>
            <a:pathLst>
              <a:path w="117475">
                <a:moveTo>
                  <a:pt x="0" y="0"/>
                </a:moveTo>
                <a:lnTo>
                  <a:pt x="117042" y="0"/>
                </a:lnTo>
              </a:path>
            </a:pathLst>
          </a:custGeom>
          <a:ln w="31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146176" y="2389966"/>
            <a:ext cx="110489" cy="102235"/>
          </a:xfrm>
          <a:custGeom>
            <a:avLst/>
            <a:gdLst/>
            <a:ahLst/>
            <a:cxnLst/>
            <a:rect l="l" t="t" r="r" b="b"/>
            <a:pathLst>
              <a:path w="110489" h="102235">
                <a:moveTo>
                  <a:pt x="110435" y="50947"/>
                </a:moveTo>
                <a:lnTo>
                  <a:pt x="106099" y="31113"/>
                </a:lnTo>
                <a:lnTo>
                  <a:pt x="94271" y="14919"/>
                </a:lnTo>
                <a:lnTo>
                  <a:pt x="76720" y="4002"/>
                </a:lnTo>
                <a:lnTo>
                  <a:pt x="55217" y="0"/>
                </a:lnTo>
                <a:lnTo>
                  <a:pt x="33714" y="4002"/>
                </a:lnTo>
                <a:lnTo>
                  <a:pt x="16164" y="14919"/>
                </a:lnTo>
                <a:lnTo>
                  <a:pt x="4336" y="31113"/>
                </a:lnTo>
                <a:lnTo>
                  <a:pt x="0" y="50947"/>
                </a:lnTo>
                <a:lnTo>
                  <a:pt x="4336" y="70775"/>
                </a:lnTo>
                <a:lnTo>
                  <a:pt x="16164" y="86970"/>
                </a:lnTo>
                <a:lnTo>
                  <a:pt x="33714" y="97890"/>
                </a:lnTo>
                <a:lnTo>
                  <a:pt x="55217" y="101895"/>
                </a:lnTo>
                <a:lnTo>
                  <a:pt x="76720" y="97890"/>
                </a:lnTo>
                <a:lnTo>
                  <a:pt x="94271" y="86970"/>
                </a:lnTo>
                <a:lnTo>
                  <a:pt x="106099" y="70775"/>
                </a:lnTo>
                <a:lnTo>
                  <a:pt x="110435" y="50947"/>
                </a:lnTo>
                <a:close/>
              </a:path>
            </a:pathLst>
          </a:custGeom>
          <a:ln w="32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69877" y="2132325"/>
            <a:ext cx="267335" cy="0"/>
          </a:xfrm>
          <a:custGeom>
            <a:avLst/>
            <a:gdLst/>
            <a:ahLst/>
            <a:cxnLst/>
            <a:rect l="l" t="t" r="r" b="b"/>
            <a:pathLst>
              <a:path w="267335">
                <a:moveTo>
                  <a:pt x="266806" y="0"/>
                </a:moveTo>
                <a:lnTo>
                  <a:pt x="0" y="0"/>
                </a:lnTo>
              </a:path>
            </a:pathLst>
          </a:custGeom>
          <a:ln w="31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20351" y="2065044"/>
            <a:ext cx="143101" cy="134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054043" y="1618014"/>
            <a:ext cx="892175" cy="1028700"/>
          </a:xfrm>
          <a:custGeom>
            <a:avLst/>
            <a:gdLst/>
            <a:ahLst/>
            <a:cxnLst/>
            <a:rect l="l" t="t" r="r" b="b"/>
            <a:pathLst>
              <a:path w="892175" h="1028700">
                <a:moveTo>
                  <a:pt x="0" y="1028621"/>
                </a:moveTo>
                <a:lnTo>
                  <a:pt x="891867" y="1028621"/>
                </a:lnTo>
                <a:lnTo>
                  <a:pt x="891867" y="0"/>
                </a:lnTo>
                <a:lnTo>
                  <a:pt x="0" y="0"/>
                </a:lnTo>
                <a:lnTo>
                  <a:pt x="0" y="1028621"/>
                </a:lnTo>
                <a:close/>
              </a:path>
            </a:pathLst>
          </a:custGeom>
          <a:ln w="328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054043" y="2029457"/>
            <a:ext cx="111760" cy="205740"/>
          </a:xfrm>
          <a:custGeom>
            <a:avLst/>
            <a:gdLst/>
            <a:ahLst/>
            <a:cxnLst/>
            <a:rect l="l" t="t" r="r" b="b"/>
            <a:pathLst>
              <a:path w="111760" h="205739">
                <a:moveTo>
                  <a:pt x="0" y="0"/>
                </a:moveTo>
                <a:lnTo>
                  <a:pt x="111379" y="102867"/>
                </a:lnTo>
                <a:lnTo>
                  <a:pt x="0" y="205735"/>
                </a:lnTo>
              </a:path>
            </a:pathLst>
          </a:custGeom>
          <a:ln w="33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091641" y="1645186"/>
            <a:ext cx="377825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0" marR="5080" indent="-65405">
              <a:lnSpc>
                <a:spcPct val="118100"/>
              </a:lnSpc>
              <a:spcBef>
                <a:spcPts val="100"/>
              </a:spcBef>
            </a:pPr>
            <a:r>
              <a:rPr sz="1600" b="1" spc="65" dirty="0">
                <a:latin typeface="Times New Roman"/>
                <a:cs typeface="Times New Roman"/>
              </a:rPr>
              <a:t>1J  </a:t>
            </a:r>
            <a:r>
              <a:rPr sz="1600" b="1" spc="95" dirty="0">
                <a:latin typeface="Times New Roman"/>
                <a:cs typeface="Times New Roman"/>
              </a:rPr>
              <a:t>C</a:t>
            </a:r>
            <a:r>
              <a:rPr sz="1600" b="1" spc="6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r>
              <a:rPr sz="1600" b="1" spc="85" dirty="0">
                <a:latin typeface="Times New Roman"/>
                <a:cs typeface="Times New Roman"/>
              </a:rPr>
              <a:t>1K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86997" y="2620675"/>
            <a:ext cx="4171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b="1" spc="75" dirty="0">
                <a:latin typeface="Times New Roman"/>
                <a:cs typeface="Times New Roman"/>
              </a:rPr>
              <a:t>FF</a:t>
            </a:r>
            <a:r>
              <a:rPr sz="1500" b="1" spc="112" baseline="-13888" dirty="0">
                <a:latin typeface="Times New Roman"/>
                <a:cs typeface="Times New Roman"/>
              </a:rPr>
              <a:t>2</a:t>
            </a:r>
            <a:endParaRPr sz="1500" baseline="-13888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956718" y="1823735"/>
            <a:ext cx="263525" cy="0"/>
          </a:xfrm>
          <a:custGeom>
            <a:avLst/>
            <a:gdLst/>
            <a:ahLst/>
            <a:cxnLst/>
            <a:rect l="l" t="t" r="r" b="b"/>
            <a:pathLst>
              <a:path w="263525">
                <a:moveTo>
                  <a:pt x="0" y="0"/>
                </a:moveTo>
                <a:lnTo>
                  <a:pt x="263188" y="0"/>
                </a:lnTo>
              </a:path>
            </a:pathLst>
          </a:custGeom>
          <a:ln w="31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056614" y="2440914"/>
            <a:ext cx="100965" cy="0"/>
          </a:xfrm>
          <a:custGeom>
            <a:avLst/>
            <a:gdLst/>
            <a:ahLst/>
            <a:cxnLst/>
            <a:rect l="l" t="t" r="r" b="b"/>
            <a:pathLst>
              <a:path w="100964">
                <a:moveTo>
                  <a:pt x="0" y="0"/>
                </a:moveTo>
                <a:lnTo>
                  <a:pt x="100839" y="0"/>
                </a:lnTo>
              </a:path>
            </a:pathLst>
          </a:custGeom>
          <a:ln w="31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946178" y="2389966"/>
            <a:ext cx="110489" cy="102235"/>
          </a:xfrm>
          <a:custGeom>
            <a:avLst/>
            <a:gdLst/>
            <a:ahLst/>
            <a:cxnLst/>
            <a:rect l="l" t="t" r="r" b="b"/>
            <a:pathLst>
              <a:path w="110489" h="102235">
                <a:moveTo>
                  <a:pt x="110435" y="50947"/>
                </a:moveTo>
                <a:lnTo>
                  <a:pt x="106077" y="31113"/>
                </a:lnTo>
                <a:lnTo>
                  <a:pt x="94212" y="14919"/>
                </a:lnTo>
                <a:lnTo>
                  <a:pt x="76654" y="4002"/>
                </a:lnTo>
                <a:lnTo>
                  <a:pt x="55217" y="0"/>
                </a:lnTo>
                <a:lnTo>
                  <a:pt x="33714" y="4002"/>
                </a:lnTo>
                <a:lnTo>
                  <a:pt x="16164" y="14919"/>
                </a:lnTo>
                <a:lnTo>
                  <a:pt x="4336" y="31113"/>
                </a:lnTo>
                <a:lnTo>
                  <a:pt x="0" y="50947"/>
                </a:lnTo>
                <a:lnTo>
                  <a:pt x="4336" y="70775"/>
                </a:lnTo>
                <a:lnTo>
                  <a:pt x="16164" y="86970"/>
                </a:lnTo>
                <a:lnTo>
                  <a:pt x="33714" y="97890"/>
                </a:lnTo>
                <a:lnTo>
                  <a:pt x="55217" y="101895"/>
                </a:lnTo>
                <a:lnTo>
                  <a:pt x="76654" y="97890"/>
                </a:lnTo>
                <a:lnTo>
                  <a:pt x="94212" y="86970"/>
                </a:lnTo>
                <a:lnTo>
                  <a:pt x="106077" y="70775"/>
                </a:lnTo>
                <a:lnTo>
                  <a:pt x="110435" y="50947"/>
                </a:lnTo>
                <a:close/>
              </a:path>
            </a:pathLst>
          </a:custGeom>
          <a:ln w="32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681520" y="2142775"/>
            <a:ext cx="261620" cy="0"/>
          </a:xfrm>
          <a:custGeom>
            <a:avLst/>
            <a:gdLst/>
            <a:ahLst/>
            <a:cxnLst/>
            <a:rect l="l" t="t" r="r" b="b"/>
            <a:pathLst>
              <a:path w="261620">
                <a:moveTo>
                  <a:pt x="261300" y="0"/>
                </a:moveTo>
                <a:lnTo>
                  <a:pt x="0" y="0"/>
                </a:lnTo>
              </a:path>
            </a:pathLst>
          </a:custGeom>
          <a:ln w="31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926488" y="2075495"/>
            <a:ext cx="143101" cy="13456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681520" y="1824301"/>
            <a:ext cx="0" cy="313690"/>
          </a:xfrm>
          <a:custGeom>
            <a:avLst/>
            <a:gdLst/>
            <a:ahLst/>
            <a:cxnLst/>
            <a:rect l="l" t="t" r="r" b="b"/>
            <a:pathLst>
              <a:path h="313689">
                <a:moveTo>
                  <a:pt x="0" y="313161"/>
                </a:moveTo>
                <a:lnTo>
                  <a:pt x="0" y="0"/>
                </a:lnTo>
              </a:path>
            </a:pathLst>
          </a:custGeom>
          <a:ln w="339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282181" y="26127"/>
            <a:ext cx="2946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b="1" i="1" spc="70" dirty="0">
                <a:latin typeface="Times New Roman"/>
                <a:cs typeface="Times New Roman"/>
              </a:rPr>
              <a:t>F</a:t>
            </a:r>
            <a:r>
              <a:rPr sz="1500" b="1" spc="104" baseline="-13888" dirty="0">
                <a:latin typeface="Times New Roman"/>
                <a:cs typeface="Times New Roman"/>
              </a:rPr>
              <a:t>1</a:t>
            </a:r>
            <a:endParaRPr sz="1500" baseline="-13888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875383" y="1469423"/>
            <a:ext cx="1967864" cy="0"/>
          </a:xfrm>
          <a:custGeom>
            <a:avLst/>
            <a:gdLst/>
            <a:ahLst/>
            <a:cxnLst/>
            <a:rect l="l" t="t" r="r" b="b"/>
            <a:pathLst>
              <a:path w="1967864">
                <a:moveTo>
                  <a:pt x="0" y="0"/>
                </a:moveTo>
                <a:lnTo>
                  <a:pt x="1967699" y="0"/>
                </a:lnTo>
              </a:path>
            </a:pathLst>
          </a:custGeom>
          <a:ln w="31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591115" y="1039924"/>
            <a:ext cx="0" cy="308610"/>
          </a:xfrm>
          <a:custGeom>
            <a:avLst/>
            <a:gdLst/>
            <a:ahLst/>
            <a:cxnLst/>
            <a:rect l="l" t="t" r="r" b="b"/>
            <a:pathLst>
              <a:path h="308609">
                <a:moveTo>
                  <a:pt x="0" y="308589"/>
                </a:moveTo>
                <a:lnTo>
                  <a:pt x="0" y="0"/>
                </a:lnTo>
              </a:path>
            </a:pathLst>
          </a:custGeom>
          <a:ln w="339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758341" y="1039924"/>
            <a:ext cx="0" cy="308610"/>
          </a:xfrm>
          <a:custGeom>
            <a:avLst/>
            <a:gdLst/>
            <a:ahLst/>
            <a:cxnLst/>
            <a:rect l="l" t="t" r="r" b="b"/>
            <a:pathLst>
              <a:path h="308609">
                <a:moveTo>
                  <a:pt x="0" y="308589"/>
                </a:moveTo>
                <a:lnTo>
                  <a:pt x="0" y="0"/>
                </a:lnTo>
              </a:path>
            </a:pathLst>
          </a:custGeom>
          <a:ln w="339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674806" y="731334"/>
            <a:ext cx="0" cy="308610"/>
          </a:xfrm>
          <a:custGeom>
            <a:avLst/>
            <a:gdLst/>
            <a:ahLst/>
            <a:cxnLst/>
            <a:rect l="l" t="t" r="r" b="b"/>
            <a:pathLst>
              <a:path h="308609">
                <a:moveTo>
                  <a:pt x="0" y="0"/>
                </a:moveTo>
                <a:lnTo>
                  <a:pt x="0" y="308589"/>
                </a:lnTo>
              </a:path>
            </a:pathLst>
          </a:custGeom>
          <a:ln w="339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507580" y="839326"/>
            <a:ext cx="334645" cy="401320"/>
          </a:xfrm>
          <a:custGeom>
            <a:avLst/>
            <a:gdLst/>
            <a:ahLst/>
            <a:cxnLst/>
            <a:rect l="l" t="t" r="r" b="b"/>
            <a:pathLst>
              <a:path w="334644" h="401319">
                <a:moveTo>
                  <a:pt x="167226" y="0"/>
                </a:moveTo>
                <a:lnTo>
                  <a:pt x="133072" y="23647"/>
                </a:lnTo>
                <a:lnTo>
                  <a:pt x="101766" y="53764"/>
                </a:lnTo>
                <a:lnTo>
                  <a:pt x="73652" y="89765"/>
                </a:lnTo>
                <a:lnTo>
                  <a:pt x="49075" y="131061"/>
                </a:lnTo>
                <a:lnTo>
                  <a:pt x="28378" y="177068"/>
                </a:lnTo>
                <a:lnTo>
                  <a:pt x="11905" y="227198"/>
                </a:lnTo>
                <a:lnTo>
                  <a:pt x="0" y="280865"/>
                </a:lnTo>
                <a:lnTo>
                  <a:pt x="0" y="401195"/>
                </a:lnTo>
                <a:lnTo>
                  <a:pt x="40464" y="376762"/>
                </a:lnTo>
                <a:lnTo>
                  <a:pt x="82079" y="359310"/>
                </a:lnTo>
                <a:lnTo>
                  <a:pt x="124460" y="348839"/>
                </a:lnTo>
                <a:lnTo>
                  <a:pt x="167226" y="345348"/>
                </a:lnTo>
                <a:lnTo>
                  <a:pt x="334452" y="345348"/>
                </a:lnTo>
                <a:lnTo>
                  <a:pt x="334452" y="280865"/>
                </a:lnTo>
                <a:lnTo>
                  <a:pt x="322373" y="227381"/>
                </a:lnTo>
                <a:lnTo>
                  <a:pt x="305785" y="177411"/>
                </a:lnTo>
                <a:lnTo>
                  <a:pt x="285030" y="131518"/>
                </a:lnTo>
                <a:lnTo>
                  <a:pt x="260452" y="90267"/>
                </a:lnTo>
                <a:lnTo>
                  <a:pt x="232396" y="54221"/>
                </a:lnTo>
                <a:lnTo>
                  <a:pt x="201206" y="23944"/>
                </a:lnTo>
                <a:lnTo>
                  <a:pt x="167226" y="0"/>
                </a:lnTo>
                <a:close/>
              </a:path>
              <a:path w="334644" h="401319">
                <a:moveTo>
                  <a:pt x="334452" y="345348"/>
                </a:moveTo>
                <a:lnTo>
                  <a:pt x="167226" y="345348"/>
                </a:lnTo>
                <a:lnTo>
                  <a:pt x="209991" y="348839"/>
                </a:lnTo>
                <a:lnTo>
                  <a:pt x="252373" y="359310"/>
                </a:lnTo>
                <a:lnTo>
                  <a:pt x="293987" y="376762"/>
                </a:lnTo>
                <a:lnTo>
                  <a:pt x="334452" y="401195"/>
                </a:lnTo>
                <a:lnTo>
                  <a:pt x="334452" y="3453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507580" y="839326"/>
            <a:ext cx="334645" cy="401320"/>
          </a:xfrm>
          <a:custGeom>
            <a:avLst/>
            <a:gdLst/>
            <a:ahLst/>
            <a:cxnLst/>
            <a:rect l="l" t="t" r="r" b="b"/>
            <a:pathLst>
              <a:path w="334644" h="401319">
                <a:moveTo>
                  <a:pt x="167226" y="0"/>
                </a:moveTo>
                <a:lnTo>
                  <a:pt x="201206" y="23944"/>
                </a:lnTo>
                <a:lnTo>
                  <a:pt x="232396" y="54221"/>
                </a:lnTo>
                <a:lnTo>
                  <a:pt x="260452" y="90267"/>
                </a:lnTo>
                <a:lnTo>
                  <a:pt x="285030" y="131518"/>
                </a:lnTo>
                <a:lnTo>
                  <a:pt x="305785" y="177411"/>
                </a:lnTo>
                <a:lnTo>
                  <a:pt x="322373" y="227381"/>
                </a:lnTo>
                <a:lnTo>
                  <a:pt x="334452" y="280865"/>
                </a:lnTo>
                <a:lnTo>
                  <a:pt x="334452" y="401195"/>
                </a:lnTo>
                <a:lnTo>
                  <a:pt x="293987" y="376762"/>
                </a:lnTo>
                <a:lnTo>
                  <a:pt x="252373" y="359310"/>
                </a:lnTo>
                <a:lnTo>
                  <a:pt x="209991" y="348839"/>
                </a:lnTo>
                <a:lnTo>
                  <a:pt x="167226" y="345348"/>
                </a:lnTo>
                <a:lnTo>
                  <a:pt x="124460" y="348839"/>
                </a:lnTo>
                <a:lnTo>
                  <a:pt x="82079" y="359310"/>
                </a:lnTo>
                <a:lnTo>
                  <a:pt x="40464" y="376762"/>
                </a:lnTo>
                <a:lnTo>
                  <a:pt x="0" y="401195"/>
                </a:lnTo>
                <a:lnTo>
                  <a:pt x="0" y="280865"/>
                </a:lnTo>
                <a:lnTo>
                  <a:pt x="11905" y="227198"/>
                </a:lnTo>
                <a:lnTo>
                  <a:pt x="28378" y="177068"/>
                </a:lnTo>
                <a:lnTo>
                  <a:pt x="49075" y="131061"/>
                </a:lnTo>
                <a:lnTo>
                  <a:pt x="73652" y="89765"/>
                </a:lnTo>
                <a:lnTo>
                  <a:pt x="101766" y="53764"/>
                </a:lnTo>
                <a:lnTo>
                  <a:pt x="133072" y="23647"/>
                </a:lnTo>
                <a:lnTo>
                  <a:pt x="167226" y="0"/>
                </a:lnTo>
                <a:close/>
              </a:path>
            </a:pathLst>
          </a:custGeom>
          <a:ln w="32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633458" y="777994"/>
            <a:ext cx="82696" cy="7897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507580" y="839326"/>
            <a:ext cx="334645" cy="401320"/>
          </a:xfrm>
          <a:custGeom>
            <a:avLst/>
            <a:gdLst/>
            <a:ahLst/>
            <a:cxnLst/>
            <a:rect l="l" t="t" r="r" b="b"/>
            <a:pathLst>
              <a:path w="334644" h="401319">
                <a:moveTo>
                  <a:pt x="167226" y="0"/>
                </a:moveTo>
                <a:lnTo>
                  <a:pt x="122775" y="5512"/>
                </a:lnTo>
                <a:lnTo>
                  <a:pt x="82829" y="21068"/>
                </a:lnTo>
                <a:lnTo>
                  <a:pt x="48984" y="45196"/>
                </a:lnTo>
                <a:lnTo>
                  <a:pt x="22834" y="76424"/>
                </a:lnTo>
                <a:lnTo>
                  <a:pt x="5974" y="113281"/>
                </a:lnTo>
                <a:lnTo>
                  <a:pt x="0" y="154294"/>
                </a:lnTo>
                <a:lnTo>
                  <a:pt x="0" y="401195"/>
                </a:lnTo>
                <a:lnTo>
                  <a:pt x="334452" y="401195"/>
                </a:lnTo>
                <a:lnTo>
                  <a:pt x="334452" y="154294"/>
                </a:lnTo>
                <a:lnTo>
                  <a:pt x="328477" y="113281"/>
                </a:lnTo>
                <a:lnTo>
                  <a:pt x="311618" y="76424"/>
                </a:lnTo>
                <a:lnTo>
                  <a:pt x="285468" y="45196"/>
                </a:lnTo>
                <a:lnTo>
                  <a:pt x="251622" y="21068"/>
                </a:lnTo>
                <a:lnTo>
                  <a:pt x="211677" y="5512"/>
                </a:lnTo>
                <a:lnTo>
                  <a:pt x="1672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507580" y="839326"/>
            <a:ext cx="334645" cy="401320"/>
          </a:xfrm>
          <a:custGeom>
            <a:avLst/>
            <a:gdLst/>
            <a:ahLst/>
            <a:cxnLst/>
            <a:rect l="l" t="t" r="r" b="b"/>
            <a:pathLst>
              <a:path w="334644" h="401319">
                <a:moveTo>
                  <a:pt x="334452" y="154294"/>
                </a:moveTo>
                <a:lnTo>
                  <a:pt x="334452" y="401195"/>
                </a:lnTo>
                <a:lnTo>
                  <a:pt x="0" y="401195"/>
                </a:lnTo>
                <a:lnTo>
                  <a:pt x="0" y="154294"/>
                </a:lnTo>
                <a:lnTo>
                  <a:pt x="5974" y="113281"/>
                </a:lnTo>
                <a:lnTo>
                  <a:pt x="22834" y="76424"/>
                </a:lnTo>
                <a:lnTo>
                  <a:pt x="48984" y="45196"/>
                </a:lnTo>
                <a:lnTo>
                  <a:pt x="82829" y="21068"/>
                </a:lnTo>
                <a:lnTo>
                  <a:pt x="122775" y="5512"/>
                </a:lnTo>
                <a:lnTo>
                  <a:pt x="167226" y="0"/>
                </a:lnTo>
                <a:lnTo>
                  <a:pt x="211677" y="5512"/>
                </a:lnTo>
                <a:lnTo>
                  <a:pt x="251622" y="21068"/>
                </a:lnTo>
                <a:lnTo>
                  <a:pt x="285468" y="45196"/>
                </a:lnTo>
                <a:lnTo>
                  <a:pt x="311618" y="76424"/>
                </a:lnTo>
                <a:lnTo>
                  <a:pt x="328477" y="113281"/>
                </a:lnTo>
                <a:lnTo>
                  <a:pt x="334452" y="154294"/>
                </a:lnTo>
                <a:close/>
              </a:path>
            </a:pathLst>
          </a:custGeom>
          <a:ln w="32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758341" y="1346046"/>
            <a:ext cx="1610995" cy="0"/>
          </a:xfrm>
          <a:custGeom>
            <a:avLst/>
            <a:gdLst/>
            <a:ahLst/>
            <a:cxnLst/>
            <a:rect l="l" t="t" r="r" b="b"/>
            <a:pathLst>
              <a:path w="1610995">
                <a:moveTo>
                  <a:pt x="0" y="0"/>
                </a:moveTo>
                <a:lnTo>
                  <a:pt x="1610908" y="0"/>
                </a:lnTo>
              </a:path>
            </a:pathLst>
          </a:custGeom>
          <a:ln w="31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343648" y="2070589"/>
            <a:ext cx="143101" cy="13456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132226" y="1664046"/>
            <a:ext cx="1841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b="1" spc="100" dirty="0">
                <a:latin typeface="Times New Roman"/>
                <a:cs typeface="Times New Roman"/>
              </a:rPr>
              <a:t>Q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143364" y="2291516"/>
            <a:ext cx="1841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b="1" spc="100" dirty="0">
                <a:latin typeface="Times New Roman"/>
                <a:cs typeface="Times New Roman"/>
              </a:rPr>
              <a:t>Q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150978" y="2323023"/>
            <a:ext cx="156210" cy="0"/>
          </a:xfrm>
          <a:custGeom>
            <a:avLst/>
            <a:gdLst/>
            <a:ahLst/>
            <a:cxnLst/>
            <a:rect l="l" t="t" r="r" b="b"/>
            <a:pathLst>
              <a:path w="156210">
                <a:moveTo>
                  <a:pt x="0" y="0"/>
                </a:moveTo>
                <a:lnTo>
                  <a:pt x="156088" y="0"/>
                </a:lnTo>
              </a:path>
            </a:pathLst>
          </a:custGeom>
          <a:ln w="31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3904855" y="1669199"/>
            <a:ext cx="1841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b="1" spc="100" dirty="0">
                <a:latin typeface="Times New Roman"/>
                <a:cs typeface="Times New Roman"/>
              </a:rPr>
              <a:t>Q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916024" y="2296655"/>
            <a:ext cx="1841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b="1" spc="100" dirty="0">
                <a:latin typeface="Times New Roman"/>
                <a:cs typeface="Times New Roman"/>
              </a:rPr>
              <a:t>Q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923575" y="2328161"/>
            <a:ext cx="156210" cy="0"/>
          </a:xfrm>
          <a:custGeom>
            <a:avLst/>
            <a:gdLst/>
            <a:ahLst/>
            <a:cxnLst/>
            <a:rect l="l" t="t" r="r" b="b"/>
            <a:pathLst>
              <a:path w="156210">
                <a:moveTo>
                  <a:pt x="0" y="0"/>
                </a:moveTo>
                <a:lnTo>
                  <a:pt x="156056" y="0"/>
                </a:lnTo>
              </a:path>
            </a:pathLst>
          </a:custGeom>
          <a:ln w="31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5710834" y="1669199"/>
            <a:ext cx="1841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b="1" spc="100" dirty="0">
                <a:latin typeface="Times New Roman"/>
                <a:cs typeface="Times New Roman"/>
              </a:rPr>
              <a:t>Q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722004" y="2296655"/>
            <a:ext cx="1841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b="1" spc="100" dirty="0">
                <a:latin typeface="Times New Roman"/>
                <a:cs typeface="Times New Roman"/>
              </a:rPr>
              <a:t>Q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5729555" y="2328161"/>
            <a:ext cx="156210" cy="0"/>
          </a:xfrm>
          <a:custGeom>
            <a:avLst/>
            <a:gdLst/>
            <a:ahLst/>
            <a:cxnLst/>
            <a:rect l="l" t="t" r="r" b="b"/>
            <a:pathLst>
              <a:path w="156210">
                <a:moveTo>
                  <a:pt x="0" y="0"/>
                </a:moveTo>
                <a:lnTo>
                  <a:pt x="156056" y="0"/>
                </a:lnTo>
              </a:path>
            </a:pathLst>
          </a:custGeom>
          <a:ln w="31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854252" y="1099145"/>
            <a:ext cx="0" cy="308610"/>
          </a:xfrm>
          <a:custGeom>
            <a:avLst/>
            <a:gdLst/>
            <a:ahLst/>
            <a:cxnLst/>
            <a:rect l="l" t="t" r="r" b="b"/>
            <a:pathLst>
              <a:path h="308609">
                <a:moveTo>
                  <a:pt x="0" y="308589"/>
                </a:moveTo>
                <a:lnTo>
                  <a:pt x="0" y="0"/>
                </a:lnTo>
              </a:path>
            </a:pathLst>
          </a:custGeom>
          <a:ln w="339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021479" y="1099145"/>
            <a:ext cx="0" cy="308610"/>
          </a:xfrm>
          <a:custGeom>
            <a:avLst/>
            <a:gdLst/>
            <a:ahLst/>
            <a:cxnLst/>
            <a:rect l="l" t="t" r="r" b="b"/>
            <a:pathLst>
              <a:path h="308609">
                <a:moveTo>
                  <a:pt x="0" y="308589"/>
                </a:moveTo>
                <a:lnTo>
                  <a:pt x="0" y="0"/>
                </a:lnTo>
              </a:path>
            </a:pathLst>
          </a:custGeom>
          <a:ln w="339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937944" y="790556"/>
            <a:ext cx="0" cy="308610"/>
          </a:xfrm>
          <a:custGeom>
            <a:avLst/>
            <a:gdLst/>
            <a:ahLst/>
            <a:cxnLst/>
            <a:rect l="l" t="t" r="r" b="b"/>
            <a:pathLst>
              <a:path h="308609">
                <a:moveTo>
                  <a:pt x="0" y="0"/>
                </a:moveTo>
                <a:lnTo>
                  <a:pt x="0" y="308589"/>
                </a:lnTo>
              </a:path>
            </a:pathLst>
          </a:custGeom>
          <a:ln w="339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770718" y="898547"/>
            <a:ext cx="334645" cy="401320"/>
          </a:xfrm>
          <a:custGeom>
            <a:avLst/>
            <a:gdLst/>
            <a:ahLst/>
            <a:cxnLst/>
            <a:rect l="l" t="t" r="r" b="b"/>
            <a:pathLst>
              <a:path w="334645" h="401319">
                <a:moveTo>
                  <a:pt x="167226" y="0"/>
                </a:moveTo>
                <a:lnTo>
                  <a:pt x="133063" y="23640"/>
                </a:lnTo>
                <a:lnTo>
                  <a:pt x="101738" y="53739"/>
                </a:lnTo>
                <a:lnTo>
                  <a:pt x="73603" y="89719"/>
                </a:lnTo>
                <a:lnTo>
                  <a:pt x="49009" y="131000"/>
                </a:lnTo>
                <a:lnTo>
                  <a:pt x="28309" y="177005"/>
                </a:lnTo>
                <a:lnTo>
                  <a:pt x="11855" y="227152"/>
                </a:lnTo>
                <a:lnTo>
                  <a:pt x="0" y="280865"/>
                </a:lnTo>
                <a:lnTo>
                  <a:pt x="0" y="401195"/>
                </a:lnTo>
                <a:lnTo>
                  <a:pt x="40419" y="376714"/>
                </a:lnTo>
                <a:lnTo>
                  <a:pt x="82012" y="359228"/>
                </a:lnTo>
                <a:lnTo>
                  <a:pt x="124391" y="348737"/>
                </a:lnTo>
                <a:lnTo>
                  <a:pt x="167167" y="345239"/>
                </a:lnTo>
                <a:lnTo>
                  <a:pt x="334452" y="345239"/>
                </a:lnTo>
                <a:lnTo>
                  <a:pt x="334452" y="280865"/>
                </a:lnTo>
                <a:lnTo>
                  <a:pt x="322324" y="227328"/>
                </a:lnTo>
                <a:lnTo>
                  <a:pt x="305716" y="177322"/>
                </a:lnTo>
                <a:lnTo>
                  <a:pt x="284964" y="131412"/>
                </a:lnTo>
                <a:lnTo>
                  <a:pt x="260403" y="90161"/>
                </a:lnTo>
                <a:lnTo>
                  <a:pt x="232369" y="54133"/>
                </a:lnTo>
                <a:lnTo>
                  <a:pt x="201198" y="23891"/>
                </a:lnTo>
                <a:lnTo>
                  <a:pt x="167226" y="0"/>
                </a:lnTo>
                <a:close/>
              </a:path>
              <a:path w="334645" h="401319">
                <a:moveTo>
                  <a:pt x="334452" y="345239"/>
                </a:moveTo>
                <a:lnTo>
                  <a:pt x="167167" y="345239"/>
                </a:lnTo>
                <a:lnTo>
                  <a:pt x="209949" y="348737"/>
                </a:lnTo>
                <a:lnTo>
                  <a:pt x="252350" y="359228"/>
                </a:lnTo>
                <a:lnTo>
                  <a:pt x="293981" y="376714"/>
                </a:lnTo>
                <a:lnTo>
                  <a:pt x="334452" y="401195"/>
                </a:lnTo>
                <a:lnTo>
                  <a:pt x="334452" y="3452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770718" y="898547"/>
            <a:ext cx="334645" cy="401320"/>
          </a:xfrm>
          <a:custGeom>
            <a:avLst/>
            <a:gdLst/>
            <a:ahLst/>
            <a:cxnLst/>
            <a:rect l="l" t="t" r="r" b="b"/>
            <a:pathLst>
              <a:path w="334645" h="401319">
                <a:moveTo>
                  <a:pt x="167226" y="0"/>
                </a:moveTo>
                <a:lnTo>
                  <a:pt x="201198" y="23891"/>
                </a:lnTo>
                <a:lnTo>
                  <a:pt x="232369" y="54133"/>
                </a:lnTo>
                <a:lnTo>
                  <a:pt x="260403" y="90161"/>
                </a:lnTo>
                <a:lnTo>
                  <a:pt x="284964" y="131412"/>
                </a:lnTo>
                <a:lnTo>
                  <a:pt x="305716" y="177322"/>
                </a:lnTo>
                <a:lnTo>
                  <a:pt x="322324" y="227328"/>
                </a:lnTo>
                <a:lnTo>
                  <a:pt x="334452" y="280865"/>
                </a:lnTo>
                <a:lnTo>
                  <a:pt x="334452" y="401195"/>
                </a:lnTo>
                <a:lnTo>
                  <a:pt x="293981" y="376714"/>
                </a:lnTo>
                <a:lnTo>
                  <a:pt x="252350" y="359228"/>
                </a:lnTo>
                <a:lnTo>
                  <a:pt x="209949" y="348737"/>
                </a:lnTo>
                <a:lnTo>
                  <a:pt x="167167" y="345239"/>
                </a:lnTo>
                <a:lnTo>
                  <a:pt x="124391" y="348737"/>
                </a:lnTo>
                <a:lnTo>
                  <a:pt x="82012" y="359228"/>
                </a:lnTo>
                <a:lnTo>
                  <a:pt x="40419" y="376714"/>
                </a:lnTo>
                <a:lnTo>
                  <a:pt x="0" y="401195"/>
                </a:lnTo>
                <a:lnTo>
                  <a:pt x="0" y="280865"/>
                </a:lnTo>
                <a:lnTo>
                  <a:pt x="11855" y="227152"/>
                </a:lnTo>
                <a:lnTo>
                  <a:pt x="28309" y="177005"/>
                </a:lnTo>
                <a:lnTo>
                  <a:pt x="49009" y="131000"/>
                </a:lnTo>
                <a:lnTo>
                  <a:pt x="73603" y="89719"/>
                </a:lnTo>
                <a:lnTo>
                  <a:pt x="101738" y="53739"/>
                </a:lnTo>
                <a:lnTo>
                  <a:pt x="133063" y="23640"/>
                </a:lnTo>
                <a:lnTo>
                  <a:pt x="167226" y="0"/>
                </a:lnTo>
                <a:close/>
              </a:path>
            </a:pathLst>
          </a:custGeom>
          <a:ln w="32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770718" y="898547"/>
            <a:ext cx="334645" cy="401320"/>
          </a:xfrm>
          <a:custGeom>
            <a:avLst/>
            <a:gdLst/>
            <a:ahLst/>
            <a:cxnLst/>
            <a:rect l="l" t="t" r="r" b="b"/>
            <a:pathLst>
              <a:path w="334645" h="401319">
                <a:moveTo>
                  <a:pt x="167226" y="0"/>
                </a:moveTo>
                <a:lnTo>
                  <a:pt x="122775" y="5512"/>
                </a:lnTo>
                <a:lnTo>
                  <a:pt x="82829" y="21068"/>
                </a:lnTo>
                <a:lnTo>
                  <a:pt x="48984" y="45196"/>
                </a:lnTo>
                <a:lnTo>
                  <a:pt x="22834" y="76424"/>
                </a:lnTo>
                <a:lnTo>
                  <a:pt x="5974" y="113281"/>
                </a:lnTo>
                <a:lnTo>
                  <a:pt x="0" y="154294"/>
                </a:lnTo>
                <a:lnTo>
                  <a:pt x="0" y="401195"/>
                </a:lnTo>
                <a:lnTo>
                  <a:pt x="334452" y="401195"/>
                </a:lnTo>
                <a:lnTo>
                  <a:pt x="334452" y="154294"/>
                </a:lnTo>
                <a:lnTo>
                  <a:pt x="328477" y="113281"/>
                </a:lnTo>
                <a:lnTo>
                  <a:pt x="311618" y="76424"/>
                </a:lnTo>
                <a:lnTo>
                  <a:pt x="285468" y="45196"/>
                </a:lnTo>
                <a:lnTo>
                  <a:pt x="251622" y="21068"/>
                </a:lnTo>
                <a:lnTo>
                  <a:pt x="211677" y="5512"/>
                </a:lnTo>
                <a:lnTo>
                  <a:pt x="1672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770718" y="898547"/>
            <a:ext cx="334645" cy="401320"/>
          </a:xfrm>
          <a:custGeom>
            <a:avLst/>
            <a:gdLst/>
            <a:ahLst/>
            <a:cxnLst/>
            <a:rect l="l" t="t" r="r" b="b"/>
            <a:pathLst>
              <a:path w="334645" h="401319">
                <a:moveTo>
                  <a:pt x="334452" y="154294"/>
                </a:moveTo>
                <a:lnTo>
                  <a:pt x="334452" y="401195"/>
                </a:lnTo>
                <a:lnTo>
                  <a:pt x="0" y="401195"/>
                </a:lnTo>
                <a:lnTo>
                  <a:pt x="0" y="154294"/>
                </a:lnTo>
                <a:lnTo>
                  <a:pt x="5974" y="113281"/>
                </a:lnTo>
                <a:lnTo>
                  <a:pt x="22834" y="76424"/>
                </a:lnTo>
                <a:lnTo>
                  <a:pt x="48984" y="45196"/>
                </a:lnTo>
                <a:lnTo>
                  <a:pt x="82829" y="21068"/>
                </a:lnTo>
                <a:lnTo>
                  <a:pt x="122775" y="5512"/>
                </a:lnTo>
                <a:lnTo>
                  <a:pt x="167226" y="0"/>
                </a:lnTo>
                <a:lnTo>
                  <a:pt x="211677" y="5512"/>
                </a:lnTo>
                <a:lnTo>
                  <a:pt x="251622" y="21068"/>
                </a:lnTo>
                <a:lnTo>
                  <a:pt x="285468" y="45196"/>
                </a:lnTo>
                <a:lnTo>
                  <a:pt x="311618" y="76424"/>
                </a:lnTo>
                <a:lnTo>
                  <a:pt x="328477" y="113281"/>
                </a:lnTo>
                <a:lnTo>
                  <a:pt x="334452" y="154294"/>
                </a:lnTo>
                <a:close/>
              </a:path>
            </a:pathLst>
          </a:custGeom>
          <a:ln w="32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369249" y="481966"/>
            <a:ext cx="0" cy="308610"/>
          </a:xfrm>
          <a:custGeom>
            <a:avLst/>
            <a:gdLst/>
            <a:ahLst/>
            <a:cxnLst/>
            <a:rect l="l" t="t" r="r" b="b"/>
            <a:pathLst>
              <a:path h="308609">
                <a:moveTo>
                  <a:pt x="0" y="308589"/>
                </a:moveTo>
                <a:lnTo>
                  <a:pt x="0" y="0"/>
                </a:lnTo>
              </a:path>
            </a:pathLst>
          </a:custGeom>
          <a:ln w="339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536476" y="481966"/>
            <a:ext cx="0" cy="308610"/>
          </a:xfrm>
          <a:custGeom>
            <a:avLst/>
            <a:gdLst/>
            <a:ahLst/>
            <a:cxnLst/>
            <a:rect l="l" t="t" r="r" b="b"/>
            <a:pathLst>
              <a:path h="308609">
                <a:moveTo>
                  <a:pt x="0" y="308589"/>
                </a:moveTo>
                <a:lnTo>
                  <a:pt x="0" y="0"/>
                </a:lnTo>
              </a:path>
            </a:pathLst>
          </a:custGeom>
          <a:ln w="339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452941" y="173377"/>
            <a:ext cx="0" cy="308610"/>
          </a:xfrm>
          <a:custGeom>
            <a:avLst/>
            <a:gdLst/>
            <a:ahLst/>
            <a:cxnLst/>
            <a:rect l="l" t="t" r="r" b="b"/>
            <a:pathLst>
              <a:path h="308609">
                <a:moveTo>
                  <a:pt x="0" y="0"/>
                </a:moveTo>
                <a:lnTo>
                  <a:pt x="0" y="308589"/>
                </a:lnTo>
              </a:path>
            </a:pathLst>
          </a:custGeom>
          <a:ln w="339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285715" y="281368"/>
            <a:ext cx="334645" cy="401320"/>
          </a:xfrm>
          <a:custGeom>
            <a:avLst/>
            <a:gdLst/>
            <a:ahLst/>
            <a:cxnLst/>
            <a:rect l="l" t="t" r="r" b="b"/>
            <a:pathLst>
              <a:path w="334645" h="401320">
                <a:moveTo>
                  <a:pt x="167226" y="0"/>
                </a:moveTo>
                <a:lnTo>
                  <a:pt x="133072" y="23640"/>
                </a:lnTo>
                <a:lnTo>
                  <a:pt x="101766" y="53739"/>
                </a:lnTo>
                <a:lnTo>
                  <a:pt x="73652" y="89719"/>
                </a:lnTo>
                <a:lnTo>
                  <a:pt x="49075" y="131000"/>
                </a:lnTo>
                <a:lnTo>
                  <a:pt x="28378" y="177005"/>
                </a:lnTo>
                <a:lnTo>
                  <a:pt x="11905" y="227152"/>
                </a:lnTo>
                <a:lnTo>
                  <a:pt x="0" y="280865"/>
                </a:lnTo>
                <a:lnTo>
                  <a:pt x="0" y="401195"/>
                </a:lnTo>
                <a:lnTo>
                  <a:pt x="40464" y="376714"/>
                </a:lnTo>
                <a:lnTo>
                  <a:pt x="82079" y="359228"/>
                </a:lnTo>
                <a:lnTo>
                  <a:pt x="124460" y="348737"/>
                </a:lnTo>
                <a:lnTo>
                  <a:pt x="167226" y="345239"/>
                </a:lnTo>
                <a:lnTo>
                  <a:pt x="334452" y="345239"/>
                </a:lnTo>
                <a:lnTo>
                  <a:pt x="334452" y="280865"/>
                </a:lnTo>
                <a:lnTo>
                  <a:pt x="322382" y="227328"/>
                </a:lnTo>
                <a:lnTo>
                  <a:pt x="305812" y="177322"/>
                </a:lnTo>
                <a:lnTo>
                  <a:pt x="285079" y="131412"/>
                </a:lnTo>
                <a:lnTo>
                  <a:pt x="260518" y="90161"/>
                </a:lnTo>
                <a:lnTo>
                  <a:pt x="232465" y="54133"/>
                </a:lnTo>
                <a:lnTo>
                  <a:pt x="201256" y="23891"/>
                </a:lnTo>
                <a:lnTo>
                  <a:pt x="167226" y="0"/>
                </a:lnTo>
                <a:close/>
              </a:path>
              <a:path w="334645" h="401320">
                <a:moveTo>
                  <a:pt x="334452" y="345239"/>
                </a:moveTo>
                <a:lnTo>
                  <a:pt x="167226" y="345239"/>
                </a:lnTo>
                <a:lnTo>
                  <a:pt x="209991" y="348737"/>
                </a:lnTo>
                <a:lnTo>
                  <a:pt x="252373" y="359228"/>
                </a:lnTo>
                <a:lnTo>
                  <a:pt x="293987" y="376714"/>
                </a:lnTo>
                <a:lnTo>
                  <a:pt x="334452" y="401195"/>
                </a:lnTo>
                <a:lnTo>
                  <a:pt x="334452" y="3452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285715" y="281369"/>
            <a:ext cx="334645" cy="401320"/>
          </a:xfrm>
          <a:custGeom>
            <a:avLst/>
            <a:gdLst/>
            <a:ahLst/>
            <a:cxnLst/>
            <a:rect l="l" t="t" r="r" b="b"/>
            <a:pathLst>
              <a:path w="334645" h="401320">
                <a:moveTo>
                  <a:pt x="167226" y="0"/>
                </a:moveTo>
                <a:lnTo>
                  <a:pt x="201256" y="23891"/>
                </a:lnTo>
                <a:lnTo>
                  <a:pt x="232465" y="54133"/>
                </a:lnTo>
                <a:lnTo>
                  <a:pt x="260518" y="90161"/>
                </a:lnTo>
                <a:lnTo>
                  <a:pt x="285079" y="131412"/>
                </a:lnTo>
                <a:lnTo>
                  <a:pt x="305812" y="177322"/>
                </a:lnTo>
                <a:lnTo>
                  <a:pt x="322382" y="227328"/>
                </a:lnTo>
                <a:lnTo>
                  <a:pt x="334452" y="280865"/>
                </a:lnTo>
                <a:lnTo>
                  <a:pt x="334452" y="401195"/>
                </a:lnTo>
                <a:lnTo>
                  <a:pt x="293987" y="376714"/>
                </a:lnTo>
                <a:lnTo>
                  <a:pt x="252373" y="359228"/>
                </a:lnTo>
                <a:lnTo>
                  <a:pt x="209991" y="348737"/>
                </a:lnTo>
                <a:lnTo>
                  <a:pt x="167226" y="345239"/>
                </a:lnTo>
                <a:lnTo>
                  <a:pt x="124460" y="348737"/>
                </a:lnTo>
                <a:lnTo>
                  <a:pt x="82079" y="359228"/>
                </a:lnTo>
                <a:lnTo>
                  <a:pt x="40464" y="376714"/>
                </a:lnTo>
                <a:lnTo>
                  <a:pt x="0" y="401195"/>
                </a:lnTo>
                <a:lnTo>
                  <a:pt x="0" y="280865"/>
                </a:lnTo>
                <a:lnTo>
                  <a:pt x="11905" y="227152"/>
                </a:lnTo>
                <a:lnTo>
                  <a:pt x="28378" y="177005"/>
                </a:lnTo>
                <a:lnTo>
                  <a:pt x="49075" y="131000"/>
                </a:lnTo>
                <a:lnTo>
                  <a:pt x="73652" y="89719"/>
                </a:lnTo>
                <a:lnTo>
                  <a:pt x="101766" y="53739"/>
                </a:lnTo>
                <a:lnTo>
                  <a:pt x="133072" y="23640"/>
                </a:lnTo>
                <a:lnTo>
                  <a:pt x="167226" y="0"/>
                </a:lnTo>
                <a:close/>
              </a:path>
            </a:pathLst>
          </a:custGeom>
          <a:ln w="32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938299" y="1859346"/>
            <a:ext cx="4349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1005" algn="l"/>
              </a:tabLst>
            </a:pPr>
            <a:r>
              <a:rPr sz="1600" b="1" i="1" spc="85" dirty="0">
                <a:latin typeface="Times New Roman"/>
                <a:cs typeface="Times New Roman"/>
              </a:rPr>
              <a:t>C</a:t>
            </a:r>
            <a:r>
              <a:rPr sz="1600" b="1" i="1" u="heavy" spc="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	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507580" y="345670"/>
            <a:ext cx="334645" cy="308610"/>
          </a:xfrm>
          <a:custGeom>
            <a:avLst/>
            <a:gdLst/>
            <a:ahLst/>
            <a:cxnLst/>
            <a:rect l="l" t="t" r="r" b="b"/>
            <a:pathLst>
              <a:path w="334644" h="308609">
                <a:moveTo>
                  <a:pt x="0" y="308589"/>
                </a:moveTo>
                <a:lnTo>
                  <a:pt x="167226" y="0"/>
                </a:lnTo>
                <a:lnTo>
                  <a:pt x="334452" y="308589"/>
                </a:lnTo>
                <a:lnTo>
                  <a:pt x="0" y="308589"/>
                </a:lnTo>
                <a:close/>
              </a:path>
            </a:pathLst>
          </a:custGeom>
          <a:ln w="32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674806" y="654260"/>
            <a:ext cx="0" cy="77470"/>
          </a:xfrm>
          <a:custGeom>
            <a:avLst/>
            <a:gdLst/>
            <a:ahLst/>
            <a:cxnLst/>
            <a:rect l="l" t="t" r="r" b="b"/>
            <a:pathLst>
              <a:path h="77470">
                <a:moveTo>
                  <a:pt x="0" y="77074"/>
                </a:moveTo>
                <a:lnTo>
                  <a:pt x="0" y="0"/>
                </a:lnTo>
              </a:path>
            </a:pathLst>
          </a:custGeom>
          <a:ln w="339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626224" y="196456"/>
            <a:ext cx="99525" cy="16554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626224" y="756224"/>
            <a:ext cx="99525" cy="9435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589856" y="1351126"/>
            <a:ext cx="0" cy="1090295"/>
          </a:xfrm>
          <a:custGeom>
            <a:avLst/>
            <a:gdLst/>
            <a:ahLst/>
            <a:cxnLst/>
            <a:rect l="l" t="t" r="r" b="b"/>
            <a:pathLst>
              <a:path h="1090295">
                <a:moveTo>
                  <a:pt x="0" y="1089788"/>
                </a:moveTo>
                <a:lnTo>
                  <a:pt x="0" y="0"/>
                </a:lnTo>
              </a:path>
            </a:pathLst>
          </a:custGeom>
          <a:ln w="339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875383" y="1479729"/>
            <a:ext cx="0" cy="652780"/>
          </a:xfrm>
          <a:custGeom>
            <a:avLst/>
            <a:gdLst/>
            <a:ahLst/>
            <a:cxnLst/>
            <a:rect l="l" t="t" r="r" b="b"/>
            <a:pathLst>
              <a:path h="652780">
                <a:moveTo>
                  <a:pt x="0" y="0"/>
                </a:moveTo>
                <a:lnTo>
                  <a:pt x="0" y="652595"/>
                </a:lnTo>
              </a:path>
            </a:pathLst>
          </a:custGeom>
          <a:ln w="339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369249" y="790556"/>
            <a:ext cx="0" cy="1650364"/>
          </a:xfrm>
          <a:custGeom>
            <a:avLst/>
            <a:gdLst/>
            <a:ahLst/>
            <a:cxnLst/>
            <a:rect l="l" t="t" r="r" b="b"/>
            <a:pathLst>
              <a:path h="1650364">
                <a:moveTo>
                  <a:pt x="0" y="1650358"/>
                </a:moveTo>
                <a:lnTo>
                  <a:pt x="0" y="0"/>
                </a:lnTo>
              </a:path>
            </a:pathLst>
          </a:custGeom>
          <a:ln w="339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854252" y="1407735"/>
            <a:ext cx="0" cy="62230"/>
          </a:xfrm>
          <a:custGeom>
            <a:avLst/>
            <a:gdLst/>
            <a:ahLst/>
            <a:cxnLst/>
            <a:rect l="l" t="t" r="r" b="b"/>
            <a:pathLst>
              <a:path h="62230">
                <a:moveTo>
                  <a:pt x="0" y="0"/>
                </a:moveTo>
                <a:lnTo>
                  <a:pt x="0" y="61688"/>
                </a:lnTo>
              </a:path>
            </a:pathLst>
          </a:custGeom>
          <a:ln w="339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021479" y="1407735"/>
            <a:ext cx="0" cy="62230"/>
          </a:xfrm>
          <a:custGeom>
            <a:avLst/>
            <a:gdLst/>
            <a:ahLst/>
            <a:cxnLst/>
            <a:rect l="l" t="t" r="r" b="b"/>
            <a:pathLst>
              <a:path h="62230">
                <a:moveTo>
                  <a:pt x="0" y="0"/>
                </a:moveTo>
                <a:lnTo>
                  <a:pt x="0" y="61688"/>
                </a:lnTo>
              </a:path>
            </a:pathLst>
          </a:custGeom>
          <a:ln w="339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021479" y="1469423"/>
            <a:ext cx="1198880" cy="0"/>
          </a:xfrm>
          <a:custGeom>
            <a:avLst/>
            <a:gdLst/>
            <a:ahLst/>
            <a:cxnLst/>
            <a:rect l="l" t="t" r="r" b="b"/>
            <a:pathLst>
              <a:path w="1198879">
                <a:moveTo>
                  <a:pt x="0" y="0"/>
                </a:moveTo>
                <a:lnTo>
                  <a:pt x="1198427" y="0"/>
                </a:lnTo>
              </a:path>
            </a:pathLst>
          </a:custGeom>
          <a:ln w="31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219907" y="1469423"/>
            <a:ext cx="0" cy="354330"/>
          </a:xfrm>
          <a:custGeom>
            <a:avLst/>
            <a:gdLst/>
            <a:ahLst/>
            <a:cxnLst/>
            <a:rect l="l" t="t" r="r" b="b"/>
            <a:pathLst>
              <a:path h="354330">
                <a:moveTo>
                  <a:pt x="0" y="0"/>
                </a:moveTo>
                <a:lnTo>
                  <a:pt x="0" y="354311"/>
                </a:lnTo>
              </a:path>
            </a:pathLst>
          </a:custGeom>
          <a:ln w="339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536476" y="790556"/>
            <a:ext cx="401955" cy="0"/>
          </a:xfrm>
          <a:custGeom>
            <a:avLst/>
            <a:gdLst/>
            <a:ahLst/>
            <a:cxnLst/>
            <a:rect l="l" t="t" r="r" b="b"/>
            <a:pathLst>
              <a:path w="401954">
                <a:moveTo>
                  <a:pt x="0" y="0"/>
                </a:moveTo>
                <a:lnTo>
                  <a:pt x="401468" y="0"/>
                </a:lnTo>
              </a:path>
            </a:pathLst>
          </a:custGeom>
          <a:ln w="313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1" name="object 81"/>
          <p:cNvGraphicFramePr>
            <a:graphicFrameLocks noGrp="1"/>
          </p:cNvGraphicFramePr>
          <p:nvPr/>
        </p:nvGraphicFramePr>
        <p:xfrm>
          <a:off x="5929614" y="280543"/>
          <a:ext cx="3745227" cy="4133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3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5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43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6724">
                <a:tc row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66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b="1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b="1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400" b="1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66669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EBEBD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solidFill>
                      <a:srgbClr val="EBEBD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EBEBD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EBEBD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EBEB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EBEBD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925" marB="0">
                    <a:solidFill>
                      <a:srgbClr val="EBEBD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92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EBEBD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EBEBD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92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EBEB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6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solidFill>
                      <a:srgbClr val="F6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6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6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6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EB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EB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EB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EB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EBEB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6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6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6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6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6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EB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EB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EB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EB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EBEB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6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6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6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6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6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1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EB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EB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EB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EB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EBEB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7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2" name="object 82"/>
          <p:cNvSpPr txBox="1"/>
          <p:nvPr/>
        </p:nvSpPr>
        <p:spPr>
          <a:xfrm>
            <a:off x="4065916" y="80123"/>
            <a:ext cx="2952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b="1" i="1" spc="75" dirty="0">
                <a:latin typeface="Times New Roman"/>
                <a:cs typeface="Times New Roman"/>
              </a:rPr>
              <a:t>F</a:t>
            </a:r>
            <a:r>
              <a:rPr sz="1500" b="1" spc="112" baseline="-13888" dirty="0">
                <a:latin typeface="Times New Roman"/>
                <a:cs typeface="Times New Roman"/>
              </a:rPr>
              <a:t>2</a:t>
            </a:r>
            <a:endParaRPr sz="1500" baseline="-13888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935729" y="4894326"/>
            <a:ext cx="2005964" cy="584200"/>
          </a:xfrm>
          <a:prstGeom prst="rect">
            <a:avLst/>
          </a:prstGeom>
          <a:solidFill>
            <a:srgbClr val="FFC9AA"/>
          </a:solidFill>
          <a:ln w="28955">
            <a:solidFill>
              <a:srgbClr val="C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65"/>
              </a:spcBef>
            </a:pPr>
            <a:r>
              <a:rPr sz="3200" spc="-10" dirty="0">
                <a:solidFill>
                  <a:srgbClr val="FF0000"/>
                </a:solidFill>
                <a:latin typeface="Arial"/>
                <a:cs typeface="Arial"/>
              </a:rPr>
              <a:t>10001000</a:t>
            </a:r>
            <a:endParaRPr sz="32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961638" y="5729478"/>
            <a:ext cx="1929764" cy="584200"/>
          </a:xfrm>
          <a:prstGeom prst="rect">
            <a:avLst/>
          </a:prstGeom>
          <a:solidFill>
            <a:srgbClr val="FFC9AA"/>
          </a:solidFill>
          <a:ln w="28955">
            <a:solidFill>
              <a:srgbClr val="C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65"/>
              </a:spcBef>
            </a:pPr>
            <a:r>
              <a:rPr sz="3200" spc="-65" dirty="0">
                <a:solidFill>
                  <a:srgbClr val="FF0000"/>
                </a:solidFill>
                <a:latin typeface="Arial"/>
                <a:cs typeface="Arial"/>
              </a:rPr>
              <a:t>11001101</a:t>
            </a:r>
            <a:endParaRPr sz="32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614921" y="4764785"/>
            <a:ext cx="3069590" cy="1569720"/>
          </a:xfrm>
          <a:prstGeom prst="rect">
            <a:avLst/>
          </a:prstGeom>
          <a:solidFill>
            <a:srgbClr val="FFC9AA"/>
          </a:solidFill>
          <a:ln w="28955">
            <a:solidFill>
              <a:srgbClr val="C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90805" marR="121920" indent="457200">
              <a:lnSpc>
                <a:spcPct val="100499"/>
              </a:lnSpc>
              <a:spcBef>
                <a:spcPts val="95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更改输出电 路，可得到不同 序列。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2853599" y="3332943"/>
            <a:ext cx="488315" cy="0"/>
          </a:xfrm>
          <a:custGeom>
            <a:avLst/>
            <a:gdLst/>
            <a:ahLst/>
            <a:cxnLst/>
            <a:rect l="l" t="t" r="r" b="b"/>
            <a:pathLst>
              <a:path w="488314">
                <a:moveTo>
                  <a:pt x="0" y="0"/>
                </a:moveTo>
                <a:lnTo>
                  <a:pt x="488242" y="0"/>
                </a:lnTo>
              </a:path>
            </a:pathLst>
          </a:custGeom>
          <a:ln w="22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3427367" y="3332943"/>
            <a:ext cx="438784" cy="0"/>
          </a:xfrm>
          <a:custGeom>
            <a:avLst/>
            <a:gdLst/>
            <a:ahLst/>
            <a:cxnLst/>
            <a:rect l="l" t="t" r="r" b="b"/>
            <a:pathLst>
              <a:path w="438785">
                <a:moveTo>
                  <a:pt x="0" y="0"/>
                </a:moveTo>
                <a:lnTo>
                  <a:pt x="438529" y="0"/>
                </a:lnTo>
              </a:path>
            </a:pathLst>
          </a:custGeom>
          <a:ln w="22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1905577" y="3288708"/>
            <a:ext cx="1989455" cy="570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553720" algn="l"/>
              </a:tabLst>
            </a:pPr>
            <a:r>
              <a:rPr sz="3550" i="1" spc="-120" dirty="0">
                <a:latin typeface="Times New Roman"/>
                <a:cs typeface="Times New Roman"/>
              </a:rPr>
              <a:t>F</a:t>
            </a:r>
            <a:r>
              <a:rPr sz="3075" spc="-179" baseline="-24390" dirty="0">
                <a:latin typeface="Times New Roman"/>
                <a:cs typeface="Times New Roman"/>
              </a:rPr>
              <a:t>1	</a:t>
            </a:r>
            <a:r>
              <a:rPr sz="3550" spc="200" dirty="0">
                <a:latin typeface="Symbol"/>
                <a:cs typeface="Symbol"/>
              </a:rPr>
              <a:t></a:t>
            </a:r>
            <a:r>
              <a:rPr sz="3550" spc="200" dirty="0">
                <a:latin typeface="Times New Roman"/>
                <a:cs typeface="Times New Roman"/>
              </a:rPr>
              <a:t> </a:t>
            </a:r>
            <a:r>
              <a:rPr sz="3550" i="1" spc="95" dirty="0">
                <a:latin typeface="Times New Roman"/>
                <a:cs typeface="Times New Roman"/>
              </a:rPr>
              <a:t>Q</a:t>
            </a:r>
            <a:r>
              <a:rPr sz="3075" spc="142" baseline="-24390" dirty="0">
                <a:latin typeface="Times New Roman"/>
                <a:cs typeface="Times New Roman"/>
              </a:rPr>
              <a:t>0</a:t>
            </a:r>
            <a:r>
              <a:rPr sz="3075" spc="-300" baseline="-24390" dirty="0">
                <a:latin typeface="Times New Roman"/>
                <a:cs typeface="Times New Roman"/>
              </a:rPr>
              <a:t> </a:t>
            </a:r>
            <a:r>
              <a:rPr sz="3550" i="1" spc="-10" dirty="0">
                <a:latin typeface="Times New Roman"/>
                <a:cs typeface="Times New Roman"/>
              </a:rPr>
              <a:t>Q</a:t>
            </a:r>
            <a:r>
              <a:rPr sz="3075" spc="-15" baseline="-24390" dirty="0">
                <a:latin typeface="Times New Roman"/>
                <a:cs typeface="Times New Roman"/>
              </a:rPr>
              <a:t>1</a:t>
            </a:r>
            <a:endParaRPr sz="3075" baseline="-2439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2887169" y="4093419"/>
            <a:ext cx="441325" cy="0"/>
          </a:xfrm>
          <a:custGeom>
            <a:avLst/>
            <a:gdLst/>
            <a:ahLst/>
            <a:cxnLst/>
            <a:rect l="l" t="t" r="r" b="b"/>
            <a:pathLst>
              <a:path w="441325">
                <a:moveTo>
                  <a:pt x="0" y="0"/>
                </a:moveTo>
                <a:lnTo>
                  <a:pt x="441209" y="0"/>
                </a:lnTo>
              </a:path>
            </a:pathLst>
          </a:custGeom>
          <a:ln w="22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1471675" y="4222573"/>
            <a:ext cx="2059939" cy="117411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R="487045" algn="ctr">
              <a:lnSpc>
                <a:spcPct val="100000"/>
              </a:lnSpc>
              <a:spcBef>
                <a:spcPts val="1185"/>
              </a:spcBef>
            </a:pPr>
            <a:r>
              <a:rPr sz="2050" spc="105" dirty="0">
                <a:latin typeface="Times New Roman"/>
                <a:cs typeface="Times New Roman"/>
              </a:rPr>
              <a:t>2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输出序列：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151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904801" y="4049184"/>
            <a:ext cx="1810385" cy="570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85470" algn="l"/>
                <a:tab pos="1524635" algn="l"/>
              </a:tabLst>
            </a:pPr>
            <a:r>
              <a:rPr sz="3550" i="1" spc="220" dirty="0">
                <a:latin typeface="Times New Roman"/>
                <a:cs typeface="Times New Roman"/>
              </a:rPr>
              <a:t>F	</a:t>
            </a:r>
            <a:r>
              <a:rPr sz="3550" spc="195" dirty="0">
                <a:latin typeface="Symbol"/>
                <a:cs typeface="Symbol"/>
              </a:rPr>
              <a:t></a:t>
            </a:r>
            <a:r>
              <a:rPr sz="3550" spc="-105" dirty="0">
                <a:latin typeface="Times New Roman"/>
                <a:cs typeface="Times New Roman"/>
              </a:rPr>
              <a:t> </a:t>
            </a:r>
            <a:r>
              <a:rPr sz="3550" i="1" spc="260" dirty="0">
                <a:latin typeface="Times New Roman"/>
                <a:cs typeface="Times New Roman"/>
              </a:rPr>
              <a:t>Q</a:t>
            </a:r>
            <a:r>
              <a:rPr sz="3550" i="1" dirty="0">
                <a:latin typeface="Times New Roman"/>
                <a:cs typeface="Times New Roman"/>
              </a:rPr>
              <a:t>	</a:t>
            </a:r>
            <a:r>
              <a:rPr sz="3550" spc="195" dirty="0">
                <a:latin typeface="Symbol"/>
                <a:cs typeface="Symbol"/>
              </a:rPr>
              <a:t></a:t>
            </a:r>
            <a:endParaRPr sz="35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417957"/>
            <a:ext cx="59004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i="0" dirty="0">
                <a:solidFill>
                  <a:srgbClr val="666699"/>
                </a:solidFill>
                <a:latin typeface="Times New Roman"/>
                <a:cs typeface="Times New Roman"/>
              </a:rPr>
              <a:t>7.4</a:t>
            </a:r>
            <a:r>
              <a:rPr sz="4400" b="1" i="0" spc="-60" dirty="0">
                <a:solidFill>
                  <a:srgbClr val="666699"/>
                </a:solidFill>
                <a:latin typeface="Times New Roman"/>
                <a:cs typeface="Times New Roman"/>
              </a:rPr>
              <a:t> </a:t>
            </a:r>
            <a:r>
              <a:rPr sz="4400" b="1" i="0" dirty="0">
                <a:solidFill>
                  <a:srgbClr val="666699"/>
                </a:solidFill>
                <a:latin typeface="微软雅黑"/>
                <a:cs typeface="微软雅黑"/>
              </a:rPr>
              <a:t>时序逻辑电路的设计</a:t>
            </a:r>
            <a:endParaRPr sz="4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152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8044" y="1210061"/>
            <a:ext cx="8075930" cy="2677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81330" indent="457200">
              <a:lnSpc>
                <a:spcPct val="150000"/>
              </a:lnSpc>
              <a:spcBef>
                <a:spcPts val="9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时序电路设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计是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序逻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辑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电路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分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析</a:t>
            </a:r>
            <a:r>
              <a:rPr sz="2800" b="1" spc="-15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b="1" spc="-5" dirty="0">
                <a:solidFill>
                  <a:srgbClr val="FF0000"/>
                </a:solidFill>
                <a:latin typeface="华文楷体"/>
                <a:cs typeface="华文楷体"/>
              </a:rPr>
              <a:t>逆</a:t>
            </a:r>
            <a:r>
              <a:rPr sz="2800" b="1" spc="-10" dirty="0">
                <a:solidFill>
                  <a:srgbClr val="FF0000"/>
                </a:solidFill>
                <a:latin typeface="华文楷体"/>
                <a:cs typeface="华文楷体"/>
              </a:rPr>
              <a:t>过</a:t>
            </a:r>
            <a:r>
              <a:rPr sz="2800" b="1" spc="-5" dirty="0">
                <a:solidFill>
                  <a:srgbClr val="FF0000"/>
                </a:solidFill>
                <a:latin typeface="华文楷体"/>
                <a:cs typeface="华文楷体"/>
              </a:rPr>
              <a:t>程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。 </a:t>
            </a:r>
            <a:r>
              <a:rPr sz="2800" b="1" dirty="0">
                <a:solidFill>
                  <a:srgbClr val="FF0000"/>
                </a:solidFill>
                <a:latin typeface="华文楷体"/>
                <a:cs typeface="华文楷体"/>
              </a:rPr>
              <a:t>设计任务：</a:t>
            </a:r>
            <a:endParaRPr sz="2800">
              <a:latin typeface="华文楷体"/>
              <a:cs typeface="华文楷体"/>
            </a:endParaRPr>
          </a:p>
          <a:p>
            <a:pPr marL="12700" marR="5080" indent="545465">
              <a:lnSpc>
                <a:spcPct val="150000"/>
              </a:lnSpc>
              <a:spcBef>
                <a:spcPts val="720"/>
              </a:spcBef>
              <a:tabLst>
                <a:tab pos="6598284" algn="l"/>
              </a:tabLst>
            </a:pPr>
            <a:r>
              <a:rPr sz="2800" b="1" spc="75" dirty="0">
                <a:latin typeface="华文楷体"/>
                <a:cs typeface="华文楷体"/>
              </a:rPr>
              <a:t>根据给出的逻辑问</a:t>
            </a:r>
            <a:r>
              <a:rPr sz="2800" b="1" spc="55" dirty="0">
                <a:latin typeface="华文楷体"/>
                <a:cs typeface="华文楷体"/>
              </a:rPr>
              <a:t>题</a:t>
            </a:r>
            <a:r>
              <a:rPr sz="2800" b="1" spc="70" dirty="0">
                <a:latin typeface="华文楷体"/>
                <a:cs typeface="华文楷体"/>
              </a:rPr>
              <a:t>（命题要</a:t>
            </a:r>
            <a:r>
              <a:rPr sz="2800" b="1" spc="75" dirty="0">
                <a:latin typeface="华文楷体"/>
                <a:cs typeface="华文楷体"/>
              </a:rPr>
              <a:t>求</a:t>
            </a:r>
            <a:r>
              <a:rPr sz="2800" b="1" spc="70" dirty="0">
                <a:latin typeface="华文楷体"/>
                <a:cs typeface="华文楷体"/>
              </a:rPr>
              <a:t>）</a:t>
            </a:r>
            <a:r>
              <a:rPr sz="2800" b="1" spc="-10" dirty="0">
                <a:latin typeface="华文楷体"/>
                <a:cs typeface="华文楷体"/>
              </a:rPr>
              <a:t>，</a:t>
            </a:r>
            <a:r>
              <a:rPr sz="2800" b="1" dirty="0">
                <a:latin typeface="华文楷体"/>
                <a:cs typeface="华文楷体"/>
              </a:rPr>
              <a:t>	</a:t>
            </a:r>
            <a:r>
              <a:rPr sz="2800" b="1" spc="75" dirty="0">
                <a:latin typeface="华文楷体"/>
                <a:cs typeface="华文楷体"/>
              </a:rPr>
              <a:t>设计出能 </a:t>
            </a:r>
            <a:r>
              <a:rPr sz="2800" b="1" dirty="0">
                <a:latin typeface="华文楷体"/>
                <a:cs typeface="华文楷体"/>
              </a:rPr>
              <a:t>实现逻辑要</a:t>
            </a:r>
            <a:r>
              <a:rPr sz="2800" b="1" spc="-5" dirty="0">
                <a:latin typeface="华文楷体"/>
                <a:cs typeface="华文楷体"/>
              </a:rPr>
              <a:t>求的时序电</a:t>
            </a:r>
            <a:r>
              <a:rPr sz="2800" b="1" spc="25" dirty="0">
                <a:latin typeface="华文楷体"/>
                <a:cs typeface="华文楷体"/>
              </a:rPr>
              <a:t>路</a:t>
            </a:r>
            <a:r>
              <a:rPr sz="2800" b="1" spc="-10" dirty="0">
                <a:latin typeface="华文楷体"/>
                <a:cs typeface="华文楷体"/>
              </a:rPr>
              <a:t>，</a:t>
            </a:r>
            <a:r>
              <a:rPr sz="2800" b="1" spc="-5" dirty="0">
                <a:latin typeface="华文楷体"/>
                <a:cs typeface="华文楷体"/>
              </a:rPr>
              <a:t>画出逻辑</a:t>
            </a:r>
            <a:r>
              <a:rPr sz="2800" b="1" spc="5" dirty="0">
                <a:latin typeface="华文楷体"/>
                <a:cs typeface="华文楷体"/>
              </a:rPr>
              <a:t>图</a:t>
            </a:r>
            <a:r>
              <a:rPr sz="2800" b="1" spc="-5" dirty="0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524636"/>
            <a:ext cx="1860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5" dirty="0">
                <a:solidFill>
                  <a:srgbClr val="666699"/>
                </a:solidFill>
                <a:latin typeface="华文楷体"/>
                <a:cs typeface="华文楷体"/>
              </a:rPr>
              <a:t>设计方法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153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8044" y="1210061"/>
            <a:ext cx="8060690" cy="3531235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775"/>
              </a:spcBef>
            </a:pPr>
            <a:r>
              <a:rPr sz="2800" b="1" spc="120" dirty="0">
                <a:solidFill>
                  <a:srgbClr val="7E4D00"/>
                </a:solidFill>
                <a:latin typeface="华文楷体"/>
                <a:cs typeface="华文楷体"/>
              </a:rPr>
              <a:t>1</a:t>
            </a: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经典</a:t>
            </a:r>
            <a:r>
              <a:rPr sz="2800" b="1" spc="114" dirty="0">
                <a:solidFill>
                  <a:srgbClr val="7E4D00"/>
                </a:solidFill>
                <a:latin typeface="华文楷体"/>
                <a:cs typeface="华文楷体"/>
              </a:rPr>
              <a:t>设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计方</a:t>
            </a:r>
            <a:r>
              <a:rPr sz="2800" b="1" spc="125" dirty="0">
                <a:solidFill>
                  <a:srgbClr val="7E4D00"/>
                </a:solidFill>
                <a:latin typeface="华文楷体"/>
                <a:cs typeface="华文楷体"/>
              </a:rPr>
              <a:t>法</a:t>
            </a:r>
            <a:r>
              <a:rPr sz="2800" b="1" spc="120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采用尽</a:t>
            </a:r>
            <a:r>
              <a:rPr sz="2800" b="1" spc="114" dirty="0">
                <a:solidFill>
                  <a:srgbClr val="7E4D00"/>
                </a:solidFill>
                <a:latin typeface="华文楷体"/>
                <a:cs typeface="华文楷体"/>
              </a:rPr>
              <a:t>可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能少的小</a:t>
            </a:r>
            <a:r>
              <a:rPr sz="2800" b="1" spc="114" dirty="0">
                <a:solidFill>
                  <a:srgbClr val="7E4D00"/>
                </a:solidFill>
                <a:latin typeface="华文楷体"/>
                <a:cs typeface="华文楷体"/>
              </a:rPr>
              <a:t>规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模器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件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（触发器和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门电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路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）；</a:t>
            </a:r>
            <a:endParaRPr sz="2800">
              <a:latin typeface="华文楷体"/>
              <a:cs typeface="华文楷体"/>
            </a:endParaRPr>
          </a:p>
          <a:p>
            <a:pPr marL="12700" marR="5080" indent="457200">
              <a:lnSpc>
                <a:spcPct val="150000"/>
              </a:lnSpc>
              <a:spcBef>
                <a:spcPts val="1200"/>
              </a:spcBef>
            </a:pPr>
            <a:r>
              <a:rPr sz="2800" b="1" spc="120" dirty="0">
                <a:solidFill>
                  <a:srgbClr val="7E4D00"/>
                </a:solidFill>
                <a:latin typeface="华文楷体"/>
                <a:cs typeface="华文楷体"/>
              </a:rPr>
              <a:t>2</a:t>
            </a: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采用</a:t>
            </a:r>
            <a:r>
              <a:rPr sz="2800" b="1" spc="114" dirty="0">
                <a:solidFill>
                  <a:srgbClr val="7E4D00"/>
                </a:solidFill>
                <a:latin typeface="华文楷体"/>
                <a:cs typeface="华文楷体"/>
              </a:rPr>
              <a:t>标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准中规</a:t>
            </a:r>
            <a:r>
              <a:rPr sz="2800" b="1" spc="140" dirty="0">
                <a:solidFill>
                  <a:srgbClr val="7E4D00"/>
                </a:solidFill>
                <a:latin typeface="华文楷体"/>
                <a:cs typeface="华文楷体"/>
              </a:rPr>
              <a:t>模</a:t>
            </a: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大规</a:t>
            </a:r>
            <a:r>
              <a:rPr sz="2800" b="1" spc="114" dirty="0">
                <a:solidFill>
                  <a:srgbClr val="7E4D00"/>
                </a:solidFill>
                <a:latin typeface="华文楷体"/>
                <a:cs typeface="华文楷体"/>
              </a:rPr>
              <a:t>模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集成器件</a:t>
            </a:r>
            <a:r>
              <a:rPr sz="2800" b="1" spc="114" dirty="0">
                <a:solidFill>
                  <a:srgbClr val="7E4D00"/>
                </a:solidFill>
                <a:latin typeface="华文楷体"/>
                <a:cs typeface="华文楷体"/>
              </a:rPr>
              <a:t>进</a:t>
            </a:r>
            <a:r>
              <a:rPr sz="2800" b="1" spc="105" dirty="0">
                <a:solidFill>
                  <a:srgbClr val="7E4D00"/>
                </a:solidFill>
                <a:latin typeface="华文楷体"/>
                <a:cs typeface="华文楷体"/>
              </a:rPr>
              <a:t>行逻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辑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设计；</a:t>
            </a:r>
            <a:endParaRPr sz="280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  <a:spcBef>
                <a:spcPts val="288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3、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采用可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编程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逻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辑器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进行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设</a:t>
            </a:r>
            <a:r>
              <a:rPr sz="2800" b="1" spc="15" dirty="0">
                <a:solidFill>
                  <a:srgbClr val="7E4D00"/>
                </a:solidFill>
                <a:latin typeface="华文楷体"/>
                <a:cs typeface="华文楷体"/>
              </a:rPr>
              <a:t>计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7266" y="294208"/>
            <a:ext cx="87750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61730" algn="l"/>
              </a:tabLst>
            </a:pPr>
            <a:r>
              <a:rPr sz="4000" i="0" u="heavy" spc="-245" dirty="0">
                <a:solidFill>
                  <a:srgbClr val="666699"/>
                </a:solidFill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i="0" u="heavy" spc="-5" dirty="0">
                <a:solidFill>
                  <a:srgbClr val="666699"/>
                </a:solidFill>
                <a:uFill>
                  <a:solidFill>
                    <a:srgbClr val="666699"/>
                  </a:solidFill>
                </a:uFill>
                <a:latin typeface="微软雅黑"/>
                <a:cs typeface="微软雅黑"/>
              </a:rPr>
              <a:t>同步时序逻辑电</a:t>
            </a:r>
            <a:r>
              <a:rPr sz="4000" i="0" u="heavy" spc="-20" dirty="0">
                <a:solidFill>
                  <a:srgbClr val="666699"/>
                </a:solidFill>
                <a:uFill>
                  <a:solidFill>
                    <a:srgbClr val="666699"/>
                  </a:solidFill>
                </a:uFill>
                <a:latin typeface="微软雅黑"/>
                <a:cs typeface="微软雅黑"/>
              </a:rPr>
              <a:t>路</a:t>
            </a:r>
            <a:r>
              <a:rPr sz="4000" i="0" u="heavy" spc="-5" dirty="0">
                <a:solidFill>
                  <a:srgbClr val="666699"/>
                </a:solidFill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—</a:t>
            </a:r>
            <a:r>
              <a:rPr sz="4000" i="0" u="heavy" spc="-10" dirty="0">
                <a:solidFill>
                  <a:srgbClr val="666699"/>
                </a:solidFill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—</a:t>
            </a:r>
            <a:r>
              <a:rPr sz="4000" i="0" u="heavy" spc="-10" dirty="0">
                <a:solidFill>
                  <a:srgbClr val="666699"/>
                </a:solidFill>
                <a:uFill>
                  <a:solidFill>
                    <a:srgbClr val="666699"/>
                  </a:solidFill>
                </a:uFill>
                <a:latin typeface="微软雅黑"/>
                <a:cs typeface="微软雅黑"/>
              </a:rPr>
              <a:t>状态机的设</a:t>
            </a:r>
            <a:r>
              <a:rPr sz="4000" i="0" u="heavy" spc="-5" dirty="0">
                <a:solidFill>
                  <a:srgbClr val="666699"/>
                </a:solidFill>
                <a:uFill>
                  <a:solidFill>
                    <a:srgbClr val="666699"/>
                  </a:solidFill>
                </a:uFill>
                <a:latin typeface="微软雅黑"/>
                <a:cs typeface="微软雅黑"/>
              </a:rPr>
              <a:t>计</a:t>
            </a:r>
            <a:r>
              <a:rPr sz="4000" i="0" u="heavy" dirty="0">
                <a:solidFill>
                  <a:srgbClr val="666699"/>
                </a:solidFill>
                <a:uFill>
                  <a:solidFill>
                    <a:srgbClr val="666699"/>
                  </a:solidFill>
                </a:uFill>
                <a:latin typeface="微软雅黑"/>
                <a:cs typeface="微软雅黑"/>
              </a:rPr>
              <a:t>	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96502" y="6460947"/>
            <a:ext cx="2362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"/>
                <a:cs typeface="Arial"/>
              </a:rPr>
              <a:t>154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8295" y="1936266"/>
            <a:ext cx="434975" cy="2166620"/>
          </a:xfrm>
          <a:prstGeom prst="rect">
            <a:avLst/>
          </a:prstGeom>
          <a:ln w="367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L="78740" marR="71120" algn="just">
              <a:lnSpc>
                <a:spcPct val="100800"/>
              </a:lnSpc>
              <a:spcBef>
                <a:spcPts val="5"/>
              </a:spcBef>
            </a:pPr>
            <a:r>
              <a:rPr sz="2150" spc="15" dirty="0">
                <a:latin typeface="宋体"/>
                <a:cs typeface="宋体"/>
              </a:rPr>
              <a:t>实 际 问 题</a:t>
            </a:r>
            <a:endParaRPr sz="215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2337" y="1936266"/>
            <a:ext cx="434975" cy="2166620"/>
          </a:xfrm>
          <a:prstGeom prst="rect">
            <a:avLst/>
          </a:prstGeom>
          <a:ln w="3679">
            <a:solidFill>
              <a:srgbClr val="000000"/>
            </a:solidFill>
          </a:ln>
        </p:spPr>
        <p:txBody>
          <a:bodyPr vert="horz" wrap="square" lIns="0" tIns="161925" rIns="0" bIns="0" rtlCol="0">
            <a:spAutoFit/>
          </a:bodyPr>
          <a:lstStyle/>
          <a:p>
            <a:pPr marL="109855" marR="102235" algn="just">
              <a:lnSpc>
                <a:spcPct val="102099"/>
              </a:lnSpc>
              <a:spcBef>
                <a:spcPts val="1275"/>
              </a:spcBef>
            </a:pPr>
            <a:r>
              <a:rPr sz="1650" spc="30" dirty="0">
                <a:latin typeface="宋体"/>
                <a:cs typeface="宋体"/>
              </a:rPr>
              <a:t>原 始 状 态 图</a:t>
            </a:r>
            <a:endParaRPr sz="165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650" spc="20" dirty="0">
                <a:latin typeface="宋体"/>
                <a:cs typeface="宋体"/>
              </a:rPr>
              <a:t>/</a:t>
            </a:r>
            <a:endParaRPr sz="165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1650" spc="40" dirty="0">
                <a:latin typeface="宋体"/>
                <a:cs typeface="宋体"/>
              </a:rPr>
              <a:t>表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42971" y="3019515"/>
            <a:ext cx="672465" cy="0"/>
          </a:xfrm>
          <a:custGeom>
            <a:avLst/>
            <a:gdLst/>
            <a:ahLst/>
            <a:cxnLst/>
            <a:rect l="l" t="t" r="r" b="b"/>
            <a:pathLst>
              <a:path w="672465">
                <a:moveTo>
                  <a:pt x="0" y="0"/>
                </a:moveTo>
                <a:lnTo>
                  <a:pt x="672009" y="0"/>
                </a:lnTo>
              </a:path>
            </a:pathLst>
          </a:custGeom>
          <a:ln w="33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97039" y="2947977"/>
            <a:ext cx="215900" cy="143510"/>
          </a:xfrm>
          <a:custGeom>
            <a:avLst/>
            <a:gdLst/>
            <a:ahLst/>
            <a:cxnLst/>
            <a:rect l="l" t="t" r="r" b="b"/>
            <a:pathLst>
              <a:path w="215900" h="143510">
                <a:moveTo>
                  <a:pt x="0" y="0"/>
                </a:moveTo>
                <a:lnTo>
                  <a:pt x="0" y="143062"/>
                </a:lnTo>
                <a:lnTo>
                  <a:pt x="215298" y="715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23735" y="2649121"/>
            <a:ext cx="577850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spc="20" dirty="0">
                <a:latin typeface="宋体"/>
                <a:cs typeface="宋体"/>
              </a:rPr>
              <a:t>逻辑</a:t>
            </a:r>
            <a:endParaRPr sz="215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3735" y="2979285"/>
            <a:ext cx="577850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spc="20" dirty="0">
                <a:latin typeface="宋体"/>
                <a:cs typeface="宋体"/>
              </a:rPr>
              <a:t>抽象</a:t>
            </a:r>
            <a:endParaRPr sz="215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47013" y="3019515"/>
            <a:ext cx="672465" cy="0"/>
          </a:xfrm>
          <a:custGeom>
            <a:avLst/>
            <a:gdLst/>
            <a:ahLst/>
            <a:cxnLst/>
            <a:rect l="l" t="t" r="r" b="b"/>
            <a:pathLst>
              <a:path w="672464">
                <a:moveTo>
                  <a:pt x="0" y="0"/>
                </a:moveTo>
                <a:lnTo>
                  <a:pt x="671963" y="0"/>
                </a:lnTo>
              </a:path>
            </a:pathLst>
          </a:custGeom>
          <a:ln w="33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01035" y="2947977"/>
            <a:ext cx="215900" cy="143510"/>
          </a:xfrm>
          <a:custGeom>
            <a:avLst/>
            <a:gdLst/>
            <a:ahLst/>
            <a:cxnLst/>
            <a:rect l="l" t="t" r="r" b="b"/>
            <a:pathLst>
              <a:path w="215900" h="143510">
                <a:moveTo>
                  <a:pt x="0" y="0"/>
                </a:moveTo>
                <a:lnTo>
                  <a:pt x="0" y="143062"/>
                </a:lnTo>
                <a:lnTo>
                  <a:pt x="215298" y="715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327854" y="2649121"/>
            <a:ext cx="577850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spc="20" dirty="0">
                <a:latin typeface="宋体"/>
                <a:cs typeface="宋体"/>
              </a:rPr>
              <a:t>状态</a:t>
            </a:r>
            <a:endParaRPr sz="215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27854" y="2979285"/>
            <a:ext cx="577850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spc="20" dirty="0">
                <a:latin typeface="宋体"/>
                <a:cs typeface="宋体"/>
              </a:rPr>
              <a:t>化简</a:t>
            </a:r>
            <a:endParaRPr sz="215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16333" y="1936266"/>
            <a:ext cx="434975" cy="2166620"/>
          </a:xfrm>
          <a:prstGeom prst="rect">
            <a:avLst/>
          </a:prstGeom>
          <a:ln w="3679">
            <a:solidFill>
              <a:srgbClr val="000000"/>
            </a:solidFill>
          </a:ln>
        </p:spPr>
        <p:txBody>
          <a:bodyPr vert="horz" wrap="square" lIns="0" tIns="161925" rIns="0" bIns="0" rtlCol="0">
            <a:spAutoFit/>
          </a:bodyPr>
          <a:lstStyle/>
          <a:p>
            <a:pPr marL="109855" marR="102235" algn="just">
              <a:lnSpc>
                <a:spcPct val="102099"/>
              </a:lnSpc>
              <a:spcBef>
                <a:spcPts val="1275"/>
              </a:spcBef>
            </a:pPr>
            <a:r>
              <a:rPr sz="1650" spc="30" dirty="0">
                <a:latin typeface="宋体"/>
                <a:cs typeface="宋体"/>
              </a:rPr>
              <a:t>最 简 状 态 图</a:t>
            </a:r>
            <a:endParaRPr sz="165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650" spc="20" dirty="0">
                <a:latin typeface="宋体"/>
                <a:cs typeface="宋体"/>
              </a:rPr>
              <a:t>/</a:t>
            </a:r>
            <a:endParaRPr sz="165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1650" spc="40" dirty="0">
                <a:latin typeface="宋体"/>
                <a:cs typeface="宋体"/>
              </a:rPr>
              <a:t>表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20390" y="1936266"/>
            <a:ext cx="434975" cy="2166620"/>
          </a:xfrm>
          <a:prstGeom prst="rect">
            <a:avLst/>
          </a:prstGeom>
          <a:ln w="3679">
            <a:solidFill>
              <a:srgbClr val="000000"/>
            </a:solidFill>
          </a:ln>
        </p:spPr>
        <p:txBody>
          <a:bodyPr vert="horz" wrap="square" lIns="0" tIns="161925" rIns="0" bIns="0" rtlCol="0">
            <a:spAutoFit/>
          </a:bodyPr>
          <a:lstStyle/>
          <a:p>
            <a:pPr marL="109855" marR="102235" algn="just">
              <a:lnSpc>
                <a:spcPct val="102099"/>
              </a:lnSpc>
              <a:spcBef>
                <a:spcPts val="1275"/>
              </a:spcBef>
            </a:pPr>
            <a:r>
              <a:rPr sz="1650" spc="30" dirty="0">
                <a:latin typeface="宋体"/>
                <a:cs typeface="宋体"/>
              </a:rPr>
              <a:t>编 码 状 态 图</a:t>
            </a:r>
            <a:endParaRPr sz="165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650" spc="20" dirty="0">
                <a:latin typeface="宋体"/>
                <a:cs typeface="宋体"/>
              </a:rPr>
              <a:t>/</a:t>
            </a:r>
            <a:endParaRPr sz="165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1650" spc="40" dirty="0">
                <a:latin typeface="宋体"/>
                <a:cs typeface="宋体"/>
              </a:rPr>
              <a:t>表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551070" y="3019515"/>
            <a:ext cx="672465" cy="0"/>
          </a:xfrm>
          <a:custGeom>
            <a:avLst/>
            <a:gdLst/>
            <a:ahLst/>
            <a:cxnLst/>
            <a:rect l="l" t="t" r="r" b="b"/>
            <a:pathLst>
              <a:path w="672464">
                <a:moveTo>
                  <a:pt x="0" y="0"/>
                </a:moveTo>
                <a:lnTo>
                  <a:pt x="671963" y="0"/>
                </a:lnTo>
              </a:path>
            </a:pathLst>
          </a:custGeom>
          <a:ln w="33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205092" y="2947977"/>
            <a:ext cx="215900" cy="143510"/>
          </a:xfrm>
          <a:custGeom>
            <a:avLst/>
            <a:gdLst/>
            <a:ahLst/>
            <a:cxnLst/>
            <a:rect l="l" t="t" r="r" b="b"/>
            <a:pathLst>
              <a:path w="215900" h="143510">
                <a:moveTo>
                  <a:pt x="0" y="0"/>
                </a:moveTo>
                <a:lnTo>
                  <a:pt x="0" y="143062"/>
                </a:lnTo>
                <a:lnTo>
                  <a:pt x="215298" y="715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631758" y="2649121"/>
            <a:ext cx="577850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spc="20" dirty="0">
                <a:latin typeface="宋体"/>
                <a:cs typeface="宋体"/>
              </a:rPr>
              <a:t>状态</a:t>
            </a:r>
            <a:endParaRPr sz="215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31758" y="2979285"/>
            <a:ext cx="577850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spc="20" dirty="0">
                <a:latin typeface="宋体"/>
                <a:cs typeface="宋体"/>
              </a:rPr>
              <a:t>分配</a:t>
            </a:r>
            <a:endParaRPr sz="215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24447" y="1936266"/>
            <a:ext cx="434975" cy="2166620"/>
          </a:xfrm>
          <a:prstGeom prst="rect">
            <a:avLst/>
          </a:prstGeom>
          <a:ln w="367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09855" marR="102235" algn="just">
              <a:lnSpc>
                <a:spcPct val="102099"/>
              </a:lnSpc>
              <a:spcBef>
                <a:spcPts val="1345"/>
              </a:spcBef>
            </a:pPr>
            <a:r>
              <a:rPr sz="1650" spc="30" dirty="0">
                <a:latin typeface="宋体"/>
                <a:cs typeface="宋体"/>
              </a:rPr>
              <a:t>逻 辑 方 程 组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855127" y="3019515"/>
            <a:ext cx="672465" cy="0"/>
          </a:xfrm>
          <a:custGeom>
            <a:avLst/>
            <a:gdLst/>
            <a:ahLst/>
            <a:cxnLst/>
            <a:rect l="l" t="t" r="r" b="b"/>
            <a:pathLst>
              <a:path w="672464">
                <a:moveTo>
                  <a:pt x="0" y="0"/>
                </a:moveTo>
                <a:lnTo>
                  <a:pt x="671963" y="0"/>
                </a:lnTo>
              </a:path>
            </a:pathLst>
          </a:custGeom>
          <a:ln w="33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509149" y="2947977"/>
            <a:ext cx="215900" cy="143510"/>
          </a:xfrm>
          <a:custGeom>
            <a:avLst/>
            <a:gdLst/>
            <a:ahLst/>
            <a:cxnLst/>
            <a:rect l="l" t="t" r="r" b="b"/>
            <a:pathLst>
              <a:path w="215900" h="143510">
                <a:moveTo>
                  <a:pt x="0" y="0"/>
                </a:moveTo>
                <a:lnTo>
                  <a:pt x="0" y="143062"/>
                </a:lnTo>
                <a:lnTo>
                  <a:pt x="215298" y="715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028505" y="1936189"/>
            <a:ext cx="869315" cy="2166620"/>
          </a:xfrm>
          <a:custGeom>
            <a:avLst/>
            <a:gdLst/>
            <a:ahLst/>
            <a:cxnLst/>
            <a:rect l="l" t="t" r="r" b="b"/>
            <a:pathLst>
              <a:path w="869315" h="2166620">
                <a:moveTo>
                  <a:pt x="434736" y="0"/>
                </a:moveTo>
                <a:lnTo>
                  <a:pt x="0" y="1083325"/>
                </a:lnTo>
                <a:lnTo>
                  <a:pt x="434736" y="2166575"/>
                </a:lnTo>
                <a:lnTo>
                  <a:pt x="869320" y="1083325"/>
                </a:lnTo>
                <a:lnTo>
                  <a:pt x="434736" y="0"/>
                </a:lnTo>
                <a:close/>
              </a:path>
            </a:pathLst>
          </a:custGeom>
          <a:ln w="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343199" y="2235484"/>
            <a:ext cx="240665" cy="1566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2099"/>
              </a:lnSpc>
              <a:spcBef>
                <a:spcPts val="90"/>
              </a:spcBef>
            </a:pPr>
            <a:r>
              <a:rPr sz="1650" spc="30" dirty="0">
                <a:latin typeface="宋体"/>
                <a:cs typeface="宋体"/>
              </a:rPr>
              <a:t>能 否 自 启 动</a:t>
            </a:r>
            <a:endParaRPr sz="16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50" spc="40" dirty="0">
                <a:latin typeface="宋体"/>
                <a:cs typeface="宋体"/>
              </a:rPr>
              <a:t>？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767298" y="1936266"/>
            <a:ext cx="434975" cy="2166620"/>
          </a:xfrm>
          <a:prstGeom prst="rect">
            <a:avLst/>
          </a:prstGeom>
          <a:ln w="367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09855" marR="102235" algn="just">
              <a:lnSpc>
                <a:spcPct val="102099"/>
              </a:lnSpc>
              <a:spcBef>
                <a:spcPts val="1410"/>
              </a:spcBef>
            </a:pPr>
            <a:r>
              <a:rPr sz="1650" spc="30" dirty="0">
                <a:latin typeface="宋体"/>
                <a:cs typeface="宋体"/>
              </a:rPr>
              <a:t>逻 辑 图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897825" y="3019515"/>
            <a:ext cx="672465" cy="0"/>
          </a:xfrm>
          <a:custGeom>
            <a:avLst/>
            <a:gdLst/>
            <a:ahLst/>
            <a:cxnLst/>
            <a:rect l="l" t="t" r="r" b="b"/>
            <a:pathLst>
              <a:path w="672465">
                <a:moveTo>
                  <a:pt x="0" y="0"/>
                </a:moveTo>
                <a:lnTo>
                  <a:pt x="672116" y="0"/>
                </a:lnTo>
              </a:path>
            </a:pathLst>
          </a:custGeom>
          <a:ln w="33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552000" y="2947977"/>
            <a:ext cx="215900" cy="143510"/>
          </a:xfrm>
          <a:custGeom>
            <a:avLst/>
            <a:gdLst/>
            <a:ahLst/>
            <a:cxnLst/>
            <a:rect l="l" t="t" r="r" b="b"/>
            <a:pathLst>
              <a:path w="215900" h="143510">
                <a:moveTo>
                  <a:pt x="0" y="0"/>
                </a:moveTo>
                <a:lnTo>
                  <a:pt x="0" y="143062"/>
                </a:lnTo>
                <a:lnTo>
                  <a:pt x="215298" y="715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159184" y="3019515"/>
            <a:ext cx="672465" cy="0"/>
          </a:xfrm>
          <a:custGeom>
            <a:avLst/>
            <a:gdLst/>
            <a:ahLst/>
            <a:cxnLst/>
            <a:rect l="l" t="t" r="r" b="b"/>
            <a:pathLst>
              <a:path w="672465">
                <a:moveTo>
                  <a:pt x="0" y="0"/>
                </a:moveTo>
                <a:lnTo>
                  <a:pt x="671963" y="0"/>
                </a:lnTo>
              </a:path>
            </a:pathLst>
          </a:custGeom>
          <a:ln w="33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813206" y="2947977"/>
            <a:ext cx="215900" cy="143510"/>
          </a:xfrm>
          <a:custGeom>
            <a:avLst/>
            <a:gdLst/>
            <a:ahLst/>
            <a:cxnLst/>
            <a:rect l="l" t="t" r="r" b="b"/>
            <a:pathLst>
              <a:path w="215900" h="143510">
                <a:moveTo>
                  <a:pt x="0" y="0"/>
                </a:moveTo>
                <a:lnTo>
                  <a:pt x="0" y="143062"/>
                </a:lnTo>
                <a:lnTo>
                  <a:pt x="215298" y="715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941893" y="4102765"/>
            <a:ext cx="1521460" cy="433705"/>
          </a:xfrm>
          <a:custGeom>
            <a:avLst/>
            <a:gdLst/>
            <a:ahLst/>
            <a:cxnLst/>
            <a:rect l="l" t="t" r="r" b="b"/>
            <a:pathLst>
              <a:path w="1521459" h="433704">
                <a:moveTo>
                  <a:pt x="1521348" y="0"/>
                </a:moveTo>
                <a:lnTo>
                  <a:pt x="1521349" y="433301"/>
                </a:lnTo>
                <a:lnTo>
                  <a:pt x="0" y="433301"/>
                </a:lnTo>
                <a:lnTo>
                  <a:pt x="0" y="196732"/>
                </a:lnTo>
              </a:path>
            </a:pathLst>
          </a:custGeom>
          <a:ln w="33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870126" y="4102765"/>
            <a:ext cx="144145" cy="214629"/>
          </a:xfrm>
          <a:custGeom>
            <a:avLst/>
            <a:gdLst/>
            <a:ahLst/>
            <a:cxnLst/>
            <a:rect l="l" t="t" r="r" b="b"/>
            <a:pathLst>
              <a:path w="144145" h="214629">
                <a:moveTo>
                  <a:pt x="71766" y="0"/>
                </a:moveTo>
                <a:lnTo>
                  <a:pt x="0" y="214616"/>
                </a:lnTo>
                <a:lnTo>
                  <a:pt x="143532" y="214616"/>
                </a:lnTo>
                <a:lnTo>
                  <a:pt x="717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533837" y="4139592"/>
            <a:ext cx="301625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spc="20" dirty="0">
                <a:latin typeface="宋体"/>
                <a:cs typeface="宋体"/>
              </a:rPr>
              <a:t>否</a:t>
            </a:r>
            <a:endParaRPr sz="2150">
              <a:latin typeface="宋体"/>
              <a:cs typeface="宋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53020" y="3048684"/>
            <a:ext cx="301625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spc="20" dirty="0">
                <a:latin typeface="宋体"/>
                <a:cs typeface="宋体"/>
              </a:rPr>
              <a:t>是</a:t>
            </a:r>
            <a:endParaRPr sz="215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44061" y="982217"/>
            <a:ext cx="5695315" cy="0"/>
          </a:xfrm>
          <a:custGeom>
            <a:avLst/>
            <a:gdLst/>
            <a:ahLst/>
            <a:cxnLst/>
            <a:rect l="l" t="t" r="r" b="b"/>
            <a:pathLst>
              <a:path w="5695315">
                <a:moveTo>
                  <a:pt x="0" y="0"/>
                </a:moveTo>
                <a:lnTo>
                  <a:pt x="5695188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927100" cy="0"/>
          </a:xfrm>
          <a:custGeom>
            <a:avLst/>
            <a:gdLst/>
            <a:ahLst/>
            <a:cxnLst/>
            <a:rect l="l" t="t" r="r" b="b"/>
            <a:pathLst>
              <a:path w="927100">
                <a:moveTo>
                  <a:pt x="0" y="0"/>
                </a:moveTo>
                <a:lnTo>
                  <a:pt x="926592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25244" y="1407667"/>
            <a:ext cx="7142480" cy="2037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确定输入变</a:t>
            </a:r>
            <a:r>
              <a:rPr sz="2800" b="1" spc="-20" dirty="0">
                <a:solidFill>
                  <a:srgbClr val="7E4D00"/>
                </a:solidFill>
                <a:latin typeface="华文楷体"/>
                <a:cs typeface="华文楷体"/>
              </a:rPr>
              <a:t>量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输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出变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量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、及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电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路的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状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态</a:t>
            </a:r>
            <a:r>
              <a:rPr sz="2800" b="1" spc="-15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 marR="1071880">
              <a:lnSpc>
                <a:spcPts val="6240"/>
              </a:lnSpc>
              <a:spcBef>
                <a:spcPts val="690"/>
              </a:spcBef>
            </a:pP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定义输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入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输出状态及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电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路状态含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义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。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画</a:t>
            </a:r>
            <a:r>
              <a:rPr sz="2800" b="1" spc="-5" dirty="0">
                <a:solidFill>
                  <a:srgbClr val="CC0000"/>
                </a:solidFill>
                <a:latin typeface="华文楷体"/>
                <a:cs typeface="华文楷体"/>
              </a:rPr>
              <a:t>原始状态</a:t>
            </a:r>
            <a:r>
              <a:rPr sz="2800" b="1" spc="-10" dirty="0">
                <a:solidFill>
                  <a:srgbClr val="CC0000"/>
                </a:solidFill>
                <a:latin typeface="华文楷体"/>
                <a:cs typeface="华文楷体"/>
              </a:rPr>
              <a:t>转换</a:t>
            </a:r>
            <a:r>
              <a:rPr sz="2800" b="1" spc="15" dirty="0">
                <a:solidFill>
                  <a:srgbClr val="CC0000"/>
                </a:solidFill>
                <a:latin typeface="华文楷体"/>
                <a:cs typeface="华文楷体"/>
              </a:rPr>
              <a:t>图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(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表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)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16558" y="521969"/>
            <a:ext cx="2127885" cy="584200"/>
          </a:xfrm>
          <a:custGeom>
            <a:avLst/>
            <a:gdLst/>
            <a:ahLst/>
            <a:cxnLst/>
            <a:rect l="l" t="t" r="r" b="b"/>
            <a:pathLst>
              <a:path w="2127885" h="584200">
                <a:moveTo>
                  <a:pt x="0" y="583691"/>
                </a:moveTo>
                <a:lnTo>
                  <a:pt x="2127504" y="583691"/>
                </a:lnTo>
                <a:lnTo>
                  <a:pt x="2127504" y="0"/>
                </a:lnTo>
                <a:lnTo>
                  <a:pt x="0" y="0"/>
                </a:lnTo>
                <a:lnTo>
                  <a:pt x="0" y="583691"/>
                </a:lnTo>
                <a:close/>
              </a:path>
            </a:pathLst>
          </a:custGeom>
          <a:solidFill>
            <a:srgbClr val="FFC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16558" y="521969"/>
            <a:ext cx="2127885" cy="584200"/>
          </a:xfrm>
          <a:custGeom>
            <a:avLst/>
            <a:gdLst/>
            <a:ahLst/>
            <a:cxnLst/>
            <a:rect l="l" t="t" r="r" b="b"/>
            <a:pathLst>
              <a:path w="2127885" h="584200">
                <a:moveTo>
                  <a:pt x="0" y="583691"/>
                </a:moveTo>
                <a:lnTo>
                  <a:pt x="2127504" y="583691"/>
                </a:lnTo>
                <a:lnTo>
                  <a:pt x="2127504" y="0"/>
                </a:lnTo>
                <a:lnTo>
                  <a:pt x="0" y="0"/>
                </a:lnTo>
                <a:lnTo>
                  <a:pt x="0" y="583691"/>
                </a:lnTo>
                <a:close/>
              </a:path>
            </a:pathLst>
          </a:custGeom>
          <a:ln w="380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653667" y="521970"/>
            <a:ext cx="165353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逻辑抽象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155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44061" y="982217"/>
            <a:ext cx="5695315" cy="0"/>
          </a:xfrm>
          <a:custGeom>
            <a:avLst/>
            <a:gdLst/>
            <a:ahLst/>
            <a:cxnLst/>
            <a:rect l="l" t="t" r="r" b="b"/>
            <a:pathLst>
              <a:path w="5695315">
                <a:moveTo>
                  <a:pt x="0" y="0"/>
                </a:moveTo>
                <a:lnTo>
                  <a:pt x="5695188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927100" cy="0"/>
          </a:xfrm>
          <a:custGeom>
            <a:avLst/>
            <a:gdLst/>
            <a:ahLst/>
            <a:cxnLst/>
            <a:rect l="l" t="t" r="r" b="b"/>
            <a:pathLst>
              <a:path w="927100">
                <a:moveTo>
                  <a:pt x="0" y="0"/>
                </a:moveTo>
                <a:lnTo>
                  <a:pt x="926592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68044" y="1194186"/>
            <a:ext cx="8066405" cy="3531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620" indent="457200">
              <a:lnSpc>
                <a:spcPct val="150000"/>
              </a:lnSpc>
              <a:spcBef>
                <a:spcPts val="95"/>
              </a:spcBef>
            </a:pP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合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并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等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价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状态</a:t>
            </a:r>
            <a:r>
              <a:rPr sz="2800" b="1" spc="15" dirty="0">
                <a:solidFill>
                  <a:srgbClr val="7E4D00"/>
                </a:solidFill>
                <a:latin typeface="华文楷体"/>
                <a:cs typeface="华文楷体"/>
              </a:rPr>
              <a:t>,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进行</a:t>
            </a:r>
            <a:r>
              <a:rPr sz="2800" b="1" spc="10" dirty="0">
                <a:solidFill>
                  <a:srgbClr val="CC0000"/>
                </a:solidFill>
                <a:latin typeface="华文楷体"/>
                <a:cs typeface="华文楷体"/>
              </a:rPr>
              <a:t>状</a:t>
            </a:r>
            <a:r>
              <a:rPr sz="2800" b="1" spc="-5" dirty="0">
                <a:solidFill>
                  <a:srgbClr val="CC0000"/>
                </a:solidFill>
                <a:latin typeface="华文楷体"/>
                <a:cs typeface="华文楷体"/>
              </a:rPr>
              <a:t>态</a:t>
            </a:r>
            <a:r>
              <a:rPr sz="2800" b="1" spc="10" dirty="0">
                <a:solidFill>
                  <a:srgbClr val="CC0000"/>
                </a:solidFill>
                <a:latin typeface="华文楷体"/>
                <a:cs typeface="华文楷体"/>
              </a:rPr>
              <a:t>化</a:t>
            </a:r>
            <a:r>
              <a:rPr sz="2800" b="1" spc="5" dirty="0">
                <a:solidFill>
                  <a:srgbClr val="CC0000"/>
                </a:solidFill>
                <a:latin typeface="华文楷体"/>
                <a:cs typeface="华文楷体"/>
              </a:rPr>
              <a:t>简</a:t>
            </a:r>
            <a:r>
              <a:rPr sz="2800" b="1" spc="15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求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出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最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简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状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态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转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换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图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(表)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等价状态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 marL="12700" marR="5080" indent="457200">
              <a:lnSpc>
                <a:spcPct val="150100"/>
              </a:lnSpc>
              <a:spcBef>
                <a:spcPts val="1200"/>
              </a:spcBef>
            </a:pP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若两</a:t>
            </a:r>
            <a:r>
              <a:rPr sz="2800" b="1" spc="120" dirty="0">
                <a:solidFill>
                  <a:srgbClr val="7E4D00"/>
                </a:solidFill>
                <a:latin typeface="华文楷体"/>
                <a:cs typeface="华文楷体"/>
              </a:rPr>
              <a:t>个</a:t>
            </a: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状态在</a:t>
            </a:r>
            <a:r>
              <a:rPr sz="2800" b="1" spc="120" dirty="0">
                <a:solidFill>
                  <a:srgbClr val="7E4D00"/>
                </a:solidFill>
                <a:latin typeface="华文楷体"/>
                <a:cs typeface="华文楷体"/>
              </a:rPr>
              <a:t>输</a:t>
            </a: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入相同</a:t>
            </a:r>
            <a:r>
              <a:rPr sz="2800" b="1" spc="120" dirty="0">
                <a:solidFill>
                  <a:srgbClr val="7E4D00"/>
                </a:solidFill>
                <a:latin typeface="华文楷体"/>
                <a:cs typeface="华文楷体"/>
              </a:rPr>
              <a:t>时</a:t>
            </a: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输出相</a:t>
            </a:r>
            <a:r>
              <a:rPr sz="2800" b="1" spc="120" dirty="0">
                <a:solidFill>
                  <a:srgbClr val="7E4D00"/>
                </a:solidFill>
                <a:latin typeface="华文楷体"/>
                <a:cs typeface="华文楷体"/>
              </a:rPr>
              <a:t>同</a:t>
            </a:r>
            <a:r>
              <a:rPr sz="2800" b="1" spc="110" dirty="0">
                <a:solidFill>
                  <a:srgbClr val="7E4D00"/>
                </a:solidFill>
                <a:latin typeface="华文楷体"/>
                <a:cs typeface="华文楷体"/>
              </a:rPr>
              <a:t>,次态也相同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, 称其为等价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状</a:t>
            </a:r>
            <a:r>
              <a:rPr sz="2800" b="1" spc="10" dirty="0">
                <a:solidFill>
                  <a:srgbClr val="7E4D00"/>
                </a:solidFill>
                <a:latin typeface="华文楷体"/>
                <a:cs typeface="华文楷体"/>
              </a:rPr>
              <a:t>态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16558" y="521969"/>
            <a:ext cx="2127885" cy="584200"/>
          </a:xfrm>
          <a:custGeom>
            <a:avLst/>
            <a:gdLst/>
            <a:ahLst/>
            <a:cxnLst/>
            <a:rect l="l" t="t" r="r" b="b"/>
            <a:pathLst>
              <a:path w="2127885" h="584200">
                <a:moveTo>
                  <a:pt x="0" y="583691"/>
                </a:moveTo>
                <a:lnTo>
                  <a:pt x="2127504" y="583691"/>
                </a:lnTo>
                <a:lnTo>
                  <a:pt x="2127504" y="0"/>
                </a:lnTo>
                <a:lnTo>
                  <a:pt x="0" y="0"/>
                </a:lnTo>
                <a:lnTo>
                  <a:pt x="0" y="583691"/>
                </a:lnTo>
                <a:close/>
              </a:path>
            </a:pathLst>
          </a:custGeom>
          <a:solidFill>
            <a:srgbClr val="FFC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16558" y="521969"/>
            <a:ext cx="2127885" cy="584200"/>
          </a:xfrm>
          <a:custGeom>
            <a:avLst/>
            <a:gdLst/>
            <a:ahLst/>
            <a:cxnLst/>
            <a:rect l="l" t="t" r="r" b="b"/>
            <a:pathLst>
              <a:path w="2127885" h="584200">
                <a:moveTo>
                  <a:pt x="0" y="583691"/>
                </a:moveTo>
                <a:lnTo>
                  <a:pt x="2127504" y="583691"/>
                </a:lnTo>
                <a:lnTo>
                  <a:pt x="2127504" y="0"/>
                </a:lnTo>
                <a:lnTo>
                  <a:pt x="0" y="0"/>
                </a:lnTo>
                <a:lnTo>
                  <a:pt x="0" y="583691"/>
                </a:lnTo>
                <a:close/>
              </a:path>
            </a:pathLst>
          </a:custGeom>
          <a:ln w="380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653667" y="521970"/>
            <a:ext cx="165353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状态化简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156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44061" y="982217"/>
            <a:ext cx="5695315" cy="0"/>
          </a:xfrm>
          <a:custGeom>
            <a:avLst/>
            <a:gdLst/>
            <a:ahLst/>
            <a:cxnLst/>
            <a:rect l="l" t="t" r="r" b="b"/>
            <a:pathLst>
              <a:path w="5695315">
                <a:moveTo>
                  <a:pt x="0" y="0"/>
                </a:moveTo>
                <a:lnTo>
                  <a:pt x="5695188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927100" cy="0"/>
          </a:xfrm>
          <a:custGeom>
            <a:avLst/>
            <a:gdLst/>
            <a:ahLst/>
            <a:cxnLst/>
            <a:rect l="l" t="t" r="r" b="b"/>
            <a:pathLst>
              <a:path w="927100">
                <a:moveTo>
                  <a:pt x="0" y="0"/>
                </a:moveTo>
                <a:lnTo>
                  <a:pt x="926592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99844" y="1407667"/>
            <a:ext cx="4202430" cy="2037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确定触发器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目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n；</a:t>
            </a:r>
            <a:endParaRPr sz="2800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2880"/>
              </a:spcBef>
            </a:pPr>
            <a:r>
              <a:rPr sz="2800" b="1" spc="5" dirty="0">
                <a:solidFill>
                  <a:srgbClr val="FF0000"/>
                </a:solidFill>
                <a:latin typeface="华文楷体"/>
                <a:cs typeface="华文楷体"/>
              </a:rPr>
              <a:t>2</a:t>
            </a:r>
            <a:r>
              <a:rPr sz="2775" b="1" spc="7" baseline="25525" dirty="0">
                <a:solidFill>
                  <a:srgbClr val="FF0000"/>
                </a:solidFill>
                <a:latin typeface="华文楷体"/>
                <a:cs typeface="华文楷体"/>
              </a:rPr>
              <a:t>n-1</a:t>
            </a:r>
            <a:r>
              <a:rPr sz="2800" b="1" spc="5" dirty="0">
                <a:solidFill>
                  <a:srgbClr val="FF0000"/>
                </a:solidFill>
                <a:latin typeface="华文楷体"/>
                <a:cs typeface="华文楷体"/>
              </a:rPr>
              <a:t>&lt;M </a:t>
            </a:r>
            <a:r>
              <a:rPr sz="2800" b="1" spc="-5" dirty="0">
                <a:solidFill>
                  <a:srgbClr val="FF0000"/>
                </a:solidFill>
                <a:latin typeface="Symbol"/>
                <a:cs typeface="Symbol"/>
              </a:rPr>
              <a:t></a:t>
            </a:r>
            <a:r>
              <a:rPr sz="2800" b="1" spc="-5" dirty="0">
                <a:solidFill>
                  <a:srgbClr val="FF0000"/>
                </a:solidFill>
                <a:latin typeface="华文楷体"/>
                <a:cs typeface="华文楷体"/>
              </a:rPr>
              <a:t>2</a:t>
            </a:r>
            <a:r>
              <a:rPr sz="2775" b="1" spc="-7" baseline="25525" dirty="0">
                <a:solidFill>
                  <a:srgbClr val="FF0000"/>
                </a:solidFill>
                <a:latin typeface="华文楷体"/>
                <a:cs typeface="华文楷体"/>
              </a:rPr>
              <a:t>n</a:t>
            </a:r>
            <a:endParaRPr sz="2775" baseline="25525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2880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进行</a:t>
            </a:r>
            <a:r>
              <a:rPr sz="2800" b="1" dirty="0">
                <a:solidFill>
                  <a:srgbClr val="CC0000"/>
                </a:solidFill>
                <a:latin typeface="华文楷体"/>
                <a:cs typeface="华文楷体"/>
              </a:rPr>
              <a:t>状态编</a:t>
            </a:r>
            <a:r>
              <a:rPr sz="2800" b="1" spc="-10" dirty="0">
                <a:solidFill>
                  <a:srgbClr val="CC0000"/>
                </a:solidFill>
                <a:latin typeface="华文楷体"/>
                <a:cs typeface="华文楷体"/>
              </a:rPr>
              <a:t>码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(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状态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分</a:t>
            </a:r>
            <a:r>
              <a:rPr sz="2800" b="1" spc="-15" dirty="0">
                <a:solidFill>
                  <a:srgbClr val="7E4D00"/>
                </a:solidFill>
                <a:latin typeface="华文楷体"/>
                <a:cs typeface="华文楷体"/>
              </a:rPr>
              <a:t>配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)；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16558" y="521969"/>
            <a:ext cx="2127885" cy="584200"/>
          </a:xfrm>
          <a:custGeom>
            <a:avLst/>
            <a:gdLst/>
            <a:ahLst/>
            <a:cxnLst/>
            <a:rect l="l" t="t" r="r" b="b"/>
            <a:pathLst>
              <a:path w="2127885" h="584200">
                <a:moveTo>
                  <a:pt x="0" y="583691"/>
                </a:moveTo>
                <a:lnTo>
                  <a:pt x="2127504" y="583691"/>
                </a:lnTo>
                <a:lnTo>
                  <a:pt x="2127504" y="0"/>
                </a:lnTo>
                <a:lnTo>
                  <a:pt x="0" y="0"/>
                </a:lnTo>
                <a:lnTo>
                  <a:pt x="0" y="583691"/>
                </a:lnTo>
                <a:close/>
              </a:path>
            </a:pathLst>
          </a:custGeom>
          <a:solidFill>
            <a:srgbClr val="FFC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16558" y="521969"/>
            <a:ext cx="2127885" cy="584200"/>
          </a:xfrm>
          <a:custGeom>
            <a:avLst/>
            <a:gdLst/>
            <a:ahLst/>
            <a:cxnLst/>
            <a:rect l="l" t="t" r="r" b="b"/>
            <a:pathLst>
              <a:path w="2127885" h="584200">
                <a:moveTo>
                  <a:pt x="0" y="583691"/>
                </a:moveTo>
                <a:lnTo>
                  <a:pt x="2127504" y="583691"/>
                </a:lnTo>
                <a:lnTo>
                  <a:pt x="2127504" y="0"/>
                </a:lnTo>
                <a:lnTo>
                  <a:pt x="0" y="0"/>
                </a:lnTo>
                <a:lnTo>
                  <a:pt x="0" y="583691"/>
                </a:lnTo>
                <a:close/>
              </a:path>
            </a:pathLst>
          </a:custGeom>
          <a:ln w="380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653667" y="521970"/>
            <a:ext cx="165353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状态分配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157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10150" y="982217"/>
            <a:ext cx="4229100" cy="0"/>
          </a:xfrm>
          <a:custGeom>
            <a:avLst/>
            <a:gdLst/>
            <a:ahLst/>
            <a:cxnLst/>
            <a:rect l="l" t="t" r="r" b="b"/>
            <a:pathLst>
              <a:path w="4229100">
                <a:moveTo>
                  <a:pt x="0" y="0"/>
                </a:moveTo>
                <a:lnTo>
                  <a:pt x="4229100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927100" cy="0"/>
          </a:xfrm>
          <a:custGeom>
            <a:avLst/>
            <a:gdLst/>
            <a:ahLst/>
            <a:cxnLst/>
            <a:rect l="l" t="t" r="r" b="b"/>
            <a:pathLst>
              <a:path w="927100">
                <a:moveTo>
                  <a:pt x="0" y="0"/>
                </a:moveTo>
                <a:lnTo>
                  <a:pt x="926592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25244" y="1407667"/>
            <a:ext cx="2808605" cy="3622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确定触发器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类型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求出：</a:t>
            </a:r>
            <a:endParaRPr sz="2800">
              <a:latin typeface="华文楷体"/>
              <a:cs typeface="华文楷体"/>
            </a:endParaRPr>
          </a:p>
          <a:p>
            <a:pPr marL="1369060" marR="5080" algn="just">
              <a:lnSpc>
                <a:spcPct val="185800"/>
              </a:lnSpc>
            </a:pPr>
            <a:r>
              <a:rPr sz="2800" b="1" dirty="0">
                <a:solidFill>
                  <a:srgbClr val="CC0000"/>
                </a:solidFill>
                <a:latin typeface="华文楷体"/>
                <a:cs typeface="华文楷体"/>
              </a:rPr>
              <a:t>状态方程 输出方程 驱动方程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16558" y="521969"/>
            <a:ext cx="3594100" cy="584200"/>
          </a:xfrm>
          <a:custGeom>
            <a:avLst/>
            <a:gdLst/>
            <a:ahLst/>
            <a:cxnLst/>
            <a:rect l="l" t="t" r="r" b="b"/>
            <a:pathLst>
              <a:path w="3594100" h="584200">
                <a:moveTo>
                  <a:pt x="0" y="583691"/>
                </a:moveTo>
                <a:lnTo>
                  <a:pt x="3593591" y="583691"/>
                </a:lnTo>
                <a:lnTo>
                  <a:pt x="3593591" y="0"/>
                </a:lnTo>
                <a:lnTo>
                  <a:pt x="0" y="0"/>
                </a:lnTo>
                <a:lnTo>
                  <a:pt x="0" y="583691"/>
                </a:lnTo>
                <a:close/>
              </a:path>
            </a:pathLst>
          </a:custGeom>
          <a:solidFill>
            <a:srgbClr val="FFC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16558" y="521969"/>
            <a:ext cx="3594100" cy="584200"/>
          </a:xfrm>
          <a:custGeom>
            <a:avLst/>
            <a:gdLst/>
            <a:ahLst/>
            <a:cxnLst/>
            <a:rect l="l" t="t" r="r" b="b"/>
            <a:pathLst>
              <a:path w="3594100" h="584200">
                <a:moveTo>
                  <a:pt x="0" y="583691"/>
                </a:moveTo>
                <a:lnTo>
                  <a:pt x="3593591" y="583691"/>
                </a:lnTo>
                <a:lnTo>
                  <a:pt x="3593591" y="0"/>
                </a:lnTo>
                <a:lnTo>
                  <a:pt x="0" y="0"/>
                </a:lnTo>
                <a:lnTo>
                  <a:pt x="0" y="583691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775205" y="521970"/>
            <a:ext cx="28740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选定触发器类型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158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10150" y="982217"/>
            <a:ext cx="4229100" cy="0"/>
          </a:xfrm>
          <a:custGeom>
            <a:avLst/>
            <a:gdLst/>
            <a:ahLst/>
            <a:cxnLst/>
            <a:rect l="l" t="t" r="r" b="b"/>
            <a:pathLst>
              <a:path w="4229100">
                <a:moveTo>
                  <a:pt x="0" y="0"/>
                </a:moveTo>
                <a:lnTo>
                  <a:pt x="4229100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927100" cy="0"/>
          </a:xfrm>
          <a:custGeom>
            <a:avLst/>
            <a:gdLst/>
            <a:ahLst/>
            <a:cxnLst/>
            <a:rect l="l" t="t" r="r" b="b"/>
            <a:pathLst>
              <a:path w="927100">
                <a:moveTo>
                  <a:pt x="0" y="0"/>
                </a:moveTo>
                <a:lnTo>
                  <a:pt x="926592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14400" marR="15875" indent="457200">
              <a:lnSpc>
                <a:spcPct val="150000"/>
              </a:lnSpc>
              <a:spcBef>
                <a:spcPts val="95"/>
              </a:spcBef>
            </a:pPr>
            <a:r>
              <a:rPr spc="40" dirty="0"/>
              <a:t>根据方程画出逻辑电路图</a:t>
            </a:r>
            <a:r>
              <a:rPr spc="15" dirty="0"/>
              <a:t>后</a:t>
            </a:r>
            <a:r>
              <a:rPr spc="40" dirty="0"/>
              <a:t>，</a:t>
            </a:r>
            <a:r>
              <a:rPr spc="30" dirty="0"/>
              <a:t>一般还要检查</a:t>
            </a:r>
            <a:r>
              <a:rPr spc="45" dirty="0"/>
              <a:t>电</a:t>
            </a:r>
            <a:r>
              <a:rPr spc="-5" dirty="0"/>
              <a:t>路 </a:t>
            </a:r>
            <a:r>
              <a:rPr dirty="0"/>
              <a:t>能否自启</a:t>
            </a:r>
            <a:r>
              <a:rPr spc="5" dirty="0"/>
              <a:t>动</a:t>
            </a:r>
            <a:r>
              <a:rPr spc="-5" dirty="0"/>
              <a:t>。</a:t>
            </a:r>
          </a:p>
          <a:p>
            <a:pPr marL="1371600">
              <a:lnSpc>
                <a:spcPct val="100000"/>
              </a:lnSpc>
              <a:spcBef>
                <a:spcPts val="2880"/>
              </a:spcBef>
            </a:pPr>
            <a:r>
              <a:rPr dirty="0"/>
              <a:t>可以通过修</a:t>
            </a:r>
            <a:r>
              <a:rPr spc="-10" dirty="0"/>
              <a:t>改逻</a:t>
            </a:r>
            <a:r>
              <a:rPr spc="5" dirty="0"/>
              <a:t>辑</a:t>
            </a:r>
            <a:r>
              <a:rPr spc="-10" dirty="0"/>
              <a:t>设计</a:t>
            </a:r>
            <a:r>
              <a:rPr spc="5" dirty="0"/>
              <a:t>解</a:t>
            </a:r>
            <a:r>
              <a:rPr spc="-10" dirty="0"/>
              <a:t>决自</a:t>
            </a:r>
            <a:r>
              <a:rPr spc="5" dirty="0"/>
              <a:t>启</a:t>
            </a:r>
            <a:r>
              <a:rPr spc="-10" dirty="0"/>
              <a:t>动问</a:t>
            </a:r>
            <a:r>
              <a:rPr spc="-5" dirty="0"/>
              <a:t>题</a:t>
            </a:r>
            <a:r>
              <a:rPr spc="-10" dirty="0"/>
              <a:t>。</a:t>
            </a:r>
          </a:p>
          <a:p>
            <a:pPr marL="901700">
              <a:lnSpc>
                <a:spcPct val="100000"/>
              </a:lnSpc>
              <a:spcBef>
                <a:spcPts val="65"/>
              </a:spcBef>
            </a:pPr>
            <a:endParaRPr sz="4500"/>
          </a:p>
          <a:p>
            <a:pPr marL="914400" marR="5080" indent="457200">
              <a:lnSpc>
                <a:spcPct val="150000"/>
              </a:lnSpc>
            </a:pPr>
            <a:r>
              <a:rPr spc="40" dirty="0">
                <a:solidFill>
                  <a:srgbClr val="C00000"/>
                </a:solidFill>
              </a:rPr>
              <a:t>实际设计电路过程</a:t>
            </a:r>
            <a:r>
              <a:rPr spc="20" dirty="0">
                <a:solidFill>
                  <a:srgbClr val="C00000"/>
                </a:solidFill>
              </a:rPr>
              <a:t>中</a:t>
            </a:r>
            <a:r>
              <a:rPr spc="35" dirty="0">
                <a:solidFill>
                  <a:srgbClr val="C00000"/>
                </a:solidFill>
              </a:rPr>
              <a:t>，根据题目给定条</a:t>
            </a:r>
            <a:r>
              <a:rPr spc="40" dirty="0">
                <a:solidFill>
                  <a:srgbClr val="C00000"/>
                </a:solidFill>
              </a:rPr>
              <a:t>件，</a:t>
            </a:r>
            <a:r>
              <a:rPr spc="50" dirty="0">
                <a:solidFill>
                  <a:srgbClr val="C00000"/>
                </a:solidFill>
              </a:rPr>
              <a:t>某些 </a:t>
            </a:r>
            <a:r>
              <a:rPr dirty="0">
                <a:solidFill>
                  <a:srgbClr val="C00000"/>
                </a:solidFill>
              </a:rPr>
              <a:t>步骤可以省</a:t>
            </a:r>
            <a:r>
              <a:rPr spc="-10" dirty="0">
                <a:solidFill>
                  <a:srgbClr val="C00000"/>
                </a:solidFill>
              </a:rPr>
              <a:t>略</a:t>
            </a:r>
            <a:r>
              <a:rPr spc="-5" dirty="0"/>
              <a:t>。</a:t>
            </a:r>
          </a:p>
        </p:txBody>
      </p:sp>
      <p:sp>
        <p:nvSpPr>
          <p:cNvPr id="11" name="object 11"/>
          <p:cNvSpPr/>
          <p:nvPr/>
        </p:nvSpPr>
        <p:spPr>
          <a:xfrm>
            <a:off x="1416558" y="521969"/>
            <a:ext cx="3594100" cy="584200"/>
          </a:xfrm>
          <a:custGeom>
            <a:avLst/>
            <a:gdLst/>
            <a:ahLst/>
            <a:cxnLst/>
            <a:rect l="l" t="t" r="r" b="b"/>
            <a:pathLst>
              <a:path w="3594100" h="584200">
                <a:moveTo>
                  <a:pt x="0" y="583691"/>
                </a:moveTo>
                <a:lnTo>
                  <a:pt x="3593591" y="583691"/>
                </a:lnTo>
                <a:lnTo>
                  <a:pt x="3593591" y="0"/>
                </a:lnTo>
                <a:lnTo>
                  <a:pt x="0" y="0"/>
                </a:lnTo>
                <a:lnTo>
                  <a:pt x="0" y="583691"/>
                </a:lnTo>
                <a:close/>
              </a:path>
            </a:pathLst>
          </a:custGeom>
          <a:solidFill>
            <a:srgbClr val="FFC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16558" y="521969"/>
            <a:ext cx="3594100" cy="584200"/>
          </a:xfrm>
          <a:custGeom>
            <a:avLst/>
            <a:gdLst/>
            <a:ahLst/>
            <a:cxnLst/>
            <a:rect l="l" t="t" r="r" b="b"/>
            <a:pathLst>
              <a:path w="3594100" h="584200">
                <a:moveTo>
                  <a:pt x="0" y="583691"/>
                </a:moveTo>
                <a:lnTo>
                  <a:pt x="3593591" y="583691"/>
                </a:lnTo>
                <a:lnTo>
                  <a:pt x="3593591" y="0"/>
                </a:lnTo>
                <a:lnTo>
                  <a:pt x="0" y="0"/>
                </a:lnTo>
                <a:lnTo>
                  <a:pt x="0" y="583691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775205" y="521970"/>
            <a:ext cx="28740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判断能否自启动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159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341" y="102488"/>
            <a:ext cx="7858759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i="0" spc="10" dirty="0">
                <a:solidFill>
                  <a:srgbClr val="FF0000"/>
                </a:solidFill>
                <a:latin typeface="华文楷体"/>
                <a:cs typeface="华文楷体"/>
              </a:rPr>
              <a:t>例</a:t>
            </a:r>
            <a:r>
              <a:rPr b="1" i="0" dirty="0">
                <a:solidFill>
                  <a:srgbClr val="FF0000"/>
                </a:solidFill>
                <a:latin typeface="华文楷体"/>
                <a:cs typeface="华文楷体"/>
              </a:rPr>
              <a:t>6-</a:t>
            </a:r>
            <a:r>
              <a:rPr b="1" i="0" spc="-10" dirty="0">
                <a:solidFill>
                  <a:srgbClr val="FF0000"/>
                </a:solidFill>
                <a:latin typeface="华文楷体"/>
                <a:cs typeface="华文楷体"/>
              </a:rPr>
              <a:t>6</a:t>
            </a:r>
            <a:r>
              <a:rPr b="1" i="0" dirty="0">
                <a:latin typeface="华文楷体"/>
                <a:cs typeface="华文楷体"/>
              </a:rPr>
              <a:t>：设计一</a:t>
            </a:r>
            <a:r>
              <a:rPr b="1" i="0" spc="-15" dirty="0">
                <a:latin typeface="华文楷体"/>
                <a:cs typeface="华文楷体"/>
              </a:rPr>
              <a:t>个</a:t>
            </a:r>
            <a:r>
              <a:rPr b="1" i="0" dirty="0">
                <a:latin typeface="华文楷体"/>
                <a:cs typeface="华文楷体"/>
              </a:rPr>
              <a:t>带进位输出的同步</a:t>
            </a:r>
            <a:r>
              <a:rPr b="1" i="0" spc="-15" dirty="0">
                <a:latin typeface="华文楷体"/>
                <a:cs typeface="华文楷体"/>
              </a:rPr>
              <a:t>六</a:t>
            </a:r>
            <a:r>
              <a:rPr b="1" i="0" dirty="0">
                <a:latin typeface="华文楷体"/>
                <a:cs typeface="华文楷体"/>
              </a:rPr>
              <a:t>进制计 </a:t>
            </a:r>
            <a:r>
              <a:rPr b="1" i="0" spc="10" dirty="0">
                <a:latin typeface="华文楷体"/>
                <a:cs typeface="华文楷体"/>
              </a:rPr>
              <a:t>数器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68044" y="1423542"/>
            <a:ext cx="6680834" cy="1884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1、逻辑抽象</a:t>
            </a:r>
            <a:endParaRPr sz="2800">
              <a:latin typeface="华文楷体"/>
              <a:cs typeface="华文楷体"/>
            </a:endParaRPr>
          </a:p>
          <a:p>
            <a:pPr marL="469900" marR="5080">
              <a:lnSpc>
                <a:spcPts val="5640"/>
              </a:lnSpc>
              <a:spcBef>
                <a:spcPts val="570"/>
              </a:spcBef>
            </a:pP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计数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器，无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输入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输出C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O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为进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位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信</a:t>
            </a:r>
            <a:r>
              <a:rPr sz="2800" b="1" spc="-15" dirty="0">
                <a:solidFill>
                  <a:srgbClr val="7E4D00"/>
                </a:solidFill>
                <a:latin typeface="华文楷体"/>
                <a:cs typeface="华文楷体"/>
              </a:rPr>
              <a:t>号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。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本题中此步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骤可</a:t>
            </a:r>
            <a:r>
              <a:rPr sz="2800" b="1" spc="5" dirty="0">
                <a:solidFill>
                  <a:srgbClr val="7E4D00"/>
                </a:solidFill>
                <a:latin typeface="华文楷体"/>
                <a:cs typeface="华文楷体"/>
              </a:rPr>
              <a:t>省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略。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8044" y="3572332"/>
            <a:ext cx="3042285" cy="18853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2、画出状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态转</a:t>
            </a: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换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图</a:t>
            </a:r>
            <a:endParaRPr sz="2800">
              <a:latin typeface="华文楷体"/>
              <a:cs typeface="华文楷体"/>
            </a:endParaRPr>
          </a:p>
          <a:p>
            <a:pPr marL="469900" marR="1069340" indent="-457200">
              <a:lnSpc>
                <a:spcPct val="167900"/>
              </a:lnSpc>
              <a:spcBef>
                <a:spcPts val="5"/>
              </a:spcBef>
            </a:pP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3、状态化简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已经最简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38346" y="3861837"/>
            <a:ext cx="583565" cy="537210"/>
          </a:xfrm>
          <a:custGeom>
            <a:avLst/>
            <a:gdLst/>
            <a:ahLst/>
            <a:cxnLst/>
            <a:rect l="l" t="t" r="r" b="b"/>
            <a:pathLst>
              <a:path w="583565" h="537210">
                <a:moveTo>
                  <a:pt x="582975" y="268557"/>
                </a:moveTo>
                <a:lnTo>
                  <a:pt x="579160" y="225000"/>
                </a:lnTo>
                <a:lnTo>
                  <a:pt x="568114" y="183679"/>
                </a:lnTo>
                <a:lnTo>
                  <a:pt x="550438" y="145148"/>
                </a:lnTo>
                <a:lnTo>
                  <a:pt x="526733" y="109959"/>
                </a:lnTo>
                <a:lnTo>
                  <a:pt x="497598" y="78666"/>
                </a:lnTo>
                <a:lnTo>
                  <a:pt x="463633" y="51821"/>
                </a:lnTo>
                <a:lnTo>
                  <a:pt x="425439" y="29979"/>
                </a:lnTo>
                <a:lnTo>
                  <a:pt x="383617" y="13693"/>
                </a:lnTo>
                <a:lnTo>
                  <a:pt x="338766" y="3515"/>
                </a:lnTo>
                <a:lnTo>
                  <a:pt x="291487" y="0"/>
                </a:lnTo>
                <a:lnTo>
                  <a:pt x="244205" y="3515"/>
                </a:lnTo>
                <a:lnTo>
                  <a:pt x="199352" y="13693"/>
                </a:lnTo>
                <a:lnTo>
                  <a:pt x="157529" y="29979"/>
                </a:lnTo>
                <a:lnTo>
                  <a:pt x="119336" y="51821"/>
                </a:lnTo>
                <a:lnTo>
                  <a:pt x="85372" y="78666"/>
                </a:lnTo>
                <a:lnTo>
                  <a:pt x="56238" y="109959"/>
                </a:lnTo>
                <a:lnTo>
                  <a:pt x="32534" y="145148"/>
                </a:lnTo>
                <a:lnTo>
                  <a:pt x="14859" y="183679"/>
                </a:lnTo>
                <a:lnTo>
                  <a:pt x="3814" y="225000"/>
                </a:lnTo>
                <a:lnTo>
                  <a:pt x="0" y="268557"/>
                </a:lnTo>
                <a:lnTo>
                  <a:pt x="3814" y="312126"/>
                </a:lnTo>
                <a:lnTo>
                  <a:pt x="14859" y="353456"/>
                </a:lnTo>
                <a:lnTo>
                  <a:pt x="32534" y="391993"/>
                </a:lnTo>
                <a:lnTo>
                  <a:pt x="56238" y="427185"/>
                </a:lnTo>
                <a:lnTo>
                  <a:pt x="85372" y="458479"/>
                </a:lnTo>
                <a:lnTo>
                  <a:pt x="119336" y="485323"/>
                </a:lnTo>
                <a:lnTo>
                  <a:pt x="157529" y="507164"/>
                </a:lnTo>
                <a:lnTo>
                  <a:pt x="199353" y="523448"/>
                </a:lnTo>
                <a:lnTo>
                  <a:pt x="244205" y="533624"/>
                </a:lnTo>
                <a:lnTo>
                  <a:pt x="291488" y="537139"/>
                </a:lnTo>
                <a:lnTo>
                  <a:pt x="338766" y="533624"/>
                </a:lnTo>
                <a:lnTo>
                  <a:pt x="383617" y="523448"/>
                </a:lnTo>
                <a:lnTo>
                  <a:pt x="425440" y="507164"/>
                </a:lnTo>
                <a:lnTo>
                  <a:pt x="463633" y="485323"/>
                </a:lnTo>
                <a:lnTo>
                  <a:pt x="497598" y="458479"/>
                </a:lnTo>
                <a:lnTo>
                  <a:pt x="526733" y="427185"/>
                </a:lnTo>
                <a:lnTo>
                  <a:pt x="550439" y="391993"/>
                </a:lnTo>
                <a:lnTo>
                  <a:pt x="568114" y="353456"/>
                </a:lnTo>
                <a:lnTo>
                  <a:pt x="579160" y="312126"/>
                </a:lnTo>
                <a:lnTo>
                  <a:pt x="582975" y="268557"/>
                </a:lnTo>
                <a:close/>
              </a:path>
            </a:pathLst>
          </a:custGeom>
          <a:ln w="283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909964" y="3861837"/>
            <a:ext cx="583565" cy="537210"/>
          </a:xfrm>
          <a:custGeom>
            <a:avLst/>
            <a:gdLst/>
            <a:ahLst/>
            <a:cxnLst/>
            <a:rect l="l" t="t" r="r" b="b"/>
            <a:pathLst>
              <a:path w="583565" h="537210">
                <a:moveTo>
                  <a:pt x="582962" y="268557"/>
                </a:moveTo>
                <a:lnTo>
                  <a:pt x="579146" y="225000"/>
                </a:lnTo>
                <a:lnTo>
                  <a:pt x="568099" y="183679"/>
                </a:lnTo>
                <a:lnTo>
                  <a:pt x="550423" y="145148"/>
                </a:lnTo>
                <a:lnTo>
                  <a:pt x="526716" y="109959"/>
                </a:lnTo>
                <a:lnTo>
                  <a:pt x="497580" y="78666"/>
                </a:lnTo>
                <a:lnTo>
                  <a:pt x="463616" y="51821"/>
                </a:lnTo>
                <a:lnTo>
                  <a:pt x="425424" y="29979"/>
                </a:lnTo>
                <a:lnTo>
                  <a:pt x="383605" y="13693"/>
                </a:lnTo>
                <a:lnTo>
                  <a:pt x="338759" y="3515"/>
                </a:lnTo>
                <a:lnTo>
                  <a:pt x="291487" y="0"/>
                </a:lnTo>
                <a:lnTo>
                  <a:pt x="244208" y="3515"/>
                </a:lnTo>
                <a:lnTo>
                  <a:pt x="199358" y="13693"/>
                </a:lnTo>
                <a:lnTo>
                  <a:pt x="157535" y="29979"/>
                </a:lnTo>
                <a:lnTo>
                  <a:pt x="119342" y="51821"/>
                </a:lnTo>
                <a:lnTo>
                  <a:pt x="85377" y="78666"/>
                </a:lnTo>
                <a:lnTo>
                  <a:pt x="56242" y="109959"/>
                </a:lnTo>
                <a:lnTo>
                  <a:pt x="32536" y="145148"/>
                </a:lnTo>
                <a:lnTo>
                  <a:pt x="14860" y="183679"/>
                </a:lnTo>
                <a:lnTo>
                  <a:pt x="3815" y="225000"/>
                </a:lnTo>
                <a:lnTo>
                  <a:pt x="0" y="268557"/>
                </a:lnTo>
                <a:lnTo>
                  <a:pt x="3814" y="312126"/>
                </a:lnTo>
                <a:lnTo>
                  <a:pt x="14859" y="353456"/>
                </a:lnTo>
                <a:lnTo>
                  <a:pt x="32534" y="391993"/>
                </a:lnTo>
                <a:lnTo>
                  <a:pt x="56238" y="427185"/>
                </a:lnTo>
                <a:lnTo>
                  <a:pt x="85372" y="458479"/>
                </a:lnTo>
                <a:lnTo>
                  <a:pt x="119336" y="485323"/>
                </a:lnTo>
                <a:lnTo>
                  <a:pt x="157529" y="507164"/>
                </a:lnTo>
                <a:lnTo>
                  <a:pt x="199353" y="523448"/>
                </a:lnTo>
                <a:lnTo>
                  <a:pt x="244205" y="533624"/>
                </a:lnTo>
                <a:lnTo>
                  <a:pt x="291488" y="537139"/>
                </a:lnTo>
                <a:lnTo>
                  <a:pt x="338759" y="533624"/>
                </a:lnTo>
                <a:lnTo>
                  <a:pt x="383605" y="523448"/>
                </a:lnTo>
                <a:lnTo>
                  <a:pt x="425425" y="507164"/>
                </a:lnTo>
                <a:lnTo>
                  <a:pt x="463616" y="485323"/>
                </a:lnTo>
                <a:lnTo>
                  <a:pt x="497581" y="458479"/>
                </a:lnTo>
                <a:lnTo>
                  <a:pt x="526716" y="427185"/>
                </a:lnTo>
                <a:lnTo>
                  <a:pt x="550423" y="391993"/>
                </a:lnTo>
                <a:lnTo>
                  <a:pt x="568099" y="353456"/>
                </a:lnTo>
                <a:lnTo>
                  <a:pt x="579146" y="312126"/>
                </a:lnTo>
                <a:lnTo>
                  <a:pt x="582962" y="268557"/>
                </a:lnTo>
                <a:close/>
              </a:path>
            </a:pathLst>
          </a:custGeom>
          <a:ln w="283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81622" y="3861837"/>
            <a:ext cx="583565" cy="537210"/>
          </a:xfrm>
          <a:custGeom>
            <a:avLst/>
            <a:gdLst/>
            <a:ahLst/>
            <a:cxnLst/>
            <a:rect l="l" t="t" r="r" b="b"/>
            <a:pathLst>
              <a:path w="583565" h="537210">
                <a:moveTo>
                  <a:pt x="582975" y="268557"/>
                </a:moveTo>
                <a:lnTo>
                  <a:pt x="579160" y="225000"/>
                </a:lnTo>
                <a:lnTo>
                  <a:pt x="568113" y="183679"/>
                </a:lnTo>
                <a:lnTo>
                  <a:pt x="550436" y="145148"/>
                </a:lnTo>
                <a:lnTo>
                  <a:pt x="526729" y="109959"/>
                </a:lnTo>
                <a:lnTo>
                  <a:pt x="497592" y="78666"/>
                </a:lnTo>
                <a:lnTo>
                  <a:pt x="463627" y="51821"/>
                </a:lnTo>
                <a:lnTo>
                  <a:pt x="425433" y="29979"/>
                </a:lnTo>
                <a:lnTo>
                  <a:pt x="383612" y="13693"/>
                </a:lnTo>
                <a:lnTo>
                  <a:pt x="338763" y="3515"/>
                </a:lnTo>
                <a:lnTo>
                  <a:pt x="291487" y="0"/>
                </a:lnTo>
                <a:lnTo>
                  <a:pt x="244212" y="3515"/>
                </a:lnTo>
                <a:lnTo>
                  <a:pt x="199363" y="13693"/>
                </a:lnTo>
                <a:lnTo>
                  <a:pt x="157541" y="29979"/>
                </a:lnTo>
                <a:lnTo>
                  <a:pt x="119348" y="51821"/>
                </a:lnTo>
                <a:lnTo>
                  <a:pt x="85382" y="78666"/>
                </a:lnTo>
                <a:lnTo>
                  <a:pt x="56246" y="109959"/>
                </a:lnTo>
                <a:lnTo>
                  <a:pt x="32539" y="145148"/>
                </a:lnTo>
                <a:lnTo>
                  <a:pt x="14862" y="183679"/>
                </a:lnTo>
                <a:lnTo>
                  <a:pt x="3815" y="225000"/>
                </a:lnTo>
                <a:lnTo>
                  <a:pt x="0" y="268557"/>
                </a:lnTo>
                <a:lnTo>
                  <a:pt x="3815" y="312126"/>
                </a:lnTo>
                <a:lnTo>
                  <a:pt x="14862" y="353456"/>
                </a:lnTo>
                <a:lnTo>
                  <a:pt x="32539" y="391993"/>
                </a:lnTo>
                <a:lnTo>
                  <a:pt x="56246" y="427185"/>
                </a:lnTo>
                <a:lnTo>
                  <a:pt x="85383" y="458479"/>
                </a:lnTo>
                <a:lnTo>
                  <a:pt x="119348" y="485323"/>
                </a:lnTo>
                <a:lnTo>
                  <a:pt x="157542" y="507164"/>
                </a:lnTo>
                <a:lnTo>
                  <a:pt x="199363" y="523448"/>
                </a:lnTo>
                <a:lnTo>
                  <a:pt x="244212" y="533624"/>
                </a:lnTo>
                <a:lnTo>
                  <a:pt x="291488" y="537139"/>
                </a:lnTo>
                <a:lnTo>
                  <a:pt x="338763" y="533624"/>
                </a:lnTo>
                <a:lnTo>
                  <a:pt x="383612" y="523448"/>
                </a:lnTo>
                <a:lnTo>
                  <a:pt x="425434" y="507164"/>
                </a:lnTo>
                <a:lnTo>
                  <a:pt x="463627" y="485323"/>
                </a:lnTo>
                <a:lnTo>
                  <a:pt x="497593" y="458479"/>
                </a:lnTo>
                <a:lnTo>
                  <a:pt x="526729" y="427185"/>
                </a:lnTo>
                <a:lnTo>
                  <a:pt x="550436" y="391993"/>
                </a:lnTo>
                <a:lnTo>
                  <a:pt x="568113" y="353456"/>
                </a:lnTo>
                <a:lnTo>
                  <a:pt x="579160" y="312126"/>
                </a:lnTo>
                <a:lnTo>
                  <a:pt x="582975" y="268557"/>
                </a:lnTo>
                <a:close/>
              </a:path>
            </a:pathLst>
          </a:custGeom>
          <a:ln w="283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38347" y="4757058"/>
            <a:ext cx="583565" cy="537210"/>
          </a:xfrm>
          <a:custGeom>
            <a:avLst/>
            <a:gdLst/>
            <a:ahLst/>
            <a:cxnLst/>
            <a:rect l="l" t="t" r="r" b="b"/>
            <a:pathLst>
              <a:path w="583565" h="537210">
                <a:moveTo>
                  <a:pt x="582975" y="268544"/>
                </a:moveTo>
                <a:lnTo>
                  <a:pt x="579160" y="224985"/>
                </a:lnTo>
                <a:lnTo>
                  <a:pt x="568114" y="183663"/>
                </a:lnTo>
                <a:lnTo>
                  <a:pt x="550438" y="145132"/>
                </a:lnTo>
                <a:lnTo>
                  <a:pt x="526733" y="109945"/>
                </a:lnTo>
                <a:lnTo>
                  <a:pt x="497598" y="78654"/>
                </a:lnTo>
                <a:lnTo>
                  <a:pt x="463633" y="51813"/>
                </a:lnTo>
                <a:lnTo>
                  <a:pt x="425439" y="29974"/>
                </a:lnTo>
                <a:lnTo>
                  <a:pt x="383617" y="13690"/>
                </a:lnTo>
                <a:lnTo>
                  <a:pt x="338766" y="3514"/>
                </a:lnTo>
                <a:lnTo>
                  <a:pt x="291487" y="0"/>
                </a:lnTo>
                <a:lnTo>
                  <a:pt x="244205" y="3514"/>
                </a:lnTo>
                <a:lnTo>
                  <a:pt x="199352" y="13690"/>
                </a:lnTo>
                <a:lnTo>
                  <a:pt x="157529" y="29974"/>
                </a:lnTo>
                <a:lnTo>
                  <a:pt x="119336" y="51813"/>
                </a:lnTo>
                <a:lnTo>
                  <a:pt x="85372" y="78654"/>
                </a:lnTo>
                <a:lnTo>
                  <a:pt x="56238" y="109945"/>
                </a:lnTo>
                <a:lnTo>
                  <a:pt x="32534" y="145132"/>
                </a:lnTo>
                <a:lnTo>
                  <a:pt x="14859" y="183663"/>
                </a:lnTo>
                <a:lnTo>
                  <a:pt x="3814" y="224985"/>
                </a:lnTo>
                <a:lnTo>
                  <a:pt x="0" y="268544"/>
                </a:lnTo>
                <a:lnTo>
                  <a:pt x="3814" y="312107"/>
                </a:lnTo>
                <a:lnTo>
                  <a:pt x="14859" y="353431"/>
                </a:lnTo>
                <a:lnTo>
                  <a:pt x="32534" y="391964"/>
                </a:lnTo>
                <a:lnTo>
                  <a:pt x="56238" y="427153"/>
                </a:lnTo>
                <a:lnTo>
                  <a:pt x="85372" y="458445"/>
                </a:lnTo>
                <a:lnTo>
                  <a:pt x="119336" y="485287"/>
                </a:lnTo>
                <a:lnTo>
                  <a:pt x="157529" y="507126"/>
                </a:lnTo>
                <a:lnTo>
                  <a:pt x="199353" y="523411"/>
                </a:lnTo>
                <a:lnTo>
                  <a:pt x="244205" y="533586"/>
                </a:lnTo>
                <a:lnTo>
                  <a:pt x="291488" y="537101"/>
                </a:lnTo>
                <a:lnTo>
                  <a:pt x="338766" y="533586"/>
                </a:lnTo>
                <a:lnTo>
                  <a:pt x="383617" y="523411"/>
                </a:lnTo>
                <a:lnTo>
                  <a:pt x="425440" y="507126"/>
                </a:lnTo>
                <a:lnTo>
                  <a:pt x="463633" y="485287"/>
                </a:lnTo>
                <a:lnTo>
                  <a:pt x="497598" y="458445"/>
                </a:lnTo>
                <a:lnTo>
                  <a:pt x="526733" y="427153"/>
                </a:lnTo>
                <a:lnTo>
                  <a:pt x="550439" y="391964"/>
                </a:lnTo>
                <a:lnTo>
                  <a:pt x="568114" y="353431"/>
                </a:lnTo>
                <a:lnTo>
                  <a:pt x="579160" y="312107"/>
                </a:lnTo>
                <a:lnTo>
                  <a:pt x="582975" y="268544"/>
                </a:lnTo>
                <a:close/>
              </a:path>
            </a:pathLst>
          </a:custGeom>
          <a:ln w="283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09964" y="4757058"/>
            <a:ext cx="583565" cy="537210"/>
          </a:xfrm>
          <a:custGeom>
            <a:avLst/>
            <a:gdLst/>
            <a:ahLst/>
            <a:cxnLst/>
            <a:rect l="l" t="t" r="r" b="b"/>
            <a:pathLst>
              <a:path w="583565" h="537210">
                <a:moveTo>
                  <a:pt x="582962" y="268544"/>
                </a:moveTo>
                <a:lnTo>
                  <a:pt x="579146" y="224985"/>
                </a:lnTo>
                <a:lnTo>
                  <a:pt x="568099" y="183663"/>
                </a:lnTo>
                <a:lnTo>
                  <a:pt x="550423" y="145132"/>
                </a:lnTo>
                <a:lnTo>
                  <a:pt x="526716" y="109945"/>
                </a:lnTo>
                <a:lnTo>
                  <a:pt x="497580" y="78654"/>
                </a:lnTo>
                <a:lnTo>
                  <a:pt x="463616" y="51813"/>
                </a:lnTo>
                <a:lnTo>
                  <a:pt x="425424" y="29974"/>
                </a:lnTo>
                <a:lnTo>
                  <a:pt x="383605" y="13690"/>
                </a:lnTo>
                <a:lnTo>
                  <a:pt x="338759" y="3514"/>
                </a:lnTo>
                <a:lnTo>
                  <a:pt x="291487" y="0"/>
                </a:lnTo>
                <a:lnTo>
                  <a:pt x="244208" y="3514"/>
                </a:lnTo>
                <a:lnTo>
                  <a:pt x="199358" y="13690"/>
                </a:lnTo>
                <a:lnTo>
                  <a:pt x="157535" y="29974"/>
                </a:lnTo>
                <a:lnTo>
                  <a:pt x="119342" y="51813"/>
                </a:lnTo>
                <a:lnTo>
                  <a:pt x="85377" y="78654"/>
                </a:lnTo>
                <a:lnTo>
                  <a:pt x="56242" y="109945"/>
                </a:lnTo>
                <a:lnTo>
                  <a:pt x="32536" y="145132"/>
                </a:lnTo>
                <a:lnTo>
                  <a:pt x="14860" y="183663"/>
                </a:lnTo>
                <a:lnTo>
                  <a:pt x="3815" y="224985"/>
                </a:lnTo>
                <a:lnTo>
                  <a:pt x="0" y="268544"/>
                </a:lnTo>
                <a:lnTo>
                  <a:pt x="3814" y="312107"/>
                </a:lnTo>
                <a:lnTo>
                  <a:pt x="14859" y="353431"/>
                </a:lnTo>
                <a:lnTo>
                  <a:pt x="32534" y="391964"/>
                </a:lnTo>
                <a:lnTo>
                  <a:pt x="56238" y="427153"/>
                </a:lnTo>
                <a:lnTo>
                  <a:pt x="85372" y="458445"/>
                </a:lnTo>
                <a:lnTo>
                  <a:pt x="119336" y="485287"/>
                </a:lnTo>
                <a:lnTo>
                  <a:pt x="157529" y="507126"/>
                </a:lnTo>
                <a:lnTo>
                  <a:pt x="199353" y="523411"/>
                </a:lnTo>
                <a:lnTo>
                  <a:pt x="244205" y="533586"/>
                </a:lnTo>
                <a:lnTo>
                  <a:pt x="291488" y="537101"/>
                </a:lnTo>
                <a:lnTo>
                  <a:pt x="338759" y="533586"/>
                </a:lnTo>
                <a:lnTo>
                  <a:pt x="383605" y="523411"/>
                </a:lnTo>
                <a:lnTo>
                  <a:pt x="425425" y="507126"/>
                </a:lnTo>
                <a:lnTo>
                  <a:pt x="463616" y="485287"/>
                </a:lnTo>
                <a:lnTo>
                  <a:pt x="497581" y="458445"/>
                </a:lnTo>
                <a:lnTo>
                  <a:pt x="526716" y="427153"/>
                </a:lnTo>
                <a:lnTo>
                  <a:pt x="550423" y="391964"/>
                </a:lnTo>
                <a:lnTo>
                  <a:pt x="568099" y="353431"/>
                </a:lnTo>
                <a:lnTo>
                  <a:pt x="579146" y="312107"/>
                </a:lnTo>
                <a:lnTo>
                  <a:pt x="582962" y="268544"/>
                </a:lnTo>
                <a:close/>
              </a:path>
            </a:pathLst>
          </a:custGeom>
          <a:ln w="283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81622" y="4757058"/>
            <a:ext cx="583565" cy="537210"/>
          </a:xfrm>
          <a:custGeom>
            <a:avLst/>
            <a:gdLst/>
            <a:ahLst/>
            <a:cxnLst/>
            <a:rect l="l" t="t" r="r" b="b"/>
            <a:pathLst>
              <a:path w="583565" h="537210">
                <a:moveTo>
                  <a:pt x="582975" y="268544"/>
                </a:moveTo>
                <a:lnTo>
                  <a:pt x="579160" y="224985"/>
                </a:lnTo>
                <a:lnTo>
                  <a:pt x="568113" y="183663"/>
                </a:lnTo>
                <a:lnTo>
                  <a:pt x="550436" y="145132"/>
                </a:lnTo>
                <a:lnTo>
                  <a:pt x="526729" y="109945"/>
                </a:lnTo>
                <a:lnTo>
                  <a:pt x="497592" y="78654"/>
                </a:lnTo>
                <a:lnTo>
                  <a:pt x="463627" y="51813"/>
                </a:lnTo>
                <a:lnTo>
                  <a:pt x="425433" y="29974"/>
                </a:lnTo>
                <a:lnTo>
                  <a:pt x="383612" y="13690"/>
                </a:lnTo>
                <a:lnTo>
                  <a:pt x="338763" y="3514"/>
                </a:lnTo>
                <a:lnTo>
                  <a:pt x="291487" y="0"/>
                </a:lnTo>
                <a:lnTo>
                  <a:pt x="244212" y="3514"/>
                </a:lnTo>
                <a:lnTo>
                  <a:pt x="199363" y="13690"/>
                </a:lnTo>
                <a:lnTo>
                  <a:pt x="157541" y="29974"/>
                </a:lnTo>
                <a:lnTo>
                  <a:pt x="119348" y="51813"/>
                </a:lnTo>
                <a:lnTo>
                  <a:pt x="85382" y="78654"/>
                </a:lnTo>
                <a:lnTo>
                  <a:pt x="56246" y="109945"/>
                </a:lnTo>
                <a:lnTo>
                  <a:pt x="32539" y="145132"/>
                </a:lnTo>
                <a:lnTo>
                  <a:pt x="14862" y="183663"/>
                </a:lnTo>
                <a:lnTo>
                  <a:pt x="3815" y="224985"/>
                </a:lnTo>
                <a:lnTo>
                  <a:pt x="0" y="268544"/>
                </a:lnTo>
                <a:lnTo>
                  <a:pt x="3815" y="312107"/>
                </a:lnTo>
                <a:lnTo>
                  <a:pt x="14862" y="353431"/>
                </a:lnTo>
                <a:lnTo>
                  <a:pt x="32539" y="391964"/>
                </a:lnTo>
                <a:lnTo>
                  <a:pt x="56246" y="427153"/>
                </a:lnTo>
                <a:lnTo>
                  <a:pt x="85383" y="458445"/>
                </a:lnTo>
                <a:lnTo>
                  <a:pt x="119348" y="485287"/>
                </a:lnTo>
                <a:lnTo>
                  <a:pt x="157542" y="507126"/>
                </a:lnTo>
                <a:lnTo>
                  <a:pt x="199363" y="523411"/>
                </a:lnTo>
                <a:lnTo>
                  <a:pt x="244212" y="533586"/>
                </a:lnTo>
                <a:lnTo>
                  <a:pt x="291488" y="537101"/>
                </a:lnTo>
                <a:lnTo>
                  <a:pt x="338763" y="533586"/>
                </a:lnTo>
                <a:lnTo>
                  <a:pt x="383612" y="523411"/>
                </a:lnTo>
                <a:lnTo>
                  <a:pt x="425434" y="507126"/>
                </a:lnTo>
                <a:lnTo>
                  <a:pt x="463627" y="485287"/>
                </a:lnTo>
                <a:lnTo>
                  <a:pt x="497593" y="458445"/>
                </a:lnTo>
                <a:lnTo>
                  <a:pt x="526729" y="427153"/>
                </a:lnTo>
                <a:lnTo>
                  <a:pt x="550436" y="391964"/>
                </a:lnTo>
                <a:lnTo>
                  <a:pt x="568113" y="353431"/>
                </a:lnTo>
                <a:lnTo>
                  <a:pt x="579160" y="312107"/>
                </a:lnTo>
                <a:lnTo>
                  <a:pt x="582975" y="268544"/>
                </a:lnTo>
                <a:close/>
              </a:path>
            </a:pathLst>
          </a:custGeom>
          <a:ln w="283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717466" y="4066982"/>
            <a:ext cx="193040" cy="118745"/>
          </a:xfrm>
          <a:custGeom>
            <a:avLst/>
            <a:gdLst/>
            <a:ahLst/>
            <a:cxnLst/>
            <a:rect l="l" t="t" r="r" b="b"/>
            <a:pathLst>
              <a:path w="193040" h="118745">
                <a:moveTo>
                  <a:pt x="0" y="0"/>
                </a:moveTo>
                <a:lnTo>
                  <a:pt x="0" y="118223"/>
                </a:lnTo>
                <a:lnTo>
                  <a:pt x="192497" y="5911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689125" y="4071277"/>
            <a:ext cx="193040" cy="118745"/>
          </a:xfrm>
          <a:custGeom>
            <a:avLst/>
            <a:gdLst/>
            <a:ahLst/>
            <a:cxnLst/>
            <a:rect l="l" t="t" r="r" b="b"/>
            <a:pathLst>
              <a:path w="193040" h="118745">
                <a:moveTo>
                  <a:pt x="0" y="0"/>
                </a:moveTo>
                <a:lnTo>
                  <a:pt x="0" y="118261"/>
                </a:lnTo>
                <a:lnTo>
                  <a:pt x="192497" y="5911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177909" y="4398939"/>
            <a:ext cx="0" cy="196215"/>
          </a:xfrm>
          <a:custGeom>
            <a:avLst/>
            <a:gdLst/>
            <a:ahLst/>
            <a:cxnLst/>
            <a:rect l="l" t="t" r="r" b="b"/>
            <a:pathLst>
              <a:path h="196214">
                <a:moveTo>
                  <a:pt x="0" y="0"/>
                </a:moveTo>
                <a:lnTo>
                  <a:pt x="0" y="196049"/>
                </a:lnTo>
              </a:path>
            </a:pathLst>
          </a:custGeom>
          <a:ln w="296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113743" y="4580209"/>
            <a:ext cx="128905" cy="177800"/>
          </a:xfrm>
          <a:custGeom>
            <a:avLst/>
            <a:gdLst/>
            <a:ahLst/>
            <a:cxnLst/>
            <a:rect l="l" t="t" r="r" b="b"/>
            <a:pathLst>
              <a:path w="128904" h="177800">
                <a:moveTo>
                  <a:pt x="128331" y="0"/>
                </a:moveTo>
                <a:lnTo>
                  <a:pt x="0" y="0"/>
                </a:lnTo>
                <a:lnTo>
                  <a:pt x="64165" y="177353"/>
                </a:lnTo>
                <a:lnTo>
                  <a:pt x="1283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669382" y="5030011"/>
            <a:ext cx="212725" cy="0"/>
          </a:xfrm>
          <a:custGeom>
            <a:avLst/>
            <a:gdLst/>
            <a:ahLst/>
            <a:cxnLst/>
            <a:rect l="l" t="t" r="r" b="b"/>
            <a:pathLst>
              <a:path w="212725">
                <a:moveTo>
                  <a:pt x="212240" y="0"/>
                </a:moveTo>
                <a:lnTo>
                  <a:pt x="0" y="0"/>
                </a:lnTo>
              </a:path>
            </a:pathLst>
          </a:custGeom>
          <a:ln w="272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492926" y="4970893"/>
            <a:ext cx="193040" cy="118745"/>
          </a:xfrm>
          <a:custGeom>
            <a:avLst/>
            <a:gdLst/>
            <a:ahLst/>
            <a:cxnLst/>
            <a:rect l="l" t="t" r="r" b="b"/>
            <a:pathLst>
              <a:path w="193040" h="118745">
                <a:moveTo>
                  <a:pt x="192497" y="0"/>
                </a:moveTo>
                <a:lnTo>
                  <a:pt x="0" y="59117"/>
                </a:lnTo>
                <a:lnTo>
                  <a:pt x="192497" y="118235"/>
                </a:lnTo>
                <a:lnTo>
                  <a:pt x="1924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697737" y="5025602"/>
            <a:ext cx="212725" cy="0"/>
          </a:xfrm>
          <a:custGeom>
            <a:avLst/>
            <a:gdLst/>
            <a:ahLst/>
            <a:cxnLst/>
            <a:rect l="l" t="t" r="r" b="b"/>
            <a:pathLst>
              <a:path w="212725">
                <a:moveTo>
                  <a:pt x="212226" y="0"/>
                </a:moveTo>
                <a:lnTo>
                  <a:pt x="0" y="0"/>
                </a:lnTo>
              </a:path>
            </a:pathLst>
          </a:custGeom>
          <a:ln w="272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521281" y="4966484"/>
            <a:ext cx="193040" cy="118745"/>
          </a:xfrm>
          <a:custGeom>
            <a:avLst/>
            <a:gdLst/>
            <a:ahLst/>
            <a:cxnLst/>
            <a:rect l="l" t="t" r="r" b="b"/>
            <a:pathLst>
              <a:path w="193040" h="118745">
                <a:moveTo>
                  <a:pt x="192497" y="0"/>
                </a:moveTo>
                <a:lnTo>
                  <a:pt x="0" y="59117"/>
                </a:lnTo>
                <a:lnTo>
                  <a:pt x="192497" y="118235"/>
                </a:lnTo>
                <a:lnTo>
                  <a:pt x="1924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34853" y="4561551"/>
            <a:ext cx="0" cy="195580"/>
          </a:xfrm>
          <a:custGeom>
            <a:avLst/>
            <a:gdLst/>
            <a:ahLst/>
            <a:cxnLst/>
            <a:rect l="l" t="t" r="r" b="b"/>
            <a:pathLst>
              <a:path h="195579">
                <a:moveTo>
                  <a:pt x="0" y="195544"/>
                </a:moveTo>
                <a:lnTo>
                  <a:pt x="0" y="0"/>
                </a:lnTo>
              </a:path>
            </a:pathLst>
          </a:custGeom>
          <a:ln w="296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170687" y="4398977"/>
            <a:ext cx="128905" cy="177800"/>
          </a:xfrm>
          <a:custGeom>
            <a:avLst/>
            <a:gdLst/>
            <a:ahLst/>
            <a:cxnLst/>
            <a:rect l="l" t="t" r="r" b="b"/>
            <a:pathLst>
              <a:path w="128904" h="177800">
                <a:moveTo>
                  <a:pt x="64165" y="0"/>
                </a:moveTo>
                <a:lnTo>
                  <a:pt x="0" y="177353"/>
                </a:lnTo>
                <a:lnTo>
                  <a:pt x="128331" y="177353"/>
                </a:lnTo>
                <a:lnTo>
                  <a:pt x="641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618475" y="3772403"/>
            <a:ext cx="97790" cy="268605"/>
          </a:xfrm>
          <a:custGeom>
            <a:avLst/>
            <a:gdLst/>
            <a:ahLst/>
            <a:cxnLst/>
            <a:rect l="l" t="t" r="r" b="b"/>
            <a:pathLst>
              <a:path w="97790" h="268604">
                <a:moveTo>
                  <a:pt x="97167" y="0"/>
                </a:moveTo>
                <a:lnTo>
                  <a:pt x="0" y="268557"/>
                </a:lnTo>
              </a:path>
            </a:pathLst>
          </a:custGeom>
          <a:ln w="163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590134" y="3772403"/>
            <a:ext cx="97155" cy="268605"/>
          </a:xfrm>
          <a:custGeom>
            <a:avLst/>
            <a:gdLst/>
            <a:ahLst/>
            <a:cxnLst/>
            <a:rect l="l" t="t" r="r" b="b"/>
            <a:pathLst>
              <a:path w="97154" h="268604">
                <a:moveTo>
                  <a:pt x="97071" y="0"/>
                </a:moveTo>
                <a:lnTo>
                  <a:pt x="0" y="268557"/>
                </a:lnTo>
              </a:path>
            </a:pathLst>
          </a:custGeom>
          <a:ln w="163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270182" y="4398977"/>
            <a:ext cx="97790" cy="268605"/>
          </a:xfrm>
          <a:custGeom>
            <a:avLst/>
            <a:gdLst/>
            <a:ahLst/>
            <a:cxnLst/>
            <a:rect l="l" t="t" r="r" b="b"/>
            <a:pathLst>
              <a:path w="97790" h="268604">
                <a:moveTo>
                  <a:pt x="97208" y="0"/>
                </a:moveTo>
                <a:lnTo>
                  <a:pt x="0" y="268557"/>
                </a:lnTo>
              </a:path>
            </a:pathLst>
          </a:custGeom>
          <a:ln w="163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590135" y="5115125"/>
            <a:ext cx="97155" cy="268605"/>
          </a:xfrm>
          <a:custGeom>
            <a:avLst/>
            <a:gdLst/>
            <a:ahLst/>
            <a:cxnLst/>
            <a:rect l="l" t="t" r="r" b="b"/>
            <a:pathLst>
              <a:path w="97154" h="268604">
                <a:moveTo>
                  <a:pt x="97071" y="0"/>
                </a:moveTo>
                <a:lnTo>
                  <a:pt x="0" y="268555"/>
                </a:lnTo>
              </a:path>
            </a:pathLst>
          </a:custGeom>
          <a:ln w="163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618476" y="5115125"/>
            <a:ext cx="97790" cy="268605"/>
          </a:xfrm>
          <a:custGeom>
            <a:avLst/>
            <a:gdLst/>
            <a:ahLst/>
            <a:cxnLst/>
            <a:rect l="l" t="t" r="r" b="b"/>
            <a:pathLst>
              <a:path w="97790" h="268604">
                <a:moveTo>
                  <a:pt x="97167" y="0"/>
                </a:moveTo>
                <a:lnTo>
                  <a:pt x="0" y="268555"/>
                </a:lnTo>
              </a:path>
            </a:pathLst>
          </a:custGeom>
          <a:ln w="163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938347" y="4398977"/>
            <a:ext cx="97790" cy="268605"/>
          </a:xfrm>
          <a:custGeom>
            <a:avLst/>
            <a:gdLst/>
            <a:ahLst/>
            <a:cxnLst/>
            <a:rect l="l" t="t" r="r" b="b"/>
            <a:pathLst>
              <a:path w="97789" h="268604">
                <a:moveTo>
                  <a:pt x="97167" y="0"/>
                </a:moveTo>
                <a:lnTo>
                  <a:pt x="0" y="268557"/>
                </a:lnTo>
              </a:path>
            </a:pathLst>
          </a:custGeom>
          <a:ln w="163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470481" y="3725220"/>
            <a:ext cx="1898650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  <a:tabLst>
                <a:tab pos="231140" algn="l"/>
                <a:tab pos="585470" algn="l"/>
                <a:tab pos="1022350" algn="l"/>
                <a:tab pos="1202690" algn="l"/>
                <a:tab pos="1557020" algn="l"/>
              </a:tabLst>
            </a:pPr>
            <a:r>
              <a:rPr sz="2350" b="1" u="heavy" spc="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50" b="1" spc="60" dirty="0">
                <a:latin typeface="Times New Roman"/>
                <a:cs typeface="Times New Roman"/>
              </a:rPr>
              <a:t>	</a:t>
            </a:r>
            <a:r>
              <a:rPr sz="2350" b="1" u="heavy" spc="1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2350" b="1" spc="120" dirty="0">
                <a:latin typeface="Times New Roman"/>
                <a:cs typeface="Times New Roman"/>
              </a:rPr>
              <a:t>	</a:t>
            </a:r>
            <a:r>
              <a:rPr sz="3525" b="1" spc="150" baseline="-33096" dirty="0">
                <a:latin typeface="Times New Roman"/>
                <a:cs typeface="Times New Roman"/>
              </a:rPr>
              <a:t>S</a:t>
            </a:r>
            <a:r>
              <a:rPr sz="2325" b="1" spc="150" baseline="-62724" dirty="0">
                <a:latin typeface="Times New Roman"/>
                <a:cs typeface="Times New Roman"/>
              </a:rPr>
              <a:t>1	</a:t>
            </a:r>
            <a:r>
              <a:rPr sz="1550" b="1" u="heavy" spc="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50" b="1" spc="100" dirty="0">
                <a:latin typeface="Times New Roman"/>
                <a:cs typeface="Times New Roman"/>
              </a:rPr>
              <a:t>	</a:t>
            </a:r>
            <a:r>
              <a:rPr sz="2350" b="1" u="heavy" spc="1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2350" b="1" spc="120" dirty="0">
                <a:latin typeface="Times New Roman"/>
                <a:cs typeface="Times New Roman"/>
              </a:rPr>
              <a:t>	</a:t>
            </a:r>
            <a:r>
              <a:rPr sz="3525" b="1" spc="150" baseline="-33096" dirty="0">
                <a:latin typeface="Times New Roman"/>
                <a:cs typeface="Times New Roman"/>
              </a:rPr>
              <a:t>S</a:t>
            </a:r>
            <a:r>
              <a:rPr sz="2325" b="1" spc="150" baseline="-62724" dirty="0">
                <a:latin typeface="Times New Roman"/>
                <a:cs typeface="Times New Roman"/>
              </a:rPr>
              <a:t>2</a:t>
            </a:r>
            <a:endParaRPr sz="2325" baseline="-62724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160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341117" y="4351795"/>
            <a:ext cx="190500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b="1" spc="120" dirty="0">
                <a:latin typeface="Times New Roman"/>
                <a:cs typeface="Times New Roman"/>
              </a:rPr>
              <a:t>0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35533" y="4800699"/>
            <a:ext cx="720725" cy="6565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92430">
              <a:lnSpc>
                <a:spcPts val="2460"/>
              </a:lnSpc>
              <a:spcBef>
                <a:spcPts val="135"/>
              </a:spcBef>
            </a:pPr>
            <a:r>
              <a:rPr sz="2350" b="1" spc="100" dirty="0">
                <a:latin typeface="Times New Roman"/>
                <a:cs typeface="Times New Roman"/>
              </a:rPr>
              <a:t>S</a:t>
            </a:r>
            <a:r>
              <a:rPr sz="2325" b="1" spc="150" baseline="-12544" dirty="0">
                <a:latin typeface="Times New Roman"/>
                <a:cs typeface="Times New Roman"/>
              </a:rPr>
              <a:t>3</a:t>
            </a:r>
            <a:endParaRPr sz="2325" baseline="-12544">
              <a:latin typeface="Times New Roman"/>
              <a:cs typeface="Times New Roman"/>
            </a:endParaRPr>
          </a:p>
          <a:p>
            <a:pPr marL="38100">
              <a:lnSpc>
                <a:spcPts val="2460"/>
              </a:lnSpc>
            </a:pPr>
            <a:r>
              <a:rPr sz="2350" b="1" spc="120" dirty="0">
                <a:latin typeface="Times New Roman"/>
                <a:cs typeface="Times New Roman"/>
              </a:rPr>
              <a:t>0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63901" y="4800699"/>
            <a:ext cx="720725" cy="6565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92430">
              <a:lnSpc>
                <a:spcPts val="2460"/>
              </a:lnSpc>
              <a:spcBef>
                <a:spcPts val="135"/>
              </a:spcBef>
            </a:pPr>
            <a:r>
              <a:rPr sz="2350" b="1" spc="100" dirty="0">
                <a:latin typeface="Times New Roman"/>
                <a:cs typeface="Times New Roman"/>
              </a:rPr>
              <a:t>S</a:t>
            </a:r>
            <a:r>
              <a:rPr sz="2325" b="1" spc="150" baseline="-12544" dirty="0">
                <a:latin typeface="Times New Roman"/>
                <a:cs typeface="Times New Roman"/>
              </a:rPr>
              <a:t>4</a:t>
            </a:r>
            <a:endParaRPr sz="2325" baseline="-12544">
              <a:latin typeface="Times New Roman"/>
              <a:cs typeface="Times New Roman"/>
            </a:endParaRPr>
          </a:p>
          <a:p>
            <a:pPr marL="38100">
              <a:lnSpc>
                <a:spcPts val="2460"/>
              </a:lnSpc>
            </a:pPr>
            <a:r>
              <a:rPr sz="2350" b="1" spc="120" dirty="0">
                <a:latin typeface="Times New Roman"/>
                <a:cs typeface="Times New Roman"/>
              </a:rPr>
              <a:t>0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83773" y="3823039"/>
            <a:ext cx="429259" cy="1367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 indent="62865">
              <a:lnSpc>
                <a:spcPct val="124600"/>
              </a:lnSpc>
              <a:spcBef>
                <a:spcPts val="90"/>
              </a:spcBef>
            </a:pPr>
            <a:r>
              <a:rPr sz="2350" b="1" spc="130" dirty="0">
                <a:latin typeface="Times New Roman"/>
                <a:cs typeface="Times New Roman"/>
              </a:rPr>
              <a:t>S</a:t>
            </a:r>
            <a:r>
              <a:rPr sz="2325" b="1" spc="60" baseline="-12544" dirty="0">
                <a:latin typeface="Times New Roman"/>
                <a:cs typeface="Times New Roman"/>
              </a:rPr>
              <a:t>0  </a:t>
            </a:r>
            <a:r>
              <a:rPr sz="2350" b="1" spc="120" dirty="0"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  <a:p>
            <a:pPr marL="100965">
              <a:lnSpc>
                <a:spcPct val="100000"/>
              </a:lnSpc>
              <a:spcBef>
                <a:spcPts val="715"/>
              </a:spcBef>
            </a:pPr>
            <a:r>
              <a:rPr sz="2350" b="1" spc="100" dirty="0">
                <a:latin typeface="Times New Roman"/>
                <a:cs typeface="Times New Roman"/>
              </a:rPr>
              <a:t>S</a:t>
            </a:r>
            <a:r>
              <a:rPr sz="2325" b="1" spc="150" baseline="-12544" dirty="0">
                <a:latin typeface="Times New Roman"/>
                <a:cs typeface="Times New Roman"/>
              </a:rPr>
              <a:t>5</a:t>
            </a:r>
            <a:endParaRPr sz="2325" baseline="-12544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8044" y="1423542"/>
            <a:ext cx="197738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0" dirty="0">
                <a:solidFill>
                  <a:srgbClr val="C00000"/>
                </a:solidFill>
                <a:latin typeface="华文楷体"/>
                <a:cs typeface="华文楷体"/>
              </a:rPr>
              <a:t>4、状态编码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2544" y="2216276"/>
            <a:ext cx="284416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6个状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态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，2</a:t>
            </a:r>
            <a:r>
              <a:rPr sz="2775" b="1" baseline="25525" dirty="0">
                <a:solidFill>
                  <a:srgbClr val="7E4D00"/>
                </a:solidFill>
                <a:latin typeface="华文楷体"/>
                <a:cs typeface="华文楷体"/>
              </a:rPr>
              <a:t>2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&lt;6&lt;2</a:t>
            </a:r>
            <a:r>
              <a:rPr sz="2775" b="1" baseline="25525" dirty="0">
                <a:solidFill>
                  <a:srgbClr val="7E4D00"/>
                </a:solidFill>
                <a:latin typeface="华文楷体"/>
                <a:cs typeface="华文楷体"/>
              </a:rPr>
              <a:t>3</a:t>
            </a:r>
            <a:endParaRPr sz="2775" baseline="25525">
              <a:latin typeface="华文楷体"/>
              <a:cs typeface="华文楷体"/>
            </a:endParaRPr>
          </a:p>
          <a:p>
            <a:pPr marL="25400">
              <a:lnSpc>
                <a:spcPct val="100000"/>
              </a:lnSpc>
              <a:spcBef>
                <a:spcPts val="2880"/>
              </a:spcBef>
            </a:pP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需要3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个触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发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器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8044" y="3587648"/>
            <a:ext cx="2684780" cy="188531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69900" marR="5080" indent="-457200">
              <a:lnSpc>
                <a:spcPct val="142900"/>
              </a:lnSpc>
              <a:spcBef>
                <a:spcPts val="340"/>
              </a:spcBef>
            </a:pP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5、做次态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卡诺图 </a:t>
            </a: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求输出方程 和驱动方程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256358" y="2310587"/>
            <a:ext cx="582930" cy="538480"/>
          </a:xfrm>
          <a:custGeom>
            <a:avLst/>
            <a:gdLst/>
            <a:ahLst/>
            <a:cxnLst/>
            <a:rect l="l" t="t" r="r" b="b"/>
            <a:pathLst>
              <a:path w="582929" h="538480">
                <a:moveTo>
                  <a:pt x="582764" y="269073"/>
                </a:moveTo>
                <a:lnTo>
                  <a:pt x="578950" y="225433"/>
                </a:lnTo>
                <a:lnTo>
                  <a:pt x="567909" y="184033"/>
                </a:lnTo>
                <a:lnTo>
                  <a:pt x="550241" y="145427"/>
                </a:lnTo>
                <a:lnTo>
                  <a:pt x="526546" y="110170"/>
                </a:lnTo>
                <a:lnTo>
                  <a:pt x="497422" y="78817"/>
                </a:lnTo>
                <a:lnTo>
                  <a:pt x="463472" y="51921"/>
                </a:lnTo>
                <a:lnTo>
                  <a:pt x="425293" y="30037"/>
                </a:lnTo>
                <a:lnTo>
                  <a:pt x="383487" y="13719"/>
                </a:lnTo>
                <a:lnTo>
                  <a:pt x="338653" y="3522"/>
                </a:lnTo>
                <a:lnTo>
                  <a:pt x="291390" y="0"/>
                </a:lnTo>
                <a:lnTo>
                  <a:pt x="244124" y="3522"/>
                </a:lnTo>
                <a:lnTo>
                  <a:pt x="199287" y="13719"/>
                </a:lnTo>
                <a:lnTo>
                  <a:pt x="157478" y="30037"/>
                </a:lnTo>
                <a:lnTo>
                  <a:pt x="119297" y="51921"/>
                </a:lnTo>
                <a:lnTo>
                  <a:pt x="85345" y="78817"/>
                </a:lnTo>
                <a:lnTo>
                  <a:pt x="56220" y="110170"/>
                </a:lnTo>
                <a:lnTo>
                  <a:pt x="32523" y="145427"/>
                </a:lnTo>
                <a:lnTo>
                  <a:pt x="14854" y="184032"/>
                </a:lnTo>
                <a:lnTo>
                  <a:pt x="3813" y="225433"/>
                </a:lnTo>
                <a:lnTo>
                  <a:pt x="0" y="269073"/>
                </a:lnTo>
                <a:lnTo>
                  <a:pt x="3813" y="312716"/>
                </a:lnTo>
                <a:lnTo>
                  <a:pt x="14854" y="354117"/>
                </a:lnTo>
                <a:lnTo>
                  <a:pt x="32523" y="392722"/>
                </a:lnTo>
                <a:lnTo>
                  <a:pt x="56220" y="427976"/>
                </a:lnTo>
                <a:lnTo>
                  <a:pt x="85345" y="459327"/>
                </a:lnTo>
                <a:lnTo>
                  <a:pt x="119297" y="486220"/>
                </a:lnTo>
                <a:lnTo>
                  <a:pt x="157478" y="508101"/>
                </a:lnTo>
                <a:lnTo>
                  <a:pt x="199287" y="524417"/>
                </a:lnTo>
                <a:lnTo>
                  <a:pt x="244125" y="534612"/>
                </a:lnTo>
                <a:lnTo>
                  <a:pt x="291391" y="538134"/>
                </a:lnTo>
                <a:lnTo>
                  <a:pt x="338653" y="534612"/>
                </a:lnTo>
                <a:lnTo>
                  <a:pt x="383487" y="524417"/>
                </a:lnTo>
                <a:lnTo>
                  <a:pt x="425293" y="508101"/>
                </a:lnTo>
                <a:lnTo>
                  <a:pt x="463472" y="486220"/>
                </a:lnTo>
                <a:lnTo>
                  <a:pt x="497422" y="459327"/>
                </a:lnTo>
                <a:lnTo>
                  <a:pt x="526546" y="427976"/>
                </a:lnTo>
                <a:lnTo>
                  <a:pt x="550241" y="392722"/>
                </a:lnTo>
                <a:lnTo>
                  <a:pt x="567909" y="354117"/>
                </a:lnTo>
                <a:lnTo>
                  <a:pt x="578950" y="312716"/>
                </a:lnTo>
                <a:lnTo>
                  <a:pt x="582764" y="269073"/>
                </a:lnTo>
                <a:close/>
              </a:path>
            </a:pathLst>
          </a:custGeom>
          <a:ln w="283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27643" y="2310587"/>
            <a:ext cx="582930" cy="538480"/>
          </a:xfrm>
          <a:custGeom>
            <a:avLst/>
            <a:gdLst/>
            <a:ahLst/>
            <a:cxnLst/>
            <a:rect l="l" t="t" r="r" b="b"/>
            <a:pathLst>
              <a:path w="582929" h="538480">
                <a:moveTo>
                  <a:pt x="582719" y="269073"/>
                </a:moveTo>
                <a:lnTo>
                  <a:pt x="578908" y="225433"/>
                </a:lnTo>
                <a:lnTo>
                  <a:pt x="567875" y="184033"/>
                </a:lnTo>
                <a:lnTo>
                  <a:pt x="550218" y="145427"/>
                </a:lnTo>
                <a:lnTo>
                  <a:pt x="526535" y="110170"/>
                </a:lnTo>
                <a:lnTo>
                  <a:pt x="497423" y="78817"/>
                </a:lnTo>
                <a:lnTo>
                  <a:pt x="463483" y="51921"/>
                </a:lnTo>
                <a:lnTo>
                  <a:pt x="425310" y="30037"/>
                </a:lnTo>
                <a:lnTo>
                  <a:pt x="383505" y="13719"/>
                </a:lnTo>
                <a:lnTo>
                  <a:pt x="338664" y="3522"/>
                </a:lnTo>
                <a:lnTo>
                  <a:pt x="291386" y="0"/>
                </a:lnTo>
                <a:lnTo>
                  <a:pt x="244120" y="3522"/>
                </a:lnTo>
                <a:lnTo>
                  <a:pt x="199283" y="13719"/>
                </a:lnTo>
                <a:lnTo>
                  <a:pt x="157475" y="30037"/>
                </a:lnTo>
                <a:lnTo>
                  <a:pt x="119295" y="51921"/>
                </a:lnTo>
                <a:lnTo>
                  <a:pt x="85343" y="78817"/>
                </a:lnTo>
                <a:lnTo>
                  <a:pt x="56219" y="110170"/>
                </a:lnTo>
                <a:lnTo>
                  <a:pt x="32522" y="145427"/>
                </a:lnTo>
                <a:lnTo>
                  <a:pt x="14854" y="184032"/>
                </a:lnTo>
                <a:lnTo>
                  <a:pt x="3813" y="225433"/>
                </a:lnTo>
                <a:lnTo>
                  <a:pt x="0" y="269073"/>
                </a:lnTo>
                <a:lnTo>
                  <a:pt x="3813" y="312716"/>
                </a:lnTo>
                <a:lnTo>
                  <a:pt x="14854" y="354117"/>
                </a:lnTo>
                <a:lnTo>
                  <a:pt x="32523" y="392722"/>
                </a:lnTo>
                <a:lnTo>
                  <a:pt x="56219" y="427976"/>
                </a:lnTo>
                <a:lnTo>
                  <a:pt x="85343" y="459327"/>
                </a:lnTo>
                <a:lnTo>
                  <a:pt x="119295" y="486220"/>
                </a:lnTo>
                <a:lnTo>
                  <a:pt x="157475" y="508101"/>
                </a:lnTo>
                <a:lnTo>
                  <a:pt x="199283" y="524417"/>
                </a:lnTo>
                <a:lnTo>
                  <a:pt x="244121" y="534612"/>
                </a:lnTo>
                <a:lnTo>
                  <a:pt x="291387" y="538134"/>
                </a:lnTo>
                <a:lnTo>
                  <a:pt x="338664" y="534612"/>
                </a:lnTo>
                <a:lnTo>
                  <a:pt x="383505" y="524417"/>
                </a:lnTo>
                <a:lnTo>
                  <a:pt x="425310" y="508101"/>
                </a:lnTo>
                <a:lnTo>
                  <a:pt x="463483" y="486220"/>
                </a:lnTo>
                <a:lnTo>
                  <a:pt x="497424" y="459327"/>
                </a:lnTo>
                <a:lnTo>
                  <a:pt x="526535" y="427976"/>
                </a:lnTo>
                <a:lnTo>
                  <a:pt x="550218" y="392722"/>
                </a:lnTo>
                <a:lnTo>
                  <a:pt x="567875" y="354117"/>
                </a:lnTo>
                <a:lnTo>
                  <a:pt x="578908" y="312716"/>
                </a:lnTo>
                <a:lnTo>
                  <a:pt x="582719" y="269073"/>
                </a:lnTo>
                <a:close/>
              </a:path>
            </a:pathLst>
          </a:custGeom>
          <a:ln w="283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98924" y="2310587"/>
            <a:ext cx="582930" cy="538480"/>
          </a:xfrm>
          <a:custGeom>
            <a:avLst/>
            <a:gdLst/>
            <a:ahLst/>
            <a:cxnLst/>
            <a:rect l="l" t="t" r="r" b="b"/>
            <a:pathLst>
              <a:path w="582929" h="538480">
                <a:moveTo>
                  <a:pt x="582773" y="269073"/>
                </a:moveTo>
                <a:lnTo>
                  <a:pt x="578959" y="225433"/>
                </a:lnTo>
                <a:lnTo>
                  <a:pt x="567916" y="184033"/>
                </a:lnTo>
                <a:lnTo>
                  <a:pt x="550245" y="145427"/>
                </a:lnTo>
                <a:lnTo>
                  <a:pt x="526546" y="110170"/>
                </a:lnTo>
                <a:lnTo>
                  <a:pt x="497420" y="78817"/>
                </a:lnTo>
                <a:lnTo>
                  <a:pt x="463466" y="51921"/>
                </a:lnTo>
                <a:lnTo>
                  <a:pt x="425286" y="30037"/>
                </a:lnTo>
                <a:lnTo>
                  <a:pt x="383479" y="13719"/>
                </a:lnTo>
                <a:lnTo>
                  <a:pt x="338646" y="3522"/>
                </a:lnTo>
                <a:lnTo>
                  <a:pt x="291386" y="0"/>
                </a:lnTo>
                <a:lnTo>
                  <a:pt x="244127" y="3522"/>
                </a:lnTo>
                <a:lnTo>
                  <a:pt x="199294" y="13719"/>
                </a:lnTo>
                <a:lnTo>
                  <a:pt x="157487" y="30037"/>
                </a:lnTo>
                <a:lnTo>
                  <a:pt x="119306" y="51921"/>
                </a:lnTo>
                <a:lnTo>
                  <a:pt x="85353" y="78817"/>
                </a:lnTo>
                <a:lnTo>
                  <a:pt x="56226" y="110170"/>
                </a:lnTo>
                <a:lnTo>
                  <a:pt x="32528" y="145427"/>
                </a:lnTo>
                <a:lnTo>
                  <a:pt x="14857" y="184032"/>
                </a:lnTo>
                <a:lnTo>
                  <a:pt x="3814" y="225433"/>
                </a:lnTo>
                <a:lnTo>
                  <a:pt x="0" y="269073"/>
                </a:lnTo>
                <a:lnTo>
                  <a:pt x="3814" y="312716"/>
                </a:lnTo>
                <a:lnTo>
                  <a:pt x="14857" y="354117"/>
                </a:lnTo>
                <a:lnTo>
                  <a:pt x="32528" y="392722"/>
                </a:lnTo>
                <a:lnTo>
                  <a:pt x="56227" y="427976"/>
                </a:lnTo>
                <a:lnTo>
                  <a:pt x="85353" y="459327"/>
                </a:lnTo>
                <a:lnTo>
                  <a:pt x="119306" y="486220"/>
                </a:lnTo>
                <a:lnTo>
                  <a:pt x="157487" y="508101"/>
                </a:lnTo>
                <a:lnTo>
                  <a:pt x="199294" y="524417"/>
                </a:lnTo>
                <a:lnTo>
                  <a:pt x="244127" y="534612"/>
                </a:lnTo>
                <a:lnTo>
                  <a:pt x="291387" y="538134"/>
                </a:lnTo>
                <a:lnTo>
                  <a:pt x="338646" y="534612"/>
                </a:lnTo>
                <a:lnTo>
                  <a:pt x="383479" y="524417"/>
                </a:lnTo>
                <a:lnTo>
                  <a:pt x="425286" y="508101"/>
                </a:lnTo>
                <a:lnTo>
                  <a:pt x="463467" y="486220"/>
                </a:lnTo>
                <a:lnTo>
                  <a:pt x="497420" y="459327"/>
                </a:lnTo>
                <a:lnTo>
                  <a:pt x="526546" y="427976"/>
                </a:lnTo>
                <a:lnTo>
                  <a:pt x="550245" y="392722"/>
                </a:lnTo>
                <a:lnTo>
                  <a:pt x="567916" y="354117"/>
                </a:lnTo>
                <a:lnTo>
                  <a:pt x="578959" y="312716"/>
                </a:lnTo>
                <a:lnTo>
                  <a:pt x="582773" y="269073"/>
                </a:lnTo>
                <a:close/>
              </a:path>
            </a:pathLst>
          </a:custGeom>
          <a:ln w="283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56359" y="3207489"/>
            <a:ext cx="582930" cy="538480"/>
          </a:xfrm>
          <a:custGeom>
            <a:avLst/>
            <a:gdLst/>
            <a:ahLst/>
            <a:cxnLst/>
            <a:rect l="l" t="t" r="r" b="b"/>
            <a:pathLst>
              <a:path w="582929" h="538479">
                <a:moveTo>
                  <a:pt x="582764" y="269073"/>
                </a:moveTo>
                <a:lnTo>
                  <a:pt x="578950" y="225426"/>
                </a:lnTo>
                <a:lnTo>
                  <a:pt x="567909" y="184023"/>
                </a:lnTo>
                <a:lnTo>
                  <a:pt x="550241" y="145416"/>
                </a:lnTo>
                <a:lnTo>
                  <a:pt x="526546" y="110159"/>
                </a:lnTo>
                <a:lnTo>
                  <a:pt x="497422" y="78807"/>
                </a:lnTo>
                <a:lnTo>
                  <a:pt x="463472" y="51914"/>
                </a:lnTo>
                <a:lnTo>
                  <a:pt x="425293" y="30032"/>
                </a:lnTo>
                <a:lnTo>
                  <a:pt x="383487" y="13717"/>
                </a:lnTo>
                <a:lnTo>
                  <a:pt x="338653" y="3521"/>
                </a:lnTo>
                <a:lnTo>
                  <a:pt x="291390" y="0"/>
                </a:lnTo>
                <a:lnTo>
                  <a:pt x="244124" y="3521"/>
                </a:lnTo>
                <a:lnTo>
                  <a:pt x="199287" y="13717"/>
                </a:lnTo>
                <a:lnTo>
                  <a:pt x="157478" y="30032"/>
                </a:lnTo>
                <a:lnTo>
                  <a:pt x="119297" y="51913"/>
                </a:lnTo>
                <a:lnTo>
                  <a:pt x="85345" y="78807"/>
                </a:lnTo>
                <a:lnTo>
                  <a:pt x="56220" y="110159"/>
                </a:lnTo>
                <a:lnTo>
                  <a:pt x="32523" y="145416"/>
                </a:lnTo>
                <a:lnTo>
                  <a:pt x="14854" y="184023"/>
                </a:lnTo>
                <a:lnTo>
                  <a:pt x="3813" y="225426"/>
                </a:lnTo>
                <a:lnTo>
                  <a:pt x="0" y="269073"/>
                </a:lnTo>
                <a:lnTo>
                  <a:pt x="3813" y="312716"/>
                </a:lnTo>
                <a:lnTo>
                  <a:pt x="14854" y="354118"/>
                </a:lnTo>
                <a:lnTo>
                  <a:pt x="32523" y="392724"/>
                </a:lnTo>
                <a:lnTo>
                  <a:pt x="56220" y="427981"/>
                </a:lnTo>
                <a:lnTo>
                  <a:pt x="85345" y="459334"/>
                </a:lnTo>
                <a:lnTo>
                  <a:pt x="119297" y="486229"/>
                </a:lnTo>
                <a:lnTo>
                  <a:pt x="157478" y="508111"/>
                </a:lnTo>
                <a:lnTo>
                  <a:pt x="199287" y="524428"/>
                </a:lnTo>
                <a:lnTo>
                  <a:pt x="244125" y="534624"/>
                </a:lnTo>
                <a:lnTo>
                  <a:pt x="291391" y="538146"/>
                </a:lnTo>
                <a:lnTo>
                  <a:pt x="338653" y="534624"/>
                </a:lnTo>
                <a:lnTo>
                  <a:pt x="383487" y="524428"/>
                </a:lnTo>
                <a:lnTo>
                  <a:pt x="425293" y="508111"/>
                </a:lnTo>
                <a:lnTo>
                  <a:pt x="463472" y="486229"/>
                </a:lnTo>
                <a:lnTo>
                  <a:pt x="497422" y="459334"/>
                </a:lnTo>
                <a:lnTo>
                  <a:pt x="526546" y="427981"/>
                </a:lnTo>
                <a:lnTo>
                  <a:pt x="550241" y="392724"/>
                </a:lnTo>
                <a:lnTo>
                  <a:pt x="567909" y="354118"/>
                </a:lnTo>
                <a:lnTo>
                  <a:pt x="578950" y="312716"/>
                </a:lnTo>
                <a:lnTo>
                  <a:pt x="582764" y="269073"/>
                </a:lnTo>
                <a:close/>
              </a:path>
            </a:pathLst>
          </a:custGeom>
          <a:ln w="283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27644" y="3207490"/>
            <a:ext cx="582930" cy="538480"/>
          </a:xfrm>
          <a:custGeom>
            <a:avLst/>
            <a:gdLst/>
            <a:ahLst/>
            <a:cxnLst/>
            <a:rect l="l" t="t" r="r" b="b"/>
            <a:pathLst>
              <a:path w="582929" h="538479">
                <a:moveTo>
                  <a:pt x="582719" y="269073"/>
                </a:moveTo>
                <a:lnTo>
                  <a:pt x="578908" y="225426"/>
                </a:lnTo>
                <a:lnTo>
                  <a:pt x="567875" y="184023"/>
                </a:lnTo>
                <a:lnTo>
                  <a:pt x="550218" y="145416"/>
                </a:lnTo>
                <a:lnTo>
                  <a:pt x="526535" y="110159"/>
                </a:lnTo>
                <a:lnTo>
                  <a:pt x="497423" y="78807"/>
                </a:lnTo>
                <a:lnTo>
                  <a:pt x="463483" y="51914"/>
                </a:lnTo>
                <a:lnTo>
                  <a:pt x="425310" y="30032"/>
                </a:lnTo>
                <a:lnTo>
                  <a:pt x="383505" y="13717"/>
                </a:lnTo>
                <a:lnTo>
                  <a:pt x="338664" y="3521"/>
                </a:lnTo>
                <a:lnTo>
                  <a:pt x="291386" y="0"/>
                </a:lnTo>
                <a:lnTo>
                  <a:pt x="244120" y="3521"/>
                </a:lnTo>
                <a:lnTo>
                  <a:pt x="199283" y="13717"/>
                </a:lnTo>
                <a:lnTo>
                  <a:pt x="157475" y="30032"/>
                </a:lnTo>
                <a:lnTo>
                  <a:pt x="119295" y="51913"/>
                </a:lnTo>
                <a:lnTo>
                  <a:pt x="85343" y="78807"/>
                </a:lnTo>
                <a:lnTo>
                  <a:pt x="56219" y="110159"/>
                </a:lnTo>
                <a:lnTo>
                  <a:pt x="32522" y="145416"/>
                </a:lnTo>
                <a:lnTo>
                  <a:pt x="14854" y="184023"/>
                </a:lnTo>
                <a:lnTo>
                  <a:pt x="3813" y="225426"/>
                </a:lnTo>
                <a:lnTo>
                  <a:pt x="0" y="269073"/>
                </a:lnTo>
                <a:lnTo>
                  <a:pt x="3813" y="312716"/>
                </a:lnTo>
                <a:lnTo>
                  <a:pt x="14854" y="354118"/>
                </a:lnTo>
                <a:lnTo>
                  <a:pt x="32523" y="392724"/>
                </a:lnTo>
                <a:lnTo>
                  <a:pt x="56219" y="427981"/>
                </a:lnTo>
                <a:lnTo>
                  <a:pt x="85343" y="459334"/>
                </a:lnTo>
                <a:lnTo>
                  <a:pt x="119295" y="486229"/>
                </a:lnTo>
                <a:lnTo>
                  <a:pt x="157475" y="508111"/>
                </a:lnTo>
                <a:lnTo>
                  <a:pt x="199283" y="524428"/>
                </a:lnTo>
                <a:lnTo>
                  <a:pt x="244121" y="534624"/>
                </a:lnTo>
                <a:lnTo>
                  <a:pt x="291387" y="538146"/>
                </a:lnTo>
                <a:lnTo>
                  <a:pt x="338664" y="534624"/>
                </a:lnTo>
                <a:lnTo>
                  <a:pt x="383505" y="524428"/>
                </a:lnTo>
                <a:lnTo>
                  <a:pt x="425310" y="508111"/>
                </a:lnTo>
                <a:lnTo>
                  <a:pt x="463483" y="486229"/>
                </a:lnTo>
                <a:lnTo>
                  <a:pt x="497424" y="459334"/>
                </a:lnTo>
                <a:lnTo>
                  <a:pt x="526535" y="427981"/>
                </a:lnTo>
                <a:lnTo>
                  <a:pt x="550218" y="392724"/>
                </a:lnTo>
                <a:lnTo>
                  <a:pt x="567875" y="354118"/>
                </a:lnTo>
                <a:lnTo>
                  <a:pt x="578908" y="312716"/>
                </a:lnTo>
                <a:lnTo>
                  <a:pt x="582719" y="269073"/>
                </a:lnTo>
                <a:close/>
              </a:path>
            </a:pathLst>
          </a:custGeom>
          <a:ln w="283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321301" y="3304393"/>
            <a:ext cx="395605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70" dirty="0">
                <a:latin typeface="Times New Roman"/>
                <a:cs typeface="Times New Roman"/>
              </a:rPr>
              <a:t>100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198924" y="3207490"/>
            <a:ext cx="582930" cy="538480"/>
          </a:xfrm>
          <a:custGeom>
            <a:avLst/>
            <a:gdLst/>
            <a:ahLst/>
            <a:cxnLst/>
            <a:rect l="l" t="t" r="r" b="b"/>
            <a:pathLst>
              <a:path w="582929" h="538479">
                <a:moveTo>
                  <a:pt x="582773" y="269073"/>
                </a:moveTo>
                <a:lnTo>
                  <a:pt x="578959" y="225426"/>
                </a:lnTo>
                <a:lnTo>
                  <a:pt x="567916" y="184023"/>
                </a:lnTo>
                <a:lnTo>
                  <a:pt x="550245" y="145416"/>
                </a:lnTo>
                <a:lnTo>
                  <a:pt x="526546" y="110159"/>
                </a:lnTo>
                <a:lnTo>
                  <a:pt x="497420" y="78807"/>
                </a:lnTo>
                <a:lnTo>
                  <a:pt x="463466" y="51914"/>
                </a:lnTo>
                <a:lnTo>
                  <a:pt x="425286" y="30032"/>
                </a:lnTo>
                <a:lnTo>
                  <a:pt x="383479" y="13717"/>
                </a:lnTo>
                <a:lnTo>
                  <a:pt x="338646" y="3521"/>
                </a:lnTo>
                <a:lnTo>
                  <a:pt x="291386" y="0"/>
                </a:lnTo>
                <a:lnTo>
                  <a:pt x="244127" y="3521"/>
                </a:lnTo>
                <a:lnTo>
                  <a:pt x="199294" y="13717"/>
                </a:lnTo>
                <a:lnTo>
                  <a:pt x="157487" y="30032"/>
                </a:lnTo>
                <a:lnTo>
                  <a:pt x="119306" y="51913"/>
                </a:lnTo>
                <a:lnTo>
                  <a:pt x="85353" y="78807"/>
                </a:lnTo>
                <a:lnTo>
                  <a:pt x="56226" y="110159"/>
                </a:lnTo>
                <a:lnTo>
                  <a:pt x="32528" y="145416"/>
                </a:lnTo>
                <a:lnTo>
                  <a:pt x="14857" y="184023"/>
                </a:lnTo>
                <a:lnTo>
                  <a:pt x="3814" y="225426"/>
                </a:lnTo>
                <a:lnTo>
                  <a:pt x="0" y="269073"/>
                </a:lnTo>
                <a:lnTo>
                  <a:pt x="3814" y="312716"/>
                </a:lnTo>
                <a:lnTo>
                  <a:pt x="14857" y="354118"/>
                </a:lnTo>
                <a:lnTo>
                  <a:pt x="32528" y="392724"/>
                </a:lnTo>
                <a:lnTo>
                  <a:pt x="56227" y="427981"/>
                </a:lnTo>
                <a:lnTo>
                  <a:pt x="85353" y="459334"/>
                </a:lnTo>
                <a:lnTo>
                  <a:pt x="119306" y="486229"/>
                </a:lnTo>
                <a:lnTo>
                  <a:pt x="157487" y="508111"/>
                </a:lnTo>
                <a:lnTo>
                  <a:pt x="199294" y="524428"/>
                </a:lnTo>
                <a:lnTo>
                  <a:pt x="244127" y="534624"/>
                </a:lnTo>
                <a:lnTo>
                  <a:pt x="291387" y="538146"/>
                </a:lnTo>
                <a:lnTo>
                  <a:pt x="338646" y="534624"/>
                </a:lnTo>
                <a:lnTo>
                  <a:pt x="383479" y="524428"/>
                </a:lnTo>
                <a:lnTo>
                  <a:pt x="425286" y="508111"/>
                </a:lnTo>
                <a:lnTo>
                  <a:pt x="463467" y="486229"/>
                </a:lnTo>
                <a:lnTo>
                  <a:pt x="497420" y="459334"/>
                </a:lnTo>
                <a:lnTo>
                  <a:pt x="526546" y="427981"/>
                </a:lnTo>
                <a:lnTo>
                  <a:pt x="550245" y="392724"/>
                </a:lnTo>
                <a:lnTo>
                  <a:pt x="567916" y="354118"/>
                </a:lnTo>
                <a:lnTo>
                  <a:pt x="578959" y="312716"/>
                </a:lnTo>
                <a:lnTo>
                  <a:pt x="582773" y="269073"/>
                </a:lnTo>
                <a:close/>
              </a:path>
            </a:pathLst>
          </a:custGeom>
          <a:ln w="283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292582" y="3304394"/>
            <a:ext cx="395605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70" dirty="0">
                <a:latin typeface="Times New Roman"/>
                <a:cs typeface="Times New Roman"/>
              </a:rPr>
              <a:t>011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839095" y="2575357"/>
            <a:ext cx="212725" cy="0"/>
          </a:xfrm>
          <a:custGeom>
            <a:avLst/>
            <a:gdLst/>
            <a:ahLst/>
            <a:cxnLst/>
            <a:rect l="l" t="t" r="r" b="b"/>
            <a:pathLst>
              <a:path w="212725">
                <a:moveTo>
                  <a:pt x="0" y="0"/>
                </a:moveTo>
                <a:lnTo>
                  <a:pt x="212153" y="0"/>
                </a:lnTo>
              </a:path>
            </a:pathLst>
          </a:custGeom>
          <a:ln w="27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35213" y="2516125"/>
            <a:ext cx="193040" cy="118745"/>
          </a:xfrm>
          <a:custGeom>
            <a:avLst/>
            <a:gdLst/>
            <a:ahLst/>
            <a:cxnLst/>
            <a:rect l="l" t="t" r="r" b="b"/>
            <a:pathLst>
              <a:path w="193040" h="118744">
                <a:moveTo>
                  <a:pt x="0" y="0"/>
                </a:moveTo>
                <a:lnTo>
                  <a:pt x="0" y="118463"/>
                </a:lnTo>
                <a:lnTo>
                  <a:pt x="192430" y="5923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810362" y="2579660"/>
            <a:ext cx="212725" cy="0"/>
          </a:xfrm>
          <a:custGeom>
            <a:avLst/>
            <a:gdLst/>
            <a:ahLst/>
            <a:cxnLst/>
            <a:rect l="l" t="t" r="r" b="b"/>
            <a:pathLst>
              <a:path w="212725">
                <a:moveTo>
                  <a:pt x="0" y="0"/>
                </a:moveTo>
                <a:lnTo>
                  <a:pt x="212166" y="0"/>
                </a:lnTo>
              </a:path>
            </a:pathLst>
          </a:custGeom>
          <a:ln w="27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006493" y="2520429"/>
            <a:ext cx="193040" cy="118745"/>
          </a:xfrm>
          <a:custGeom>
            <a:avLst/>
            <a:gdLst/>
            <a:ahLst/>
            <a:cxnLst/>
            <a:rect l="l" t="t" r="r" b="b"/>
            <a:pathLst>
              <a:path w="193040" h="118744">
                <a:moveTo>
                  <a:pt x="0" y="0"/>
                </a:moveTo>
                <a:lnTo>
                  <a:pt x="0" y="118463"/>
                </a:lnTo>
                <a:lnTo>
                  <a:pt x="192430" y="5923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495108" y="2848696"/>
            <a:ext cx="0" cy="196850"/>
          </a:xfrm>
          <a:custGeom>
            <a:avLst/>
            <a:gdLst/>
            <a:ahLst/>
            <a:cxnLst/>
            <a:rect l="l" t="t" r="r" b="b"/>
            <a:pathLst>
              <a:path h="196850">
                <a:moveTo>
                  <a:pt x="0" y="0"/>
                </a:moveTo>
                <a:lnTo>
                  <a:pt x="0" y="196413"/>
                </a:lnTo>
              </a:path>
            </a:pathLst>
          </a:custGeom>
          <a:ln w="296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430964" y="3030301"/>
            <a:ext cx="128905" cy="177800"/>
          </a:xfrm>
          <a:custGeom>
            <a:avLst/>
            <a:gdLst/>
            <a:ahLst/>
            <a:cxnLst/>
            <a:rect l="l" t="t" r="r" b="b"/>
            <a:pathLst>
              <a:path w="128904" h="177800">
                <a:moveTo>
                  <a:pt x="128287" y="0"/>
                </a:moveTo>
                <a:lnTo>
                  <a:pt x="0" y="0"/>
                </a:lnTo>
                <a:lnTo>
                  <a:pt x="64143" y="177694"/>
                </a:lnTo>
                <a:lnTo>
                  <a:pt x="12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986757" y="3480967"/>
            <a:ext cx="212725" cy="0"/>
          </a:xfrm>
          <a:custGeom>
            <a:avLst/>
            <a:gdLst/>
            <a:ahLst/>
            <a:cxnLst/>
            <a:rect l="l" t="t" r="r" b="b"/>
            <a:pathLst>
              <a:path w="212725">
                <a:moveTo>
                  <a:pt x="212166" y="0"/>
                </a:moveTo>
                <a:lnTo>
                  <a:pt x="0" y="0"/>
                </a:lnTo>
              </a:path>
            </a:pathLst>
          </a:custGeom>
          <a:ln w="27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810362" y="3421736"/>
            <a:ext cx="193040" cy="118745"/>
          </a:xfrm>
          <a:custGeom>
            <a:avLst/>
            <a:gdLst/>
            <a:ahLst/>
            <a:cxnLst/>
            <a:rect l="l" t="t" r="r" b="b"/>
            <a:pathLst>
              <a:path w="193040" h="118745">
                <a:moveTo>
                  <a:pt x="192430" y="0"/>
                </a:moveTo>
                <a:lnTo>
                  <a:pt x="0" y="59231"/>
                </a:lnTo>
                <a:lnTo>
                  <a:pt x="192430" y="118463"/>
                </a:lnTo>
                <a:lnTo>
                  <a:pt x="1924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015490" y="3476563"/>
            <a:ext cx="212725" cy="0"/>
          </a:xfrm>
          <a:custGeom>
            <a:avLst/>
            <a:gdLst/>
            <a:ahLst/>
            <a:cxnLst/>
            <a:rect l="l" t="t" r="r" b="b"/>
            <a:pathLst>
              <a:path w="212725">
                <a:moveTo>
                  <a:pt x="212153" y="0"/>
                </a:moveTo>
                <a:lnTo>
                  <a:pt x="0" y="0"/>
                </a:lnTo>
              </a:path>
            </a:pathLst>
          </a:custGeom>
          <a:ln w="27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839095" y="3417331"/>
            <a:ext cx="193040" cy="118745"/>
          </a:xfrm>
          <a:custGeom>
            <a:avLst/>
            <a:gdLst/>
            <a:ahLst/>
            <a:cxnLst/>
            <a:rect l="l" t="t" r="r" b="b"/>
            <a:pathLst>
              <a:path w="193040" h="118745">
                <a:moveTo>
                  <a:pt x="192430" y="0"/>
                </a:moveTo>
                <a:lnTo>
                  <a:pt x="0" y="59231"/>
                </a:lnTo>
                <a:lnTo>
                  <a:pt x="192430" y="118463"/>
                </a:lnTo>
                <a:lnTo>
                  <a:pt x="1924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552766" y="3011608"/>
            <a:ext cx="0" cy="196215"/>
          </a:xfrm>
          <a:custGeom>
            <a:avLst/>
            <a:gdLst/>
            <a:ahLst/>
            <a:cxnLst/>
            <a:rect l="l" t="t" r="r" b="b"/>
            <a:pathLst>
              <a:path h="196214">
                <a:moveTo>
                  <a:pt x="0" y="195919"/>
                </a:moveTo>
                <a:lnTo>
                  <a:pt x="0" y="0"/>
                </a:lnTo>
              </a:path>
            </a:pathLst>
          </a:custGeom>
          <a:ln w="296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488622" y="2848721"/>
            <a:ext cx="128905" cy="177800"/>
          </a:xfrm>
          <a:custGeom>
            <a:avLst/>
            <a:gdLst/>
            <a:ahLst/>
            <a:cxnLst/>
            <a:rect l="l" t="t" r="r" b="b"/>
            <a:pathLst>
              <a:path w="128904" h="177800">
                <a:moveTo>
                  <a:pt x="64143" y="0"/>
                </a:moveTo>
                <a:lnTo>
                  <a:pt x="0" y="177694"/>
                </a:lnTo>
                <a:lnTo>
                  <a:pt x="128287" y="177694"/>
                </a:lnTo>
                <a:lnTo>
                  <a:pt x="64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36256" y="2220853"/>
            <a:ext cx="97155" cy="269240"/>
          </a:xfrm>
          <a:custGeom>
            <a:avLst/>
            <a:gdLst/>
            <a:ahLst/>
            <a:cxnLst/>
            <a:rect l="l" t="t" r="r" b="b"/>
            <a:pathLst>
              <a:path w="97154" h="269239">
                <a:moveTo>
                  <a:pt x="97133" y="0"/>
                </a:moveTo>
                <a:lnTo>
                  <a:pt x="0" y="269073"/>
                </a:lnTo>
              </a:path>
            </a:pathLst>
          </a:custGeom>
          <a:ln w="163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907537" y="2220854"/>
            <a:ext cx="97790" cy="269240"/>
          </a:xfrm>
          <a:custGeom>
            <a:avLst/>
            <a:gdLst/>
            <a:ahLst/>
            <a:cxnLst/>
            <a:rect l="l" t="t" r="r" b="b"/>
            <a:pathLst>
              <a:path w="97790" h="269239">
                <a:moveTo>
                  <a:pt x="97174" y="0"/>
                </a:moveTo>
                <a:lnTo>
                  <a:pt x="0" y="269073"/>
                </a:lnTo>
              </a:path>
            </a:pathLst>
          </a:custGeom>
          <a:ln w="163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587485" y="2848721"/>
            <a:ext cx="97155" cy="269240"/>
          </a:xfrm>
          <a:custGeom>
            <a:avLst/>
            <a:gdLst/>
            <a:ahLst/>
            <a:cxnLst/>
            <a:rect l="l" t="t" r="r" b="b"/>
            <a:pathLst>
              <a:path w="97154" h="269239">
                <a:moveTo>
                  <a:pt x="97037" y="0"/>
                </a:moveTo>
                <a:lnTo>
                  <a:pt x="0" y="269073"/>
                </a:lnTo>
              </a:path>
            </a:pathLst>
          </a:custGeom>
          <a:ln w="163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907537" y="3566246"/>
            <a:ext cx="97790" cy="269240"/>
          </a:xfrm>
          <a:custGeom>
            <a:avLst/>
            <a:gdLst/>
            <a:ahLst/>
            <a:cxnLst/>
            <a:rect l="l" t="t" r="r" b="b"/>
            <a:pathLst>
              <a:path w="97790" h="269239">
                <a:moveTo>
                  <a:pt x="97174" y="0"/>
                </a:moveTo>
                <a:lnTo>
                  <a:pt x="0" y="269075"/>
                </a:lnTo>
              </a:path>
            </a:pathLst>
          </a:custGeom>
          <a:ln w="163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936257" y="3566245"/>
            <a:ext cx="97155" cy="269240"/>
          </a:xfrm>
          <a:custGeom>
            <a:avLst/>
            <a:gdLst/>
            <a:ahLst/>
            <a:cxnLst/>
            <a:rect l="l" t="t" r="r" b="b"/>
            <a:pathLst>
              <a:path w="97154" h="269239">
                <a:moveTo>
                  <a:pt x="97133" y="0"/>
                </a:moveTo>
                <a:lnTo>
                  <a:pt x="0" y="269075"/>
                </a:lnTo>
              </a:path>
            </a:pathLst>
          </a:custGeom>
          <a:ln w="163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256358" y="2848721"/>
            <a:ext cx="97155" cy="269240"/>
          </a:xfrm>
          <a:custGeom>
            <a:avLst/>
            <a:gdLst/>
            <a:ahLst/>
            <a:cxnLst/>
            <a:rect l="l" t="t" r="r" b="b"/>
            <a:pathLst>
              <a:path w="97154" h="269239">
                <a:moveTo>
                  <a:pt x="97123" y="0"/>
                </a:moveTo>
                <a:lnTo>
                  <a:pt x="0" y="269073"/>
                </a:lnTo>
              </a:path>
            </a:pathLst>
          </a:custGeom>
          <a:ln w="163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668397" y="2802788"/>
            <a:ext cx="18986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b="1" spc="95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988448" y="3520308"/>
            <a:ext cx="18986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b="1" spc="95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017236" y="3520308"/>
            <a:ext cx="18986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b="1" spc="95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11929" y="2224821"/>
            <a:ext cx="2426970" cy="137858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930"/>
              </a:spcBef>
              <a:tabLst>
                <a:tab pos="717550" algn="l"/>
                <a:tab pos="1021715" algn="l"/>
                <a:tab pos="1689100" algn="l"/>
                <a:tab pos="1993264" algn="l"/>
              </a:tabLst>
            </a:pPr>
            <a:r>
              <a:rPr sz="1800" b="1" spc="70" dirty="0">
                <a:latin typeface="Times New Roman"/>
                <a:cs typeface="Times New Roman"/>
              </a:rPr>
              <a:t>000	</a:t>
            </a:r>
            <a:r>
              <a:rPr sz="3600" b="1" spc="142" baseline="28935" dirty="0">
                <a:latin typeface="Times New Roman"/>
                <a:cs typeface="Times New Roman"/>
              </a:rPr>
              <a:t>0	</a:t>
            </a:r>
            <a:r>
              <a:rPr sz="1800" b="1" spc="70" dirty="0">
                <a:latin typeface="Times New Roman"/>
                <a:cs typeface="Times New Roman"/>
              </a:rPr>
              <a:t>001	</a:t>
            </a:r>
            <a:r>
              <a:rPr sz="3600" b="1" spc="142" baseline="28935" dirty="0">
                <a:latin typeface="Times New Roman"/>
                <a:cs typeface="Times New Roman"/>
              </a:rPr>
              <a:t>0	</a:t>
            </a:r>
            <a:r>
              <a:rPr sz="1800" b="1" spc="70" dirty="0">
                <a:latin typeface="Times New Roman"/>
                <a:cs typeface="Times New Roman"/>
              </a:rPr>
              <a:t>010</a:t>
            </a:r>
            <a:endParaRPr sz="1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30"/>
              </a:spcBef>
            </a:pPr>
            <a:r>
              <a:rPr sz="2400" b="1" spc="95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075"/>
              </a:spcBef>
            </a:pPr>
            <a:r>
              <a:rPr sz="1800" b="1" spc="70" dirty="0">
                <a:latin typeface="Times New Roman"/>
                <a:cs typeface="Times New Roman"/>
              </a:rPr>
              <a:t>101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246179" y="1448185"/>
            <a:ext cx="758190" cy="699770"/>
          </a:xfrm>
          <a:custGeom>
            <a:avLst/>
            <a:gdLst/>
            <a:ahLst/>
            <a:cxnLst/>
            <a:rect l="l" t="t" r="r" b="b"/>
            <a:pathLst>
              <a:path w="758190" h="699769">
                <a:moveTo>
                  <a:pt x="757606" y="349820"/>
                </a:moveTo>
                <a:lnTo>
                  <a:pt x="754147" y="302365"/>
                </a:lnTo>
                <a:lnTo>
                  <a:pt x="744074" y="256847"/>
                </a:lnTo>
                <a:lnTo>
                  <a:pt x="727837" y="213682"/>
                </a:lnTo>
                <a:lnTo>
                  <a:pt x="705888" y="173288"/>
                </a:lnTo>
                <a:lnTo>
                  <a:pt x="678677" y="136083"/>
                </a:lnTo>
                <a:lnTo>
                  <a:pt x="646656" y="102484"/>
                </a:lnTo>
                <a:lnTo>
                  <a:pt x="610277" y="72909"/>
                </a:lnTo>
                <a:lnTo>
                  <a:pt x="569991" y="47775"/>
                </a:lnTo>
                <a:lnTo>
                  <a:pt x="526249" y="27499"/>
                </a:lnTo>
                <a:lnTo>
                  <a:pt x="479503" y="12500"/>
                </a:lnTo>
                <a:lnTo>
                  <a:pt x="430204" y="3194"/>
                </a:lnTo>
                <a:lnTo>
                  <a:pt x="378802" y="0"/>
                </a:lnTo>
                <a:lnTo>
                  <a:pt x="327401" y="3194"/>
                </a:lnTo>
                <a:lnTo>
                  <a:pt x="278102" y="12500"/>
                </a:lnTo>
                <a:lnTo>
                  <a:pt x="231355" y="27499"/>
                </a:lnTo>
                <a:lnTo>
                  <a:pt x="187614" y="47775"/>
                </a:lnTo>
                <a:lnTo>
                  <a:pt x="147327" y="72909"/>
                </a:lnTo>
                <a:lnTo>
                  <a:pt x="110949" y="102484"/>
                </a:lnTo>
                <a:lnTo>
                  <a:pt x="78928" y="136083"/>
                </a:lnTo>
                <a:lnTo>
                  <a:pt x="51717" y="173288"/>
                </a:lnTo>
                <a:lnTo>
                  <a:pt x="29768" y="213682"/>
                </a:lnTo>
                <a:lnTo>
                  <a:pt x="13531" y="256847"/>
                </a:lnTo>
                <a:lnTo>
                  <a:pt x="3458" y="302365"/>
                </a:lnTo>
                <a:lnTo>
                  <a:pt x="0" y="349820"/>
                </a:lnTo>
                <a:lnTo>
                  <a:pt x="3458" y="397302"/>
                </a:lnTo>
                <a:lnTo>
                  <a:pt x="13531" y="442838"/>
                </a:lnTo>
                <a:lnTo>
                  <a:pt x="29768" y="486012"/>
                </a:lnTo>
                <a:lnTo>
                  <a:pt x="51717" y="526409"/>
                </a:lnTo>
                <a:lnTo>
                  <a:pt x="78928" y="563611"/>
                </a:lnTo>
                <a:lnTo>
                  <a:pt x="110949" y="597204"/>
                </a:lnTo>
                <a:lnTo>
                  <a:pt x="147328" y="626770"/>
                </a:lnTo>
                <a:lnTo>
                  <a:pt x="187614" y="651894"/>
                </a:lnTo>
                <a:lnTo>
                  <a:pt x="231356" y="672159"/>
                </a:lnTo>
                <a:lnTo>
                  <a:pt x="278102" y="687149"/>
                </a:lnTo>
                <a:lnTo>
                  <a:pt x="327401" y="696449"/>
                </a:lnTo>
                <a:lnTo>
                  <a:pt x="378803" y="699641"/>
                </a:lnTo>
                <a:lnTo>
                  <a:pt x="430204" y="696449"/>
                </a:lnTo>
                <a:lnTo>
                  <a:pt x="479503" y="687149"/>
                </a:lnTo>
                <a:lnTo>
                  <a:pt x="526250" y="672159"/>
                </a:lnTo>
                <a:lnTo>
                  <a:pt x="569991" y="651894"/>
                </a:lnTo>
                <a:lnTo>
                  <a:pt x="610278" y="626770"/>
                </a:lnTo>
                <a:lnTo>
                  <a:pt x="646657" y="597204"/>
                </a:lnTo>
                <a:lnTo>
                  <a:pt x="678677" y="563611"/>
                </a:lnTo>
                <a:lnTo>
                  <a:pt x="705888" y="526409"/>
                </a:lnTo>
                <a:lnTo>
                  <a:pt x="727837" y="486012"/>
                </a:lnTo>
                <a:lnTo>
                  <a:pt x="744074" y="442838"/>
                </a:lnTo>
                <a:lnTo>
                  <a:pt x="754148" y="397302"/>
                </a:lnTo>
                <a:lnTo>
                  <a:pt x="757606" y="349820"/>
                </a:lnTo>
                <a:close/>
              </a:path>
            </a:pathLst>
          </a:custGeom>
          <a:ln w="283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269477" y="1661278"/>
            <a:ext cx="71120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b="1" spc="60" dirty="0">
                <a:latin typeface="Times New Roman"/>
                <a:cs typeface="Times New Roman"/>
              </a:rPr>
              <a:t>Q</a:t>
            </a:r>
            <a:r>
              <a:rPr sz="1350" b="1" spc="89" baseline="-12345" dirty="0">
                <a:latin typeface="Times New Roman"/>
                <a:cs typeface="Times New Roman"/>
              </a:rPr>
              <a:t>2</a:t>
            </a:r>
            <a:r>
              <a:rPr sz="1400" b="1" spc="60" dirty="0">
                <a:latin typeface="Times New Roman"/>
                <a:cs typeface="Times New Roman"/>
              </a:rPr>
              <a:t>Q</a:t>
            </a:r>
            <a:r>
              <a:rPr sz="1350" b="1" spc="89" baseline="-12345" dirty="0">
                <a:latin typeface="Times New Roman"/>
                <a:cs typeface="Times New Roman"/>
              </a:rPr>
              <a:t>1</a:t>
            </a:r>
            <a:r>
              <a:rPr sz="1400" b="1" spc="60" dirty="0">
                <a:latin typeface="Times New Roman"/>
                <a:cs typeface="Times New Roman"/>
              </a:rPr>
              <a:t>Q</a:t>
            </a:r>
            <a:r>
              <a:rPr sz="1350" b="1" spc="89" baseline="-12345" dirty="0">
                <a:latin typeface="Times New Roman"/>
                <a:cs typeface="Times New Roman"/>
              </a:rPr>
              <a:t>0</a:t>
            </a:r>
            <a:endParaRPr sz="1350" baseline="-12345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710766" y="4670557"/>
            <a:ext cx="941069" cy="866140"/>
          </a:xfrm>
          <a:custGeom>
            <a:avLst/>
            <a:gdLst/>
            <a:ahLst/>
            <a:cxnLst/>
            <a:rect l="l" t="t" r="r" b="b"/>
            <a:pathLst>
              <a:path w="941070" h="866139">
                <a:moveTo>
                  <a:pt x="0" y="865561"/>
                </a:moveTo>
                <a:lnTo>
                  <a:pt x="940931" y="865561"/>
                </a:lnTo>
                <a:lnTo>
                  <a:pt x="940930" y="0"/>
                </a:lnTo>
                <a:lnTo>
                  <a:pt x="0" y="0"/>
                </a:lnTo>
                <a:lnTo>
                  <a:pt x="0" y="865561"/>
                </a:lnTo>
                <a:close/>
              </a:path>
            </a:pathLst>
          </a:custGeom>
          <a:ln w="342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651697" y="4670557"/>
            <a:ext cx="941069" cy="866140"/>
          </a:xfrm>
          <a:custGeom>
            <a:avLst/>
            <a:gdLst/>
            <a:ahLst/>
            <a:cxnLst/>
            <a:rect l="l" t="t" r="r" b="b"/>
            <a:pathLst>
              <a:path w="941070" h="866139">
                <a:moveTo>
                  <a:pt x="0" y="865561"/>
                </a:moveTo>
                <a:lnTo>
                  <a:pt x="940931" y="865561"/>
                </a:lnTo>
                <a:lnTo>
                  <a:pt x="940930" y="0"/>
                </a:lnTo>
                <a:lnTo>
                  <a:pt x="0" y="0"/>
                </a:lnTo>
                <a:lnTo>
                  <a:pt x="0" y="865561"/>
                </a:lnTo>
                <a:close/>
              </a:path>
            </a:pathLst>
          </a:custGeom>
          <a:ln w="342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710766" y="5536115"/>
            <a:ext cx="941069" cy="866140"/>
          </a:xfrm>
          <a:custGeom>
            <a:avLst/>
            <a:gdLst/>
            <a:ahLst/>
            <a:cxnLst/>
            <a:rect l="l" t="t" r="r" b="b"/>
            <a:pathLst>
              <a:path w="941070" h="866139">
                <a:moveTo>
                  <a:pt x="0" y="865561"/>
                </a:moveTo>
                <a:lnTo>
                  <a:pt x="940931" y="865561"/>
                </a:lnTo>
                <a:lnTo>
                  <a:pt x="940930" y="0"/>
                </a:lnTo>
                <a:lnTo>
                  <a:pt x="0" y="0"/>
                </a:lnTo>
                <a:lnTo>
                  <a:pt x="0" y="865561"/>
                </a:lnTo>
                <a:close/>
              </a:path>
            </a:pathLst>
          </a:custGeom>
          <a:ln w="342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651697" y="5536115"/>
            <a:ext cx="941069" cy="866140"/>
          </a:xfrm>
          <a:custGeom>
            <a:avLst/>
            <a:gdLst/>
            <a:ahLst/>
            <a:cxnLst/>
            <a:rect l="l" t="t" r="r" b="b"/>
            <a:pathLst>
              <a:path w="941070" h="866139">
                <a:moveTo>
                  <a:pt x="0" y="865561"/>
                </a:moveTo>
                <a:lnTo>
                  <a:pt x="940931" y="865561"/>
                </a:lnTo>
                <a:lnTo>
                  <a:pt x="940930" y="0"/>
                </a:lnTo>
                <a:lnTo>
                  <a:pt x="0" y="0"/>
                </a:lnTo>
                <a:lnTo>
                  <a:pt x="0" y="865561"/>
                </a:lnTo>
                <a:close/>
              </a:path>
            </a:pathLst>
          </a:custGeom>
          <a:ln w="342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240297" y="4237738"/>
            <a:ext cx="470534" cy="433070"/>
          </a:xfrm>
          <a:custGeom>
            <a:avLst/>
            <a:gdLst/>
            <a:ahLst/>
            <a:cxnLst/>
            <a:rect l="l" t="t" r="r" b="b"/>
            <a:pathLst>
              <a:path w="470535" h="433070">
                <a:moveTo>
                  <a:pt x="470468" y="432833"/>
                </a:moveTo>
                <a:lnTo>
                  <a:pt x="0" y="0"/>
                </a:lnTo>
              </a:path>
            </a:pathLst>
          </a:custGeom>
          <a:ln w="342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594338" y="4668908"/>
            <a:ext cx="941069" cy="866140"/>
          </a:xfrm>
          <a:custGeom>
            <a:avLst/>
            <a:gdLst/>
            <a:ahLst/>
            <a:cxnLst/>
            <a:rect l="l" t="t" r="r" b="b"/>
            <a:pathLst>
              <a:path w="941070" h="866139">
                <a:moveTo>
                  <a:pt x="0" y="865561"/>
                </a:moveTo>
                <a:lnTo>
                  <a:pt x="940931" y="865561"/>
                </a:lnTo>
                <a:lnTo>
                  <a:pt x="940930" y="0"/>
                </a:lnTo>
                <a:lnTo>
                  <a:pt x="0" y="0"/>
                </a:lnTo>
                <a:lnTo>
                  <a:pt x="0" y="865561"/>
                </a:lnTo>
                <a:close/>
              </a:path>
            </a:pathLst>
          </a:custGeom>
          <a:ln w="342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535385" y="4668908"/>
            <a:ext cx="941069" cy="866140"/>
          </a:xfrm>
          <a:custGeom>
            <a:avLst/>
            <a:gdLst/>
            <a:ahLst/>
            <a:cxnLst/>
            <a:rect l="l" t="t" r="r" b="b"/>
            <a:pathLst>
              <a:path w="941070" h="866139">
                <a:moveTo>
                  <a:pt x="0" y="865561"/>
                </a:moveTo>
                <a:lnTo>
                  <a:pt x="940931" y="865561"/>
                </a:lnTo>
                <a:lnTo>
                  <a:pt x="940930" y="0"/>
                </a:lnTo>
                <a:lnTo>
                  <a:pt x="0" y="0"/>
                </a:lnTo>
                <a:lnTo>
                  <a:pt x="0" y="865561"/>
                </a:lnTo>
                <a:close/>
              </a:path>
            </a:pathLst>
          </a:custGeom>
          <a:ln w="342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594338" y="5534469"/>
            <a:ext cx="941069" cy="866140"/>
          </a:xfrm>
          <a:custGeom>
            <a:avLst/>
            <a:gdLst/>
            <a:ahLst/>
            <a:cxnLst/>
            <a:rect l="l" t="t" r="r" b="b"/>
            <a:pathLst>
              <a:path w="941070" h="866139">
                <a:moveTo>
                  <a:pt x="0" y="865561"/>
                </a:moveTo>
                <a:lnTo>
                  <a:pt x="940931" y="865561"/>
                </a:lnTo>
                <a:lnTo>
                  <a:pt x="940930" y="0"/>
                </a:lnTo>
                <a:lnTo>
                  <a:pt x="0" y="0"/>
                </a:lnTo>
                <a:lnTo>
                  <a:pt x="0" y="865561"/>
                </a:lnTo>
                <a:close/>
              </a:path>
            </a:pathLst>
          </a:custGeom>
          <a:ln w="342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535385" y="5534469"/>
            <a:ext cx="941069" cy="866140"/>
          </a:xfrm>
          <a:custGeom>
            <a:avLst/>
            <a:gdLst/>
            <a:ahLst/>
            <a:cxnLst/>
            <a:rect l="l" t="t" r="r" b="b"/>
            <a:pathLst>
              <a:path w="941070" h="866139">
                <a:moveTo>
                  <a:pt x="0" y="865561"/>
                </a:moveTo>
                <a:lnTo>
                  <a:pt x="940931" y="865561"/>
                </a:lnTo>
                <a:lnTo>
                  <a:pt x="940930" y="0"/>
                </a:lnTo>
                <a:lnTo>
                  <a:pt x="0" y="0"/>
                </a:lnTo>
                <a:lnTo>
                  <a:pt x="0" y="865561"/>
                </a:lnTo>
                <a:close/>
              </a:path>
            </a:pathLst>
          </a:custGeom>
          <a:ln w="342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715694" y="4665995"/>
            <a:ext cx="932815" cy="860425"/>
          </a:xfrm>
          <a:custGeom>
            <a:avLst/>
            <a:gdLst/>
            <a:ahLst/>
            <a:cxnLst/>
            <a:rect l="l" t="t" r="r" b="b"/>
            <a:pathLst>
              <a:path w="932815" h="860425">
                <a:moveTo>
                  <a:pt x="0" y="859901"/>
                </a:moveTo>
                <a:lnTo>
                  <a:pt x="932547" y="859901"/>
                </a:lnTo>
                <a:lnTo>
                  <a:pt x="932546" y="0"/>
                </a:lnTo>
                <a:lnTo>
                  <a:pt x="0" y="0"/>
                </a:lnTo>
                <a:lnTo>
                  <a:pt x="0" y="859901"/>
                </a:lnTo>
                <a:close/>
              </a:path>
            </a:pathLst>
          </a:custGeom>
          <a:ln w="34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649826" y="4667519"/>
            <a:ext cx="931544" cy="860425"/>
          </a:xfrm>
          <a:custGeom>
            <a:avLst/>
            <a:gdLst/>
            <a:ahLst/>
            <a:cxnLst/>
            <a:rect l="l" t="t" r="r" b="b"/>
            <a:pathLst>
              <a:path w="931545" h="860425">
                <a:moveTo>
                  <a:pt x="0" y="859901"/>
                </a:moveTo>
                <a:lnTo>
                  <a:pt x="931170" y="859901"/>
                </a:lnTo>
                <a:lnTo>
                  <a:pt x="931170" y="0"/>
                </a:lnTo>
                <a:lnTo>
                  <a:pt x="0" y="0"/>
                </a:lnTo>
                <a:lnTo>
                  <a:pt x="0" y="859901"/>
                </a:lnTo>
                <a:close/>
              </a:path>
            </a:pathLst>
          </a:custGeom>
          <a:ln w="340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590214" y="4668994"/>
            <a:ext cx="932815" cy="858519"/>
          </a:xfrm>
          <a:custGeom>
            <a:avLst/>
            <a:gdLst/>
            <a:ahLst/>
            <a:cxnLst/>
            <a:rect l="l" t="t" r="r" b="b"/>
            <a:pathLst>
              <a:path w="932815" h="858520">
                <a:moveTo>
                  <a:pt x="932546" y="0"/>
                </a:moveTo>
                <a:lnTo>
                  <a:pt x="0" y="0"/>
                </a:lnTo>
                <a:lnTo>
                  <a:pt x="0" y="858525"/>
                </a:lnTo>
                <a:lnTo>
                  <a:pt x="12228" y="858525"/>
                </a:lnTo>
                <a:lnTo>
                  <a:pt x="932546" y="11468"/>
                </a:lnTo>
                <a:lnTo>
                  <a:pt x="9325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590214" y="4668994"/>
            <a:ext cx="932815" cy="858519"/>
          </a:xfrm>
          <a:custGeom>
            <a:avLst/>
            <a:gdLst/>
            <a:ahLst/>
            <a:cxnLst/>
            <a:rect l="l" t="t" r="r" b="b"/>
            <a:pathLst>
              <a:path w="932815" h="858520">
                <a:moveTo>
                  <a:pt x="932546" y="11468"/>
                </a:moveTo>
                <a:lnTo>
                  <a:pt x="932546" y="0"/>
                </a:lnTo>
                <a:lnTo>
                  <a:pt x="0" y="0"/>
                </a:lnTo>
                <a:lnTo>
                  <a:pt x="0" y="858525"/>
                </a:lnTo>
              </a:path>
            </a:pathLst>
          </a:custGeom>
          <a:ln w="340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528918" y="4668994"/>
            <a:ext cx="931544" cy="858519"/>
          </a:xfrm>
          <a:custGeom>
            <a:avLst/>
            <a:gdLst/>
            <a:ahLst/>
            <a:cxnLst/>
            <a:rect l="l" t="t" r="r" b="b"/>
            <a:pathLst>
              <a:path w="931545" h="858520">
                <a:moveTo>
                  <a:pt x="0" y="858525"/>
                </a:moveTo>
                <a:lnTo>
                  <a:pt x="931170" y="858525"/>
                </a:lnTo>
                <a:lnTo>
                  <a:pt x="931170" y="0"/>
                </a:lnTo>
                <a:lnTo>
                  <a:pt x="0" y="0"/>
                </a:lnTo>
                <a:lnTo>
                  <a:pt x="0" y="858525"/>
                </a:lnTo>
                <a:close/>
              </a:path>
            </a:pathLst>
          </a:custGeom>
          <a:ln w="339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588986" y="5540722"/>
            <a:ext cx="937894" cy="858519"/>
          </a:xfrm>
          <a:custGeom>
            <a:avLst/>
            <a:gdLst/>
            <a:ahLst/>
            <a:cxnLst/>
            <a:rect l="l" t="t" r="r" b="b"/>
            <a:pathLst>
              <a:path w="937895" h="858520">
                <a:moveTo>
                  <a:pt x="0" y="858525"/>
                </a:moveTo>
                <a:lnTo>
                  <a:pt x="937654" y="858525"/>
                </a:lnTo>
                <a:lnTo>
                  <a:pt x="937653" y="0"/>
                </a:lnTo>
                <a:lnTo>
                  <a:pt x="0" y="0"/>
                </a:lnTo>
                <a:lnTo>
                  <a:pt x="0" y="858525"/>
                </a:lnTo>
              </a:path>
            </a:pathLst>
          </a:custGeom>
          <a:ln w="34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526640" y="5540722"/>
            <a:ext cx="937894" cy="858519"/>
          </a:xfrm>
          <a:custGeom>
            <a:avLst/>
            <a:gdLst/>
            <a:ahLst/>
            <a:cxnLst/>
            <a:rect l="l" t="t" r="r" b="b"/>
            <a:pathLst>
              <a:path w="937895" h="858520">
                <a:moveTo>
                  <a:pt x="0" y="858525"/>
                </a:moveTo>
                <a:lnTo>
                  <a:pt x="937654" y="858525"/>
                </a:lnTo>
                <a:lnTo>
                  <a:pt x="937653" y="0"/>
                </a:lnTo>
                <a:lnTo>
                  <a:pt x="0" y="0"/>
                </a:lnTo>
                <a:lnTo>
                  <a:pt x="0" y="858525"/>
                </a:lnTo>
              </a:path>
            </a:pathLst>
          </a:custGeom>
          <a:ln w="34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649906" y="5531578"/>
            <a:ext cx="932815" cy="858519"/>
          </a:xfrm>
          <a:custGeom>
            <a:avLst/>
            <a:gdLst/>
            <a:ahLst/>
            <a:cxnLst/>
            <a:rect l="l" t="t" r="r" b="b"/>
            <a:pathLst>
              <a:path w="932815" h="858520">
                <a:moveTo>
                  <a:pt x="0" y="858525"/>
                </a:moveTo>
                <a:lnTo>
                  <a:pt x="932547" y="858525"/>
                </a:lnTo>
                <a:lnTo>
                  <a:pt x="932546" y="0"/>
                </a:lnTo>
                <a:lnTo>
                  <a:pt x="0" y="0"/>
                </a:lnTo>
                <a:lnTo>
                  <a:pt x="0" y="858525"/>
                </a:lnTo>
                <a:close/>
              </a:path>
            </a:pathLst>
          </a:custGeom>
          <a:ln w="340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715694" y="5533102"/>
            <a:ext cx="932815" cy="858519"/>
          </a:xfrm>
          <a:custGeom>
            <a:avLst/>
            <a:gdLst/>
            <a:ahLst/>
            <a:cxnLst/>
            <a:rect l="l" t="t" r="r" b="b"/>
            <a:pathLst>
              <a:path w="932815" h="858520">
                <a:moveTo>
                  <a:pt x="0" y="858525"/>
                </a:moveTo>
                <a:lnTo>
                  <a:pt x="932547" y="858525"/>
                </a:lnTo>
                <a:lnTo>
                  <a:pt x="932546" y="0"/>
                </a:lnTo>
                <a:lnTo>
                  <a:pt x="0" y="0"/>
                </a:lnTo>
                <a:lnTo>
                  <a:pt x="0" y="858525"/>
                </a:lnTo>
                <a:close/>
              </a:path>
            </a:pathLst>
          </a:custGeom>
          <a:ln w="340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5156056" y="3978388"/>
            <a:ext cx="4212590" cy="2181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7965">
              <a:lnSpc>
                <a:spcPts val="2080"/>
              </a:lnSpc>
            </a:pPr>
            <a:r>
              <a:rPr sz="3450" i="1" spc="75" baseline="-15700" dirty="0">
                <a:latin typeface="华文楷体"/>
                <a:cs typeface="华文楷体"/>
              </a:rPr>
              <a:t>Q</a:t>
            </a:r>
            <a:r>
              <a:rPr sz="2175" spc="75" baseline="-36398" dirty="0">
                <a:latin typeface="华文楷体"/>
                <a:cs typeface="华文楷体"/>
              </a:rPr>
              <a:t>1</a:t>
            </a:r>
            <a:r>
              <a:rPr sz="1450" spc="50" dirty="0">
                <a:latin typeface="华文楷体"/>
                <a:cs typeface="华文楷体"/>
              </a:rPr>
              <a:t>n</a:t>
            </a:r>
            <a:r>
              <a:rPr sz="3450" i="1" spc="75" baseline="-15700" dirty="0">
                <a:latin typeface="华文楷体"/>
                <a:cs typeface="华文楷体"/>
              </a:rPr>
              <a:t>Q</a:t>
            </a:r>
            <a:r>
              <a:rPr sz="2175" spc="75" baseline="-36398" dirty="0">
                <a:latin typeface="华文楷体"/>
                <a:cs typeface="华文楷体"/>
              </a:rPr>
              <a:t>0</a:t>
            </a:r>
            <a:r>
              <a:rPr sz="1450" spc="50" dirty="0">
                <a:latin typeface="华文楷体"/>
                <a:cs typeface="华文楷体"/>
              </a:rPr>
              <a:t>n</a:t>
            </a:r>
            <a:endParaRPr sz="145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25"/>
              </a:spcBef>
              <a:tabLst>
                <a:tab pos="875665" algn="l"/>
                <a:tab pos="1816100" algn="l"/>
                <a:tab pos="2768600" algn="l"/>
                <a:tab pos="3709670" algn="l"/>
              </a:tabLst>
            </a:pPr>
            <a:r>
              <a:rPr sz="3450" i="1" spc="75" baseline="-28985" dirty="0">
                <a:latin typeface="华文楷体"/>
                <a:cs typeface="华文楷体"/>
              </a:rPr>
              <a:t>Q</a:t>
            </a:r>
            <a:r>
              <a:rPr sz="2175" spc="75" baseline="-57471" dirty="0">
                <a:latin typeface="华文楷体"/>
                <a:cs typeface="华文楷体"/>
              </a:rPr>
              <a:t>2</a:t>
            </a:r>
            <a:r>
              <a:rPr sz="2175" spc="75" baseline="-21072" dirty="0">
                <a:latin typeface="华文楷体"/>
                <a:cs typeface="华文楷体"/>
              </a:rPr>
              <a:t>n	</a:t>
            </a:r>
            <a:r>
              <a:rPr sz="2150" b="1" spc="100" dirty="0">
                <a:latin typeface="Times New Roman"/>
                <a:cs typeface="Times New Roman"/>
              </a:rPr>
              <a:t>00	01	</a:t>
            </a:r>
            <a:r>
              <a:rPr sz="3225" b="1" spc="150" baseline="2583" dirty="0">
                <a:latin typeface="Times New Roman"/>
                <a:cs typeface="Times New Roman"/>
              </a:rPr>
              <a:t>11	10</a:t>
            </a:r>
            <a:endParaRPr sz="3225" baseline="2583">
              <a:latin typeface="Times New Roman"/>
              <a:cs typeface="Times New Roman"/>
            </a:endParaRPr>
          </a:p>
          <a:p>
            <a:pPr marL="279400">
              <a:lnSpc>
                <a:spcPct val="100000"/>
              </a:lnSpc>
              <a:spcBef>
                <a:spcPts val="1814"/>
              </a:spcBef>
              <a:tabLst>
                <a:tab pos="650875" algn="l"/>
                <a:tab pos="1584960" algn="l"/>
                <a:tab pos="2525395" algn="l"/>
                <a:tab pos="3463925" algn="l"/>
              </a:tabLst>
            </a:pPr>
            <a:r>
              <a:rPr sz="3225" b="1" spc="150" baseline="1291" dirty="0">
                <a:latin typeface="Times New Roman"/>
                <a:cs typeface="Times New Roman"/>
              </a:rPr>
              <a:t>0	</a:t>
            </a:r>
            <a:r>
              <a:rPr sz="2350" b="1" spc="105" dirty="0">
                <a:latin typeface="Times New Roman"/>
                <a:cs typeface="Times New Roman"/>
              </a:rPr>
              <a:t>001/0	010/0	</a:t>
            </a:r>
            <a:r>
              <a:rPr sz="2350" b="1" spc="120" dirty="0">
                <a:latin typeface="Times New Roman"/>
                <a:cs typeface="Times New Roman"/>
              </a:rPr>
              <a:t>100	</a:t>
            </a:r>
            <a:r>
              <a:rPr sz="2350" b="1" spc="105" dirty="0">
                <a:latin typeface="Times New Roman"/>
                <a:cs typeface="Times New Roman"/>
              </a:rPr>
              <a:t>011/0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500">
              <a:latin typeface="Times New Roman"/>
              <a:cs typeface="Times New Roman"/>
            </a:endParaRPr>
          </a:p>
          <a:p>
            <a:pPr marL="279400">
              <a:lnSpc>
                <a:spcPct val="100000"/>
              </a:lnSpc>
              <a:tabLst>
                <a:tab pos="650875" algn="l"/>
                <a:tab pos="1584960" algn="l"/>
                <a:tab pos="2767330" algn="l"/>
                <a:tab pos="3705225" algn="l"/>
              </a:tabLst>
            </a:pPr>
            <a:r>
              <a:rPr sz="3225" b="1" spc="150" baseline="2583" dirty="0">
                <a:latin typeface="Times New Roman"/>
                <a:cs typeface="Times New Roman"/>
              </a:rPr>
              <a:t>1	</a:t>
            </a:r>
            <a:r>
              <a:rPr sz="3525" b="1" spc="157" baseline="2364" dirty="0">
                <a:latin typeface="Times New Roman"/>
                <a:cs typeface="Times New Roman"/>
              </a:rPr>
              <a:t>101/0	000/1	</a:t>
            </a:r>
            <a:r>
              <a:rPr sz="2350" i="1" spc="204" dirty="0">
                <a:latin typeface="华文楷体"/>
                <a:cs typeface="华文楷体"/>
              </a:rPr>
              <a:t>Φ	Φ</a:t>
            </a:r>
            <a:endParaRPr sz="2350">
              <a:latin typeface="华文楷体"/>
              <a:cs typeface="华文楷体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091684" y="4073652"/>
            <a:ext cx="4451985" cy="2392680"/>
          </a:xfrm>
          <a:custGeom>
            <a:avLst/>
            <a:gdLst/>
            <a:ahLst/>
            <a:cxnLst/>
            <a:rect l="l" t="t" r="r" b="b"/>
            <a:pathLst>
              <a:path w="4451984" h="2392679">
                <a:moveTo>
                  <a:pt x="0" y="2392680"/>
                </a:moveTo>
                <a:lnTo>
                  <a:pt x="4451604" y="2392680"/>
                </a:lnTo>
                <a:lnTo>
                  <a:pt x="4451604" y="0"/>
                </a:lnTo>
                <a:lnTo>
                  <a:pt x="0" y="0"/>
                </a:lnTo>
                <a:lnTo>
                  <a:pt x="0" y="23926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710766" y="4674701"/>
            <a:ext cx="941069" cy="865505"/>
          </a:xfrm>
          <a:custGeom>
            <a:avLst/>
            <a:gdLst/>
            <a:ahLst/>
            <a:cxnLst/>
            <a:rect l="l" t="t" r="r" b="b"/>
            <a:pathLst>
              <a:path w="941070" h="865504">
                <a:moveTo>
                  <a:pt x="0" y="865032"/>
                </a:moveTo>
                <a:lnTo>
                  <a:pt x="940931" y="865032"/>
                </a:lnTo>
                <a:lnTo>
                  <a:pt x="940930" y="0"/>
                </a:lnTo>
                <a:lnTo>
                  <a:pt x="0" y="0"/>
                </a:lnTo>
                <a:lnTo>
                  <a:pt x="0" y="865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651697" y="4674701"/>
            <a:ext cx="941069" cy="865505"/>
          </a:xfrm>
          <a:custGeom>
            <a:avLst/>
            <a:gdLst/>
            <a:ahLst/>
            <a:cxnLst/>
            <a:rect l="l" t="t" r="r" b="b"/>
            <a:pathLst>
              <a:path w="941070" h="865504">
                <a:moveTo>
                  <a:pt x="0" y="865032"/>
                </a:moveTo>
                <a:lnTo>
                  <a:pt x="940931" y="865032"/>
                </a:lnTo>
                <a:lnTo>
                  <a:pt x="940930" y="0"/>
                </a:lnTo>
                <a:lnTo>
                  <a:pt x="0" y="0"/>
                </a:lnTo>
                <a:lnTo>
                  <a:pt x="0" y="865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710766" y="5539730"/>
            <a:ext cx="941069" cy="865505"/>
          </a:xfrm>
          <a:custGeom>
            <a:avLst/>
            <a:gdLst/>
            <a:ahLst/>
            <a:cxnLst/>
            <a:rect l="l" t="t" r="r" b="b"/>
            <a:pathLst>
              <a:path w="941070" h="865504">
                <a:moveTo>
                  <a:pt x="0" y="865032"/>
                </a:moveTo>
                <a:lnTo>
                  <a:pt x="940931" y="865032"/>
                </a:lnTo>
                <a:lnTo>
                  <a:pt x="940930" y="0"/>
                </a:lnTo>
                <a:lnTo>
                  <a:pt x="0" y="0"/>
                </a:lnTo>
                <a:lnTo>
                  <a:pt x="0" y="865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651697" y="5539730"/>
            <a:ext cx="941069" cy="865505"/>
          </a:xfrm>
          <a:custGeom>
            <a:avLst/>
            <a:gdLst/>
            <a:ahLst/>
            <a:cxnLst/>
            <a:rect l="l" t="t" r="r" b="b"/>
            <a:pathLst>
              <a:path w="941070" h="865504">
                <a:moveTo>
                  <a:pt x="0" y="865032"/>
                </a:moveTo>
                <a:lnTo>
                  <a:pt x="940931" y="865032"/>
                </a:lnTo>
                <a:lnTo>
                  <a:pt x="940930" y="0"/>
                </a:lnTo>
                <a:lnTo>
                  <a:pt x="0" y="0"/>
                </a:lnTo>
                <a:lnTo>
                  <a:pt x="0" y="865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240297" y="4242146"/>
            <a:ext cx="470534" cy="433070"/>
          </a:xfrm>
          <a:custGeom>
            <a:avLst/>
            <a:gdLst/>
            <a:ahLst/>
            <a:cxnLst/>
            <a:rect l="l" t="t" r="r" b="b"/>
            <a:pathLst>
              <a:path w="470535" h="433070">
                <a:moveTo>
                  <a:pt x="470468" y="432569"/>
                </a:moveTo>
                <a:lnTo>
                  <a:pt x="0" y="0"/>
                </a:lnTo>
              </a:path>
            </a:pathLst>
          </a:custGeom>
          <a:ln w="342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5117956" y="4176483"/>
            <a:ext cx="519430" cy="1080770"/>
          </a:xfrm>
          <a:prstGeom prst="rect">
            <a:avLst/>
          </a:prstGeom>
        </p:spPr>
        <p:txBody>
          <a:bodyPr vert="horz" wrap="square" lIns="0" tIns="2057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20"/>
              </a:spcBef>
            </a:pPr>
            <a:r>
              <a:rPr sz="3450" i="1" spc="75" baseline="-15700" dirty="0">
                <a:latin typeface="华文楷体"/>
                <a:cs typeface="华文楷体"/>
              </a:rPr>
              <a:t>Q</a:t>
            </a:r>
            <a:r>
              <a:rPr sz="2175" spc="75" baseline="-36398" dirty="0">
                <a:latin typeface="华文楷体"/>
                <a:cs typeface="华文楷体"/>
              </a:rPr>
              <a:t>2</a:t>
            </a:r>
            <a:r>
              <a:rPr sz="1450" spc="50" dirty="0">
                <a:latin typeface="华文楷体"/>
                <a:cs typeface="华文楷体"/>
              </a:rPr>
              <a:t>n</a:t>
            </a:r>
            <a:endParaRPr sz="1450">
              <a:latin typeface="华文楷体"/>
              <a:cs typeface="华文楷体"/>
            </a:endParaRPr>
          </a:p>
          <a:p>
            <a:pPr marL="331470">
              <a:lnSpc>
                <a:spcPct val="100000"/>
              </a:lnSpc>
              <a:spcBef>
                <a:spcPts val="1445"/>
              </a:spcBef>
            </a:pPr>
            <a:r>
              <a:rPr sz="2150" b="1" spc="100" dirty="0">
                <a:latin typeface="Times New Roman"/>
                <a:cs typeface="Times New Roman"/>
              </a:rPr>
              <a:t>0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436980" y="5767288"/>
            <a:ext cx="175260" cy="3556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100" dirty="0">
                <a:latin typeface="Times New Roman"/>
                <a:cs typeface="Times New Roman"/>
              </a:rPr>
              <a:t>1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019151" y="4334880"/>
            <a:ext cx="324485" cy="3556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100" dirty="0">
                <a:latin typeface="Times New Roman"/>
                <a:cs typeface="Times New Roman"/>
              </a:rPr>
              <a:t>00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960082" y="4334880"/>
            <a:ext cx="324485" cy="3556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100" dirty="0">
                <a:latin typeface="Times New Roman"/>
                <a:cs typeface="Times New Roman"/>
              </a:rPr>
              <a:t>01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7594338" y="4673053"/>
            <a:ext cx="941069" cy="865505"/>
          </a:xfrm>
          <a:custGeom>
            <a:avLst/>
            <a:gdLst/>
            <a:ahLst/>
            <a:cxnLst/>
            <a:rect l="l" t="t" r="r" b="b"/>
            <a:pathLst>
              <a:path w="941070" h="865504">
                <a:moveTo>
                  <a:pt x="0" y="865032"/>
                </a:moveTo>
                <a:lnTo>
                  <a:pt x="940931" y="865032"/>
                </a:lnTo>
                <a:lnTo>
                  <a:pt x="940930" y="0"/>
                </a:lnTo>
                <a:lnTo>
                  <a:pt x="0" y="0"/>
                </a:lnTo>
                <a:lnTo>
                  <a:pt x="0" y="865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535385" y="4673053"/>
            <a:ext cx="941069" cy="865505"/>
          </a:xfrm>
          <a:custGeom>
            <a:avLst/>
            <a:gdLst/>
            <a:ahLst/>
            <a:cxnLst/>
            <a:rect l="l" t="t" r="r" b="b"/>
            <a:pathLst>
              <a:path w="941070" h="865504">
                <a:moveTo>
                  <a:pt x="0" y="865032"/>
                </a:moveTo>
                <a:lnTo>
                  <a:pt x="940931" y="865032"/>
                </a:lnTo>
                <a:lnTo>
                  <a:pt x="940930" y="0"/>
                </a:lnTo>
                <a:lnTo>
                  <a:pt x="0" y="0"/>
                </a:lnTo>
                <a:lnTo>
                  <a:pt x="0" y="865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594338" y="5538085"/>
            <a:ext cx="941069" cy="865505"/>
          </a:xfrm>
          <a:custGeom>
            <a:avLst/>
            <a:gdLst/>
            <a:ahLst/>
            <a:cxnLst/>
            <a:rect l="l" t="t" r="r" b="b"/>
            <a:pathLst>
              <a:path w="941070" h="865504">
                <a:moveTo>
                  <a:pt x="0" y="865032"/>
                </a:moveTo>
                <a:lnTo>
                  <a:pt x="940931" y="865032"/>
                </a:lnTo>
                <a:lnTo>
                  <a:pt x="940930" y="0"/>
                </a:lnTo>
                <a:lnTo>
                  <a:pt x="0" y="0"/>
                </a:lnTo>
                <a:lnTo>
                  <a:pt x="0" y="865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535385" y="5538085"/>
            <a:ext cx="941069" cy="865505"/>
          </a:xfrm>
          <a:custGeom>
            <a:avLst/>
            <a:gdLst/>
            <a:ahLst/>
            <a:cxnLst/>
            <a:rect l="l" t="t" r="r" b="b"/>
            <a:pathLst>
              <a:path w="941070" h="865504">
                <a:moveTo>
                  <a:pt x="0" y="865032"/>
                </a:moveTo>
                <a:lnTo>
                  <a:pt x="940931" y="865032"/>
                </a:lnTo>
                <a:lnTo>
                  <a:pt x="940930" y="0"/>
                </a:lnTo>
                <a:lnTo>
                  <a:pt x="0" y="0"/>
                </a:lnTo>
                <a:lnTo>
                  <a:pt x="0" y="865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1" name="object 71"/>
          <p:cNvGraphicFramePr>
            <a:graphicFrameLocks noGrp="1"/>
          </p:cNvGraphicFramePr>
          <p:nvPr/>
        </p:nvGraphicFramePr>
        <p:xfrm>
          <a:off x="5693564" y="4656675"/>
          <a:ext cx="3765548" cy="17300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58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30"/>
                        </a:spcBef>
                      </a:pPr>
                      <a:r>
                        <a:rPr sz="2400" b="1" spc="95" dirty="0">
                          <a:latin typeface="Times New Roman"/>
                          <a:cs typeface="Times New Roman"/>
                        </a:rPr>
                        <a:t>001/0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197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173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01</a:t>
                      </a: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/0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197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sz="2400" b="1" spc="95" dirty="0">
                          <a:latin typeface="Times New Roman"/>
                          <a:cs typeface="Times New Roman"/>
                        </a:rPr>
                        <a:t>100/0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184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sz="2400" b="1" spc="95" dirty="0">
                          <a:latin typeface="Times New Roman"/>
                          <a:cs typeface="Times New Roman"/>
                        </a:rPr>
                        <a:t>011/0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184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2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2400" b="1" spc="95" dirty="0">
                          <a:latin typeface="Times New Roman"/>
                          <a:cs typeface="Times New Roman"/>
                        </a:rPr>
                        <a:t>101/0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190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00</a:t>
                      </a: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/1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190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r>
                        <a:rPr sz="2400" i="1" dirty="0">
                          <a:latin typeface="华文楷体"/>
                          <a:cs typeface="华文楷体"/>
                        </a:rPr>
                        <a:t>Φ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T="22097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r>
                        <a:rPr sz="2400" i="1" dirty="0">
                          <a:latin typeface="华文楷体"/>
                          <a:cs typeface="华文楷体"/>
                        </a:rPr>
                        <a:t>Φ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T="22097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5" name="object 75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161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912248" y="4324505"/>
            <a:ext cx="324485" cy="3556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100" dirty="0">
                <a:latin typeface="Times New Roman"/>
                <a:cs typeface="Times New Roman"/>
              </a:rPr>
              <a:t>11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853130" y="4324505"/>
            <a:ext cx="324485" cy="3556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100" dirty="0">
                <a:latin typeface="Times New Roman"/>
                <a:cs typeface="Times New Roman"/>
              </a:rPr>
              <a:t>10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346237" y="3883750"/>
            <a:ext cx="928369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450" i="1" spc="75" baseline="-15700" dirty="0">
                <a:latin typeface="华文楷体"/>
                <a:cs typeface="华文楷体"/>
              </a:rPr>
              <a:t>Q</a:t>
            </a:r>
            <a:r>
              <a:rPr sz="2175" spc="75" baseline="-36398" dirty="0">
                <a:latin typeface="华文楷体"/>
                <a:cs typeface="华文楷体"/>
              </a:rPr>
              <a:t>1</a:t>
            </a:r>
            <a:r>
              <a:rPr sz="1450" spc="50" dirty="0">
                <a:latin typeface="华文楷体"/>
                <a:cs typeface="华文楷体"/>
              </a:rPr>
              <a:t>n</a:t>
            </a:r>
            <a:r>
              <a:rPr sz="3450" i="1" spc="75" baseline="-15700" dirty="0">
                <a:latin typeface="华文楷体"/>
                <a:cs typeface="华文楷体"/>
              </a:rPr>
              <a:t>Q</a:t>
            </a:r>
            <a:r>
              <a:rPr sz="2175" spc="75" baseline="-36398" dirty="0">
                <a:latin typeface="华文楷体"/>
                <a:cs typeface="华文楷体"/>
              </a:rPr>
              <a:t>0</a:t>
            </a:r>
            <a:r>
              <a:rPr sz="1450" spc="50" dirty="0">
                <a:latin typeface="华文楷体"/>
                <a:cs typeface="华文楷体"/>
              </a:rPr>
              <a:t>n</a:t>
            </a:r>
            <a:endParaRPr sz="145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38285" y="1704511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10" h="716280">
                <a:moveTo>
                  <a:pt x="0" y="715656"/>
                </a:moveTo>
                <a:lnTo>
                  <a:pt x="778408" y="715656"/>
                </a:lnTo>
                <a:lnTo>
                  <a:pt x="778408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059876" y="2420169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10" h="716280">
                <a:moveTo>
                  <a:pt x="0" y="715656"/>
                </a:moveTo>
                <a:lnTo>
                  <a:pt x="778408" y="715656"/>
                </a:lnTo>
                <a:lnTo>
                  <a:pt x="778408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38285" y="2420169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10" h="716280">
                <a:moveTo>
                  <a:pt x="0" y="715656"/>
                </a:moveTo>
                <a:lnTo>
                  <a:pt x="778408" y="715656"/>
                </a:lnTo>
                <a:lnTo>
                  <a:pt x="778408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0679" y="1346701"/>
            <a:ext cx="389255" cy="358140"/>
          </a:xfrm>
          <a:custGeom>
            <a:avLst/>
            <a:gdLst/>
            <a:ahLst/>
            <a:cxnLst/>
            <a:rect l="l" t="t" r="r" b="b"/>
            <a:pathLst>
              <a:path w="389255" h="358139">
                <a:moveTo>
                  <a:pt x="389197" y="357872"/>
                </a:moveTo>
                <a:lnTo>
                  <a:pt x="0" y="0"/>
                </a:lnTo>
              </a:path>
            </a:pathLst>
          </a:custGeom>
          <a:ln w="283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79080" y="1640295"/>
            <a:ext cx="102870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45" dirty="0">
                <a:latin typeface="华文楷体"/>
                <a:cs typeface="华文楷体"/>
              </a:rPr>
              <a:t>2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2885" y="1450182"/>
            <a:ext cx="4286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50" i="1" spc="52" baseline="-16081" dirty="0">
                <a:latin typeface="华文楷体"/>
                <a:cs typeface="华文楷体"/>
              </a:rPr>
              <a:t>Q</a:t>
            </a:r>
            <a:r>
              <a:rPr sz="2850" i="1" spc="97" baseline="-16081" dirty="0">
                <a:latin typeface="华文楷体"/>
                <a:cs typeface="华文楷体"/>
              </a:rPr>
              <a:t> </a:t>
            </a:r>
            <a:r>
              <a:rPr sz="1200" spc="50" dirty="0">
                <a:latin typeface="华文楷体"/>
                <a:cs typeface="华文楷体"/>
              </a:rPr>
              <a:t>n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90792" y="1890591"/>
            <a:ext cx="149225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90792" y="2606247"/>
            <a:ext cx="149225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12760" y="1353820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00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91265" y="1353820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01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18162" y="1703147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10" h="716280">
                <a:moveTo>
                  <a:pt x="0" y="715656"/>
                </a:moveTo>
                <a:lnTo>
                  <a:pt x="778408" y="715656"/>
                </a:lnTo>
                <a:lnTo>
                  <a:pt x="778408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396530" y="1703147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10" h="716280">
                <a:moveTo>
                  <a:pt x="0" y="715656"/>
                </a:moveTo>
                <a:lnTo>
                  <a:pt x="778408" y="715656"/>
                </a:lnTo>
                <a:lnTo>
                  <a:pt x="778408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18162" y="2418809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10" h="716280">
                <a:moveTo>
                  <a:pt x="0" y="715656"/>
                </a:moveTo>
                <a:lnTo>
                  <a:pt x="778408" y="715656"/>
                </a:lnTo>
                <a:lnTo>
                  <a:pt x="778408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96530" y="2418809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10" h="716280">
                <a:moveTo>
                  <a:pt x="0" y="715656"/>
                </a:moveTo>
                <a:lnTo>
                  <a:pt x="778408" y="715656"/>
                </a:lnTo>
                <a:lnTo>
                  <a:pt x="778408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045646" y="1689598"/>
          <a:ext cx="3115309" cy="14313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8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6338"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71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8765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71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58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58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978"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65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8765" algn="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65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2950" i="1" dirty="0">
                          <a:latin typeface="华文楷体"/>
                          <a:cs typeface="华文楷体"/>
                        </a:rPr>
                        <a:t>Φ</a:t>
                      </a:r>
                      <a:endParaRPr sz="2950">
                        <a:latin typeface="华文楷体"/>
                        <a:cs typeface="华文楷体"/>
                      </a:endParaRPr>
                    </a:p>
                  </a:txBody>
                  <a:tcPr marL="0" marR="0" marT="996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2950" i="1" dirty="0">
                          <a:latin typeface="华文楷体"/>
                          <a:cs typeface="华文楷体"/>
                        </a:rPr>
                        <a:t>Φ</a:t>
                      </a:r>
                      <a:endParaRPr sz="2950">
                        <a:latin typeface="华文楷体"/>
                        <a:cs typeface="华文楷体"/>
                      </a:endParaRPr>
                    </a:p>
                  </a:txBody>
                  <a:tcPr marL="0" marR="0" marT="996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3878832" y="1345362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11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57336" y="1345362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10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51744" y="1048002"/>
            <a:ext cx="78105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50" i="1" spc="60" baseline="-16081" dirty="0">
                <a:latin typeface="华文楷体"/>
                <a:cs typeface="华文楷体"/>
              </a:rPr>
              <a:t>Q</a:t>
            </a:r>
            <a:r>
              <a:rPr sz="1800" spc="60" baseline="-37037" dirty="0">
                <a:latin typeface="华文楷体"/>
                <a:cs typeface="华文楷体"/>
              </a:rPr>
              <a:t>1</a:t>
            </a:r>
            <a:r>
              <a:rPr sz="1200" spc="40" dirty="0">
                <a:latin typeface="华文楷体"/>
                <a:cs typeface="华文楷体"/>
              </a:rPr>
              <a:t>n</a:t>
            </a:r>
            <a:r>
              <a:rPr sz="2850" i="1" spc="60" baseline="-16081" dirty="0">
                <a:latin typeface="华文楷体"/>
                <a:cs typeface="华文楷体"/>
              </a:rPr>
              <a:t>Q</a:t>
            </a:r>
            <a:r>
              <a:rPr sz="1800" spc="60" baseline="-37037" dirty="0">
                <a:latin typeface="华文楷体"/>
                <a:cs typeface="华文楷体"/>
              </a:rPr>
              <a:t>0</a:t>
            </a:r>
            <a:r>
              <a:rPr sz="1200" spc="40" dirty="0">
                <a:latin typeface="华文楷体"/>
                <a:cs typeface="华文楷体"/>
              </a:rPr>
              <a:t>n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57059" y="2232207"/>
            <a:ext cx="128905" cy="2679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spc="60" dirty="0">
                <a:latin typeface="华文楷体"/>
                <a:cs typeface="华文楷体"/>
              </a:rPr>
              <a:t>2</a:t>
            </a:r>
            <a:endParaRPr sz="1600">
              <a:latin typeface="华文楷体"/>
              <a:cs typeface="华文楷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7271" y="1978737"/>
            <a:ext cx="796290" cy="4121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750" i="1" spc="104" baseline="-15555" dirty="0">
                <a:latin typeface="华文楷体"/>
                <a:cs typeface="华文楷体"/>
              </a:rPr>
              <a:t>Q</a:t>
            </a:r>
            <a:r>
              <a:rPr sz="3750" i="1" spc="179" baseline="-15555" dirty="0">
                <a:latin typeface="华文楷体"/>
                <a:cs typeface="华文楷体"/>
              </a:rPr>
              <a:t> </a:t>
            </a:r>
            <a:r>
              <a:rPr sz="1600" spc="70" dirty="0">
                <a:latin typeface="华文楷体"/>
                <a:cs typeface="华文楷体"/>
              </a:rPr>
              <a:t>n+1</a:t>
            </a:r>
            <a:endParaRPr sz="1600">
              <a:latin typeface="华文楷体"/>
              <a:cs typeface="华文楷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24840" y="1679938"/>
            <a:ext cx="778510" cy="716915"/>
          </a:xfrm>
          <a:prstGeom prst="rect">
            <a:avLst/>
          </a:prstGeom>
          <a:ln w="28471">
            <a:solidFill>
              <a:srgbClr val="000000"/>
            </a:solidFill>
          </a:ln>
        </p:spPr>
        <p:txBody>
          <a:bodyPr vert="horz" wrap="square" lIns="0" tIns="977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70"/>
              </a:spcBef>
            </a:pPr>
            <a:r>
              <a:rPr sz="2950" b="1" spc="145" dirty="0">
                <a:latin typeface="Times New Roman"/>
                <a:cs typeface="Times New Roman"/>
              </a:rPr>
              <a:t>0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503249" y="1680620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80">
                <a:moveTo>
                  <a:pt x="0" y="716154"/>
                </a:moveTo>
                <a:lnTo>
                  <a:pt x="778408" y="716154"/>
                </a:lnTo>
                <a:lnTo>
                  <a:pt x="778408" y="0"/>
                </a:lnTo>
                <a:lnTo>
                  <a:pt x="0" y="0"/>
                </a:lnTo>
                <a:lnTo>
                  <a:pt x="0" y="7161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503249" y="1680620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80">
                <a:moveTo>
                  <a:pt x="0" y="716154"/>
                </a:moveTo>
                <a:lnTo>
                  <a:pt x="778408" y="716154"/>
                </a:lnTo>
                <a:lnTo>
                  <a:pt x="778408" y="0"/>
                </a:lnTo>
                <a:lnTo>
                  <a:pt x="0" y="0"/>
                </a:lnTo>
                <a:lnTo>
                  <a:pt x="0" y="716154"/>
                </a:lnTo>
                <a:close/>
              </a:path>
            </a:pathLst>
          </a:custGeom>
          <a:ln w="283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503249" y="1679938"/>
            <a:ext cx="779145" cy="716915"/>
          </a:xfrm>
          <a:prstGeom prst="rect">
            <a:avLst/>
          </a:prstGeom>
          <a:ln w="29940">
            <a:solidFill>
              <a:srgbClr val="000000"/>
            </a:solidFill>
          </a:ln>
        </p:spPr>
        <p:txBody>
          <a:bodyPr vert="horz" wrap="square" lIns="0" tIns="977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70"/>
              </a:spcBef>
            </a:pPr>
            <a:r>
              <a:rPr sz="2950" b="1" spc="145" dirty="0">
                <a:latin typeface="Times New Roman"/>
                <a:cs typeface="Times New Roman"/>
              </a:rPr>
              <a:t>1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724841" y="2396776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80">
                <a:moveTo>
                  <a:pt x="0" y="716154"/>
                </a:moveTo>
                <a:lnTo>
                  <a:pt x="778408" y="716154"/>
                </a:lnTo>
                <a:lnTo>
                  <a:pt x="778408" y="0"/>
                </a:lnTo>
                <a:lnTo>
                  <a:pt x="0" y="0"/>
                </a:lnTo>
                <a:lnTo>
                  <a:pt x="0" y="7161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724840" y="2396775"/>
            <a:ext cx="778510" cy="715645"/>
          </a:xfrm>
          <a:prstGeom prst="rect">
            <a:avLst/>
          </a:prstGeom>
          <a:ln w="28471">
            <a:solidFill>
              <a:srgbClr val="000000"/>
            </a:solidFill>
          </a:ln>
        </p:spPr>
        <p:txBody>
          <a:bodyPr vert="horz" wrap="square" lIns="0" tIns="971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sz="2950" b="1" spc="145" dirty="0">
                <a:latin typeface="Times New Roman"/>
                <a:cs typeface="Times New Roman"/>
              </a:rPr>
              <a:t>0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503249" y="2396776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80">
                <a:moveTo>
                  <a:pt x="0" y="716154"/>
                </a:moveTo>
                <a:lnTo>
                  <a:pt x="778408" y="716154"/>
                </a:lnTo>
                <a:lnTo>
                  <a:pt x="778408" y="0"/>
                </a:lnTo>
                <a:lnTo>
                  <a:pt x="0" y="0"/>
                </a:lnTo>
                <a:lnTo>
                  <a:pt x="0" y="7161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503249" y="2396776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80">
                <a:moveTo>
                  <a:pt x="0" y="716154"/>
                </a:moveTo>
                <a:lnTo>
                  <a:pt x="778408" y="716154"/>
                </a:lnTo>
                <a:lnTo>
                  <a:pt x="778408" y="0"/>
                </a:lnTo>
                <a:lnTo>
                  <a:pt x="0" y="0"/>
                </a:lnTo>
                <a:lnTo>
                  <a:pt x="0" y="716154"/>
                </a:lnTo>
                <a:close/>
              </a:path>
            </a:pathLst>
          </a:custGeom>
          <a:ln w="283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503249" y="2396775"/>
            <a:ext cx="779145" cy="715645"/>
          </a:xfrm>
          <a:prstGeom prst="rect">
            <a:avLst/>
          </a:prstGeom>
          <a:ln w="29940">
            <a:solidFill>
              <a:srgbClr val="000000"/>
            </a:solidFill>
          </a:ln>
        </p:spPr>
        <p:txBody>
          <a:bodyPr vert="horz" wrap="square" lIns="0" tIns="971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sz="2950" b="1" spc="145" dirty="0">
                <a:latin typeface="Times New Roman"/>
                <a:cs typeface="Times New Roman"/>
              </a:rPr>
              <a:t>0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335643" y="1322562"/>
            <a:ext cx="389255" cy="358140"/>
          </a:xfrm>
          <a:custGeom>
            <a:avLst/>
            <a:gdLst/>
            <a:ahLst/>
            <a:cxnLst/>
            <a:rect l="l" t="t" r="r" b="b"/>
            <a:pathLst>
              <a:path w="389254" h="358139">
                <a:moveTo>
                  <a:pt x="389197" y="358121"/>
                </a:moveTo>
                <a:lnTo>
                  <a:pt x="0" y="0"/>
                </a:lnTo>
              </a:path>
            </a:pathLst>
          </a:custGeom>
          <a:ln w="283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444044" y="1616368"/>
            <a:ext cx="1028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45" dirty="0">
                <a:latin typeface="华文楷体"/>
                <a:cs typeface="华文楷体"/>
              </a:rPr>
              <a:t>2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227848" y="1426143"/>
            <a:ext cx="428625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850" i="1" spc="52" baseline="-16081" dirty="0">
                <a:latin typeface="华文楷体"/>
                <a:cs typeface="华文楷体"/>
              </a:rPr>
              <a:t>Q</a:t>
            </a:r>
            <a:r>
              <a:rPr sz="2850" i="1" spc="97" baseline="-16081" dirty="0">
                <a:latin typeface="华文楷体"/>
                <a:cs typeface="华文楷体"/>
              </a:rPr>
              <a:t> </a:t>
            </a:r>
            <a:r>
              <a:rPr sz="1200" spc="50" dirty="0">
                <a:latin typeface="华文楷体"/>
                <a:cs typeface="华文楷体"/>
              </a:rPr>
              <a:t>n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55756" y="1866839"/>
            <a:ext cx="149225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7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55756" y="2582993"/>
            <a:ext cx="149225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7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977725" y="1329694"/>
            <a:ext cx="273050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70" dirty="0">
                <a:latin typeface="Times New Roman"/>
                <a:cs typeface="Times New Roman"/>
              </a:rPr>
              <a:t>00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756229" y="1329695"/>
            <a:ext cx="273050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70" dirty="0">
                <a:latin typeface="Times New Roman"/>
                <a:cs typeface="Times New Roman"/>
              </a:rPr>
              <a:t>01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283126" y="1679256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80">
                <a:moveTo>
                  <a:pt x="0" y="716154"/>
                </a:moveTo>
                <a:lnTo>
                  <a:pt x="778408" y="716154"/>
                </a:lnTo>
                <a:lnTo>
                  <a:pt x="778408" y="0"/>
                </a:lnTo>
                <a:lnTo>
                  <a:pt x="0" y="0"/>
                </a:lnTo>
                <a:lnTo>
                  <a:pt x="0" y="7161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282392" y="1679938"/>
            <a:ext cx="779145" cy="716915"/>
          </a:xfrm>
          <a:prstGeom prst="rect">
            <a:avLst/>
          </a:prstGeom>
          <a:ln w="28512">
            <a:solidFill>
              <a:srgbClr val="00000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60"/>
              </a:spcBef>
            </a:pPr>
            <a:r>
              <a:rPr sz="2950" b="1" spc="145" dirty="0">
                <a:latin typeface="Times New Roman"/>
                <a:cs typeface="Times New Roman"/>
              </a:rPr>
              <a:t>0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9061494" y="1679256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80">
                <a:moveTo>
                  <a:pt x="0" y="716154"/>
                </a:moveTo>
                <a:lnTo>
                  <a:pt x="778408" y="716154"/>
                </a:lnTo>
                <a:lnTo>
                  <a:pt x="778408" y="0"/>
                </a:lnTo>
                <a:lnTo>
                  <a:pt x="0" y="0"/>
                </a:lnTo>
                <a:lnTo>
                  <a:pt x="0" y="7161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061494" y="1679256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80">
                <a:moveTo>
                  <a:pt x="0" y="716154"/>
                </a:moveTo>
                <a:lnTo>
                  <a:pt x="778408" y="716154"/>
                </a:lnTo>
                <a:lnTo>
                  <a:pt x="778408" y="0"/>
                </a:lnTo>
                <a:lnTo>
                  <a:pt x="0" y="0"/>
                </a:lnTo>
                <a:lnTo>
                  <a:pt x="0" y="716154"/>
                </a:lnTo>
                <a:close/>
              </a:path>
            </a:pathLst>
          </a:custGeom>
          <a:ln w="283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9061514" y="1679938"/>
            <a:ext cx="778510" cy="716915"/>
          </a:xfrm>
          <a:prstGeom prst="rect">
            <a:avLst/>
          </a:prstGeom>
          <a:ln w="28471">
            <a:solidFill>
              <a:srgbClr val="00000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2950" b="1" spc="145" dirty="0">
                <a:latin typeface="Times New Roman"/>
                <a:cs typeface="Times New Roman"/>
              </a:rPr>
              <a:t>1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8283126" y="2395415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80">
                <a:moveTo>
                  <a:pt x="0" y="716154"/>
                </a:moveTo>
                <a:lnTo>
                  <a:pt x="778408" y="716154"/>
                </a:lnTo>
                <a:lnTo>
                  <a:pt x="778408" y="0"/>
                </a:lnTo>
                <a:lnTo>
                  <a:pt x="0" y="0"/>
                </a:lnTo>
                <a:lnTo>
                  <a:pt x="0" y="7161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8282392" y="2396775"/>
            <a:ext cx="779145" cy="715645"/>
          </a:xfrm>
          <a:prstGeom prst="rect">
            <a:avLst/>
          </a:prstGeom>
          <a:ln w="28512">
            <a:solidFill>
              <a:srgbClr val="00000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222885">
              <a:lnSpc>
                <a:spcPct val="100000"/>
              </a:lnSpc>
              <a:spcBef>
                <a:spcPts val="790"/>
              </a:spcBef>
            </a:pPr>
            <a:r>
              <a:rPr sz="2950" i="1" spc="235" dirty="0">
                <a:latin typeface="华文楷体"/>
                <a:cs typeface="华文楷体"/>
              </a:rPr>
              <a:t>Φ</a:t>
            </a:r>
            <a:endParaRPr sz="2950">
              <a:latin typeface="华文楷体"/>
              <a:cs typeface="华文楷体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9061494" y="2395415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80">
                <a:moveTo>
                  <a:pt x="0" y="716154"/>
                </a:moveTo>
                <a:lnTo>
                  <a:pt x="778408" y="716154"/>
                </a:lnTo>
                <a:lnTo>
                  <a:pt x="778408" y="0"/>
                </a:lnTo>
                <a:lnTo>
                  <a:pt x="0" y="0"/>
                </a:lnTo>
                <a:lnTo>
                  <a:pt x="0" y="7161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061494" y="2395415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80">
                <a:moveTo>
                  <a:pt x="0" y="716154"/>
                </a:moveTo>
                <a:lnTo>
                  <a:pt x="778408" y="716154"/>
                </a:lnTo>
                <a:lnTo>
                  <a:pt x="778408" y="0"/>
                </a:lnTo>
                <a:lnTo>
                  <a:pt x="0" y="0"/>
                </a:lnTo>
                <a:lnTo>
                  <a:pt x="0" y="716154"/>
                </a:lnTo>
                <a:close/>
              </a:path>
            </a:pathLst>
          </a:custGeom>
          <a:ln w="283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9061514" y="2396775"/>
            <a:ext cx="778510" cy="715645"/>
          </a:xfrm>
          <a:prstGeom prst="rect">
            <a:avLst/>
          </a:prstGeom>
          <a:ln w="28471">
            <a:solidFill>
              <a:srgbClr val="00000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790"/>
              </a:spcBef>
            </a:pPr>
            <a:r>
              <a:rPr sz="2950" i="1" spc="235" dirty="0">
                <a:latin typeface="华文楷体"/>
                <a:cs typeface="华文楷体"/>
              </a:rPr>
              <a:t>Φ</a:t>
            </a:r>
            <a:endParaRPr sz="2950">
              <a:latin typeface="华文楷体"/>
              <a:cs typeface="华文楷体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543796" y="1321231"/>
            <a:ext cx="273050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70" dirty="0">
                <a:latin typeface="Times New Roman"/>
                <a:cs typeface="Times New Roman"/>
              </a:rPr>
              <a:t>11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322300" y="1321231"/>
            <a:ext cx="273050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70" dirty="0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416708" y="1023683"/>
            <a:ext cx="78105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850" i="1" spc="60" baseline="-16081" dirty="0">
                <a:latin typeface="华文楷体"/>
                <a:cs typeface="华文楷体"/>
              </a:rPr>
              <a:t>Q</a:t>
            </a:r>
            <a:r>
              <a:rPr sz="1800" spc="60" baseline="-37037" dirty="0">
                <a:latin typeface="华文楷体"/>
                <a:cs typeface="华文楷体"/>
              </a:rPr>
              <a:t>1</a:t>
            </a:r>
            <a:r>
              <a:rPr sz="1200" spc="40" dirty="0">
                <a:latin typeface="华文楷体"/>
                <a:cs typeface="华文楷体"/>
              </a:rPr>
              <a:t>n</a:t>
            </a:r>
            <a:r>
              <a:rPr sz="2850" i="1" spc="60" baseline="-16081" dirty="0">
                <a:latin typeface="华文楷体"/>
                <a:cs typeface="华文楷体"/>
              </a:rPr>
              <a:t>Q</a:t>
            </a:r>
            <a:r>
              <a:rPr sz="1800" spc="60" baseline="-37037" dirty="0">
                <a:latin typeface="华文楷体"/>
                <a:cs typeface="华文楷体"/>
              </a:rPr>
              <a:t>0</a:t>
            </a:r>
            <a:r>
              <a:rPr sz="1200" spc="40" dirty="0">
                <a:latin typeface="华文楷体"/>
                <a:cs typeface="华文楷体"/>
              </a:rPr>
              <a:t>n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822023" y="2208693"/>
            <a:ext cx="128905" cy="268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spc="60" dirty="0">
                <a:latin typeface="华文楷体"/>
                <a:cs typeface="华文楷体"/>
              </a:rPr>
              <a:t>1</a:t>
            </a:r>
            <a:endParaRPr sz="1600">
              <a:latin typeface="华文楷体"/>
              <a:cs typeface="华文楷体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542234" y="1955072"/>
            <a:ext cx="796290" cy="4127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750" i="1" spc="104" baseline="-15555" dirty="0">
                <a:latin typeface="华文楷体"/>
                <a:cs typeface="华文楷体"/>
              </a:rPr>
              <a:t>Q</a:t>
            </a:r>
            <a:r>
              <a:rPr sz="3750" i="1" spc="179" baseline="-15555" dirty="0">
                <a:latin typeface="华文楷体"/>
                <a:cs typeface="华文楷体"/>
              </a:rPr>
              <a:t> </a:t>
            </a:r>
            <a:r>
              <a:rPr sz="1600" spc="70" dirty="0">
                <a:latin typeface="华文楷体"/>
                <a:cs typeface="华文楷体"/>
              </a:rPr>
              <a:t>n+1</a:t>
            </a:r>
            <a:endParaRPr sz="1600">
              <a:latin typeface="华文楷体"/>
              <a:cs typeface="华文楷体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046604" y="4385226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4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ln w="283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2046604" y="4384545"/>
            <a:ext cx="779145" cy="716915"/>
          </a:xfrm>
          <a:prstGeom prst="rect">
            <a:avLst/>
          </a:prstGeom>
          <a:ln w="28467">
            <a:solidFill>
              <a:srgbClr val="000000"/>
            </a:solidFill>
          </a:ln>
        </p:spPr>
        <p:txBody>
          <a:bodyPr vert="horz" wrap="square" lIns="0" tIns="971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sz="2950" b="1" spc="145" dirty="0">
                <a:latin typeface="Times New Roman"/>
                <a:cs typeface="Times New Roman"/>
              </a:rPr>
              <a:t>1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825286" y="4385226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2825286" y="4384545"/>
            <a:ext cx="779780" cy="716915"/>
          </a:xfrm>
          <a:prstGeom prst="rect">
            <a:avLst/>
          </a:prstGeom>
          <a:ln w="29936">
            <a:solidFill>
              <a:srgbClr val="000000"/>
            </a:solidFill>
          </a:ln>
        </p:spPr>
        <p:txBody>
          <a:bodyPr vert="horz" wrap="square" lIns="0" tIns="971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sz="2950" b="1" spc="145" dirty="0">
                <a:latin typeface="Times New Roman"/>
                <a:cs typeface="Times New Roman"/>
              </a:rPr>
              <a:t>0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046604" y="5100884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4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046604" y="5100885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4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ln w="283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2046604" y="5100883"/>
            <a:ext cx="779145" cy="715010"/>
          </a:xfrm>
          <a:prstGeom prst="rect">
            <a:avLst/>
          </a:prstGeom>
          <a:ln w="28467">
            <a:solidFill>
              <a:srgbClr val="00000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2950" b="1" spc="145" dirty="0">
                <a:latin typeface="Times New Roman"/>
                <a:cs typeface="Times New Roman"/>
              </a:rPr>
              <a:t>1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825286" y="5100884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2825286" y="5100883"/>
            <a:ext cx="779780" cy="715010"/>
          </a:xfrm>
          <a:prstGeom prst="rect">
            <a:avLst/>
          </a:prstGeom>
          <a:ln w="29936">
            <a:solidFill>
              <a:srgbClr val="00000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2950" b="1" spc="145" dirty="0">
                <a:latin typeface="Times New Roman"/>
                <a:cs typeface="Times New Roman"/>
              </a:rPr>
              <a:t>0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657271" y="4027417"/>
            <a:ext cx="389890" cy="358140"/>
          </a:xfrm>
          <a:custGeom>
            <a:avLst/>
            <a:gdLst/>
            <a:ahLst/>
            <a:cxnLst/>
            <a:rect l="l" t="t" r="r" b="b"/>
            <a:pathLst>
              <a:path w="389889" h="358139">
                <a:moveTo>
                  <a:pt x="389333" y="357872"/>
                </a:moveTo>
                <a:lnTo>
                  <a:pt x="0" y="0"/>
                </a:lnTo>
              </a:path>
            </a:pathLst>
          </a:custGeom>
          <a:ln w="283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1765714" y="4321011"/>
            <a:ext cx="102870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45" dirty="0">
                <a:latin typeface="华文楷体"/>
                <a:cs typeface="华文楷体"/>
              </a:rPr>
              <a:t>2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549452" y="4130888"/>
            <a:ext cx="429259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50" i="1" spc="52" baseline="-16081" dirty="0">
                <a:latin typeface="华文楷体"/>
                <a:cs typeface="华文楷体"/>
              </a:rPr>
              <a:t>Q</a:t>
            </a:r>
            <a:r>
              <a:rPr sz="2850" i="1" spc="97" baseline="-16081" dirty="0">
                <a:latin typeface="华文楷体"/>
                <a:cs typeface="华文楷体"/>
              </a:rPr>
              <a:t> </a:t>
            </a:r>
            <a:r>
              <a:rPr sz="1200" spc="50" dirty="0">
                <a:latin typeface="华文楷体"/>
                <a:cs typeface="华文楷体"/>
              </a:rPr>
              <a:t>n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777430" y="4571307"/>
            <a:ext cx="149225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777430" y="5286964"/>
            <a:ext cx="149225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299582" y="4034536"/>
            <a:ext cx="105156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791210" algn="l"/>
              </a:tabLst>
            </a:pPr>
            <a:r>
              <a:rPr sz="1750" b="1" spc="95" dirty="0">
                <a:latin typeface="Times New Roman"/>
                <a:cs typeface="Times New Roman"/>
              </a:rPr>
              <a:t>00	01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3605436" y="4383863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3604702" y="4384545"/>
            <a:ext cx="779780" cy="716915"/>
          </a:xfrm>
          <a:prstGeom prst="rect">
            <a:avLst/>
          </a:prstGeom>
          <a:ln w="28508">
            <a:solidFill>
              <a:srgbClr val="000000"/>
            </a:solidFill>
          </a:ln>
        </p:spPr>
        <p:txBody>
          <a:bodyPr vert="horz" wrap="square" lIns="0" tIns="9588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55"/>
              </a:spcBef>
            </a:pPr>
            <a:r>
              <a:rPr sz="2950" b="1" spc="145" dirty="0">
                <a:latin typeface="Times New Roman"/>
                <a:cs typeface="Times New Roman"/>
              </a:rPr>
              <a:t>0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4384076" y="4383863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384076" y="4383863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ln w="283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4384097" y="4384545"/>
            <a:ext cx="779145" cy="716915"/>
          </a:xfrm>
          <a:prstGeom prst="rect">
            <a:avLst/>
          </a:prstGeom>
          <a:ln w="28467">
            <a:solidFill>
              <a:srgbClr val="000000"/>
            </a:solidFill>
          </a:ln>
        </p:spPr>
        <p:txBody>
          <a:bodyPr vert="horz" wrap="square" lIns="0" tIns="958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55"/>
              </a:spcBef>
            </a:pPr>
            <a:r>
              <a:rPr sz="2950" b="1" spc="145" dirty="0">
                <a:latin typeface="Times New Roman"/>
                <a:cs typeface="Times New Roman"/>
              </a:rPr>
              <a:t>1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3605436" y="5099525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3604702" y="5100883"/>
            <a:ext cx="779780" cy="715010"/>
          </a:xfrm>
          <a:prstGeom prst="rect">
            <a:avLst/>
          </a:prstGeom>
          <a:ln w="28508">
            <a:solidFill>
              <a:srgbClr val="000000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222885">
              <a:lnSpc>
                <a:spcPct val="100000"/>
              </a:lnSpc>
              <a:spcBef>
                <a:spcPts val="785"/>
              </a:spcBef>
            </a:pPr>
            <a:r>
              <a:rPr sz="2950" i="1" spc="235" dirty="0">
                <a:latin typeface="华文楷体"/>
                <a:cs typeface="华文楷体"/>
              </a:rPr>
              <a:t>Φ</a:t>
            </a:r>
            <a:endParaRPr sz="2950">
              <a:latin typeface="华文楷体"/>
              <a:cs typeface="华文楷体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4384076" y="5099525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384076" y="5099525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ln w="283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4384097" y="5100883"/>
            <a:ext cx="779145" cy="715010"/>
          </a:xfrm>
          <a:prstGeom prst="rect">
            <a:avLst/>
          </a:prstGeom>
          <a:ln w="28467">
            <a:solidFill>
              <a:srgbClr val="000000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785"/>
              </a:spcBef>
            </a:pPr>
            <a:r>
              <a:rPr sz="2950" i="1" spc="235" dirty="0">
                <a:latin typeface="华文楷体"/>
                <a:cs typeface="华文楷体"/>
              </a:rPr>
              <a:t>Φ</a:t>
            </a:r>
            <a:endParaRPr sz="2950">
              <a:latin typeface="华文楷体"/>
              <a:cs typeface="华文楷体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866201" y="4026078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11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4644978" y="4026078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10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63598" y="4659440"/>
            <a:ext cx="796925" cy="4121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750" i="1" spc="104" baseline="-15555" dirty="0">
                <a:latin typeface="华文楷体"/>
                <a:cs typeface="华文楷体"/>
              </a:rPr>
              <a:t>Q</a:t>
            </a:r>
            <a:r>
              <a:rPr sz="2400" spc="104" baseline="-36458" dirty="0">
                <a:latin typeface="华文楷体"/>
                <a:cs typeface="华文楷体"/>
              </a:rPr>
              <a:t>0</a:t>
            </a:r>
            <a:r>
              <a:rPr sz="1600" spc="70" dirty="0">
                <a:latin typeface="华文楷体"/>
                <a:cs typeface="华文楷体"/>
              </a:rPr>
              <a:t>n+1</a:t>
            </a:r>
            <a:endParaRPr sz="1600">
              <a:latin typeface="华文楷体"/>
              <a:cs typeface="华文楷体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4251456" y="3256683"/>
            <a:ext cx="406400" cy="0"/>
          </a:xfrm>
          <a:custGeom>
            <a:avLst/>
            <a:gdLst/>
            <a:ahLst/>
            <a:cxnLst/>
            <a:rect l="l" t="t" r="r" b="b"/>
            <a:pathLst>
              <a:path w="406400">
                <a:moveTo>
                  <a:pt x="0" y="0"/>
                </a:moveTo>
                <a:lnTo>
                  <a:pt x="405975" y="0"/>
                </a:lnTo>
              </a:path>
            </a:pathLst>
          </a:custGeom>
          <a:ln w="188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1738377" y="3473988"/>
            <a:ext cx="781685" cy="570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93395">
              <a:lnSpc>
                <a:spcPts val="2014"/>
              </a:lnSpc>
              <a:spcBef>
                <a:spcPts val="120"/>
              </a:spcBef>
            </a:pPr>
            <a:r>
              <a:rPr sz="1700" spc="90" dirty="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  <a:p>
            <a:pPr marL="38100">
              <a:lnSpc>
                <a:spcPts val="2255"/>
              </a:lnSpc>
            </a:pPr>
            <a:r>
              <a:rPr sz="2850" i="1" spc="60" baseline="-16081" dirty="0">
                <a:latin typeface="华文楷体"/>
                <a:cs typeface="华文楷体"/>
              </a:rPr>
              <a:t>Q</a:t>
            </a:r>
            <a:r>
              <a:rPr sz="1800" spc="60" baseline="-37037" dirty="0">
                <a:latin typeface="华文楷体"/>
                <a:cs typeface="华文楷体"/>
              </a:rPr>
              <a:t>1</a:t>
            </a:r>
            <a:r>
              <a:rPr sz="1200" spc="40" dirty="0">
                <a:latin typeface="华文楷体"/>
                <a:cs typeface="华文楷体"/>
              </a:rPr>
              <a:t>n</a:t>
            </a:r>
            <a:r>
              <a:rPr sz="2850" i="1" spc="60" baseline="-16081" dirty="0">
                <a:latin typeface="华文楷体"/>
                <a:cs typeface="华文楷体"/>
              </a:rPr>
              <a:t>Q</a:t>
            </a:r>
            <a:r>
              <a:rPr sz="1800" spc="60" baseline="-37037" dirty="0">
                <a:latin typeface="华文楷体"/>
                <a:cs typeface="华文楷体"/>
              </a:rPr>
              <a:t>0</a:t>
            </a:r>
            <a:r>
              <a:rPr sz="1200" spc="40" dirty="0">
                <a:latin typeface="华文楷体"/>
                <a:cs typeface="华文楷体"/>
              </a:rPr>
              <a:t>n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911841" y="3217798"/>
            <a:ext cx="1858645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950" i="1" spc="170" dirty="0">
                <a:latin typeface="Times New Roman"/>
                <a:cs typeface="Times New Roman"/>
              </a:rPr>
              <a:t>Q</a:t>
            </a:r>
            <a:r>
              <a:rPr sz="2550" i="1" spc="254" baseline="44117" dirty="0">
                <a:latin typeface="Times New Roman"/>
                <a:cs typeface="Times New Roman"/>
              </a:rPr>
              <a:t>n</a:t>
            </a:r>
            <a:r>
              <a:rPr sz="2550" spc="254" baseline="44117" dirty="0">
                <a:latin typeface="Symbol"/>
                <a:cs typeface="Symbol"/>
              </a:rPr>
              <a:t></a:t>
            </a:r>
            <a:r>
              <a:rPr sz="2550" spc="254" baseline="44117" dirty="0">
                <a:latin typeface="Times New Roman"/>
                <a:cs typeface="Times New Roman"/>
              </a:rPr>
              <a:t>1 </a:t>
            </a:r>
            <a:r>
              <a:rPr sz="2950" spc="165" dirty="0">
                <a:latin typeface="Symbol"/>
                <a:cs typeface="Symbol"/>
              </a:rPr>
              <a:t></a:t>
            </a:r>
            <a:r>
              <a:rPr sz="2950" spc="165" dirty="0">
                <a:latin typeface="Times New Roman"/>
                <a:cs typeface="Times New Roman"/>
              </a:rPr>
              <a:t> </a:t>
            </a:r>
            <a:r>
              <a:rPr sz="2950" i="1" spc="215" dirty="0">
                <a:latin typeface="Times New Roman"/>
                <a:cs typeface="Times New Roman"/>
              </a:rPr>
              <a:t>Q</a:t>
            </a:r>
            <a:r>
              <a:rPr sz="2950" i="1" spc="-225" dirty="0">
                <a:latin typeface="Times New Roman"/>
                <a:cs typeface="Times New Roman"/>
              </a:rPr>
              <a:t> </a:t>
            </a:r>
            <a:r>
              <a:rPr sz="2950" i="1" spc="215" dirty="0">
                <a:latin typeface="Times New Roman"/>
                <a:cs typeface="Times New Roman"/>
              </a:rPr>
              <a:t>Q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7397184" y="3237298"/>
            <a:ext cx="412750" cy="0"/>
          </a:xfrm>
          <a:custGeom>
            <a:avLst/>
            <a:gdLst/>
            <a:ahLst/>
            <a:cxnLst/>
            <a:rect l="l" t="t" r="r" b="b"/>
            <a:pathLst>
              <a:path w="412750">
                <a:moveTo>
                  <a:pt x="0" y="0"/>
                </a:moveTo>
                <a:lnTo>
                  <a:pt x="412192" y="0"/>
                </a:lnTo>
              </a:path>
            </a:pathLst>
          </a:custGeom>
          <a:ln w="189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250580" y="3237298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8229" y="0"/>
                </a:lnTo>
              </a:path>
            </a:pathLst>
          </a:custGeom>
          <a:ln w="189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9013583" y="3237298"/>
            <a:ext cx="410209" cy="0"/>
          </a:xfrm>
          <a:custGeom>
            <a:avLst/>
            <a:gdLst/>
            <a:ahLst/>
            <a:cxnLst/>
            <a:rect l="l" t="t" r="r" b="b"/>
            <a:pathLst>
              <a:path w="410209">
                <a:moveTo>
                  <a:pt x="0" y="0"/>
                </a:moveTo>
                <a:lnTo>
                  <a:pt x="409689" y="0"/>
                </a:lnTo>
              </a:path>
            </a:pathLst>
          </a:custGeom>
          <a:ln w="189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6198592" y="3198287"/>
            <a:ext cx="3622040" cy="5461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ts val="2780"/>
              </a:lnSpc>
              <a:spcBef>
                <a:spcPts val="130"/>
              </a:spcBef>
              <a:tabLst>
                <a:tab pos="2030730" algn="l"/>
                <a:tab pos="2503805" algn="l"/>
              </a:tabLst>
            </a:pPr>
            <a:r>
              <a:rPr sz="2950" i="1" spc="180" dirty="0">
                <a:latin typeface="Times New Roman"/>
                <a:cs typeface="Times New Roman"/>
              </a:rPr>
              <a:t>Q</a:t>
            </a:r>
            <a:r>
              <a:rPr sz="2550" i="1" spc="270" baseline="44117" dirty="0">
                <a:latin typeface="Times New Roman"/>
                <a:cs typeface="Times New Roman"/>
              </a:rPr>
              <a:t>n</a:t>
            </a:r>
            <a:r>
              <a:rPr sz="2550" spc="270" baseline="44117" dirty="0">
                <a:latin typeface="Symbol"/>
                <a:cs typeface="Symbol"/>
              </a:rPr>
              <a:t></a:t>
            </a:r>
            <a:r>
              <a:rPr sz="2550" spc="270" baseline="44117" dirty="0">
                <a:latin typeface="Times New Roman"/>
                <a:cs typeface="Times New Roman"/>
              </a:rPr>
              <a:t>1  </a:t>
            </a:r>
            <a:r>
              <a:rPr sz="2950" spc="175" dirty="0">
                <a:latin typeface="Symbol"/>
                <a:cs typeface="Symbol"/>
              </a:rPr>
              <a:t></a:t>
            </a:r>
            <a:r>
              <a:rPr sz="2950" spc="-370" dirty="0">
                <a:latin typeface="Times New Roman"/>
                <a:cs typeface="Times New Roman"/>
              </a:rPr>
              <a:t> </a:t>
            </a:r>
            <a:r>
              <a:rPr sz="2950" i="1" spc="229" dirty="0">
                <a:latin typeface="Times New Roman"/>
                <a:cs typeface="Times New Roman"/>
              </a:rPr>
              <a:t>Q</a:t>
            </a:r>
            <a:r>
              <a:rPr sz="2950" i="1" spc="145" dirty="0">
                <a:latin typeface="Times New Roman"/>
                <a:cs typeface="Times New Roman"/>
              </a:rPr>
              <a:t> </a:t>
            </a:r>
            <a:r>
              <a:rPr sz="2950" i="1" spc="229" dirty="0">
                <a:latin typeface="Times New Roman"/>
                <a:cs typeface="Times New Roman"/>
              </a:rPr>
              <a:t>Q	Q	</a:t>
            </a:r>
            <a:r>
              <a:rPr sz="2950" spc="175" dirty="0">
                <a:latin typeface="Symbol"/>
                <a:cs typeface="Symbol"/>
              </a:rPr>
              <a:t></a:t>
            </a:r>
            <a:r>
              <a:rPr sz="2950" spc="175" dirty="0">
                <a:latin typeface="Times New Roman"/>
                <a:cs typeface="Times New Roman"/>
              </a:rPr>
              <a:t> </a:t>
            </a:r>
            <a:r>
              <a:rPr sz="2950" i="1" spc="229" dirty="0">
                <a:latin typeface="Times New Roman"/>
                <a:cs typeface="Times New Roman"/>
              </a:rPr>
              <a:t>Q</a:t>
            </a:r>
            <a:r>
              <a:rPr sz="2950" i="1" spc="-370" dirty="0">
                <a:latin typeface="Times New Roman"/>
                <a:cs typeface="Times New Roman"/>
              </a:rPr>
              <a:t> </a:t>
            </a:r>
            <a:r>
              <a:rPr sz="2950" i="1" spc="229" dirty="0">
                <a:latin typeface="Times New Roman"/>
                <a:cs typeface="Times New Roman"/>
              </a:rPr>
              <a:t>Q</a:t>
            </a:r>
            <a:endParaRPr sz="2950">
              <a:latin typeface="Times New Roman"/>
              <a:cs typeface="Times New Roman"/>
            </a:endParaRPr>
          </a:p>
          <a:p>
            <a:pPr marL="309245">
              <a:lnSpc>
                <a:spcPts val="1280"/>
              </a:lnSpc>
              <a:tabLst>
                <a:tab pos="1463675" algn="l"/>
                <a:tab pos="1871980" algn="l"/>
                <a:tab pos="2290445" algn="l"/>
                <a:tab pos="3076575" algn="l"/>
                <a:tab pos="3462654" algn="l"/>
              </a:tabLst>
            </a:pPr>
            <a:r>
              <a:rPr sz="1700" spc="95" dirty="0">
                <a:latin typeface="Times New Roman"/>
                <a:cs typeface="Times New Roman"/>
              </a:rPr>
              <a:t>1	2	0	1	0	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3060122" y="5972878"/>
            <a:ext cx="407034" cy="0"/>
          </a:xfrm>
          <a:custGeom>
            <a:avLst/>
            <a:gdLst/>
            <a:ahLst/>
            <a:cxnLst/>
            <a:rect l="l" t="t" r="r" b="b"/>
            <a:pathLst>
              <a:path w="407035">
                <a:moveTo>
                  <a:pt x="0" y="0"/>
                </a:moveTo>
                <a:lnTo>
                  <a:pt x="406904" y="0"/>
                </a:lnTo>
              </a:path>
            </a:pathLst>
          </a:custGeom>
          <a:ln w="189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1867451" y="5763974"/>
            <a:ext cx="1599565" cy="716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ts val="3450"/>
              </a:lnSpc>
              <a:spcBef>
                <a:spcPts val="130"/>
              </a:spcBef>
            </a:pPr>
            <a:r>
              <a:rPr sz="4425" i="1" spc="262" baseline="-25423" dirty="0">
                <a:latin typeface="Times New Roman"/>
                <a:cs typeface="Times New Roman"/>
              </a:rPr>
              <a:t>Q</a:t>
            </a:r>
            <a:r>
              <a:rPr sz="1700" i="1" spc="175" dirty="0">
                <a:latin typeface="Times New Roman"/>
                <a:cs typeface="Times New Roman"/>
              </a:rPr>
              <a:t>n</a:t>
            </a:r>
            <a:r>
              <a:rPr sz="1700" spc="175" dirty="0">
                <a:latin typeface="Symbol"/>
                <a:cs typeface="Symbol"/>
              </a:rPr>
              <a:t></a:t>
            </a:r>
            <a:r>
              <a:rPr sz="1700" spc="175" dirty="0">
                <a:latin typeface="Times New Roman"/>
                <a:cs typeface="Times New Roman"/>
              </a:rPr>
              <a:t>1 </a:t>
            </a:r>
            <a:r>
              <a:rPr sz="4425" spc="262" baseline="-25423" dirty="0">
                <a:latin typeface="Symbol"/>
                <a:cs typeface="Symbol"/>
              </a:rPr>
              <a:t></a:t>
            </a:r>
            <a:r>
              <a:rPr sz="4425" spc="-644" baseline="-25423" dirty="0">
                <a:latin typeface="Times New Roman"/>
                <a:cs typeface="Times New Roman"/>
              </a:rPr>
              <a:t> </a:t>
            </a:r>
            <a:r>
              <a:rPr sz="4425" i="1" spc="345" baseline="-25423" dirty="0">
                <a:latin typeface="Times New Roman"/>
                <a:cs typeface="Times New Roman"/>
              </a:rPr>
              <a:t>Q</a:t>
            </a:r>
            <a:endParaRPr sz="4425" baseline="-25423">
              <a:latin typeface="Times New Roman"/>
              <a:cs typeface="Times New Roman"/>
            </a:endParaRPr>
          </a:p>
          <a:p>
            <a:pPr marL="330200">
              <a:lnSpc>
                <a:spcPts val="1950"/>
              </a:lnSpc>
              <a:tabLst>
                <a:tab pos="1452880" algn="l"/>
              </a:tabLst>
            </a:pPr>
            <a:r>
              <a:rPr sz="1700" spc="95" dirty="0">
                <a:latin typeface="Times New Roman"/>
                <a:cs typeface="Times New Roman"/>
              </a:rPr>
              <a:t>0	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527292" y="4142505"/>
            <a:ext cx="2517775" cy="1396365"/>
          </a:xfrm>
          <a:prstGeom prst="rect">
            <a:avLst/>
          </a:prstGeom>
        </p:spPr>
        <p:txBody>
          <a:bodyPr vert="horz" wrap="square" lIns="0" tIns="2362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60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输出方程不变</a:t>
            </a:r>
            <a:endParaRPr sz="3200">
              <a:latin typeface="华文楷体"/>
              <a:cs typeface="华文楷体"/>
            </a:endParaRPr>
          </a:p>
          <a:p>
            <a:pPr marL="521970">
              <a:lnSpc>
                <a:spcPct val="100000"/>
              </a:lnSpc>
              <a:spcBef>
                <a:spcPts val="1645"/>
              </a:spcBef>
            </a:pPr>
            <a:r>
              <a:rPr sz="2950" i="1" spc="210" dirty="0">
                <a:latin typeface="Times New Roman"/>
                <a:cs typeface="Times New Roman"/>
              </a:rPr>
              <a:t>CO </a:t>
            </a:r>
            <a:r>
              <a:rPr sz="2950" spc="165" dirty="0">
                <a:latin typeface="Symbol"/>
                <a:cs typeface="Symbol"/>
              </a:rPr>
              <a:t></a:t>
            </a:r>
            <a:r>
              <a:rPr sz="2950" spc="-325" dirty="0">
                <a:latin typeface="Times New Roman"/>
                <a:cs typeface="Times New Roman"/>
              </a:rPr>
              <a:t> </a:t>
            </a:r>
            <a:r>
              <a:rPr sz="2950" i="1" spc="100" dirty="0">
                <a:latin typeface="Times New Roman"/>
                <a:cs typeface="Times New Roman"/>
              </a:rPr>
              <a:t>Q</a:t>
            </a:r>
            <a:r>
              <a:rPr sz="2550" spc="150" baseline="-24509" dirty="0">
                <a:latin typeface="Times New Roman"/>
                <a:cs typeface="Times New Roman"/>
              </a:rPr>
              <a:t>2</a:t>
            </a:r>
            <a:r>
              <a:rPr sz="2950" i="1" spc="100" dirty="0">
                <a:latin typeface="Times New Roman"/>
                <a:cs typeface="Times New Roman"/>
              </a:rPr>
              <a:t>Q</a:t>
            </a:r>
            <a:r>
              <a:rPr sz="2550" spc="150" baseline="-24509" dirty="0">
                <a:latin typeface="Times New Roman"/>
                <a:cs typeface="Times New Roman"/>
              </a:rPr>
              <a:t>0</a:t>
            </a:r>
            <a:endParaRPr sz="2550" baseline="-24509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2486532" y="4581905"/>
            <a:ext cx="234950" cy="870585"/>
          </a:xfrm>
          <a:custGeom>
            <a:avLst/>
            <a:gdLst/>
            <a:ahLst/>
            <a:cxnLst/>
            <a:rect l="l" t="t" r="r" b="b"/>
            <a:pathLst>
              <a:path w="234950" h="870585">
                <a:moveTo>
                  <a:pt x="16637" y="0"/>
                </a:moveTo>
                <a:lnTo>
                  <a:pt x="79591" y="18423"/>
                </a:lnTo>
                <a:lnTo>
                  <a:pt x="135318" y="70101"/>
                </a:lnTo>
                <a:lnTo>
                  <a:pt x="159630" y="106728"/>
                </a:lnTo>
                <a:lnTo>
                  <a:pt x="181125" y="149649"/>
                </a:lnTo>
                <a:lnTo>
                  <a:pt x="199467" y="198191"/>
                </a:lnTo>
                <a:lnTo>
                  <a:pt x="214319" y="251680"/>
                </a:lnTo>
                <a:lnTo>
                  <a:pt x="225344" y="309444"/>
                </a:lnTo>
                <a:lnTo>
                  <a:pt x="232206" y="370809"/>
                </a:lnTo>
                <a:lnTo>
                  <a:pt x="234569" y="435102"/>
                </a:lnTo>
                <a:lnTo>
                  <a:pt x="232206" y="499394"/>
                </a:lnTo>
                <a:lnTo>
                  <a:pt x="225344" y="560759"/>
                </a:lnTo>
                <a:lnTo>
                  <a:pt x="214319" y="618523"/>
                </a:lnTo>
                <a:lnTo>
                  <a:pt x="199467" y="672012"/>
                </a:lnTo>
                <a:lnTo>
                  <a:pt x="181125" y="720554"/>
                </a:lnTo>
                <a:lnTo>
                  <a:pt x="159630" y="763475"/>
                </a:lnTo>
                <a:lnTo>
                  <a:pt x="135318" y="800102"/>
                </a:lnTo>
                <a:lnTo>
                  <a:pt x="108526" y="829761"/>
                </a:lnTo>
                <a:lnTo>
                  <a:pt x="48849" y="865486"/>
                </a:lnTo>
                <a:lnTo>
                  <a:pt x="16637" y="870204"/>
                </a:lnTo>
                <a:lnTo>
                  <a:pt x="11049" y="870204"/>
                </a:lnTo>
                <a:lnTo>
                  <a:pt x="5461" y="869823"/>
                </a:lnTo>
                <a:lnTo>
                  <a:pt x="0" y="868934"/>
                </a:lnTo>
              </a:path>
            </a:pathLst>
          </a:custGeom>
          <a:ln w="380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449317" y="4510278"/>
            <a:ext cx="221615" cy="1165860"/>
          </a:xfrm>
          <a:custGeom>
            <a:avLst/>
            <a:gdLst/>
            <a:ahLst/>
            <a:cxnLst/>
            <a:rect l="l" t="t" r="r" b="b"/>
            <a:pathLst>
              <a:path w="221614" h="1165860">
                <a:moveTo>
                  <a:pt x="198882" y="1165860"/>
                </a:moveTo>
                <a:lnTo>
                  <a:pt x="153275" y="1150464"/>
                </a:lnTo>
                <a:lnTo>
                  <a:pt x="111411" y="1106610"/>
                </a:lnTo>
                <a:lnTo>
                  <a:pt x="74484" y="1037797"/>
                </a:lnTo>
                <a:lnTo>
                  <a:pt x="58245" y="995124"/>
                </a:lnTo>
                <a:lnTo>
                  <a:pt x="43687" y="947523"/>
                </a:lnTo>
                <a:lnTo>
                  <a:pt x="30959" y="895432"/>
                </a:lnTo>
                <a:lnTo>
                  <a:pt x="20211" y="839288"/>
                </a:lnTo>
                <a:lnTo>
                  <a:pt x="11592" y="779528"/>
                </a:lnTo>
                <a:lnTo>
                  <a:pt x="5251" y="716591"/>
                </a:lnTo>
                <a:lnTo>
                  <a:pt x="1337" y="650912"/>
                </a:lnTo>
                <a:lnTo>
                  <a:pt x="0" y="582930"/>
                </a:lnTo>
                <a:lnTo>
                  <a:pt x="1337" y="514947"/>
                </a:lnTo>
                <a:lnTo>
                  <a:pt x="5251" y="449268"/>
                </a:lnTo>
                <a:lnTo>
                  <a:pt x="11592" y="386331"/>
                </a:lnTo>
                <a:lnTo>
                  <a:pt x="20211" y="326571"/>
                </a:lnTo>
                <a:lnTo>
                  <a:pt x="30959" y="270427"/>
                </a:lnTo>
                <a:lnTo>
                  <a:pt x="43687" y="218336"/>
                </a:lnTo>
                <a:lnTo>
                  <a:pt x="58245" y="170735"/>
                </a:lnTo>
                <a:lnTo>
                  <a:pt x="74484" y="128062"/>
                </a:lnTo>
                <a:lnTo>
                  <a:pt x="92256" y="90754"/>
                </a:lnTo>
                <a:lnTo>
                  <a:pt x="131801" y="33983"/>
                </a:lnTo>
                <a:lnTo>
                  <a:pt x="175685" y="3921"/>
                </a:lnTo>
                <a:lnTo>
                  <a:pt x="198882" y="0"/>
                </a:lnTo>
                <a:lnTo>
                  <a:pt x="206375" y="0"/>
                </a:lnTo>
                <a:lnTo>
                  <a:pt x="213741" y="1270"/>
                </a:lnTo>
                <a:lnTo>
                  <a:pt x="221234" y="3683"/>
                </a:lnTo>
              </a:path>
            </a:pathLst>
          </a:custGeom>
          <a:ln w="380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9097518" y="1701545"/>
            <a:ext cx="681355" cy="1466215"/>
          </a:xfrm>
          <a:custGeom>
            <a:avLst/>
            <a:gdLst/>
            <a:ahLst/>
            <a:cxnLst/>
            <a:rect l="l" t="t" r="r" b="b"/>
            <a:pathLst>
              <a:path w="681354" h="1466214">
                <a:moveTo>
                  <a:pt x="0" y="733043"/>
                </a:moveTo>
                <a:lnTo>
                  <a:pt x="1250" y="669790"/>
                </a:lnTo>
                <a:lnTo>
                  <a:pt x="4933" y="608031"/>
                </a:lnTo>
                <a:lnTo>
                  <a:pt x="10947" y="547987"/>
                </a:lnTo>
                <a:lnTo>
                  <a:pt x="19189" y="489878"/>
                </a:lnTo>
                <a:lnTo>
                  <a:pt x="29556" y="433924"/>
                </a:lnTo>
                <a:lnTo>
                  <a:pt x="41947" y="380344"/>
                </a:lnTo>
                <a:lnTo>
                  <a:pt x="56260" y="329359"/>
                </a:lnTo>
                <a:lnTo>
                  <a:pt x="72391" y="281189"/>
                </a:lnTo>
                <a:lnTo>
                  <a:pt x="90238" y="236054"/>
                </a:lnTo>
                <a:lnTo>
                  <a:pt x="109700" y="194173"/>
                </a:lnTo>
                <a:lnTo>
                  <a:pt x="130674" y="155767"/>
                </a:lnTo>
                <a:lnTo>
                  <a:pt x="153057" y="121055"/>
                </a:lnTo>
                <a:lnTo>
                  <a:pt x="176748" y="90258"/>
                </a:lnTo>
                <a:lnTo>
                  <a:pt x="227641" y="41288"/>
                </a:lnTo>
                <a:lnTo>
                  <a:pt x="282536" y="10615"/>
                </a:lnTo>
                <a:lnTo>
                  <a:pt x="340613" y="0"/>
                </a:lnTo>
                <a:lnTo>
                  <a:pt x="369999" y="2690"/>
                </a:lnTo>
                <a:lnTo>
                  <a:pt x="426587" y="23554"/>
                </a:lnTo>
                <a:lnTo>
                  <a:pt x="479584" y="63596"/>
                </a:lnTo>
                <a:lnTo>
                  <a:pt x="528170" y="121055"/>
                </a:lnTo>
                <a:lnTo>
                  <a:pt x="550553" y="155767"/>
                </a:lnTo>
                <a:lnTo>
                  <a:pt x="571527" y="194173"/>
                </a:lnTo>
                <a:lnTo>
                  <a:pt x="590989" y="236054"/>
                </a:lnTo>
                <a:lnTo>
                  <a:pt x="608836" y="281189"/>
                </a:lnTo>
                <a:lnTo>
                  <a:pt x="624967" y="329359"/>
                </a:lnTo>
                <a:lnTo>
                  <a:pt x="639280" y="380344"/>
                </a:lnTo>
                <a:lnTo>
                  <a:pt x="651671" y="433924"/>
                </a:lnTo>
                <a:lnTo>
                  <a:pt x="662038" y="489878"/>
                </a:lnTo>
                <a:lnTo>
                  <a:pt x="670280" y="547987"/>
                </a:lnTo>
                <a:lnTo>
                  <a:pt x="676294" y="608031"/>
                </a:lnTo>
                <a:lnTo>
                  <a:pt x="679977" y="669790"/>
                </a:lnTo>
                <a:lnTo>
                  <a:pt x="681227" y="733043"/>
                </a:lnTo>
                <a:lnTo>
                  <a:pt x="679977" y="796297"/>
                </a:lnTo>
                <a:lnTo>
                  <a:pt x="676294" y="858056"/>
                </a:lnTo>
                <a:lnTo>
                  <a:pt x="670280" y="918100"/>
                </a:lnTo>
                <a:lnTo>
                  <a:pt x="662038" y="976209"/>
                </a:lnTo>
                <a:lnTo>
                  <a:pt x="651671" y="1032163"/>
                </a:lnTo>
                <a:lnTo>
                  <a:pt x="639280" y="1085743"/>
                </a:lnTo>
                <a:lnTo>
                  <a:pt x="624967" y="1136728"/>
                </a:lnTo>
                <a:lnTo>
                  <a:pt x="608836" y="1184898"/>
                </a:lnTo>
                <a:lnTo>
                  <a:pt x="590989" y="1230033"/>
                </a:lnTo>
                <a:lnTo>
                  <a:pt x="571527" y="1271914"/>
                </a:lnTo>
                <a:lnTo>
                  <a:pt x="550553" y="1310320"/>
                </a:lnTo>
                <a:lnTo>
                  <a:pt x="528170" y="1345032"/>
                </a:lnTo>
                <a:lnTo>
                  <a:pt x="504479" y="1375829"/>
                </a:lnTo>
                <a:lnTo>
                  <a:pt x="453586" y="1424799"/>
                </a:lnTo>
                <a:lnTo>
                  <a:pt x="398691" y="1455472"/>
                </a:lnTo>
                <a:lnTo>
                  <a:pt x="340613" y="1466088"/>
                </a:lnTo>
                <a:lnTo>
                  <a:pt x="311228" y="1463397"/>
                </a:lnTo>
                <a:lnTo>
                  <a:pt x="254640" y="1442533"/>
                </a:lnTo>
                <a:lnTo>
                  <a:pt x="201643" y="1402491"/>
                </a:lnTo>
                <a:lnTo>
                  <a:pt x="153057" y="1345032"/>
                </a:lnTo>
                <a:lnTo>
                  <a:pt x="130674" y="1310320"/>
                </a:lnTo>
                <a:lnTo>
                  <a:pt x="109700" y="1271914"/>
                </a:lnTo>
                <a:lnTo>
                  <a:pt x="90238" y="1230033"/>
                </a:lnTo>
                <a:lnTo>
                  <a:pt x="72391" y="1184898"/>
                </a:lnTo>
                <a:lnTo>
                  <a:pt x="56260" y="1136728"/>
                </a:lnTo>
                <a:lnTo>
                  <a:pt x="41947" y="1085743"/>
                </a:lnTo>
                <a:lnTo>
                  <a:pt x="29556" y="1032163"/>
                </a:lnTo>
                <a:lnTo>
                  <a:pt x="19189" y="976209"/>
                </a:lnTo>
                <a:lnTo>
                  <a:pt x="10947" y="918100"/>
                </a:lnTo>
                <a:lnTo>
                  <a:pt x="4933" y="858056"/>
                </a:lnTo>
                <a:lnTo>
                  <a:pt x="1250" y="796297"/>
                </a:lnTo>
                <a:lnTo>
                  <a:pt x="0" y="733043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521702" y="1689354"/>
            <a:ext cx="600710" cy="736600"/>
          </a:xfrm>
          <a:custGeom>
            <a:avLst/>
            <a:gdLst/>
            <a:ahLst/>
            <a:cxnLst/>
            <a:rect l="l" t="t" r="r" b="b"/>
            <a:pathLst>
              <a:path w="600709" h="736600">
                <a:moveTo>
                  <a:pt x="0" y="368046"/>
                </a:moveTo>
                <a:lnTo>
                  <a:pt x="3254" y="313645"/>
                </a:lnTo>
                <a:lnTo>
                  <a:pt x="12707" y="261727"/>
                </a:lnTo>
                <a:lnTo>
                  <a:pt x="27895" y="212860"/>
                </a:lnTo>
                <a:lnTo>
                  <a:pt x="48355" y="167614"/>
                </a:lnTo>
                <a:lnTo>
                  <a:pt x="73623" y="126556"/>
                </a:lnTo>
                <a:lnTo>
                  <a:pt x="103235" y="90254"/>
                </a:lnTo>
                <a:lnTo>
                  <a:pt x="136728" y="59279"/>
                </a:lnTo>
                <a:lnTo>
                  <a:pt x="173637" y="34197"/>
                </a:lnTo>
                <a:lnTo>
                  <a:pt x="213499" y="15577"/>
                </a:lnTo>
                <a:lnTo>
                  <a:pt x="255851" y="3989"/>
                </a:lnTo>
                <a:lnTo>
                  <a:pt x="300227" y="0"/>
                </a:lnTo>
                <a:lnTo>
                  <a:pt x="344604" y="3989"/>
                </a:lnTo>
                <a:lnTo>
                  <a:pt x="386956" y="15577"/>
                </a:lnTo>
                <a:lnTo>
                  <a:pt x="426818" y="34197"/>
                </a:lnTo>
                <a:lnTo>
                  <a:pt x="463727" y="59279"/>
                </a:lnTo>
                <a:lnTo>
                  <a:pt x="497220" y="90254"/>
                </a:lnTo>
                <a:lnTo>
                  <a:pt x="526832" y="126556"/>
                </a:lnTo>
                <a:lnTo>
                  <a:pt x="552100" y="167614"/>
                </a:lnTo>
                <a:lnTo>
                  <a:pt x="572560" y="212860"/>
                </a:lnTo>
                <a:lnTo>
                  <a:pt x="587748" y="261727"/>
                </a:lnTo>
                <a:lnTo>
                  <a:pt x="597201" y="313645"/>
                </a:lnTo>
                <a:lnTo>
                  <a:pt x="600455" y="368046"/>
                </a:lnTo>
                <a:lnTo>
                  <a:pt x="597201" y="422446"/>
                </a:lnTo>
                <a:lnTo>
                  <a:pt x="587748" y="474364"/>
                </a:lnTo>
                <a:lnTo>
                  <a:pt x="572560" y="523231"/>
                </a:lnTo>
                <a:lnTo>
                  <a:pt x="552100" y="568477"/>
                </a:lnTo>
                <a:lnTo>
                  <a:pt x="526832" y="609535"/>
                </a:lnTo>
                <a:lnTo>
                  <a:pt x="497220" y="645837"/>
                </a:lnTo>
                <a:lnTo>
                  <a:pt x="463727" y="676812"/>
                </a:lnTo>
                <a:lnTo>
                  <a:pt x="426818" y="701894"/>
                </a:lnTo>
                <a:lnTo>
                  <a:pt x="386956" y="720514"/>
                </a:lnTo>
                <a:lnTo>
                  <a:pt x="344604" y="732102"/>
                </a:lnTo>
                <a:lnTo>
                  <a:pt x="300227" y="736092"/>
                </a:lnTo>
                <a:lnTo>
                  <a:pt x="255851" y="732102"/>
                </a:lnTo>
                <a:lnTo>
                  <a:pt x="213499" y="720514"/>
                </a:lnTo>
                <a:lnTo>
                  <a:pt x="173637" y="701894"/>
                </a:lnTo>
                <a:lnTo>
                  <a:pt x="136728" y="676812"/>
                </a:lnTo>
                <a:lnTo>
                  <a:pt x="103235" y="645837"/>
                </a:lnTo>
                <a:lnTo>
                  <a:pt x="73623" y="609535"/>
                </a:lnTo>
                <a:lnTo>
                  <a:pt x="48355" y="568477"/>
                </a:lnTo>
                <a:lnTo>
                  <a:pt x="27895" y="523231"/>
                </a:lnTo>
                <a:lnTo>
                  <a:pt x="12707" y="474364"/>
                </a:lnTo>
                <a:lnTo>
                  <a:pt x="3254" y="422446"/>
                </a:lnTo>
                <a:lnTo>
                  <a:pt x="0" y="368046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3682746" y="1846326"/>
            <a:ext cx="695325" cy="1176655"/>
          </a:xfrm>
          <a:custGeom>
            <a:avLst/>
            <a:gdLst/>
            <a:ahLst/>
            <a:cxnLst/>
            <a:rect l="l" t="t" r="r" b="b"/>
            <a:pathLst>
              <a:path w="695325" h="1176655">
                <a:moveTo>
                  <a:pt x="0" y="588263"/>
                </a:moveTo>
                <a:lnTo>
                  <a:pt x="1794" y="528121"/>
                </a:lnTo>
                <a:lnTo>
                  <a:pt x="7059" y="469714"/>
                </a:lnTo>
                <a:lnTo>
                  <a:pt x="15622" y="413340"/>
                </a:lnTo>
                <a:lnTo>
                  <a:pt x="27306" y="359294"/>
                </a:lnTo>
                <a:lnTo>
                  <a:pt x="41939" y="307872"/>
                </a:lnTo>
                <a:lnTo>
                  <a:pt x="59344" y="259370"/>
                </a:lnTo>
                <a:lnTo>
                  <a:pt x="79347" y="214083"/>
                </a:lnTo>
                <a:lnTo>
                  <a:pt x="101774" y="172307"/>
                </a:lnTo>
                <a:lnTo>
                  <a:pt x="126450" y="134338"/>
                </a:lnTo>
                <a:lnTo>
                  <a:pt x="153199" y="100472"/>
                </a:lnTo>
                <a:lnTo>
                  <a:pt x="181849" y="71004"/>
                </a:lnTo>
                <a:lnTo>
                  <a:pt x="212222" y="46231"/>
                </a:lnTo>
                <a:lnTo>
                  <a:pt x="277446" y="11952"/>
                </a:lnTo>
                <a:lnTo>
                  <a:pt x="347471" y="0"/>
                </a:lnTo>
                <a:lnTo>
                  <a:pt x="382997" y="3037"/>
                </a:lnTo>
                <a:lnTo>
                  <a:pt x="450797" y="26449"/>
                </a:lnTo>
                <a:lnTo>
                  <a:pt x="513094" y="71004"/>
                </a:lnTo>
                <a:lnTo>
                  <a:pt x="541744" y="100472"/>
                </a:lnTo>
                <a:lnTo>
                  <a:pt x="568493" y="134338"/>
                </a:lnTo>
                <a:lnTo>
                  <a:pt x="593169" y="172307"/>
                </a:lnTo>
                <a:lnTo>
                  <a:pt x="615596" y="214083"/>
                </a:lnTo>
                <a:lnTo>
                  <a:pt x="635599" y="259370"/>
                </a:lnTo>
                <a:lnTo>
                  <a:pt x="653004" y="307872"/>
                </a:lnTo>
                <a:lnTo>
                  <a:pt x="667637" y="359294"/>
                </a:lnTo>
                <a:lnTo>
                  <a:pt x="679321" y="413340"/>
                </a:lnTo>
                <a:lnTo>
                  <a:pt x="687884" y="469714"/>
                </a:lnTo>
                <a:lnTo>
                  <a:pt x="693149" y="528121"/>
                </a:lnTo>
                <a:lnTo>
                  <a:pt x="694943" y="588263"/>
                </a:lnTo>
                <a:lnTo>
                  <a:pt x="693149" y="648406"/>
                </a:lnTo>
                <a:lnTo>
                  <a:pt x="687884" y="706813"/>
                </a:lnTo>
                <a:lnTo>
                  <a:pt x="679321" y="763187"/>
                </a:lnTo>
                <a:lnTo>
                  <a:pt x="667637" y="817233"/>
                </a:lnTo>
                <a:lnTo>
                  <a:pt x="653004" y="868655"/>
                </a:lnTo>
                <a:lnTo>
                  <a:pt x="635599" y="917157"/>
                </a:lnTo>
                <a:lnTo>
                  <a:pt x="615596" y="962444"/>
                </a:lnTo>
                <a:lnTo>
                  <a:pt x="593169" y="1004220"/>
                </a:lnTo>
                <a:lnTo>
                  <a:pt x="568493" y="1042189"/>
                </a:lnTo>
                <a:lnTo>
                  <a:pt x="541744" y="1076055"/>
                </a:lnTo>
                <a:lnTo>
                  <a:pt x="513094" y="1105523"/>
                </a:lnTo>
                <a:lnTo>
                  <a:pt x="482721" y="1130296"/>
                </a:lnTo>
                <a:lnTo>
                  <a:pt x="417497" y="1164575"/>
                </a:lnTo>
                <a:lnTo>
                  <a:pt x="347471" y="1176527"/>
                </a:lnTo>
                <a:lnTo>
                  <a:pt x="311946" y="1173490"/>
                </a:lnTo>
                <a:lnTo>
                  <a:pt x="244146" y="1150078"/>
                </a:lnTo>
                <a:lnTo>
                  <a:pt x="181849" y="1105523"/>
                </a:lnTo>
                <a:lnTo>
                  <a:pt x="153199" y="1076055"/>
                </a:lnTo>
                <a:lnTo>
                  <a:pt x="126450" y="1042189"/>
                </a:lnTo>
                <a:lnTo>
                  <a:pt x="101774" y="1004220"/>
                </a:lnTo>
                <a:lnTo>
                  <a:pt x="79347" y="962444"/>
                </a:lnTo>
                <a:lnTo>
                  <a:pt x="59344" y="917157"/>
                </a:lnTo>
                <a:lnTo>
                  <a:pt x="41939" y="868655"/>
                </a:lnTo>
                <a:lnTo>
                  <a:pt x="27306" y="817233"/>
                </a:lnTo>
                <a:lnTo>
                  <a:pt x="15622" y="763187"/>
                </a:lnTo>
                <a:lnTo>
                  <a:pt x="7059" y="706813"/>
                </a:lnTo>
                <a:lnTo>
                  <a:pt x="1794" y="648406"/>
                </a:lnTo>
                <a:lnTo>
                  <a:pt x="0" y="588263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216530" y="2500122"/>
            <a:ext cx="520065" cy="523240"/>
          </a:xfrm>
          <a:custGeom>
            <a:avLst/>
            <a:gdLst/>
            <a:ahLst/>
            <a:cxnLst/>
            <a:rect l="l" t="t" r="r" b="b"/>
            <a:pathLst>
              <a:path w="520064" h="523239">
                <a:moveTo>
                  <a:pt x="10032" y="0"/>
                </a:moveTo>
                <a:lnTo>
                  <a:pt x="73981" y="2035"/>
                </a:lnTo>
                <a:lnTo>
                  <a:pt x="135559" y="7979"/>
                </a:lnTo>
                <a:lnTo>
                  <a:pt x="194287" y="17586"/>
                </a:lnTo>
                <a:lnTo>
                  <a:pt x="249689" y="30613"/>
                </a:lnTo>
                <a:lnTo>
                  <a:pt x="301287" y="46814"/>
                </a:lnTo>
                <a:lnTo>
                  <a:pt x="348603" y="65945"/>
                </a:lnTo>
                <a:lnTo>
                  <a:pt x="391160" y="87762"/>
                </a:lnTo>
                <a:lnTo>
                  <a:pt x="428480" y="112019"/>
                </a:lnTo>
                <a:lnTo>
                  <a:pt x="460085" y="138474"/>
                </a:lnTo>
                <a:lnTo>
                  <a:pt x="485499" y="166880"/>
                </a:lnTo>
                <a:lnTo>
                  <a:pt x="515839" y="228570"/>
                </a:lnTo>
                <a:lnTo>
                  <a:pt x="519811" y="261365"/>
                </a:lnTo>
                <a:lnTo>
                  <a:pt x="515839" y="294161"/>
                </a:lnTo>
                <a:lnTo>
                  <a:pt x="485499" y="355851"/>
                </a:lnTo>
                <a:lnTo>
                  <a:pt x="460085" y="384257"/>
                </a:lnTo>
                <a:lnTo>
                  <a:pt x="428480" y="410712"/>
                </a:lnTo>
                <a:lnTo>
                  <a:pt x="391160" y="434969"/>
                </a:lnTo>
                <a:lnTo>
                  <a:pt x="348603" y="456786"/>
                </a:lnTo>
                <a:lnTo>
                  <a:pt x="301287" y="475917"/>
                </a:lnTo>
                <a:lnTo>
                  <a:pt x="249689" y="492118"/>
                </a:lnTo>
                <a:lnTo>
                  <a:pt x="194287" y="505145"/>
                </a:lnTo>
                <a:lnTo>
                  <a:pt x="135559" y="514752"/>
                </a:lnTo>
                <a:lnTo>
                  <a:pt x="73981" y="520696"/>
                </a:lnTo>
                <a:lnTo>
                  <a:pt x="10032" y="522731"/>
                </a:lnTo>
                <a:lnTo>
                  <a:pt x="6731" y="522731"/>
                </a:lnTo>
                <a:lnTo>
                  <a:pt x="3301" y="522731"/>
                </a:lnTo>
                <a:lnTo>
                  <a:pt x="0" y="522731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4458461" y="2477261"/>
            <a:ext cx="597535" cy="523240"/>
          </a:xfrm>
          <a:custGeom>
            <a:avLst/>
            <a:gdLst/>
            <a:ahLst/>
            <a:cxnLst/>
            <a:rect l="l" t="t" r="r" b="b"/>
            <a:pathLst>
              <a:path w="597535" h="523239">
                <a:moveTo>
                  <a:pt x="587501" y="522732"/>
                </a:moveTo>
                <a:lnTo>
                  <a:pt x="523484" y="521198"/>
                </a:lnTo>
                <a:lnTo>
                  <a:pt x="461464" y="516705"/>
                </a:lnTo>
                <a:lnTo>
                  <a:pt x="401799" y="509412"/>
                </a:lnTo>
                <a:lnTo>
                  <a:pt x="344849" y="499476"/>
                </a:lnTo>
                <a:lnTo>
                  <a:pt x="290971" y="487059"/>
                </a:lnTo>
                <a:lnTo>
                  <a:pt x="240523" y="472318"/>
                </a:lnTo>
                <a:lnTo>
                  <a:pt x="193865" y="455412"/>
                </a:lnTo>
                <a:lnTo>
                  <a:pt x="151354" y="436502"/>
                </a:lnTo>
                <a:lnTo>
                  <a:pt x="113349" y="415747"/>
                </a:lnTo>
                <a:lnTo>
                  <a:pt x="80207" y="393304"/>
                </a:lnTo>
                <a:lnTo>
                  <a:pt x="29949" y="343997"/>
                </a:lnTo>
                <a:lnTo>
                  <a:pt x="3447" y="289853"/>
                </a:lnTo>
                <a:lnTo>
                  <a:pt x="0" y="261365"/>
                </a:lnTo>
                <a:lnTo>
                  <a:pt x="3447" y="232878"/>
                </a:lnTo>
                <a:lnTo>
                  <a:pt x="29949" y="178734"/>
                </a:lnTo>
                <a:lnTo>
                  <a:pt x="80207" y="129427"/>
                </a:lnTo>
                <a:lnTo>
                  <a:pt x="113349" y="106984"/>
                </a:lnTo>
                <a:lnTo>
                  <a:pt x="151354" y="86229"/>
                </a:lnTo>
                <a:lnTo>
                  <a:pt x="193865" y="67319"/>
                </a:lnTo>
                <a:lnTo>
                  <a:pt x="240523" y="50413"/>
                </a:lnTo>
                <a:lnTo>
                  <a:pt x="290971" y="35672"/>
                </a:lnTo>
                <a:lnTo>
                  <a:pt x="344849" y="23255"/>
                </a:lnTo>
                <a:lnTo>
                  <a:pt x="401799" y="13319"/>
                </a:lnTo>
                <a:lnTo>
                  <a:pt x="461464" y="6026"/>
                </a:lnTo>
                <a:lnTo>
                  <a:pt x="523484" y="1533"/>
                </a:lnTo>
                <a:lnTo>
                  <a:pt x="587501" y="0"/>
                </a:lnTo>
                <a:lnTo>
                  <a:pt x="590803" y="0"/>
                </a:lnTo>
                <a:lnTo>
                  <a:pt x="594233" y="0"/>
                </a:lnTo>
                <a:lnTo>
                  <a:pt x="597535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162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99108" y="592963"/>
            <a:ext cx="174243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99"/>
                </a:solidFill>
              </a:rPr>
              <a:t>状态方程</a:t>
            </a:r>
            <a:r>
              <a:rPr i="0" dirty="0">
                <a:solidFill>
                  <a:srgbClr val="000099"/>
                </a:solidFill>
                <a:latin typeface="华文楷体"/>
                <a:cs typeface="华文楷体"/>
              </a:rPr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54929" y="624332"/>
            <a:ext cx="174243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solidFill>
                  <a:srgbClr val="000099"/>
                </a:solidFill>
                <a:latin typeface="华文楷体"/>
                <a:cs typeface="华文楷体"/>
              </a:rPr>
              <a:t>驱动方程</a:t>
            </a:r>
            <a:r>
              <a:rPr sz="3200" dirty="0">
                <a:solidFill>
                  <a:srgbClr val="000099"/>
                </a:solidFill>
                <a:latin typeface="华文楷体"/>
                <a:cs typeface="华文楷体"/>
              </a:rPr>
              <a:t>: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92745" y="1652118"/>
            <a:ext cx="408305" cy="0"/>
          </a:xfrm>
          <a:custGeom>
            <a:avLst/>
            <a:gdLst/>
            <a:ahLst/>
            <a:cxnLst/>
            <a:rect l="l" t="t" r="r" b="b"/>
            <a:pathLst>
              <a:path w="408304">
                <a:moveTo>
                  <a:pt x="0" y="0"/>
                </a:moveTo>
                <a:lnTo>
                  <a:pt x="407692" y="0"/>
                </a:lnTo>
              </a:path>
            </a:pathLst>
          </a:custGeom>
          <a:ln w="19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22600" y="2308421"/>
            <a:ext cx="411480" cy="0"/>
          </a:xfrm>
          <a:custGeom>
            <a:avLst/>
            <a:gdLst/>
            <a:ahLst/>
            <a:cxnLst/>
            <a:rect l="l" t="t" r="r" b="b"/>
            <a:pathLst>
              <a:path w="411480">
                <a:moveTo>
                  <a:pt x="0" y="0"/>
                </a:moveTo>
                <a:lnTo>
                  <a:pt x="410974" y="0"/>
                </a:lnTo>
              </a:path>
            </a:pathLst>
          </a:custGeom>
          <a:ln w="19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74367" y="2308421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7993" y="0"/>
                </a:lnTo>
              </a:path>
            </a:pathLst>
          </a:custGeom>
          <a:ln w="19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35964" y="2308421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0" y="0"/>
                </a:moveTo>
                <a:lnTo>
                  <a:pt x="408546" y="0"/>
                </a:lnTo>
              </a:path>
            </a:pathLst>
          </a:custGeom>
          <a:ln w="19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22601" y="2964755"/>
            <a:ext cx="408940" cy="0"/>
          </a:xfrm>
          <a:custGeom>
            <a:avLst/>
            <a:gdLst/>
            <a:ahLst/>
            <a:cxnLst/>
            <a:rect l="l" t="t" r="r" b="b"/>
            <a:pathLst>
              <a:path w="408939">
                <a:moveTo>
                  <a:pt x="0" y="0"/>
                </a:moveTo>
                <a:lnTo>
                  <a:pt x="408512" y="0"/>
                </a:lnTo>
              </a:path>
            </a:pathLst>
          </a:custGeom>
          <a:ln w="19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23386" y="2528787"/>
            <a:ext cx="329247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163955" algn="l"/>
                <a:tab pos="1572260" algn="l"/>
                <a:tab pos="1990089" algn="l"/>
                <a:tab pos="2774315" algn="l"/>
                <a:tab pos="3159125" algn="l"/>
              </a:tabLst>
            </a:pPr>
            <a:r>
              <a:rPr sz="1700" spc="90" dirty="0">
                <a:latin typeface="Times New Roman"/>
                <a:cs typeface="Times New Roman"/>
              </a:rPr>
              <a:t>1	2	0	1	0	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26450" y="1613733"/>
            <a:ext cx="3197225" cy="549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835"/>
              </a:lnSpc>
              <a:spcBef>
                <a:spcPts val="100"/>
              </a:spcBef>
              <a:tabLst>
                <a:tab pos="2055495" algn="l"/>
              </a:tabLst>
            </a:pPr>
            <a:r>
              <a:rPr sz="3000" i="1" spc="170" dirty="0">
                <a:latin typeface="Times New Roman"/>
                <a:cs typeface="Times New Roman"/>
              </a:rPr>
              <a:t>Q</a:t>
            </a:r>
            <a:r>
              <a:rPr sz="2550" i="1" spc="254" baseline="44117" dirty="0">
                <a:latin typeface="Times New Roman"/>
                <a:cs typeface="Times New Roman"/>
              </a:rPr>
              <a:t>n</a:t>
            </a:r>
            <a:r>
              <a:rPr sz="2550" spc="254" baseline="44117" dirty="0">
                <a:latin typeface="Symbol"/>
                <a:cs typeface="Symbol"/>
              </a:rPr>
              <a:t></a:t>
            </a:r>
            <a:r>
              <a:rPr sz="2550" spc="254" baseline="44117" dirty="0">
                <a:latin typeface="Times New Roman"/>
                <a:cs typeface="Times New Roman"/>
              </a:rPr>
              <a:t>1  </a:t>
            </a:r>
            <a:r>
              <a:rPr sz="3000" spc="140" dirty="0">
                <a:latin typeface="Symbol"/>
                <a:cs typeface="Symbol"/>
              </a:rPr>
              <a:t></a:t>
            </a:r>
            <a:r>
              <a:rPr sz="3000" spc="-360" dirty="0">
                <a:latin typeface="Times New Roman"/>
                <a:cs typeface="Times New Roman"/>
              </a:rPr>
              <a:t> </a:t>
            </a:r>
            <a:r>
              <a:rPr sz="3000" i="1" spc="185" dirty="0">
                <a:latin typeface="Times New Roman"/>
                <a:cs typeface="Times New Roman"/>
              </a:rPr>
              <a:t>Q</a:t>
            </a:r>
            <a:r>
              <a:rPr sz="3000" i="1" spc="-220" dirty="0">
                <a:latin typeface="Times New Roman"/>
                <a:cs typeface="Times New Roman"/>
              </a:rPr>
              <a:t> </a:t>
            </a:r>
            <a:r>
              <a:rPr sz="3000" i="1" spc="185" dirty="0">
                <a:latin typeface="Times New Roman"/>
                <a:cs typeface="Times New Roman"/>
              </a:rPr>
              <a:t>Q	</a:t>
            </a:r>
            <a:r>
              <a:rPr sz="3000" spc="140" dirty="0">
                <a:latin typeface="Symbol"/>
                <a:cs typeface="Symbol"/>
              </a:rPr>
              <a:t></a:t>
            </a:r>
            <a:r>
              <a:rPr sz="3000" spc="140" dirty="0">
                <a:latin typeface="Times New Roman"/>
                <a:cs typeface="Times New Roman"/>
              </a:rPr>
              <a:t> </a:t>
            </a:r>
            <a:r>
              <a:rPr sz="3000" i="1" spc="185" dirty="0">
                <a:latin typeface="Times New Roman"/>
                <a:cs typeface="Times New Roman"/>
              </a:rPr>
              <a:t>Q</a:t>
            </a:r>
            <a:r>
              <a:rPr sz="3000" i="1" spc="-345" dirty="0">
                <a:latin typeface="Times New Roman"/>
                <a:cs typeface="Times New Roman"/>
              </a:rPr>
              <a:t> </a:t>
            </a:r>
            <a:r>
              <a:rPr sz="3000" i="1" spc="185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  <a:p>
            <a:pPr marL="334645">
              <a:lnSpc>
                <a:spcPts val="1275"/>
              </a:lnSpc>
              <a:tabLst>
                <a:tab pos="1434465" algn="l"/>
                <a:tab pos="1824355" algn="l"/>
                <a:tab pos="2627630" algn="l"/>
                <a:tab pos="3039110" algn="l"/>
              </a:tabLst>
            </a:pPr>
            <a:r>
              <a:rPr sz="1700" spc="90" dirty="0">
                <a:latin typeface="Times New Roman"/>
                <a:cs typeface="Times New Roman"/>
              </a:rPr>
              <a:t>2	1	0	0	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9150" y="2270036"/>
            <a:ext cx="35217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486025" algn="l"/>
              </a:tabLst>
            </a:pPr>
            <a:r>
              <a:rPr sz="3000" i="1" spc="170" dirty="0">
                <a:latin typeface="Times New Roman"/>
                <a:cs typeface="Times New Roman"/>
              </a:rPr>
              <a:t>Q</a:t>
            </a:r>
            <a:r>
              <a:rPr sz="2550" i="1" spc="254" baseline="44117" dirty="0">
                <a:latin typeface="Times New Roman"/>
                <a:cs typeface="Times New Roman"/>
              </a:rPr>
              <a:t>n</a:t>
            </a:r>
            <a:r>
              <a:rPr sz="2550" spc="254" baseline="44117" dirty="0">
                <a:latin typeface="Symbol"/>
                <a:cs typeface="Symbol"/>
              </a:rPr>
              <a:t></a:t>
            </a:r>
            <a:r>
              <a:rPr sz="2550" spc="254" baseline="44117" dirty="0">
                <a:latin typeface="Times New Roman"/>
                <a:cs typeface="Times New Roman"/>
              </a:rPr>
              <a:t>1  </a:t>
            </a:r>
            <a:r>
              <a:rPr sz="3000" spc="140" dirty="0">
                <a:latin typeface="Symbol"/>
                <a:cs typeface="Symbol"/>
              </a:rPr>
              <a:t></a:t>
            </a:r>
            <a:r>
              <a:rPr sz="3000" spc="140" dirty="0">
                <a:latin typeface="Times New Roman"/>
                <a:cs typeface="Times New Roman"/>
              </a:rPr>
              <a:t> </a:t>
            </a:r>
            <a:r>
              <a:rPr sz="3000" i="1" spc="185" dirty="0">
                <a:latin typeface="Times New Roman"/>
                <a:cs typeface="Times New Roman"/>
              </a:rPr>
              <a:t>Q</a:t>
            </a:r>
            <a:r>
              <a:rPr sz="3000" i="1" spc="-370" dirty="0">
                <a:latin typeface="Times New Roman"/>
                <a:cs typeface="Times New Roman"/>
              </a:rPr>
              <a:t> </a:t>
            </a:r>
            <a:r>
              <a:rPr sz="3000" i="1" spc="185" dirty="0">
                <a:latin typeface="Times New Roman"/>
                <a:cs typeface="Times New Roman"/>
              </a:rPr>
              <a:t>Q</a:t>
            </a:r>
            <a:r>
              <a:rPr sz="3000" i="1" spc="365" dirty="0">
                <a:latin typeface="Times New Roman"/>
                <a:cs typeface="Times New Roman"/>
              </a:rPr>
              <a:t> </a:t>
            </a:r>
            <a:r>
              <a:rPr sz="3000" i="1" spc="185" dirty="0">
                <a:latin typeface="Times New Roman"/>
                <a:cs typeface="Times New Roman"/>
              </a:rPr>
              <a:t>Q	</a:t>
            </a:r>
            <a:r>
              <a:rPr sz="3000" spc="140" dirty="0">
                <a:latin typeface="Symbol"/>
                <a:cs typeface="Symbol"/>
              </a:rPr>
              <a:t></a:t>
            </a:r>
            <a:r>
              <a:rPr sz="3000" spc="140" dirty="0">
                <a:latin typeface="Times New Roman"/>
                <a:cs typeface="Times New Roman"/>
              </a:rPr>
              <a:t> </a:t>
            </a:r>
            <a:r>
              <a:rPr sz="3000" i="1" spc="185" dirty="0">
                <a:latin typeface="Times New Roman"/>
                <a:cs typeface="Times New Roman"/>
              </a:rPr>
              <a:t>Q</a:t>
            </a:r>
            <a:r>
              <a:rPr sz="3000" i="1" spc="-370" dirty="0">
                <a:latin typeface="Times New Roman"/>
                <a:cs typeface="Times New Roman"/>
              </a:rPr>
              <a:t> </a:t>
            </a:r>
            <a:r>
              <a:rPr sz="3000" i="1" spc="185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03425" y="2755630"/>
            <a:ext cx="2402205" cy="2581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355">
              <a:lnSpc>
                <a:spcPts val="3510"/>
              </a:lnSpc>
              <a:spcBef>
                <a:spcPts val="100"/>
              </a:spcBef>
            </a:pPr>
            <a:r>
              <a:rPr sz="4500" i="1" spc="254" baseline="-25000" dirty="0">
                <a:latin typeface="Times New Roman"/>
                <a:cs typeface="Times New Roman"/>
              </a:rPr>
              <a:t>Q</a:t>
            </a:r>
            <a:r>
              <a:rPr sz="1700" i="1" spc="170" dirty="0">
                <a:latin typeface="Times New Roman"/>
                <a:cs typeface="Times New Roman"/>
              </a:rPr>
              <a:t>n</a:t>
            </a:r>
            <a:r>
              <a:rPr sz="1700" spc="170" dirty="0">
                <a:latin typeface="Symbol"/>
                <a:cs typeface="Symbol"/>
              </a:rPr>
              <a:t></a:t>
            </a:r>
            <a:r>
              <a:rPr sz="1700" spc="170" dirty="0">
                <a:latin typeface="Times New Roman"/>
                <a:cs typeface="Times New Roman"/>
              </a:rPr>
              <a:t>1 </a:t>
            </a:r>
            <a:r>
              <a:rPr sz="4500" spc="209" baseline="-25000" dirty="0">
                <a:latin typeface="Symbol"/>
                <a:cs typeface="Symbol"/>
              </a:rPr>
              <a:t></a:t>
            </a:r>
            <a:r>
              <a:rPr sz="4500" spc="-569" baseline="-25000" dirty="0">
                <a:latin typeface="Times New Roman"/>
                <a:cs typeface="Times New Roman"/>
              </a:rPr>
              <a:t> </a:t>
            </a:r>
            <a:r>
              <a:rPr sz="4500" i="1" spc="277" baseline="-25000" dirty="0">
                <a:latin typeface="Times New Roman"/>
                <a:cs typeface="Times New Roman"/>
              </a:rPr>
              <a:t>Q</a:t>
            </a:r>
            <a:endParaRPr sz="4500" baseline="-25000">
              <a:latin typeface="Times New Roman"/>
              <a:cs typeface="Times New Roman"/>
            </a:endParaRPr>
          </a:p>
          <a:p>
            <a:pPr marL="454659">
              <a:lnSpc>
                <a:spcPts val="1950"/>
              </a:lnSpc>
              <a:tabLst>
                <a:tab pos="1579880" algn="l"/>
              </a:tabLst>
            </a:pPr>
            <a:r>
              <a:rPr sz="1700" spc="90" dirty="0">
                <a:latin typeface="Times New Roman"/>
                <a:cs typeface="Times New Roman"/>
              </a:rPr>
              <a:t>0	0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445"/>
              </a:spcBef>
            </a:pPr>
            <a:r>
              <a:rPr sz="3200" i="1" dirty="0">
                <a:solidFill>
                  <a:srgbClr val="000099"/>
                </a:solidFill>
                <a:latin typeface="华文楷体"/>
                <a:cs typeface="华文楷体"/>
              </a:rPr>
              <a:t>输出方程</a:t>
            </a:r>
            <a:r>
              <a:rPr sz="3200" dirty="0">
                <a:solidFill>
                  <a:srgbClr val="000099"/>
                </a:solidFill>
                <a:latin typeface="华文楷体"/>
                <a:cs typeface="华文楷体"/>
              </a:rPr>
              <a:t>:</a:t>
            </a:r>
            <a:endParaRPr sz="3200">
              <a:latin typeface="华文楷体"/>
              <a:cs typeface="华文楷体"/>
            </a:endParaRPr>
          </a:p>
          <a:p>
            <a:pPr marL="554355">
              <a:lnSpc>
                <a:spcPct val="100000"/>
              </a:lnSpc>
              <a:spcBef>
                <a:spcPts val="1465"/>
              </a:spcBef>
            </a:pPr>
            <a:r>
              <a:rPr sz="2950" i="1" spc="210" dirty="0">
                <a:latin typeface="Times New Roman"/>
                <a:cs typeface="Times New Roman"/>
              </a:rPr>
              <a:t>CO </a:t>
            </a:r>
            <a:r>
              <a:rPr sz="2950" spc="165" dirty="0">
                <a:latin typeface="Symbol"/>
                <a:cs typeface="Symbol"/>
              </a:rPr>
              <a:t></a:t>
            </a:r>
            <a:r>
              <a:rPr sz="2950" spc="-305" dirty="0">
                <a:latin typeface="Times New Roman"/>
                <a:cs typeface="Times New Roman"/>
              </a:rPr>
              <a:t> </a:t>
            </a:r>
            <a:r>
              <a:rPr sz="2950" i="1" spc="100" dirty="0">
                <a:latin typeface="Times New Roman"/>
                <a:cs typeface="Times New Roman"/>
              </a:rPr>
              <a:t>Q</a:t>
            </a:r>
            <a:r>
              <a:rPr sz="2550" spc="150" baseline="-24509" dirty="0">
                <a:latin typeface="Times New Roman"/>
                <a:cs typeface="Times New Roman"/>
              </a:rPr>
              <a:t>2</a:t>
            </a:r>
            <a:r>
              <a:rPr sz="2950" i="1" spc="100" dirty="0">
                <a:latin typeface="Times New Roman"/>
                <a:cs typeface="Times New Roman"/>
              </a:rPr>
              <a:t>Q</a:t>
            </a:r>
            <a:r>
              <a:rPr sz="2550" spc="150" baseline="-24509" dirty="0">
                <a:latin typeface="Times New Roman"/>
                <a:cs typeface="Times New Roman"/>
              </a:rPr>
              <a:t>0</a:t>
            </a:r>
            <a:endParaRPr sz="2550" baseline="-24509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969969" y="1630782"/>
            <a:ext cx="408305" cy="0"/>
          </a:xfrm>
          <a:custGeom>
            <a:avLst/>
            <a:gdLst/>
            <a:ahLst/>
            <a:cxnLst/>
            <a:rect l="l" t="t" r="r" b="b"/>
            <a:pathLst>
              <a:path w="408304">
                <a:moveTo>
                  <a:pt x="0" y="0"/>
                </a:moveTo>
                <a:lnTo>
                  <a:pt x="407945" y="0"/>
                </a:lnTo>
              </a:path>
            </a:pathLst>
          </a:custGeom>
          <a:ln w="19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758554" y="2287085"/>
            <a:ext cx="410845" cy="0"/>
          </a:xfrm>
          <a:custGeom>
            <a:avLst/>
            <a:gdLst/>
            <a:ahLst/>
            <a:cxnLst/>
            <a:rect l="l" t="t" r="r" b="b"/>
            <a:pathLst>
              <a:path w="410845">
                <a:moveTo>
                  <a:pt x="0" y="0"/>
                </a:moveTo>
                <a:lnTo>
                  <a:pt x="410408" y="0"/>
                </a:lnTo>
              </a:path>
            </a:pathLst>
          </a:custGeom>
          <a:ln w="19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609172" y="2287085"/>
            <a:ext cx="316865" cy="0"/>
          </a:xfrm>
          <a:custGeom>
            <a:avLst/>
            <a:gdLst/>
            <a:ahLst/>
            <a:cxnLst/>
            <a:rect l="l" t="t" r="r" b="b"/>
            <a:pathLst>
              <a:path w="316865">
                <a:moveTo>
                  <a:pt x="0" y="0"/>
                </a:moveTo>
                <a:lnTo>
                  <a:pt x="316662" y="0"/>
                </a:lnTo>
              </a:path>
            </a:pathLst>
          </a:custGeom>
          <a:ln w="19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217276" y="1851118"/>
            <a:ext cx="14541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90" dirty="0"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163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82755" y="1592397"/>
            <a:ext cx="28117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589915" algn="l"/>
              </a:tabLst>
            </a:pPr>
            <a:r>
              <a:rPr sz="3000" i="1" spc="80" dirty="0">
                <a:latin typeface="Times New Roman"/>
                <a:cs typeface="Times New Roman"/>
              </a:rPr>
              <a:t>D</a:t>
            </a:r>
            <a:r>
              <a:rPr sz="2550" spc="120" baseline="-24509" dirty="0">
                <a:latin typeface="Times New Roman"/>
                <a:cs typeface="Times New Roman"/>
              </a:rPr>
              <a:t>2	</a:t>
            </a:r>
            <a:r>
              <a:rPr sz="3000" spc="145" dirty="0">
                <a:latin typeface="Symbol"/>
                <a:cs typeface="Symbol"/>
              </a:rPr>
              <a:t>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i="1" spc="-5" dirty="0">
                <a:latin typeface="Times New Roman"/>
                <a:cs typeface="Times New Roman"/>
              </a:rPr>
              <a:t>Q</a:t>
            </a:r>
            <a:r>
              <a:rPr sz="2550" spc="-7" baseline="-24509" dirty="0">
                <a:latin typeface="Times New Roman"/>
                <a:cs typeface="Times New Roman"/>
              </a:rPr>
              <a:t>1</a:t>
            </a:r>
            <a:r>
              <a:rPr sz="3000" i="1" spc="-5" dirty="0">
                <a:latin typeface="Times New Roman"/>
                <a:cs typeface="Times New Roman"/>
              </a:rPr>
              <a:t>Q</a:t>
            </a:r>
            <a:r>
              <a:rPr sz="2550" spc="-7" baseline="-24509" dirty="0">
                <a:latin typeface="Times New Roman"/>
                <a:cs typeface="Times New Roman"/>
              </a:rPr>
              <a:t>0</a:t>
            </a:r>
            <a:r>
              <a:rPr sz="2550" spc="15" baseline="-24509" dirty="0">
                <a:latin typeface="Times New Roman"/>
                <a:cs typeface="Times New Roman"/>
              </a:rPr>
              <a:t> </a:t>
            </a:r>
            <a:r>
              <a:rPr sz="3000" spc="145" dirty="0">
                <a:latin typeface="Symbol"/>
                <a:cs typeface="Symbol"/>
              </a:rPr>
              <a:t></a:t>
            </a:r>
            <a:r>
              <a:rPr sz="3000" spc="-285" dirty="0">
                <a:latin typeface="Times New Roman"/>
                <a:cs typeface="Times New Roman"/>
              </a:rPr>
              <a:t> </a:t>
            </a:r>
            <a:r>
              <a:rPr sz="3000" i="1" spc="190" dirty="0">
                <a:latin typeface="Times New Roman"/>
                <a:cs typeface="Times New Roman"/>
              </a:rPr>
              <a:t>Q</a:t>
            </a:r>
            <a:r>
              <a:rPr sz="3000" i="1" spc="80" dirty="0">
                <a:latin typeface="Times New Roman"/>
                <a:cs typeface="Times New Roman"/>
              </a:rPr>
              <a:t> </a:t>
            </a:r>
            <a:r>
              <a:rPr sz="3000" i="1" spc="190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95456" y="2049454"/>
            <a:ext cx="1590675" cy="1338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43600"/>
              </a:lnSpc>
              <a:spcBef>
                <a:spcPts val="95"/>
              </a:spcBef>
            </a:pPr>
            <a:r>
              <a:rPr sz="3000" i="1" spc="-20" dirty="0">
                <a:latin typeface="Times New Roman"/>
                <a:cs typeface="Times New Roman"/>
              </a:rPr>
              <a:t>D</a:t>
            </a:r>
            <a:r>
              <a:rPr sz="2550" spc="-30" baseline="-24509" dirty="0">
                <a:latin typeface="Times New Roman"/>
                <a:cs typeface="Times New Roman"/>
              </a:rPr>
              <a:t>1 </a:t>
            </a:r>
            <a:r>
              <a:rPr sz="3000" spc="145" dirty="0">
                <a:latin typeface="Symbol"/>
                <a:cs typeface="Symbol"/>
              </a:rPr>
              <a:t>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i="1" spc="130" dirty="0">
                <a:latin typeface="Times New Roman"/>
                <a:cs typeface="Times New Roman"/>
              </a:rPr>
              <a:t>Q</a:t>
            </a:r>
            <a:r>
              <a:rPr sz="2550" spc="195" baseline="-24509" dirty="0">
                <a:latin typeface="Times New Roman"/>
                <a:cs typeface="Times New Roman"/>
              </a:rPr>
              <a:t>2</a:t>
            </a:r>
            <a:r>
              <a:rPr sz="3000" i="1" spc="130" dirty="0">
                <a:latin typeface="Times New Roman"/>
                <a:cs typeface="Times New Roman"/>
              </a:rPr>
              <a:t>Q  </a:t>
            </a:r>
            <a:r>
              <a:rPr sz="3000" i="1" spc="190" dirty="0">
                <a:latin typeface="Times New Roman"/>
                <a:cs typeface="Times New Roman"/>
              </a:rPr>
              <a:t>D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60694" y="4416297"/>
            <a:ext cx="20618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solidFill>
                  <a:srgbClr val="C00000"/>
                </a:solidFill>
                <a:latin typeface="华文楷体"/>
                <a:cs typeface="华文楷体"/>
              </a:rPr>
              <a:t>电路图省略</a:t>
            </a:r>
            <a:endParaRPr sz="32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218176" y="982217"/>
            <a:ext cx="239395" cy="0"/>
          </a:xfrm>
          <a:custGeom>
            <a:avLst/>
            <a:gdLst/>
            <a:ahLst/>
            <a:cxnLst/>
            <a:rect l="l" t="t" r="r" b="b"/>
            <a:pathLst>
              <a:path w="239395">
                <a:moveTo>
                  <a:pt x="0" y="0"/>
                </a:moveTo>
                <a:lnTo>
                  <a:pt x="239268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288925" cy="0"/>
          </a:xfrm>
          <a:custGeom>
            <a:avLst/>
            <a:gdLst/>
            <a:ahLst/>
            <a:cxnLst/>
            <a:rect l="l" t="t" r="r" b="b"/>
            <a:pathLst>
              <a:path w="288925">
                <a:moveTo>
                  <a:pt x="0" y="0"/>
                </a:moveTo>
                <a:lnTo>
                  <a:pt x="288798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8763" y="179831"/>
            <a:ext cx="4439920" cy="2105025"/>
          </a:xfrm>
          <a:custGeom>
            <a:avLst/>
            <a:gdLst/>
            <a:ahLst/>
            <a:cxnLst/>
            <a:rect l="l" t="t" r="r" b="b"/>
            <a:pathLst>
              <a:path w="4439920" h="2105025">
                <a:moveTo>
                  <a:pt x="0" y="2104644"/>
                </a:moveTo>
                <a:lnTo>
                  <a:pt x="4439412" y="2104644"/>
                </a:lnTo>
                <a:lnTo>
                  <a:pt x="4439412" y="0"/>
                </a:lnTo>
                <a:lnTo>
                  <a:pt x="0" y="0"/>
                </a:lnTo>
                <a:lnTo>
                  <a:pt x="0" y="21046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46604" y="802303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4" h="716280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25286" y="802303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80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46604" y="1517961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4" h="716280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25286" y="1517961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80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57271" y="444493"/>
            <a:ext cx="389890" cy="358140"/>
          </a:xfrm>
          <a:custGeom>
            <a:avLst/>
            <a:gdLst/>
            <a:ahLst/>
            <a:cxnLst/>
            <a:rect l="l" t="t" r="r" b="b"/>
            <a:pathLst>
              <a:path w="389889" h="358140">
                <a:moveTo>
                  <a:pt x="389333" y="357872"/>
                </a:moveTo>
                <a:lnTo>
                  <a:pt x="0" y="0"/>
                </a:lnTo>
              </a:path>
            </a:pathLst>
          </a:custGeom>
          <a:ln w="283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65714" y="738087"/>
            <a:ext cx="102870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45" dirty="0">
                <a:latin typeface="华文楷体"/>
                <a:cs typeface="华文楷体"/>
              </a:rPr>
              <a:t>2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49452" y="547964"/>
            <a:ext cx="429259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50" i="1" spc="52" baseline="-16081" dirty="0">
                <a:latin typeface="华文楷体"/>
                <a:cs typeface="华文楷体"/>
              </a:rPr>
              <a:t>Q</a:t>
            </a:r>
            <a:r>
              <a:rPr sz="2850" i="1" spc="97" baseline="-16081" dirty="0">
                <a:latin typeface="华文楷体"/>
                <a:cs typeface="华文楷体"/>
              </a:rPr>
              <a:t> </a:t>
            </a:r>
            <a:r>
              <a:rPr sz="1200" spc="50" dirty="0">
                <a:latin typeface="华文楷体"/>
                <a:cs typeface="华文楷体"/>
              </a:rPr>
              <a:t>n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77430" y="988383"/>
            <a:ext cx="149225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77430" y="1704040"/>
            <a:ext cx="149225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99582" y="451612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00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78359" y="451612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01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605436" y="800939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80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384076" y="800939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80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605436" y="1516601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80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384076" y="1516601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80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2032371" y="787387"/>
          <a:ext cx="3115309" cy="14313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8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63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71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71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58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58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9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65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65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2950" i="1" dirty="0">
                          <a:latin typeface="华文楷体"/>
                          <a:cs typeface="华文楷体"/>
                        </a:rPr>
                        <a:t>Φ</a:t>
                      </a:r>
                      <a:endParaRPr sz="2950">
                        <a:latin typeface="华文楷体"/>
                        <a:cs typeface="华文楷体"/>
                      </a:endParaRPr>
                    </a:p>
                  </a:txBody>
                  <a:tcPr marL="0" marR="0" marT="996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2950" i="1" dirty="0">
                          <a:latin typeface="华文楷体"/>
                          <a:cs typeface="华文楷体"/>
                        </a:rPr>
                        <a:t>Φ</a:t>
                      </a:r>
                      <a:endParaRPr sz="2950">
                        <a:latin typeface="华文楷体"/>
                        <a:cs typeface="华文楷体"/>
                      </a:endParaRPr>
                    </a:p>
                  </a:txBody>
                  <a:tcPr marL="0" marR="0" marT="996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3866201" y="443154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11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44978" y="443155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10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38377" y="145784"/>
            <a:ext cx="78168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50" i="1" spc="60" baseline="-16081" dirty="0">
                <a:latin typeface="华文楷体"/>
                <a:cs typeface="华文楷体"/>
              </a:rPr>
              <a:t>Q</a:t>
            </a:r>
            <a:r>
              <a:rPr sz="1800" spc="60" baseline="-37037" dirty="0">
                <a:latin typeface="华文楷体"/>
                <a:cs typeface="华文楷体"/>
              </a:rPr>
              <a:t>1</a:t>
            </a:r>
            <a:r>
              <a:rPr sz="1200" spc="40" dirty="0">
                <a:latin typeface="华文楷体"/>
                <a:cs typeface="华文楷体"/>
              </a:rPr>
              <a:t>n</a:t>
            </a:r>
            <a:r>
              <a:rPr sz="2850" i="1" spc="60" baseline="-16081" dirty="0">
                <a:latin typeface="华文楷体"/>
                <a:cs typeface="华文楷体"/>
              </a:rPr>
              <a:t>Q</a:t>
            </a:r>
            <a:r>
              <a:rPr sz="1800" spc="60" baseline="-37037" dirty="0">
                <a:latin typeface="华文楷体"/>
                <a:cs typeface="华文楷体"/>
              </a:rPr>
              <a:t>0</a:t>
            </a:r>
            <a:r>
              <a:rPr sz="1200" spc="40" dirty="0">
                <a:latin typeface="华文楷体"/>
                <a:cs typeface="华文楷体"/>
              </a:rPr>
              <a:t>n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503249" y="802303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80">
                <a:moveTo>
                  <a:pt x="0" y="715656"/>
                </a:moveTo>
                <a:lnTo>
                  <a:pt x="778408" y="715656"/>
                </a:lnTo>
                <a:lnTo>
                  <a:pt x="778408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724841" y="1517961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80">
                <a:moveTo>
                  <a:pt x="0" y="715656"/>
                </a:moveTo>
                <a:lnTo>
                  <a:pt x="778408" y="715656"/>
                </a:lnTo>
                <a:lnTo>
                  <a:pt x="778408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503249" y="1517961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80">
                <a:moveTo>
                  <a:pt x="0" y="715656"/>
                </a:moveTo>
                <a:lnTo>
                  <a:pt x="778408" y="715656"/>
                </a:lnTo>
                <a:lnTo>
                  <a:pt x="778408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335643" y="444493"/>
            <a:ext cx="389255" cy="358140"/>
          </a:xfrm>
          <a:custGeom>
            <a:avLst/>
            <a:gdLst/>
            <a:ahLst/>
            <a:cxnLst/>
            <a:rect l="l" t="t" r="r" b="b"/>
            <a:pathLst>
              <a:path w="389254" h="358140">
                <a:moveTo>
                  <a:pt x="389197" y="357872"/>
                </a:moveTo>
                <a:lnTo>
                  <a:pt x="0" y="0"/>
                </a:lnTo>
              </a:path>
            </a:pathLst>
          </a:custGeom>
          <a:ln w="283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444044" y="738087"/>
            <a:ext cx="102870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45" dirty="0">
                <a:latin typeface="华文楷体"/>
                <a:cs typeface="华文楷体"/>
              </a:rPr>
              <a:t>2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27848" y="547974"/>
            <a:ext cx="4286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50" i="1" spc="52" baseline="-16081" dirty="0">
                <a:latin typeface="华文楷体"/>
                <a:cs typeface="华文楷体"/>
              </a:rPr>
              <a:t>Q</a:t>
            </a:r>
            <a:r>
              <a:rPr sz="2850" i="1" spc="97" baseline="-16081" dirty="0">
                <a:latin typeface="华文楷体"/>
                <a:cs typeface="华文楷体"/>
              </a:rPr>
              <a:t> </a:t>
            </a:r>
            <a:r>
              <a:rPr sz="1200" spc="50" dirty="0">
                <a:latin typeface="华文楷体"/>
                <a:cs typeface="华文楷体"/>
              </a:rPr>
              <a:t>n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55756" y="988383"/>
            <a:ext cx="149225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55756" y="1704040"/>
            <a:ext cx="149225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977725" y="451612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00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756229" y="451612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01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283126" y="800939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80">
                <a:moveTo>
                  <a:pt x="0" y="715656"/>
                </a:moveTo>
                <a:lnTo>
                  <a:pt x="778408" y="715656"/>
                </a:lnTo>
                <a:lnTo>
                  <a:pt x="778408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061494" y="800939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80">
                <a:moveTo>
                  <a:pt x="0" y="715656"/>
                </a:moveTo>
                <a:lnTo>
                  <a:pt x="778408" y="715656"/>
                </a:lnTo>
                <a:lnTo>
                  <a:pt x="778408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283126" y="1516601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80">
                <a:moveTo>
                  <a:pt x="0" y="715656"/>
                </a:moveTo>
                <a:lnTo>
                  <a:pt x="778408" y="715656"/>
                </a:lnTo>
                <a:lnTo>
                  <a:pt x="778408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061494" y="1516601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80">
                <a:moveTo>
                  <a:pt x="0" y="715656"/>
                </a:moveTo>
                <a:lnTo>
                  <a:pt x="778408" y="715656"/>
                </a:lnTo>
                <a:lnTo>
                  <a:pt x="778408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6710609" y="787390"/>
          <a:ext cx="3115309" cy="14313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8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63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71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71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58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58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9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65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65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2950" i="1" dirty="0">
                          <a:latin typeface="华文楷体"/>
                          <a:cs typeface="华文楷体"/>
                        </a:rPr>
                        <a:t>Φ</a:t>
                      </a:r>
                      <a:endParaRPr sz="2950">
                        <a:latin typeface="华文楷体"/>
                        <a:cs typeface="华文楷体"/>
                      </a:endParaRPr>
                    </a:p>
                  </a:txBody>
                  <a:tcPr marL="0" marR="0" marT="996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2950" i="1" dirty="0">
                          <a:latin typeface="华文楷体"/>
                          <a:cs typeface="华文楷体"/>
                        </a:rPr>
                        <a:t>Φ</a:t>
                      </a:r>
                      <a:endParaRPr sz="2950">
                        <a:latin typeface="华文楷体"/>
                        <a:cs typeface="华文楷体"/>
                      </a:endParaRPr>
                    </a:p>
                  </a:txBody>
                  <a:tcPr marL="0" marR="0" marT="996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" name="object 45"/>
          <p:cNvSpPr txBox="1"/>
          <p:nvPr/>
        </p:nvSpPr>
        <p:spPr>
          <a:xfrm>
            <a:off x="8543796" y="443154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11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322300" y="443155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10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416708" y="145794"/>
            <a:ext cx="78105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50" i="1" spc="60" baseline="-16081" dirty="0">
                <a:latin typeface="华文楷体"/>
                <a:cs typeface="华文楷体"/>
              </a:rPr>
              <a:t>Q</a:t>
            </a:r>
            <a:r>
              <a:rPr sz="1800" spc="60" baseline="-37037" dirty="0">
                <a:latin typeface="华文楷体"/>
                <a:cs typeface="华文楷体"/>
              </a:rPr>
              <a:t>1</a:t>
            </a:r>
            <a:r>
              <a:rPr sz="1200" spc="40" dirty="0">
                <a:latin typeface="华文楷体"/>
                <a:cs typeface="华文楷体"/>
              </a:rPr>
              <a:t>n</a:t>
            </a:r>
            <a:r>
              <a:rPr sz="2850" i="1" spc="60" baseline="-16081" dirty="0">
                <a:latin typeface="华文楷体"/>
                <a:cs typeface="华文楷体"/>
              </a:rPr>
              <a:t>Q</a:t>
            </a:r>
            <a:r>
              <a:rPr sz="1800" spc="60" baseline="-37037" dirty="0">
                <a:latin typeface="华文楷体"/>
                <a:cs typeface="华文楷体"/>
              </a:rPr>
              <a:t>0</a:t>
            </a:r>
            <a:r>
              <a:rPr sz="1200" spc="40" dirty="0">
                <a:latin typeface="华文楷体"/>
                <a:cs typeface="华文楷体"/>
              </a:rPr>
              <a:t>n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542234" y="1076529"/>
            <a:ext cx="796290" cy="4121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750" i="1" spc="97" baseline="-15555" dirty="0">
                <a:latin typeface="华文楷体"/>
                <a:cs typeface="华文楷体"/>
              </a:rPr>
              <a:t>Q</a:t>
            </a:r>
            <a:r>
              <a:rPr sz="2400" spc="97" baseline="-36458" dirty="0">
                <a:latin typeface="华文楷体"/>
                <a:cs typeface="华文楷体"/>
              </a:rPr>
              <a:t>1</a:t>
            </a:r>
            <a:r>
              <a:rPr sz="1600" spc="65" dirty="0">
                <a:latin typeface="华文楷体"/>
                <a:cs typeface="华文楷体"/>
              </a:rPr>
              <a:t>n+1</a:t>
            </a:r>
            <a:endParaRPr sz="1600">
              <a:latin typeface="华文楷体"/>
              <a:cs typeface="华文楷体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046604" y="3862494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4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ln w="283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2046604" y="3861813"/>
            <a:ext cx="779145" cy="716915"/>
          </a:xfrm>
          <a:prstGeom prst="rect">
            <a:avLst/>
          </a:prstGeom>
          <a:ln w="28467">
            <a:solidFill>
              <a:srgbClr val="000000"/>
            </a:solidFill>
          </a:ln>
        </p:spPr>
        <p:txBody>
          <a:bodyPr vert="horz" wrap="square" lIns="0" tIns="971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sz="2950" b="1" spc="145" dirty="0">
                <a:latin typeface="Times New Roman"/>
                <a:cs typeface="Times New Roman"/>
              </a:rPr>
              <a:t>1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825286" y="3862494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2825286" y="3861813"/>
            <a:ext cx="779780" cy="716915"/>
          </a:xfrm>
          <a:prstGeom prst="rect">
            <a:avLst/>
          </a:prstGeom>
          <a:ln w="29936">
            <a:solidFill>
              <a:srgbClr val="000000"/>
            </a:solidFill>
          </a:ln>
        </p:spPr>
        <p:txBody>
          <a:bodyPr vert="horz" wrap="square" lIns="0" tIns="971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sz="2950" b="1" spc="145" dirty="0">
                <a:latin typeface="Times New Roman"/>
                <a:cs typeface="Times New Roman"/>
              </a:rPr>
              <a:t>0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046604" y="4578153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4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046604" y="4578153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4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ln w="283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2046604" y="4578151"/>
            <a:ext cx="779145" cy="715010"/>
          </a:xfrm>
          <a:prstGeom prst="rect">
            <a:avLst/>
          </a:prstGeom>
          <a:ln w="28467">
            <a:solidFill>
              <a:srgbClr val="00000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2950" b="1" spc="145" dirty="0">
                <a:latin typeface="Times New Roman"/>
                <a:cs typeface="Times New Roman"/>
              </a:rPr>
              <a:t>1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825286" y="4578153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2825286" y="4578151"/>
            <a:ext cx="779780" cy="715010"/>
          </a:xfrm>
          <a:prstGeom prst="rect">
            <a:avLst/>
          </a:prstGeom>
          <a:ln w="29936">
            <a:solidFill>
              <a:srgbClr val="00000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2950" b="1" spc="145" dirty="0">
                <a:latin typeface="Times New Roman"/>
                <a:cs typeface="Times New Roman"/>
              </a:rPr>
              <a:t>0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657271" y="3504685"/>
            <a:ext cx="389890" cy="358140"/>
          </a:xfrm>
          <a:custGeom>
            <a:avLst/>
            <a:gdLst/>
            <a:ahLst/>
            <a:cxnLst/>
            <a:rect l="l" t="t" r="r" b="b"/>
            <a:pathLst>
              <a:path w="389889" h="358139">
                <a:moveTo>
                  <a:pt x="389333" y="357872"/>
                </a:moveTo>
                <a:lnTo>
                  <a:pt x="0" y="0"/>
                </a:lnTo>
              </a:path>
            </a:pathLst>
          </a:custGeom>
          <a:ln w="283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1777430" y="4764232"/>
            <a:ext cx="149225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299582" y="3511804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00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078359" y="3511804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01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3605436" y="3861131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3604702" y="3861813"/>
            <a:ext cx="779780" cy="716915"/>
          </a:xfrm>
          <a:prstGeom prst="rect">
            <a:avLst/>
          </a:prstGeom>
          <a:ln w="28508">
            <a:solidFill>
              <a:srgbClr val="000000"/>
            </a:solidFill>
          </a:ln>
        </p:spPr>
        <p:txBody>
          <a:bodyPr vert="horz" wrap="square" lIns="0" tIns="9588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55"/>
              </a:spcBef>
            </a:pPr>
            <a:r>
              <a:rPr sz="2950" b="1" spc="145" dirty="0">
                <a:latin typeface="Times New Roman"/>
                <a:cs typeface="Times New Roman"/>
              </a:rPr>
              <a:t>0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4384076" y="3861131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384076" y="3861131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ln w="283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4384097" y="3861813"/>
            <a:ext cx="779145" cy="716915"/>
          </a:xfrm>
          <a:prstGeom prst="rect">
            <a:avLst/>
          </a:prstGeom>
          <a:ln w="28467">
            <a:solidFill>
              <a:srgbClr val="000000"/>
            </a:solidFill>
          </a:ln>
        </p:spPr>
        <p:txBody>
          <a:bodyPr vert="horz" wrap="square" lIns="0" tIns="958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55"/>
              </a:spcBef>
            </a:pPr>
            <a:r>
              <a:rPr sz="2950" b="1" spc="145" dirty="0">
                <a:latin typeface="Times New Roman"/>
                <a:cs typeface="Times New Roman"/>
              </a:rPr>
              <a:t>1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3605436" y="4576793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3604702" y="4578151"/>
            <a:ext cx="779780" cy="715010"/>
          </a:xfrm>
          <a:prstGeom prst="rect">
            <a:avLst/>
          </a:prstGeom>
          <a:ln w="28508">
            <a:solidFill>
              <a:srgbClr val="000000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222885">
              <a:lnSpc>
                <a:spcPct val="100000"/>
              </a:lnSpc>
              <a:spcBef>
                <a:spcPts val="785"/>
              </a:spcBef>
            </a:pPr>
            <a:r>
              <a:rPr sz="2950" i="1" spc="235" dirty="0">
                <a:latin typeface="华文楷体"/>
                <a:cs typeface="华文楷体"/>
              </a:rPr>
              <a:t>Φ</a:t>
            </a:r>
            <a:endParaRPr sz="2950">
              <a:latin typeface="华文楷体"/>
              <a:cs typeface="华文楷体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4384076" y="4576793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384076" y="4576793"/>
            <a:ext cx="779145" cy="716280"/>
          </a:xfrm>
          <a:custGeom>
            <a:avLst/>
            <a:gdLst/>
            <a:ahLst/>
            <a:cxnLst/>
            <a:rect l="l" t="t" r="r" b="b"/>
            <a:pathLst>
              <a:path w="779145" h="716279">
                <a:moveTo>
                  <a:pt x="0" y="715656"/>
                </a:moveTo>
                <a:lnTo>
                  <a:pt x="778681" y="715656"/>
                </a:lnTo>
                <a:lnTo>
                  <a:pt x="778681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ln w="283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4384097" y="4578151"/>
            <a:ext cx="779145" cy="715010"/>
          </a:xfrm>
          <a:prstGeom prst="rect">
            <a:avLst/>
          </a:prstGeom>
          <a:ln w="28467">
            <a:solidFill>
              <a:srgbClr val="000000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785"/>
              </a:spcBef>
            </a:pPr>
            <a:r>
              <a:rPr sz="2950" i="1" spc="235" dirty="0">
                <a:latin typeface="华文楷体"/>
                <a:cs typeface="华文楷体"/>
              </a:rPr>
              <a:t>Φ</a:t>
            </a:r>
            <a:endParaRPr sz="2950">
              <a:latin typeface="华文楷体"/>
              <a:cs typeface="华文楷体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866201" y="3503346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11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644978" y="3503346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10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954639" y="3396098"/>
            <a:ext cx="455930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125" algn="l"/>
              </a:tabLst>
            </a:pPr>
            <a:r>
              <a:rPr sz="1200" spc="45" dirty="0">
                <a:latin typeface="华文楷体"/>
                <a:cs typeface="华文楷体"/>
              </a:rPr>
              <a:t>1	0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738377" y="3205976"/>
            <a:ext cx="78168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50" i="1" spc="52" baseline="-16081" dirty="0">
                <a:latin typeface="华文楷体"/>
                <a:cs typeface="华文楷体"/>
              </a:rPr>
              <a:t>Q </a:t>
            </a:r>
            <a:r>
              <a:rPr sz="1200" spc="40" dirty="0">
                <a:latin typeface="华文楷体"/>
                <a:cs typeface="华文楷体"/>
              </a:rPr>
              <a:t>n</a:t>
            </a:r>
            <a:r>
              <a:rPr sz="2850" i="1" spc="60" baseline="-16081" dirty="0">
                <a:latin typeface="华文楷体"/>
                <a:cs typeface="华文楷体"/>
              </a:rPr>
              <a:t>Q</a:t>
            </a:r>
            <a:r>
              <a:rPr sz="2850" i="1" spc="240" baseline="-16081" dirty="0">
                <a:latin typeface="华文楷体"/>
                <a:cs typeface="华文楷体"/>
              </a:rPr>
              <a:t> </a:t>
            </a:r>
            <a:r>
              <a:rPr sz="1200" spc="50" dirty="0">
                <a:latin typeface="华文楷体"/>
                <a:cs typeface="华文楷体"/>
              </a:rPr>
              <a:t>n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143475" y="4390191"/>
            <a:ext cx="128905" cy="2679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spc="60" dirty="0">
                <a:latin typeface="华文楷体"/>
                <a:cs typeface="华文楷体"/>
              </a:rPr>
              <a:t>0</a:t>
            </a:r>
            <a:endParaRPr sz="1600">
              <a:latin typeface="华文楷体"/>
              <a:cs typeface="华文楷体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221418" y="3448196"/>
            <a:ext cx="756920" cy="107696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360"/>
              </a:spcBef>
            </a:pPr>
            <a:r>
              <a:rPr sz="2850" i="1" spc="60" baseline="-16081" dirty="0">
                <a:latin typeface="华文楷体"/>
                <a:cs typeface="华文楷体"/>
              </a:rPr>
              <a:t>Q</a:t>
            </a:r>
            <a:r>
              <a:rPr sz="1800" spc="60" baseline="-37037" dirty="0">
                <a:latin typeface="华文楷体"/>
                <a:cs typeface="华文楷体"/>
              </a:rPr>
              <a:t>2</a:t>
            </a:r>
            <a:r>
              <a:rPr sz="1200" spc="40" dirty="0">
                <a:latin typeface="华文楷体"/>
                <a:cs typeface="华文楷体"/>
              </a:rPr>
              <a:t>n</a:t>
            </a:r>
            <a:endParaRPr sz="1200">
              <a:latin typeface="华文楷体"/>
              <a:cs typeface="华文楷体"/>
            </a:endParaRPr>
          </a:p>
          <a:p>
            <a:pPr marR="56515" algn="r">
              <a:lnSpc>
                <a:spcPts val="1845"/>
              </a:lnSpc>
              <a:spcBef>
                <a:spcPts val="1225"/>
              </a:spcBef>
            </a:pPr>
            <a:r>
              <a:rPr sz="1750" b="1" spc="95" dirty="0">
                <a:latin typeface="Times New Roman"/>
                <a:cs typeface="Times New Roman"/>
              </a:rPr>
              <a:t>0</a:t>
            </a:r>
            <a:endParaRPr sz="1750">
              <a:latin typeface="Times New Roman"/>
              <a:cs typeface="Times New Roman"/>
            </a:endParaRPr>
          </a:p>
          <a:p>
            <a:pPr marL="38100">
              <a:lnSpc>
                <a:spcPts val="1664"/>
              </a:lnSpc>
            </a:pPr>
            <a:r>
              <a:rPr sz="1600" spc="70" dirty="0">
                <a:latin typeface="华文楷体"/>
                <a:cs typeface="华文楷体"/>
              </a:rPr>
              <a:t>n+1</a:t>
            </a:r>
            <a:endParaRPr sz="1600">
              <a:latin typeface="华文楷体"/>
              <a:cs typeface="华文楷体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7503249" y="3862494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79">
                <a:moveTo>
                  <a:pt x="0" y="715656"/>
                </a:moveTo>
                <a:lnTo>
                  <a:pt x="778408" y="715656"/>
                </a:lnTo>
                <a:lnTo>
                  <a:pt x="778408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724841" y="4578153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79">
                <a:moveTo>
                  <a:pt x="0" y="715656"/>
                </a:moveTo>
                <a:lnTo>
                  <a:pt x="778408" y="715656"/>
                </a:lnTo>
                <a:lnTo>
                  <a:pt x="778408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503249" y="4578153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79">
                <a:moveTo>
                  <a:pt x="0" y="715656"/>
                </a:moveTo>
                <a:lnTo>
                  <a:pt x="778408" y="715656"/>
                </a:lnTo>
                <a:lnTo>
                  <a:pt x="778408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335643" y="3504685"/>
            <a:ext cx="389255" cy="358140"/>
          </a:xfrm>
          <a:custGeom>
            <a:avLst/>
            <a:gdLst/>
            <a:ahLst/>
            <a:cxnLst/>
            <a:rect l="l" t="t" r="r" b="b"/>
            <a:pathLst>
              <a:path w="389254" h="358139">
                <a:moveTo>
                  <a:pt x="389197" y="357872"/>
                </a:moveTo>
                <a:lnTo>
                  <a:pt x="0" y="0"/>
                </a:lnTo>
              </a:path>
            </a:pathLst>
          </a:custGeom>
          <a:ln w="283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6227848" y="3448210"/>
            <a:ext cx="428625" cy="898525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60"/>
              </a:spcBef>
            </a:pPr>
            <a:r>
              <a:rPr sz="2850" i="1" spc="60" baseline="-16081" dirty="0">
                <a:latin typeface="华文楷体"/>
                <a:cs typeface="华文楷体"/>
              </a:rPr>
              <a:t>Q</a:t>
            </a:r>
            <a:r>
              <a:rPr sz="1800" spc="60" baseline="-37037" dirty="0">
                <a:latin typeface="华文楷体"/>
                <a:cs typeface="华文楷体"/>
              </a:rPr>
              <a:t>2</a:t>
            </a:r>
            <a:r>
              <a:rPr sz="1200" spc="40" dirty="0">
                <a:latin typeface="华文楷体"/>
                <a:cs typeface="华文楷体"/>
              </a:rPr>
              <a:t>n</a:t>
            </a:r>
            <a:endParaRPr sz="1200">
              <a:latin typeface="华文楷体"/>
              <a:cs typeface="华文楷体"/>
            </a:endParaRPr>
          </a:p>
          <a:p>
            <a:pPr marL="240029">
              <a:lnSpc>
                <a:spcPct val="100000"/>
              </a:lnSpc>
              <a:spcBef>
                <a:spcPts val="1225"/>
              </a:spcBef>
            </a:pPr>
            <a:r>
              <a:rPr sz="1750" b="1" spc="95" dirty="0">
                <a:latin typeface="Times New Roman"/>
                <a:cs typeface="Times New Roman"/>
              </a:rPr>
              <a:t>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455756" y="4764232"/>
            <a:ext cx="149225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977725" y="3511804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00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756229" y="3511804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01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8283126" y="3861131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79">
                <a:moveTo>
                  <a:pt x="0" y="715656"/>
                </a:moveTo>
                <a:lnTo>
                  <a:pt x="778408" y="715656"/>
                </a:lnTo>
                <a:lnTo>
                  <a:pt x="778408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9061494" y="3861131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79">
                <a:moveTo>
                  <a:pt x="0" y="715656"/>
                </a:moveTo>
                <a:lnTo>
                  <a:pt x="778408" y="715656"/>
                </a:lnTo>
                <a:lnTo>
                  <a:pt x="778408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8283126" y="4576793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79">
                <a:moveTo>
                  <a:pt x="0" y="715656"/>
                </a:moveTo>
                <a:lnTo>
                  <a:pt x="778408" y="715656"/>
                </a:lnTo>
                <a:lnTo>
                  <a:pt x="778408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9061494" y="4576793"/>
            <a:ext cx="778510" cy="716280"/>
          </a:xfrm>
          <a:custGeom>
            <a:avLst/>
            <a:gdLst/>
            <a:ahLst/>
            <a:cxnLst/>
            <a:rect l="l" t="t" r="r" b="b"/>
            <a:pathLst>
              <a:path w="778509" h="716279">
                <a:moveTo>
                  <a:pt x="0" y="715656"/>
                </a:moveTo>
                <a:lnTo>
                  <a:pt x="778408" y="715656"/>
                </a:lnTo>
                <a:lnTo>
                  <a:pt x="778408" y="0"/>
                </a:lnTo>
                <a:lnTo>
                  <a:pt x="0" y="0"/>
                </a:lnTo>
                <a:lnTo>
                  <a:pt x="0" y="71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0" name="object 90"/>
          <p:cNvGraphicFramePr>
            <a:graphicFrameLocks noGrp="1"/>
          </p:cNvGraphicFramePr>
          <p:nvPr/>
        </p:nvGraphicFramePr>
        <p:xfrm>
          <a:off x="6710609" y="3847582"/>
          <a:ext cx="3115309" cy="14313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8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63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71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71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58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58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9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65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95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965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2950" i="1" dirty="0">
                          <a:latin typeface="华文楷体"/>
                          <a:cs typeface="华文楷体"/>
                        </a:rPr>
                        <a:t>Φ</a:t>
                      </a:r>
                      <a:endParaRPr sz="2950">
                        <a:latin typeface="华文楷体"/>
                        <a:cs typeface="华文楷体"/>
                      </a:endParaRPr>
                    </a:p>
                  </a:txBody>
                  <a:tcPr marL="0" marR="0" marT="996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2950" i="1" dirty="0">
                          <a:latin typeface="华文楷体"/>
                          <a:cs typeface="华文楷体"/>
                        </a:rPr>
                        <a:t>Φ</a:t>
                      </a:r>
                      <a:endParaRPr sz="2950">
                        <a:latin typeface="华文楷体"/>
                        <a:cs typeface="华文楷体"/>
                      </a:endParaRPr>
                    </a:p>
                  </a:txBody>
                  <a:tcPr marL="0" marR="0" marT="996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1" name="object 91"/>
          <p:cNvSpPr txBox="1"/>
          <p:nvPr/>
        </p:nvSpPr>
        <p:spPr>
          <a:xfrm>
            <a:off x="8543796" y="3503346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11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9322300" y="3503346"/>
            <a:ext cx="273050" cy="2984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750" b="1" spc="95" dirty="0">
                <a:latin typeface="Times New Roman"/>
                <a:cs typeface="Times New Roman"/>
              </a:rPr>
              <a:t>10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6632903" y="3396098"/>
            <a:ext cx="455295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125" algn="l"/>
              </a:tabLst>
            </a:pPr>
            <a:r>
              <a:rPr sz="1200" spc="45" dirty="0">
                <a:latin typeface="华文楷体"/>
                <a:cs typeface="华文楷体"/>
              </a:rPr>
              <a:t>1	0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6416708" y="3205986"/>
            <a:ext cx="78105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50" i="1" spc="52" baseline="-16081" dirty="0">
                <a:latin typeface="华文楷体"/>
                <a:cs typeface="华文楷体"/>
              </a:rPr>
              <a:t>Q </a:t>
            </a:r>
            <a:r>
              <a:rPr sz="1200" spc="40" dirty="0">
                <a:latin typeface="华文楷体"/>
                <a:cs typeface="华文楷体"/>
              </a:rPr>
              <a:t>n</a:t>
            </a:r>
            <a:r>
              <a:rPr sz="2850" i="1" spc="60" baseline="-16081" dirty="0">
                <a:latin typeface="华文楷体"/>
                <a:cs typeface="华文楷体"/>
              </a:rPr>
              <a:t>Q</a:t>
            </a:r>
            <a:r>
              <a:rPr sz="2850" i="1" spc="232" baseline="-16081" dirty="0">
                <a:latin typeface="华文楷体"/>
                <a:cs typeface="华文楷体"/>
              </a:rPr>
              <a:t> </a:t>
            </a:r>
            <a:r>
              <a:rPr sz="1200" spc="50" dirty="0">
                <a:latin typeface="华文楷体"/>
                <a:cs typeface="华文楷体"/>
              </a:rPr>
              <a:t>n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694071" y="4227596"/>
            <a:ext cx="492759" cy="4121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00" i="1" spc="65" dirty="0">
                <a:latin typeface="华文楷体"/>
                <a:cs typeface="华文楷体"/>
              </a:rPr>
              <a:t>CO</a:t>
            </a:r>
            <a:endParaRPr sz="2500">
              <a:latin typeface="华文楷体"/>
              <a:cs typeface="华文楷体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3673564" y="2567614"/>
            <a:ext cx="410845" cy="0"/>
          </a:xfrm>
          <a:custGeom>
            <a:avLst/>
            <a:gdLst/>
            <a:ahLst/>
            <a:cxnLst/>
            <a:rect l="l" t="t" r="r" b="b"/>
            <a:pathLst>
              <a:path w="410845">
                <a:moveTo>
                  <a:pt x="0" y="0"/>
                </a:moveTo>
                <a:lnTo>
                  <a:pt x="410337" y="0"/>
                </a:lnTo>
              </a:path>
            </a:pathLst>
          </a:custGeom>
          <a:ln w="187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4476079" y="2567614"/>
            <a:ext cx="405130" cy="0"/>
          </a:xfrm>
          <a:custGeom>
            <a:avLst/>
            <a:gdLst/>
            <a:ahLst/>
            <a:cxnLst/>
            <a:rect l="l" t="t" r="r" b="b"/>
            <a:pathLst>
              <a:path w="405129">
                <a:moveTo>
                  <a:pt x="0" y="0"/>
                </a:moveTo>
                <a:lnTo>
                  <a:pt x="404947" y="0"/>
                </a:lnTo>
              </a:path>
            </a:pathLst>
          </a:custGeom>
          <a:ln w="187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1998103" y="2784368"/>
            <a:ext cx="145415" cy="2870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00" spc="90" dirty="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689262" y="2528792"/>
            <a:ext cx="1861185" cy="4768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950" i="1" spc="170" dirty="0">
                <a:latin typeface="Times New Roman"/>
                <a:cs typeface="Times New Roman"/>
              </a:rPr>
              <a:t>Q</a:t>
            </a:r>
            <a:r>
              <a:rPr sz="2550" i="1" spc="254" baseline="44117" dirty="0">
                <a:latin typeface="Times New Roman"/>
                <a:cs typeface="Times New Roman"/>
              </a:rPr>
              <a:t>n</a:t>
            </a:r>
            <a:r>
              <a:rPr sz="2550" spc="254" baseline="44117" dirty="0">
                <a:latin typeface="Symbol"/>
                <a:cs typeface="Symbol"/>
              </a:rPr>
              <a:t></a:t>
            </a:r>
            <a:r>
              <a:rPr sz="2550" spc="254" baseline="44117" dirty="0">
                <a:latin typeface="Times New Roman"/>
                <a:cs typeface="Times New Roman"/>
              </a:rPr>
              <a:t>1 </a:t>
            </a:r>
            <a:r>
              <a:rPr sz="2950" spc="160" dirty="0">
                <a:latin typeface="Symbol"/>
                <a:cs typeface="Symbol"/>
              </a:rPr>
              <a:t></a:t>
            </a:r>
            <a:r>
              <a:rPr sz="2950" spc="160" dirty="0">
                <a:latin typeface="Times New Roman"/>
                <a:cs typeface="Times New Roman"/>
              </a:rPr>
              <a:t> </a:t>
            </a:r>
            <a:r>
              <a:rPr sz="2950" i="1" spc="215" dirty="0">
                <a:latin typeface="Times New Roman"/>
                <a:cs typeface="Times New Roman"/>
              </a:rPr>
              <a:t>Q</a:t>
            </a:r>
            <a:r>
              <a:rPr sz="2950" i="1" spc="-204" dirty="0">
                <a:latin typeface="Times New Roman"/>
                <a:cs typeface="Times New Roman"/>
              </a:rPr>
              <a:t> </a:t>
            </a:r>
            <a:r>
              <a:rPr sz="2950" i="1" spc="215" dirty="0">
                <a:latin typeface="Times New Roman"/>
                <a:cs typeface="Times New Roman"/>
              </a:rPr>
              <a:t>Q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7398194" y="2632270"/>
            <a:ext cx="412115" cy="0"/>
          </a:xfrm>
          <a:custGeom>
            <a:avLst/>
            <a:gdLst/>
            <a:ahLst/>
            <a:cxnLst/>
            <a:rect l="l" t="t" r="r" b="b"/>
            <a:pathLst>
              <a:path w="412115">
                <a:moveTo>
                  <a:pt x="0" y="0"/>
                </a:moveTo>
                <a:lnTo>
                  <a:pt x="412015" y="0"/>
                </a:lnTo>
              </a:path>
            </a:pathLst>
          </a:custGeom>
          <a:ln w="189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8251225" y="2632270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8072" y="0"/>
                </a:lnTo>
              </a:path>
            </a:pathLst>
          </a:custGeom>
          <a:ln w="189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9013900" y="2632270"/>
            <a:ext cx="349250" cy="0"/>
          </a:xfrm>
          <a:custGeom>
            <a:avLst/>
            <a:gdLst/>
            <a:ahLst/>
            <a:cxnLst/>
            <a:rect l="l" t="t" r="r" b="b"/>
            <a:pathLst>
              <a:path w="349250">
                <a:moveTo>
                  <a:pt x="0" y="0"/>
                </a:moveTo>
                <a:lnTo>
                  <a:pt x="349104" y="0"/>
                </a:lnTo>
              </a:path>
            </a:pathLst>
          </a:custGeom>
          <a:ln w="189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 txBox="1"/>
          <p:nvPr/>
        </p:nvSpPr>
        <p:spPr>
          <a:xfrm>
            <a:off x="6496836" y="2850682"/>
            <a:ext cx="14605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95" dirty="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212795" y="2593259"/>
            <a:ext cx="1915160" cy="4806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950" i="1" spc="180" dirty="0">
                <a:latin typeface="Times New Roman"/>
                <a:cs typeface="Times New Roman"/>
              </a:rPr>
              <a:t>Q</a:t>
            </a:r>
            <a:r>
              <a:rPr sz="2550" i="1" spc="270" baseline="44117" dirty="0">
                <a:latin typeface="Times New Roman"/>
                <a:cs typeface="Times New Roman"/>
              </a:rPr>
              <a:t>n</a:t>
            </a:r>
            <a:r>
              <a:rPr sz="2550" spc="270" baseline="44117" dirty="0">
                <a:latin typeface="Symbol"/>
                <a:cs typeface="Symbol"/>
              </a:rPr>
              <a:t></a:t>
            </a:r>
            <a:r>
              <a:rPr sz="2550" spc="270" baseline="44117" dirty="0">
                <a:latin typeface="Times New Roman"/>
                <a:cs typeface="Times New Roman"/>
              </a:rPr>
              <a:t>1 </a:t>
            </a:r>
            <a:r>
              <a:rPr sz="2950" spc="175" dirty="0">
                <a:latin typeface="Symbol"/>
                <a:cs typeface="Symbol"/>
              </a:rPr>
              <a:t></a:t>
            </a:r>
            <a:r>
              <a:rPr sz="2950" spc="175" dirty="0">
                <a:latin typeface="Times New Roman"/>
                <a:cs typeface="Times New Roman"/>
              </a:rPr>
              <a:t> </a:t>
            </a:r>
            <a:r>
              <a:rPr sz="2950" i="1" spc="229" dirty="0">
                <a:latin typeface="Times New Roman"/>
                <a:cs typeface="Times New Roman"/>
              </a:rPr>
              <a:t>Q</a:t>
            </a:r>
            <a:r>
              <a:rPr sz="2950" i="1" spc="114" dirty="0">
                <a:latin typeface="Times New Roman"/>
                <a:cs typeface="Times New Roman"/>
              </a:rPr>
              <a:t> </a:t>
            </a:r>
            <a:r>
              <a:rPr sz="2950" i="1" spc="229" dirty="0">
                <a:latin typeface="Times New Roman"/>
                <a:cs typeface="Times New Roman"/>
              </a:rPr>
              <a:t>Q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3241049" y="5569018"/>
            <a:ext cx="407670" cy="0"/>
          </a:xfrm>
          <a:custGeom>
            <a:avLst/>
            <a:gdLst/>
            <a:ahLst/>
            <a:cxnLst/>
            <a:rect l="l" t="t" r="r" b="b"/>
            <a:pathLst>
              <a:path w="407670">
                <a:moveTo>
                  <a:pt x="0" y="0"/>
                </a:moveTo>
                <a:lnTo>
                  <a:pt x="407278" y="0"/>
                </a:lnTo>
              </a:path>
            </a:pathLst>
          </a:custGeom>
          <a:ln w="189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 txBox="1"/>
          <p:nvPr/>
        </p:nvSpPr>
        <p:spPr>
          <a:xfrm>
            <a:off x="2404615" y="5519707"/>
            <a:ext cx="40322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i="1" spc="204" dirty="0">
                <a:latin typeface="Times New Roman"/>
                <a:cs typeface="Times New Roman"/>
              </a:rPr>
              <a:t>n</a:t>
            </a:r>
            <a:r>
              <a:rPr sz="1700" spc="25" dirty="0">
                <a:latin typeface="Symbol"/>
                <a:cs typeface="Symbol"/>
              </a:rPr>
              <a:t></a:t>
            </a:r>
            <a:r>
              <a:rPr sz="1700" spc="95" dirty="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2047329" y="5530007"/>
            <a:ext cx="1626235" cy="4806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864235" algn="l"/>
              </a:tabLst>
            </a:pPr>
            <a:r>
              <a:rPr sz="2950" i="1" spc="85" dirty="0">
                <a:latin typeface="Times New Roman"/>
                <a:cs typeface="Times New Roman"/>
              </a:rPr>
              <a:t>Q</a:t>
            </a:r>
            <a:r>
              <a:rPr sz="2550" spc="127" baseline="-24509" dirty="0">
                <a:latin typeface="Times New Roman"/>
                <a:cs typeface="Times New Roman"/>
              </a:rPr>
              <a:t>0	</a:t>
            </a:r>
            <a:r>
              <a:rPr sz="2950" spc="180" dirty="0">
                <a:latin typeface="Symbol"/>
                <a:cs typeface="Symbol"/>
              </a:rPr>
              <a:t></a:t>
            </a:r>
            <a:r>
              <a:rPr sz="2950" spc="-160" dirty="0">
                <a:latin typeface="Times New Roman"/>
                <a:cs typeface="Times New Roman"/>
              </a:rPr>
              <a:t> </a:t>
            </a:r>
            <a:r>
              <a:rPr sz="2950" i="1" spc="85" dirty="0">
                <a:latin typeface="Times New Roman"/>
                <a:cs typeface="Times New Roman"/>
              </a:rPr>
              <a:t>Q</a:t>
            </a:r>
            <a:r>
              <a:rPr sz="2550" spc="127" baseline="-24509" dirty="0">
                <a:latin typeface="Times New Roman"/>
                <a:cs typeface="Times New Roman"/>
              </a:rPr>
              <a:t>0</a:t>
            </a:r>
            <a:endParaRPr sz="2550" baseline="-24509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8539582" y="5685497"/>
            <a:ext cx="552450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19734" algn="l"/>
              </a:tabLst>
            </a:pPr>
            <a:r>
              <a:rPr sz="1700" spc="90" dirty="0">
                <a:latin typeface="Times New Roman"/>
                <a:cs typeface="Times New Roman"/>
              </a:rPr>
              <a:t>2	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7269867" y="5428957"/>
            <a:ext cx="1719580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950" i="1" spc="210" dirty="0">
                <a:latin typeface="Times New Roman"/>
                <a:cs typeface="Times New Roman"/>
              </a:rPr>
              <a:t>CO </a:t>
            </a:r>
            <a:r>
              <a:rPr sz="2950" spc="165" dirty="0">
                <a:latin typeface="Symbol"/>
                <a:cs typeface="Symbol"/>
              </a:rPr>
              <a:t></a:t>
            </a:r>
            <a:r>
              <a:rPr sz="2950" spc="165" dirty="0">
                <a:latin typeface="Times New Roman"/>
                <a:cs typeface="Times New Roman"/>
              </a:rPr>
              <a:t> </a:t>
            </a:r>
            <a:r>
              <a:rPr sz="2950" i="1" spc="215" dirty="0">
                <a:latin typeface="Times New Roman"/>
                <a:cs typeface="Times New Roman"/>
              </a:rPr>
              <a:t>Q</a:t>
            </a:r>
            <a:r>
              <a:rPr sz="2950" i="1" spc="-355" dirty="0">
                <a:latin typeface="Times New Roman"/>
                <a:cs typeface="Times New Roman"/>
              </a:rPr>
              <a:t> </a:t>
            </a:r>
            <a:r>
              <a:rPr sz="2950" i="1" spc="215" dirty="0">
                <a:latin typeface="Times New Roman"/>
                <a:cs typeface="Times New Roman"/>
              </a:rPr>
              <a:t>Q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3670553" y="779526"/>
            <a:ext cx="563880" cy="736600"/>
          </a:xfrm>
          <a:custGeom>
            <a:avLst/>
            <a:gdLst/>
            <a:ahLst/>
            <a:cxnLst/>
            <a:rect l="l" t="t" r="r" b="b"/>
            <a:pathLst>
              <a:path w="563879" h="736600">
                <a:moveTo>
                  <a:pt x="0" y="368046"/>
                </a:moveTo>
                <a:lnTo>
                  <a:pt x="3057" y="313645"/>
                </a:lnTo>
                <a:lnTo>
                  <a:pt x="11937" y="261727"/>
                </a:lnTo>
                <a:lnTo>
                  <a:pt x="26205" y="212860"/>
                </a:lnTo>
                <a:lnTo>
                  <a:pt x="45424" y="167614"/>
                </a:lnTo>
                <a:lnTo>
                  <a:pt x="69158" y="126556"/>
                </a:lnTo>
                <a:lnTo>
                  <a:pt x="96970" y="90254"/>
                </a:lnTo>
                <a:lnTo>
                  <a:pt x="128424" y="59279"/>
                </a:lnTo>
                <a:lnTo>
                  <a:pt x="163085" y="34197"/>
                </a:lnTo>
                <a:lnTo>
                  <a:pt x="200515" y="15577"/>
                </a:lnTo>
                <a:lnTo>
                  <a:pt x="240279" y="3989"/>
                </a:lnTo>
                <a:lnTo>
                  <a:pt x="281940" y="0"/>
                </a:lnTo>
                <a:lnTo>
                  <a:pt x="323600" y="3989"/>
                </a:lnTo>
                <a:lnTo>
                  <a:pt x="363364" y="15577"/>
                </a:lnTo>
                <a:lnTo>
                  <a:pt x="400794" y="34197"/>
                </a:lnTo>
                <a:lnTo>
                  <a:pt x="435455" y="59279"/>
                </a:lnTo>
                <a:lnTo>
                  <a:pt x="466909" y="90254"/>
                </a:lnTo>
                <a:lnTo>
                  <a:pt x="494721" y="126556"/>
                </a:lnTo>
                <a:lnTo>
                  <a:pt x="518455" y="167614"/>
                </a:lnTo>
                <a:lnTo>
                  <a:pt x="537674" y="212860"/>
                </a:lnTo>
                <a:lnTo>
                  <a:pt x="551942" y="261727"/>
                </a:lnTo>
                <a:lnTo>
                  <a:pt x="560822" y="313645"/>
                </a:lnTo>
                <a:lnTo>
                  <a:pt x="563880" y="368046"/>
                </a:lnTo>
                <a:lnTo>
                  <a:pt x="560822" y="422446"/>
                </a:lnTo>
                <a:lnTo>
                  <a:pt x="551942" y="474364"/>
                </a:lnTo>
                <a:lnTo>
                  <a:pt x="537674" y="523231"/>
                </a:lnTo>
                <a:lnTo>
                  <a:pt x="518455" y="568477"/>
                </a:lnTo>
                <a:lnTo>
                  <a:pt x="494721" y="609535"/>
                </a:lnTo>
                <a:lnTo>
                  <a:pt x="466909" y="645837"/>
                </a:lnTo>
                <a:lnTo>
                  <a:pt x="435455" y="676812"/>
                </a:lnTo>
                <a:lnTo>
                  <a:pt x="400794" y="701894"/>
                </a:lnTo>
                <a:lnTo>
                  <a:pt x="363364" y="720514"/>
                </a:lnTo>
                <a:lnTo>
                  <a:pt x="323600" y="732102"/>
                </a:lnTo>
                <a:lnTo>
                  <a:pt x="281940" y="736091"/>
                </a:lnTo>
                <a:lnTo>
                  <a:pt x="240279" y="732102"/>
                </a:lnTo>
                <a:lnTo>
                  <a:pt x="200515" y="720514"/>
                </a:lnTo>
                <a:lnTo>
                  <a:pt x="163085" y="701894"/>
                </a:lnTo>
                <a:lnTo>
                  <a:pt x="128424" y="676812"/>
                </a:lnTo>
                <a:lnTo>
                  <a:pt x="96970" y="645837"/>
                </a:lnTo>
                <a:lnTo>
                  <a:pt x="69158" y="609535"/>
                </a:lnTo>
                <a:lnTo>
                  <a:pt x="45424" y="568477"/>
                </a:lnTo>
                <a:lnTo>
                  <a:pt x="26205" y="523231"/>
                </a:lnTo>
                <a:lnTo>
                  <a:pt x="11937" y="474364"/>
                </a:lnTo>
                <a:lnTo>
                  <a:pt x="3057" y="422446"/>
                </a:lnTo>
                <a:lnTo>
                  <a:pt x="0" y="368046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7544561" y="4604765"/>
            <a:ext cx="1377950" cy="657225"/>
          </a:xfrm>
          <a:custGeom>
            <a:avLst/>
            <a:gdLst/>
            <a:ahLst/>
            <a:cxnLst/>
            <a:rect l="l" t="t" r="r" b="b"/>
            <a:pathLst>
              <a:path w="1377950" h="657225">
                <a:moveTo>
                  <a:pt x="688848" y="656843"/>
                </a:moveTo>
                <a:lnTo>
                  <a:pt x="626141" y="655501"/>
                </a:lnTo>
                <a:lnTo>
                  <a:pt x="565013" y="651551"/>
                </a:lnTo>
                <a:lnTo>
                  <a:pt x="505706" y="645110"/>
                </a:lnTo>
                <a:lnTo>
                  <a:pt x="448465" y="636294"/>
                </a:lnTo>
                <a:lnTo>
                  <a:pt x="393532" y="625218"/>
                </a:lnTo>
                <a:lnTo>
                  <a:pt x="341150" y="611998"/>
                </a:lnTo>
                <a:lnTo>
                  <a:pt x="291561" y="596752"/>
                </a:lnTo>
                <a:lnTo>
                  <a:pt x="245010" y="579594"/>
                </a:lnTo>
                <a:lnTo>
                  <a:pt x="201739" y="560641"/>
                </a:lnTo>
                <a:lnTo>
                  <a:pt x="161991" y="540009"/>
                </a:lnTo>
                <a:lnTo>
                  <a:pt x="126009" y="517813"/>
                </a:lnTo>
                <a:lnTo>
                  <a:pt x="94036" y="494171"/>
                </a:lnTo>
                <a:lnTo>
                  <a:pt x="43090" y="443008"/>
                </a:lnTo>
                <a:lnTo>
                  <a:pt x="11096" y="387449"/>
                </a:lnTo>
                <a:lnTo>
                  <a:pt x="0" y="328421"/>
                </a:lnTo>
                <a:lnTo>
                  <a:pt x="2814" y="298532"/>
                </a:lnTo>
                <a:lnTo>
                  <a:pt x="24602" y="241123"/>
                </a:lnTo>
                <a:lnTo>
                  <a:pt x="66315" y="187646"/>
                </a:lnTo>
                <a:lnTo>
                  <a:pt x="126009" y="139030"/>
                </a:lnTo>
                <a:lnTo>
                  <a:pt x="161991" y="116834"/>
                </a:lnTo>
                <a:lnTo>
                  <a:pt x="201739" y="96202"/>
                </a:lnTo>
                <a:lnTo>
                  <a:pt x="245010" y="77249"/>
                </a:lnTo>
                <a:lnTo>
                  <a:pt x="291561" y="60091"/>
                </a:lnTo>
                <a:lnTo>
                  <a:pt x="341150" y="44845"/>
                </a:lnTo>
                <a:lnTo>
                  <a:pt x="393532" y="31625"/>
                </a:lnTo>
                <a:lnTo>
                  <a:pt x="448465" y="20549"/>
                </a:lnTo>
                <a:lnTo>
                  <a:pt x="505706" y="11733"/>
                </a:lnTo>
                <a:lnTo>
                  <a:pt x="565013" y="5292"/>
                </a:lnTo>
                <a:lnTo>
                  <a:pt x="626141" y="1342"/>
                </a:lnTo>
                <a:lnTo>
                  <a:pt x="688848" y="0"/>
                </a:lnTo>
                <a:lnTo>
                  <a:pt x="751554" y="1342"/>
                </a:lnTo>
                <a:lnTo>
                  <a:pt x="812682" y="5292"/>
                </a:lnTo>
                <a:lnTo>
                  <a:pt x="871989" y="11733"/>
                </a:lnTo>
                <a:lnTo>
                  <a:pt x="929230" y="20549"/>
                </a:lnTo>
                <a:lnTo>
                  <a:pt x="984163" y="31625"/>
                </a:lnTo>
                <a:lnTo>
                  <a:pt x="1036545" y="44845"/>
                </a:lnTo>
                <a:lnTo>
                  <a:pt x="1086134" y="60091"/>
                </a:lnTo>
                <a:lnTo>
                  <a:pt x="1132685" y="77249"/>
                </a:lnTo>
                <a:lnTo>
                  <a:pt x="1175956" y="96202"/>
                </a:lnTo>
                <a:lnTo>
                  <a:pt x="1215704" y="116834"/>
                </a:lnTo>
                <a:lnTo>
                  <a:pt x="1251686" y="139030"/>
                </a:lnTo>
                <a:lnTo>
                  <a:pt x="1283659" y="162672"/>
                </a:lnTo>
                <a:lnTo>
                  <a:pt x="1334605" y="213835"/>
                </a:lnTo>
                <a:lnTo>
                  <a:pt x="1366599" y="269394"/>
                </a:lnTo>
                <a:lnTo>
                  <a:pt x="1377696" y="328421"/>
                </a:lnTo>
                <a:lnTo>
                  <a:pt x="1374881" y="358311"/>
                </a:lnTo>
                <a:lnTo>
                  <a:pt x="1353093" y="415720"/>
                </a:lnTo>
                <a:lnTo>
                  <a:pt x="1311380" y="469197"/>
                </a:lnTo>
                <a:lnTo>
                  <a:pt x="1251686" y="517813"/>
                </a:lnTo>
                <a:lnTo>
                  <a:pt x="1215704" y="540009"/>
                </a:lnTo>
                <a:lnTo>
                  <a:pt x="1175956" y="560641"/>
                </a:lnTo>
                <a:lnTo>
                  <a:pt x="1132685" y="579594"/>
                </a:lnTo>
                <a:lnTo>
                  <a:pt x="1086134" y="596752"/>
                </a:lnTo>
                <a:lnTo>
                  <a:pt x="1036545" y="611998"/>
                </a:lnTo>
                <a:lnTo>
                  <a:pt x="984163" y="625218"/>
                </a:lnTo>
                <a:lnTo>
                  <a:pt x="929230" y="636294"/>
                </a:lnTo>
                <a:lnTo>
                  <a:pt x="871989" y="645110"/>
                </a:lnTo>
                <a:lnTo>
                  <a:pt x="812682" y="651551"/>
                </a:lnTo>
                <a:lnTo>
                  <a:pt x="751554" y="655501"/>
                </a:lnTo>
                <a:lnTo>
                  <a:pt x="688848" y="656843"/>
                </a:lnTo>
                <a:close/>
              </a:path>
            </a:pathLst>
          </a:custGeom>
          <a:ln w="2590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7521702" y="797813"/>
            <a:ext cx="600710" cy="736600"/>
          </a:xfrm>
          <a:custGeom>
            <a:avLst/>
            <a:gdLst/>
            <a:ahLst/>
            <a:cxnLst/>
            <a:rect l="l" t="t" r="r" b="b"/>
            <a:pathLst>
              <a:path w="600709" h="736600">
                <a:moveTo>
                  <a:pt x="0" y="368046"/>
                </a:moveTo>
                <a:lnTo>
                  <a:pt x="3254" y="313645"/>
                </a:lnTo>
                <a:lnTo>
                  <a:pt x="12707" y="261727"/>
                </a:lnTo>
                <a:lnTo>
                  <a:pt x="27895" y="212860"/>
                </a:lnTo>
                <a:lnTo>
                  <a:pt x="48355" y="167614"/>
                </a:lnTo>
                <a:lnTo>
                  <a:pt x="73623" y="126556"/>
                </a:lnTo>
                <a:lnTo>
                  <a:pt x="103235" y="90254"/>
                </a:lnTo>
                <a:lnTo>
                  <a:pt x="136728" y="59279"/>
                </a:lnTo>
                <a:lnTo>
                  <a:pt x="173637" y="34197"/>
                </a:lnTo>
                <a:lnTo>
                  <a:pt x="213499" y="15577"/>
                </a:lnTo>
                <a:lnTo>
                  <a:pt x="255851" y="3989"/>
                </a:lnTo>
                <a:lnTo>
                  <a:pt x="300227" y="0"/>
                </a:lnTo>
                <a:lnTo>
                  <a:pt x="344604" y="3989"/>
                </a:lnTo>
                <a:lnTo>
                  <a:pt x="386956" y="15577"/>
                </a:lnTo>
                <a:lnTo>
                  <a:pt x="426818" y="34197"/>
                </a:lnTo>
                <a:lnTo>
                  <a:pt x="463727" y="59279"/>
                </a:lnTo>
                <a:lnTo>
                  <a:pt x="497220" y="90254"/>
                </a:lnTo>
                <a:lnTo>
                  <a:pt x="526832" y="126556"/>
                </a:lnTo>
                <a:lnTo>
                  <a:pt x="552100" y="167614"/>
                </a:lnTo>
                <a:lnTo>
                  <a:pt x="572560" y="212860"/>
                </a:lnTo>
                <a:lnTo>
                  <a:pt x="587748" y="261727"/>
                </a:lnTo>
                <a:lnTo>
                  <a:pt x="597201" y="313645"/>
                </a:lnTo>
                <a:lnTo>
                  <a:pt x="600455" y="368046"/>
                </a:lnTo>
                <a:lnTo>
                  <a:pt x="597201" y="422446"/>
                </a:lnTo>
                <a:lnTo>
                  <a:pt x="587748" y="474364"/>
                </a:lnTo>
                <a:lnTo>
                  <a:pt x="572560" y="523231"/>
                </a:lnTo>
                <a:lnTo>
                  <a:pt x="552100" y="568477"/>
                </a:lnTo>
                <a:lnTo>
                  <a:pt x="526832" y="609535"/>
                </a:lnTo>
                <a:lnTo>
                  <a:pt x="497220" y="645837"/>
                </a:lnTo>
                <a:lnTo>
                  <a:pt x="463727" y="676812"/>
                </a:lnTo>
                <a:lnTo>
                  <a:pt x="426818" y="701894"/>
                </a:lnTo>
                <a:lnTo>
                  <a:pt x="386956" y="720514"/>
                </a:lnTo>
                <a:lnTo>
                  <a:pt x="344604" y="732102"/>
                </a:lnTo>
                <a:lnTo>
                  <a:pt x="300227" y="736091"/>
                </a:lnTo>
                <a:lnTo>
                  <a:pt x="255851" y="732102"/>
                </a:lnTo>
                <a:lnTo>
                  <a:pt x="213499" y="720514"/>
                </a:lnTo>
                <a:lnTo>
                  <a:pt x="173637" y="701894"/>
                </a:lnTo>
                <a:lnTo>
                  <a:pt x="136728" y="676812"/>
                </a:lnTo>
                <a:lnTo>
                  <a:pt x="103235" y="645837"/>
                </a:lnTo>
                <a:lnTo>
                  <a:pt x="73623" y="609535"/>
                </a:lnTo>
                <a:lnTo>
                  <a:pt x="48355" y="568477"/>
                </a:lnTo>
                <a:lnTo>
                  <a:pt x="27895" y="523231"/>
                </a:lnTo>
                <a:lnTo>
                  <a:pt x="12707" y="474364"/>
                </a:lnTo>
                <a:lnTo>
                  <a:pt x="3254" y="422446"/>
                </a:lnTo>
                <a:lnTo>
                  <a:pt x="0" y="368046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4522470" y="4051553"/>
            <a:ext cx="216535" cy="962025"/>
          </a:xfrm>
          <a:custGeom>
            <a:avLst/>
            <a:gdLst/>
            <a:ahLst/>
            <a:cxnLst/>
            <a:rect l="l" t="t" r="r" b="b"/>
            <a:pathLst>
              <a:path w="216535" h="962025">
                <a:moveTo>
                  <a:pt x="198119" y="961644"/>
                </a:moveTo>
                <a:lnTo>
                  <a:pt x="145432" y="944469"/>
                </a:lnTo>
                <a:lnTo>
                  <a:pt x="98100" y="895999"/>
                </a:lnTo>
                <a:lnTo>
                  <a:pt x="77031" y="861460"/>
                </a:lnTo>
                <a:lnTo>
                  <a:pt x="58007" y="820816"/>
                </a:lnTo>
                <a:lnTo>
                  <a:pt x="41263" y="774640"/>
                </a:lnTo>
                <a:lnTo>
                  <a:pt x="27036" y="723504"/>
                </a:lnTo>
                <a:lnTo>
                  <a:pt x="15561" y="667982"/>
                </a:lnTo>
                <a:lnTo>
                  <a:pt x="7073" y="608645"/>
                </a:lnTo>
                <a:lnTo>
                  <a:pt x="1807" y="546068"/>
                </a:lnTo>
                <a:lnTo>
                  <a:pt x="0" y="480822"/>
                </a:lnTo>
                <a:lnTo>
                  <a:pt x="1807" y="415575"/>
                </a:lnTo>
                <a:lnTo>
                  <a:pt x="7073" y="352998"/>
                </a:lnTo>
                <a:lnTo>
                  <a:pt x="15561" y="293661"/>
                </a:lnTo>
                <a:lnTo>
                  <a:pt x="27036" y="238139"/>
                </a:lnTo>
                <a:lnTo>
                  <a:pt x="41263" y="187003"/>
                </a:lnTo>
                <a:lnTo>
                  <a:pt x="58007" y="140827"/>
                </a:lnTo>
                <a:lnTo>
                  <a:pt x="77031" y="100183"/>
                </a:lnTo>
                <a:lnTo>
                  <a:pt x="98100" y="65644"/>
                </a:lnTo>
                <a:lnTo>
                  <a:pt x="145432" y="17174"/>
                </a:lnTo>
                <a:lnTo>
                  <a:pt x="198119" y="0"/>
                </a:lnTo>
                <a:lnTo>
                  <a:pt x="204215" y="0"/>
                </a:lnTo>
                <a:lnTo>
                  <a:pt x="210438" y="635"/>
                </a:lnTo>
                <a:lnTo>
                  <a:pt x="216534" y="2032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2216530" y="1597913"/>
            <a:ext cx="520065" cy="523240"/>
          </a:xfrm>
          <a:custGeom>
            <a:avLst/>
            <a:gdLst/>
            <a:ahLst/>
            <a:cxnLst/>
            <a:rect l="l" t="t" r="r" b="b"/>
            <a:pathLst>
              <a:path w="520064" h="523239">
                <a:moveTo>
                  <a:pt x="10032" y="0"/>
                </a:moveTo>
                <a:lnTo>
                  <a:pt x="73981" y="2035"/>
                </a:lnTo>
                <a:lnTo>
                  <a:pt x="135559" y="7979"/>
                </a:lnTo>
                <a:lnTo>
                  <a:pt x="194287" y="17586"/>
                </a:lnTo>
                <a:lnTo>
                  <a:pt x="249689" y="30613"/>
                </a:lnTo>
                <a:lnTo>
                  <a:pt x="301287" y="46814"/>
                </a:lnTo>
                <a:lnTo>
                  <a:pt x="348603" y="65945"/>
                </a:lnTo>
                <a:lnTo>
                  <a:pt x="391160" y="87762"/>
                </a:lnTo>
                <a:lnTo>
                  <a:pt x="428480" y="112019"/>
                </a:lnTo>
                <a:lnTo>
                  <a:pt x="460085" y="138474"/>
                </a:lnTo>
                <a:lnTo>
                  <a:pt x="485499" y="166880"/>
                </a:lnTo>
                <a:lnTo>
                  <a:pt x="515839" y="228570"/>
                </a:lnTo>
                <a:lnTo>
                  <a:pt x="519811" y="261365"/>
                </a:lnTo>
                <a:lnTo>
                  <a:pt x="515839" y="294161"/>
                </a:lnTo>
                <a:lnTo>
                  <a:pt x="485499" y="355851"/>
                </a:lnTo>
                <a:lnTo>
                  <a:pt x="460085" y="384257"/>
                </a:lnTo>
                <a:lnTo>
                  <a:pt x="428480" y="410712"/>
                </a:lnTo>
                <a:lnTo>
                  <a:pt x="391160" y="434969"/>
                </a:lnTo>
                <a:lnTo>
                  <a:pt x="348603" y="456786"/>
                </a:lnTo>
                <a:lnTo>
                  <a:pt x="301287" y="475917"/>
                </a:lnTo>
                <a:lnTo>
                  <a:pt x="249689" y="492118"/>
                </a:lnTo>
                <a:lnTo>
                  <a:pt x="194287" y="505145"/>
                </a:lnTo>
                <a:lnTo>
                  <a:pt x="135559" y="514752"/>
                </a:lnTo>
                <a:lnTo>
                  <a:pt x="73981" y="520696"/>
                </a:lnTo>
                <a:lnTo>
                  <a:pt x="10032" y="522732"/>
                </a:lnTo>
                <a:lnTo>
                  <a:pt x="6731" y="522732"/>
                </a:lnTo>
                <a:lnTo>
                  <a:pt x="3301" y="522732"/>
                </a:lnTo>
                <a:lnTo>
                  <a:pt x="0" y="522732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4418838" y="1587246"/>
            <a:ext cx="598805" cy="523240"/>
          </a:xfrm>
          <a:custGeom>
            <a:avLst/>
            <a:gdLst/>
            <a:ahLst/>
            <a:cxnLst/>
            <a:rect l="l" t="t" r="r" b="b"/>
            <a:pathLst>
              <a:path w="598804" h="523239">
                <a:moveTo>
                  <a:pt x="588263" y="522731"/>
                </a:moveTo>
                <a:lnTo>
                  <a:pt x="524170" y="521198"/>
                </a:lnTo>
                <a:lnTo>
                  <a:pt x="462074" y="516705"/>
                </a:lnTo>
                <a:lnTo>
                  <a:pt x="402336" y="509412"/>
                </a:lnTo>
                <a:lnTo>
                  <a:pt x="345313" y="499476"/>
                </a:lnTo>
                <a:lnTo>
                  <a:pt x="291366" y="487059"/>
                </a:lnTo>
                <a:lnTo>
                  <a:pt x="240852" y="472318"/>
                </a:lnTo>
                <a:lnTo>
                  <a:pt x="194132" y="455412"/>
                </a:lnTo>
                <a:lnTo>
                  <a:pt x="151564" y="436502"/>
                </a:lnTo>
                <a:lnTo>
                  <a:pt x="113507" y="415747"/>
                </a:lnTo>
                <a:lnTo>
                  <a:pt x="80320" y="393304"/>
                </a:lnTo>
                <a:lnTo>
                  <a:pt x="29992" y="343997"/>
                </a:lnTo>
                <a:lnTo>
                  <a:pt x="3452" y="289853"/>
                </a:lnTo>
                <a:lnTo>
                  <a:pt x="0" y="261365"/>
                </a:lnTo>
                <a:lnTo>
                  <a:pt x="3452" y="232878"/>
                </a:lnTo>
                <a:lnTo>
                  <a:pt x="29992" y="178734"/>
                </a:lnTo>
                <a:lnTo>
                  <a:pt x="80320" y="129427"/>
                </a:lnTo>
                <a:lnTo>
                  <a:pt x="113507" y="106984"/>
                </a:lnTo>
                <a:lnTo>
                  <a:pt x="151564" y="86229"/>
                </a:lnTo>
                <a:lnTo>
                  <a:pt x="194132" y="67319"/>
                </a:lnTo>
                <a:lnTo>
                  <a:pt x="240852" y="50413"/>
                </a:lnTo>
                <a:lnTo>
                  <a:pt x="291366" y="35672"/>
                </a:lnTo>
                <a:lnTo>
                  <a:pt x="345313" y="23255"/>
                </a:lnTo>
                <a:lnTo>
                  <a:pt x="402336" y="13319"/>
                </a:lnTo>
                <a:lnTo>
                  <a:pt x="462074" y="6026"/>
                </a:lnTo>
                <a:lnTo>
                  <a:pt x="524170" y="1533"/>
                </a:lnTo>
                <a:lnTo>
                  <a:pt x="588263" y="0"/>
                </a:lnTo>
                <a:lnTo>
                  <a:pt x="591565" y="0"/>
                </a:lnTo>
                <a:lnTo>
                  <a:pt x="594995" y="0"/>
                </a:lnTo>
                <a:lnTo>
                  <a:pt x="598297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9129521" y="845058"/>
            <a:ext cx="658495" cy="1377950"/>
          </a:xfrm>
          <a:custGeom>
            <a:avLst/>
            <a:gdLst/>
            <a:ahLst/>
            <a:cxnLst/>
            <a:rect l="l" t="t" r="r" b="b"/>
            <a:pathLst>
              <a:path w="658495" h="1377950">
                <a:moveTo>
                  <a:pt x="0" y="688847"/>
                </a:moveTo>
                <a:lnTo>
                  <a:pt x="1344" y="626141"/>
                </a:lnTo>
                <a:lnTo>
                  <a:pt x="5301" y="565013"/>
                </a:lnTo>
                <a:lnTo>
                  <a:pt x="11754" y="505706"/>
                </a:lnTo>
                <a:lnTo>
                  <a:pt x="20587" y="448465"/>
                </a:lnTo>
                <a:lnTo>
                  <a:pt x="31684" y="393532"/>
                </a:lnTo>
                <a:lnTo>
                  <a:pt x="44929" y="341150"/>
                </a:lnTo>
                <a:lnTo>
                  <a:pt x="60206" y="291561"/>
                </a:lnTo>
                <a:lnTo>
                  <a:pt x="77399" y="245010"/>
                </a:lnTo>
                <a:lnTo>
                  <a:pt x="96393" y="201739"/>
                </a:lnTo>
                <a:lnTo>
                  <a:pt x="117069" y="161991"/>
                </a:lnTo>
                <a:lnTo>
                  <a:pt x="139314" y="126009"/>
                </a:lnTo>
                <a:lnTo>
                  <a:pt x="163011" y="94036"/>
                </a:lnTo>
                <a:lnTo>
                  <a:pt x="214296" y="43090"/>
                </a:lnTo>
                <a:lnTo>
                  <a:pt x="269996" y="11096"/>
                </a:lnTo>
                <a:lnTo>
                  <a:pt x="329183" y="0"/>
                </a:lnTo>
                <a:lnTo>
                  <a:pt x="359155" y="2814"/>
                </a:lnTo>
                <a:lnTo>
                  <a:pt x="416715" y="24602"/>
                </a:lnTo>
                <a:lnTo>
                  <a:pt x="470323" y="66315"/>
                </a:lnTo>
                <a:lnTo>
                  <a:pt x="519053" y="126009"/>
                </a:lnTo>
                <a:lnTo>
                  <a:pt x="541298" y="161991"/>
                </a:lnTo>
                <a:lnTo>
                  <a:pt x="561974" y="201739"/>
                </a:lnTo>
                <a:lnTo>
                  <a:pt x="580968" y="245010"/>
                </a:lnTo>
                <a:lnTo>
                  <a:pt x="598161" y="291561"/>
                </a:lnTo>
                <a:lnTo>
                  <a:pt x="613438" y="341150"/>
                </a:lnTo>
                <a:lnTo>
                  <a:pt x="626683" y="393532"/>
                </a:lnTo>
                <a:lnTo>
                  <a:pt x="637780" y="448465"/>
                </a:lnTo>
                <a:lnTo>
                  <a:pt x="646613" y="505706"/>
                </a:lnTo>
                <a:lnTo>
                  <a:pt x="653066" y="565013"/>
                </a:lnTo>
                <a:lnTo>
                  <a:pt x="657023" y="626141"/>
                </a:lnTo>
                <a:lnTo>
                  <a:pt x="658368" y="688847"/>
                </a:lnTo>
                <a:lnTo>
                  <a:pt x="657023" y="751554"/>
                </a:lnTo>
                <a:lnTo>
                  <a:pt x="653066" y="812682"/>
                </a:lnTo>
                <a:lnTo>
                  <a:pt x="646613" y="871989"/>
                </a:lnTo>
                <a:lnTo>
                  <a:pt x="637780" y="929230"/>
                </a:lnTo>
                <a:lnTo>
                  <a:pt x="626683" y="984163"/>
                </a:lnTo>
                <a:lnTo>
                  <a:pt x="613438" y="1036545"/>
                </a:lnTo>
                <a:lnTo>
                  <a:pt x="598161" y="1086134"/>
                </a:lnTo>
                <a:lnTo>
                  <a:pt x="580968" y="1132685"/>
                </a:lnTo>
                <a:lnTo>
                  <a:pt x="561975" y="1175956"/>
                </a:lnTo>
                <a:lnTo>
                  <a:pt x="541298" y="1215704"/>
                </a:lnTo>
                <a:lnTo>
                  <a:pt x="519053" y="1251686"/>
                </a:lnTo>
                <a:lnTo>
                  <a:pt x="495356" y="1283659"/>
                </a:lnTo>
                <a:lnTo>
                  <a:pt x="444071" y="1334605"/>
                </a:lnTo>
                <a:lnTo>
                  <a:pt x="388371" y="1366599"/>
                </a:lnTo>
                <a:lnTo>
                  <a:pt x="329183" y="1377695"/>
                </a:lnTo>
                <a:lnTo>
                  <a:pt x="299212" y="1374881"/>
                </a:lnTo>
                <a:lnTo>
                  <a:pt x="241652" y="1353093"/>
                </a:lnTo>
                <a:lnTo>
                  <a:pt x="188044" y="1311380"/>
                </a:lnTo>
                <a:lnTo>
                  <a:pt x="139314" y="1251686"/>
                </a:lnTo>
                <a:lnTo>
                  <a:pt x="117069" y="1215704"/>
                </a:lnTo>
                <a:lnTo>
                  <a:pt x="96393" y="1175956"/>
                </a:lnTo>
                <a:lnTo>
                  <a:pt x="77399" y="1132685"/>
                </a:lnTo>
                <a:lnTo>
                  <a:pt x="60206" y="1086134"/>
                </a:lnTo>
                <a:lnTo>
                  <a:pt x="44929" y="1036545"/>
                </a:lnTo>
                <a:lnTo>
                  <a:pt x="31684" y="984163"/>
                </a:lnTo>
                <a:lnTo>
                  <a:pt x="20587" y="929230"/>
                </a:lnTo>
                <a:lnTo>
                  <a:pt x="11754" y="871989"/>
                </a:lnTo>
                <a:lnTo>
                  <a:pt x="5301" y="812682"/>
                </a:lnTo>
                <a:lnTo>
                  <a:pt x="1344" y="751554"/>
                </a:lnTo>
                <a:lnTo>
                  <a:pt x="0" y="688847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2541904" y="4077461"/>
            <a:ext cx="217804" cy="963294"/>
          </a:xfrm>
          <a:custGeom>
            <a:avLst/>
            <a:gdLst/>
            <a:ahLst/>
            <a:cxnLst/>
            <a:rect l="l" t="t" r="r" b="b"/>
            <a:pathLst>
              <a:path w="217805" h="963295">
                <a:moveTo>
                  <a:pt x="18414" y="0"/>
                </a:moveTo>
                <a:lnTo>
                  <a:pt x="71291" y="17204"/>
                </a:lnTo>
                <a:lnTo>
                  <a:pt x="118801" y="65757"/>
                </a:lnTo>
                <a:lnTo>
                  <a:pt x="139952" y="100354"/>
                </a:lnTo>
                <a:lnTo>
                  <a:pt x="159051" y="141065"/>
                </a:lnTo>
                <a:lnTo>
                  <a:pt x="175862" y="187316"/>
                </a:lnTo>
                <a:lnTo>
                  <a:pt x="190147" y="238534"/>
                </a:lnTo>
                <a:lnTo>
                  <a:pt x="201670" y="294143"/>
                </a:lnTo>
                <a:lnTo>
                  <a:pt x="210193" y="353571"/>
                </a:lnTo>
                <a:lnTo>
                  <a:pt x="215481" y="416242"/>
                </a:lnTo>
                <a:lnTo>
                  <a:pt x="217296" y="481583"/>
                </a:lnTo>
                <a:lnTo>
                  <a:pt x="215481" y="546925"/>
                </a:lnTo>
                <a:lnTo>
                  <a:pt x="210193" y="609596"/>
                </a:lnTo>
                <a:lnTo>
                  <a:pt x="201670" y="669024"/>
                </a:lnTo>
                <a:lnTo>
                  <a:pt x="190147" y="724633"/>
                </a:lnTo>
                <a:lnTo>
                  <a:pt x="175862" y="775851"/>
                </a:lnTo>
                <a:lnTo>
                  <a:pt x="159051" y="822102"/>
                </a:lnTo>
                <a:lnTo>
                  <a:pt x="139952" y="862813"/>
                </a:lnTo>
                <a:lnTo>
                  <a:pt x="118801" y="897410"/>
                </a:lnTo>
                <a:lnTo>
                  <a:pt x="71291" y="945963"/>
                </a:lnTo>
                <a:lnTo>
                  <a:pt x="18414" y="963168"/>
                </a:lnTo>
                <a:lnTo>
                  <a:pt x="12192" y="963168"/>
                </a:lnTo>
                <a:lnTo>
                  <a:pt x="6095" y="962532"/>
                </a:lnTo>
                <a:lnTo>
                  <a:pt x="0" y="961136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 txBox="1"/>
          <p:nvPr/>
        </p:nvSpPr>
        <p:spPr>
          <a:xfrm>
            <a:off x="228091" y="257047"/>
            <a:ext cx="482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666699"/>
                </a:solidFill>
                <a:latin typeface="微软雅黑"/>
                <a:cs typeface="微软雅黑"/>
              </a:rPr>
              <a:t>若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164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228091" y="805688"/>
            <a:ext cx="482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666699"/>
                </a:solidFill>
                <a:latin typeface="微软雅黑"/>
                <a:cs typeface="微软雅黑"/>
              </a:rPr>
              <a:t>改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202692" y="941276"/>
            <a:ext cx="14573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98500" algn="l"/>
              </a:tabLst>
            </a:pPr>
            <a:r>
              <a:rPr sz="5400" baseline="-50154" dirty="0">
                <a:solidFill>
                  <a:srgbClr val="666699"/>
                </a:solidFill>
                <a:latin typeface="微软雅黑"/>
                <a:cs typeface="微软雅黑"/>
              </a:rPr>
              <a:t>用	</a:t>
            </a:r>
            <a:r>
              <a:rPr sz="3750" i="1" spc="104" baseline="-15555" dirty="0">
                <a:latin typeface="华文楷体"/>
                <a:cs typeface="华文楷体"/>
              </a:rPr>
              <a:t>Q</a:t>
            </a:r>
            <a:r>
              <a:rPr sz="2400" spc="104" baseline="-36458" dirty="0">
                <a:latin typeface="华文楷体"/>
                <a:cs typeface="华文楷体"/>
              </a:rPr>
              <a:t>2</a:t>
            </a:r>
            <a:r>
              <a:rPr sz="1600" spc="70" dirty="0">
                <a:latin typeface="华文楷体"/>
                <a:cs typeface="华文楷体"/>
              </a:rPr>
              <a:t>n+1</a:t>
            </a:r>
            <a:endParaRPr sz="1600">
              <a:latin typeface="华文楷体"/>
              <a:cs typeface="华文楷体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228091" y="1904746"/>
            <a:ext cx="203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666699"/>
                </a:solidFill>
                <a:latin typeface="Times New Roman"/>
                <a:cs typeface="Times New Roman"/>
              </a:rPr>
              <a:t>J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228091" y="2453385"/>
            <a:ext cx="355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666699"/>
                </a:solidFill>
                <a:latin typeface="Times New Roman"/>
                <a:cs typeface="Times New Roman"/>
              </a:rPr>
              <a:t>K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28091" y="3000883"/>
            <a:ext cx="482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666699"/>
                </a:solidFill>
                <a:latin typeface="微软雅黑"/>
                <a:cs typeface="微软雅黑"/>
              </a:rPr>
              <a:t>触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228091" y="3549522"/>
            <a:ext cx="482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666699"/>
                </a:solidFill>
                <a:latin typeface="微软雅黑"/>
                <a:cs typeface="微软雅黑"/>
              </a:rPr>
              <a:t>发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228091" y="4097858"/>
            <a:ext cx="94106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3100" algn="l"/>
              </a:tabLst>
            </a:pPr>
            <a:r>
              <a:rPr sz="3600" dirty="0">
                <a:solidFill>
                  <a:srgbClr val="666699"/>
                </a:solidFill>
                <a:latin typeface="微软雅黑"/>
                <a:cs typeface="微软雅黑"/>
              </a:rPr>
              <a:t>器	</a:t>
            </a:r>
            <a:r>
              <a:rPr sz="3750" i="1" spc="104" baseline="1111" dirty="0">
                <a:latin typeface="华文楷体"/>
                <a:cs typeface="华文楷体"/>
              </a:rPr>
              <a:t>Q</a:t>
            </a:r>
            <a:endParaRPr sz="3750" baseline="1111">
              <a:latin typeface="华文楷体"/>
              <a:cs typeface="华文楷体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228091" y="4647057"/>
            <a:ext cx="482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666699"/>
                </a:solidFill>
                <a:latin typeface="微软雅黑"/>
                <a:cs typeface="微软雅黑"/>
              </a:rPr>
              <a:t>实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228091" y="5195722"/>
            <a:ext cx="482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666699"/>
                </a:solidFill>
                <a:latin typeface="微软雅黑"/>
                <a:cs typeface="微软雅黑"/>
              </a:rPr>
              <a:t>现</a:t>
            </a:r>
            <a:endParaRPr sz="3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26379" y="982217"/>
            <a:ext cx="3912870" cy="0"/>
          </a:xfrm>
          <a:custGeom>
            <a:avLst/>
            <a:gdLst/>
            <a:ahLst/>
            <a:cxnLst/>
            <a:rect l="l" t="t" r="r" b="b"/>
            <a:pathLst>
              <a:path w="3912870">
                <a:moveTo>
                  <a:pt x="0" y="0"/>
                </a:moveTo>
                <a:lnTo>
                  <a:pt x="3912870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913765" cy="0"/>
          </a:xfrm>
          <a:custGeom>
            <a:avLst/>
            <a:gdLst/>
            <a:ahLst/>
            <a:cxnLst/>
            <a:rect l="l" t="t" r="r" b="b"/>
            <a:pathLst>
              <a:path w="913765">
                <a:moveTo>
                  <a:pt x="0" y="0"/>
                </a:moveTo>
                <a:lnTo>
                  <a:pt x="913638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65869" y="680108"/>
            <a:ext cx="3743325" cy="1996439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R="97155" algn="r">
              <a:lnSpc>
                <a:spcPts val="2185"/>
              </a:lnSpc>
              <a:spcBef>
                <a:spcPts val="350"/>
              </a:spcBef>
              <a:tabLst>
                <a:tab pos="2642235" algn="l"/>
              </a:tabLst>
            </a:pPr>
            <a:r>
              <a:rPr sz="4500" spc="254" baseline="6481" dirty="0">
                <a:latin typeface="Symbol"/>
                <a:cs typeface="Symbol"/>
              </a:rPr>
              <a:t></a:t>
            </a:r>
            <a:r>
              <a:rPr sz="3000" i="1" spc="170" dirty="0">
                <a:latin typeface="Times New Roman"/>
                <a:cs typeface="Times New Roman"/>
              </a:rPr>
              <a:t>Q</a:t>
            </a:r>
            <a:r>
              <a:rPr sz="2550" i="1" spc="254" baseline="44117" dirty="0">
                <a:latin typeface="Times New Roman"/>
                <a:cs typeface="Times New Roman"/>
              </a:rPr>
              <a:t>n</a:t>
            </a:r>
            <a:r>
              <a:rPr sz="2550" spc="254" baseline="44117" dirty="0">
                <a:latin typeface="Symbol"/>
                <a:cs typeface="Symbol"/>
              </a:rPr>
              <a:t></a:t>
            </a:r>
            <a:r>
              <a:rPr sz="2550" spc="254" baseline="44117" dirty="0">
                <a:latin typeface="Times New Roman"/>
                <a:cs typeface="Times New Roman"/>
              </a:rPr>
              <a:t>1 </a:t>
            </a:r>
            <a:r>
              <a:rPr sz="3000" spc="280" dirty="0">
                <a:latin typeface="Symbol"/>
                <a:cs typeface="Symbol"/>
              </a:rPr>
              <a:t></a:t>
            </a:r>
            <a:r>
              <a:rPr sz="3000" spc="280" dirty="0">
                <a:latin typeface="Times New Roman"/>
                <a:cs typeface="Times New Roman"/>
              </a:rPr>
              <a:t> </a:t>
            </a:r>
            <a:r>
              <a:rPr sz="3000" i="1" spc="200" dirty="0">
                <a:latin typeface="Times New Roman"/>
                <a:cs typeface="Times New Roman"/>
              </a:rPr>
              <a:t>Q</a:t>
            </a:r>
            <a:r>
              <a:rPr sz="3000" i="1" spc="-305" dirty="0">
                <a:latin typeface="Times New Roman"/>
                <a:cs typeface="Times New Roman"/>
              </a:rPr>
              <a:t> </a:t>
            </a:r>
            <a:r>
              <a:rPr sz="3000" i="1" spc="200" dirty="0">
                <a:latin typeface="Times New Roman"/>
                <a:cs typeface="Times New Roman"/>
              </a:rPr>
              <a:t>Q</a:t>
            </a:r>
            <a:r>
              <a:rPr sz="3000" i="1" spc="345" dirty="0">
                <a:latin typeface="Times New Roman"/>
                <a:cs typeface="Times New Roman"/>
              </a:rPr>
              <a:t> </a:t>
            </a:r>
            <a:r>
              <a:rPr sz="3000" i="1" spc="200" dirty="0">
                <a:latin typeface="Times New Roman"/>
                <a:cs typeface="Times New Roman"/>
              </a:rPr>
              <a:t>Q	</a:t>
            </a:r>
            <a:r>
              <a:rPr sz="3000" spc="280" dirty="0">
                <a:latin typeface="Symbol"/>
                <a:cs typeface="Symbol"/>
              </a:rPr>
              <a:t></a:t>
            </a:r>
            <a:r>
              <a:rPr sz="3000" spc="-500" dirty="0">
                <a:latin typeface="Times New Roman"/>
                <a:cs typeface="Times New Roman"/>
              </a:rPr>
              <a:t> </a:t>
            </a:r>
            <a:r>
              <a:rPr sz="3000" i="1" spc="200" dirty="0">
                <a:latin typeface="Times New Roman"/>
                <a:cs typeface="Times New Roman"/>
              </a:rPr>
              <a:t>Q </a:t>
            </a:r>
            <a:r>
              <a:rPr sz="3000" i="1" spc="-1310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ts val="2185"/>
              </a:lnSpc>
              <a:tabLst>
                <a:tab pos="485140" algn="l"/>
                <a:tab pos="1581785" algn="l"/>
                <a:tab pos="1970405" algn="l"/>
                <a:tab pos="2412365" algn="l"/>
                <a:tab pos="3212465" algn="l"/>
                <a:tab pos="3622040" algn="l"/>
              </a:tabLst>
            </a:pPr>
            <a:r>
              <a:rPr sz="4500" spc="-2235" baseline="-33333" dirty="0">
                <a:latin typeface="Symbol"/>
                <a:cs typeface="Symbol"/>
              </a:rPr>
              <a:t></a:t>
            </a:r>
            <a:r>
              <a:rPr sz="4500" spc="202" baseline="-49074" dirty="0">
                <a:latin typeface="Symbol"/>
                <a:cs typeface="Symbol"/>
              </a:rPr>
              <a:t></a:t>
            </a:r>
            <a:r>
              <a:rPr sz="4500" baseline="-49074" dirty="0">
                <a:latin typeface="Times New Roman"/>
                <a:cs typeface="Times New Roman"/>
              </a:rPr>
              <a:t>	</a:t>
            </a:r>
            <a:r>
              <a:rPr sz="1700" spc="95" dirty="0">
                <a:latin typeface="Times New Roman"/>
                <a:cs typeface="Times New Roman"/>
              </a:rPr>
              <a:t>2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95" dirty="0">
                <a:latin typeface="Times New Roman"/>
                <a:cs typeface="Times New Roman"/>
              </a:rPr>
              <a:t>1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95" dirty="0">
                <a:latin typeface="Times New Roman"/>
                <a:cs typeface="Times New Roman"/>
              </a:rPr>
              <a:t>0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95" dirty="0">
                <a:latin typeface="Times New Roman"/>
                <a:cs typeface="Times New Roman"/>
              </a:rPr>
              <a:t>2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95" dirty="0">
                <a:latin typeface="Times New Roman"/>
                <a:cs typeface="Times New Roman"/>
              </a:rPr>
              <a:t>0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95" dirty="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  <a:p>
            <a:pPr marR="97155" algn="r">
              <a:lnSpc>
                <a:spcPts val="2190"/>
              </a:lnSpc>
              <a:spcBef>
                <a:spcPts val="795"/>
              </a:spcBef>
              <a:tabLst>
                <a:tab pos="2440305" algn="l"/>
              </a:tabLst>
            </a:pPr>
            <a:r>
              <a:rPr sz="3000" i="1" spc="190" dirty="0">
                <a:latin typeface="Times New Roman"/>
                <a:cs typeface="Times New Roman"/>
              </a:rPr>
              <a:t>Q</a:t>
            </a:r>
            <a:r>
              <a:rPr sz="2550" i="1" spc="284" baseline="44117" dirty="0">
                <a:latin typeface="Times New Roman"/>
                <a:cs typeface="Times New Roman"/>
              </a:rPr>
              <a:t>n</a:t>
            </a:r>
            <a:r>
              <a:rPr sz="2550" spc="284" baseline="44117" dirty="0">
                <a:latin typeface="Symbol"/>
                <a:cs typeface="Symbol"/>
              </a:rPr>
              <a:t></a:t>
            </a:r>
            <a:r>
              <a:rPr sz="2550" spc="284" baseline="44117" dirty="0">
                <a:latin typeface="Times New Roman"/>
                <a:cs typeface="Times New Roman"/>
              </a:rPr>
              <a:t>1 </a:t>
            </a:r>
            <a:r>
              <a:rPr sz="3000" spc="280" dirty="0">
                <a:latin typeface="Symbol"/>
                <a:cs typeface="Symbol"/>
              </a:rPr>
              <a:t></a:t>
            </a:r>
            <a:r>
              <a:rPr sz="3000" spc="280" dirty="0">
                <a:latin typeface="Times New Roman"/>
                <a:cs typeface="Times New Roman"/>
              </a:rPr>
              <a:t> </a:t>
            </a:r>
            <a:r>
              <a:rPr sz="3000" i="1" spc="200" dirty="0">
                <a:latin typeface="Times New Roman"/>
                <a:cs typeface="Times New Roman"/>
              </a:rPr>
              <a:t>Q</a:t>
            </a:r>
            <a:r>
              <a:rPr sz="3000" i="1" spc="20" dirty="0">
                <a:latin typeface="Times New Roman"/>
                <a:cs typeface="Times New Roman"/>
              </a:rPr>
              <a:t> </a:t>
            </a:r>
            <a:r>
              <a:rPr sz="3000" i="1" spc="200" dirty="0">
                <a:latin typeface="Times New Roman"/>
                <a:cs typeface="Times New Roman"/>
              </a:rPr>
              <a:t>Q</a:t>
            </a:r>
            <a:r>
              <a:rPr sz="3000" i="1" spc="340" dirty="0">
                <a:latin typeface="Times New Roman"/>
                <a:cs typeface="Times New Roman"/>
              </a:rPr>
              <a:t> </a:t>
            </a:r>
            <a:r>
              <a:rPr sz="3000" i="1" spc="200" dirty="0">
                <a:latin typeface="Times New Roman"/>
                <a:cs typeface="Times New Roman"/>
              </a:rPr>
              <a:t>Q	</a:t>
            </a:r>
            <a:r>
              <a:rPr sz="3000" spc="280" dirty="0">
                <a:latin typeface="Symbol"/>
                <a:cs typeface="Symbol"/>
              </a:rPr>
              <a:t></a:t>
            </a:r>
            <a:r>
              <a:rPr sz="3000" spc="-500" dirty="0">
                <a:latin typeface="Times New Roman"/>
                <a:cs typeface="Times New Roman"/>
              </a:rPr>
              <a:t> </a:t>
            </a:r>
            <a:r>
              <a:rPr sz="3000" i="1" spc="200" dirty="0">
                <a:latin typeface="Times New Roman"/>
                <a:cs typeface="Times New Roman"/>
              </a:rPr>
              <a:t>Q Q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ts val="1700"/>
              </a:lnSpc>
              <a:tabLst>
                <a:tab pos="459740" algn="l"/>
                <a:tab pos="1607820" algn="l"/>
                <a:tab pos="2014220" algn="l"/>
                <a:tab pos="2430780" algn="l"/>
                <a:tab pos="3212465" algn="l"/>
                <a:tab pos="3596640" algn="l"/>
              </a:tabLst>
            </a:pPr>
            <a:r>
              <a:rPr sz="4500" spc="202" baseline="4629" dirty="0">
                <a:latin typeface="Symbol"/>
                <a:cs typeface="Symbol"/>
              </a:rPr>
              <a:t></a:t>
            </a:r>
            <a:r>
              <a:rPr sz="4500" spc="202" baseline="4629" dirty="0">
                <a:latin typeface="Times New Roman"/>
                <a:cs typeface="Times New Roman"/>
              </a:rPr>
              <a:t>	</a:t>
            </a:r>
            <a:r>
              <a:rPr sz="1700" spc="95" dirty="0">
                <a:latin typeface="Times New Roman"/>
                <a:cs typeface="Times New Roman"/>
              </a:rPr>
              <a:t>1	2	0	1	0	1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ts val="1525"/>
              </a:lnSpc>
              <a:tabLst>
                <a:tab pos="1014094" algn="l"/>
              </a:tabLst>
            </a:pPr>
            <a:r>
              <a:rPr sz="3000" spc="135" dirty="0">
                <a:latin typeface="Symbol"/>
                <a:cs typeface="Symbol"/>
              </a:rPr>
              <a:t></a:t>
            </a:r>
            <a:r>
              <a:rPr sz="3000" spc="135" dirty="0">
                <a:latin typeface="Times New Roman"/>
                <a:cs typeface="Times New Roman"/>
              </a:rPr>
              <a:t>	</a:t>
            </a:r>
            <a:r>
              <a:rPr sz="4500" spc="419" baseline="-33333" dirty="0">
                <a:latin typeface="Symbol"/>
                <a:cs typeface="Symbol"/>
              </a:rPr>
              <a:t></a:t>
            </a:r>
            <a:endParaRPr sz="4500" baseline="-33333">
              <a:latin typeface="Symbol"/>
              <a:cs typeface="Symbol"/>
            </a:endParaRPr>
          </a:p>
          <a:p>
            <a:pPr marR="1908175" algn="ctr">
              <a:lnSpc>
                <a:spcPts val="1275"/>
              </a:lnSpc>
              <a:tabLst>
                <a:tab pos="1122045" algn="l"/>
              </a:tabLst>
            </a:pPr>
            <a:r>
              <a:rPr sz="4500" i="1" spc="284" baseline="-25000" dirty="0">
                <a:latin typeface="Times New Roman"/>
                <a:cs typeface="Times New Roman"/>
              </a:rPr>
              <a:t>Q</a:t>
            </a:r>
            <a:r>
              <a:rPr sz="1700" i="1" spc="190" dirty="0">
                <a:latin typeface="Times New Roman"/>
                <a:cs typeface="Times New Roman"/>
              </a:rPr>
              <a:t>n</a:t>
            </a:r>
            <a:r>
              <a:rPr sz="1700" spc="190" dirty="0">
                <a:latin typeface="Symbol"/>
                <a:cs typeface="Symbol"/>
              </a:rPr>
              <a:t></a:t>
            </a:r>
            <a:r>
              <a:rPr sz="1700" spc="190" dirty="0">
                <a:latin typeface="Times New Roman"/>
                <a:cs typeface="Times New Roman"/>
              </a:rPr>
              <a:t>1	</a:t>
            </a:r>
            <a:r>
              <a:rPr sz="4500" i="1" spc="300" baseline="-25000" dirty="0">
                <a:latin typeface="Times New Roman"/>
                <a:cs typeface="Times New Roman"/>
              </a:rPr>
              <a:t>Q</a:t>
            </a:r>
            <a:endParaRPr sz="4500" baseline="-25000">
              <a:latin typeface="Times New Roman"/>
              <a:cs typeface="Times New Roman"/>
            </a:endParaRPr>
          </a:p>
          <a:p>
            <a:pPr marR="2009775" algn="ctr">
              <a:lnSpc>
                <a:spcPts val="2860"/>
              </a:lnSpc>
              <a:tabLst>
                <a:tab pos="481965" algn="l"/>
                <a:tab pos="1604645" algn="l"/>
              </a:tabLst>
            </a:pPr>
            <a:r>
              <a:rPr sz="4500" spc="-2235" baseline="-2777" dirty="0">
                <a:latin typeface="Symbol"/>
                <a:cs typeface="Symbol"/>
              </a:rPr>
              <a:t></a:t>
            </a:r>
            <a:r>
              <a:rPr sz="4500" spc="202" baseline="-11111" dirty="0">
                <a:latin typeface="Symbol"/>
                <a:cs typeface="Symbol"/>
              </a:rPr>
              <a:t></a:t>
            </a:r>
            <a:r>
              <a:rPr sz="4500" baseline="-11111" dirty="0">
                <a:latin typeface="Times New Roman"/>
                <a:cs typeface="Times New Roman"/>
              </a:rPr>
              <a:t>	</a:t>
            </a:r>
            <a:r>
              <a:rPr sz="1700" spc="95" dirty="0">
                <a:latin typeface="Times New Roman"/>
                <a:cs typeface="Times New Roman"/>
              </a:rPr>
              <a:t>0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95" dirty="0"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547386" y="1074481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4">
                <a:moveTo>
                  <a:pt x="0" y="0"/>
                </a:moveTo>
                <a:lnTo>
                  <a:pt x="540388" y="0"/>
                </a:lnTo>
              </a:path>
            </a:pathLst>
          </a:custGeom>
          <a:ln w="2266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559524" y="1129926"/>
            <a:ext cx="306705" cy="0"/>
          </a:xfrm>
          <a:custGeom>
            <a:avLst/>
            <a:gdLst/>
            <a:ahLst/>
            <a:cxnLst/>
            <a:rect l="l" t="t" r="r" b="b"/>
            <a:pathLst>
              <a:path w="306704">
                <a:moveTo>
                  <a:pt x="0" y="0"/>
                </a:moveTo>
                <a:lnTo>
                  <a:pt x="306085" y="0"/>
                </a:lnTo>
              </a:path>
            </a:pathLst>
          </a:custGeom>
          <a:ln w="2266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807733" y="883001"/>
            <a:ext cx="2282190" cy="570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1026794" algn="l"/>
                <a:tab pos="2099310" algn="l"/>
              </a:tabLst>
            </a:pPr>
            <a:r>
              <a:rPr sz="5325" i="1" spc="307" baseline="-25039" dirty="0">
                <a:solidFill>
                  <a:srgbClr val="0000FF"/>
                </a:solidFill>
                <a:latin typeface="Times New Roman"/>
                <a:cs typeface="Times New Roman"/>
              </a:rPr>
              <a:t>Q</a:t>
            </a:r>
            <a:r>
              <a:rPr sz="2050" i="1" spc="204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2050" i="0" spc="204" dirty="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sz="2050" i="0" spc="204" dirty="0">
                <a:solidFill>
                  <a:srgbClr val="0000FF"/>
                </a:solidFill>
                <a:latin typeface="Times New Roman"/>
                <a:cs typeface="Times New Roman"/>
              </a:rPr>
              <a:t>1	</a:t>
            </a:r>
            <a:r>
              <a:rPr sz="5325" i="0" spc="307" baseline="-25039" dirty="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sz="5325" i="0" spc="277" baseline="-2503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5325" i="1" spc="247" baseline="-25039" dirty="0">
                <a:solidFill>
                  <a:srgbClr val="0000FF"/>
                </a:solidFill>
                <a:latin typeface="Times New Roman"/>
                <a:cs typeface="Times New Roman"/>
              </a:rPr>
              <a:t>J	</a:t>
            </a:r>
            <a:r>
              <a:rPr sz="2050" i="1" spc="110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2287" y="3799501"/>
            <a:ext cx="268605" cy="573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130" dirty="0">
                <a:latin typeface="Symbol"/>
                <a:cs typeface="Symbol"/>
              </a:rPr>
              <a:t></a:t>
            </a:r>
            <a:endParaRPr sz="36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42287" y="4185753"/>
            <a:ext cx="268605" cy="573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130" dirty="0">
                <a:latin typeface="Symbol"/>
                <a:cs typeface="Symbol"/>
              </a:rPr>
              <a:t></a:t>
            </a:r>
            <a:endParaRPr sz="36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2287" y="4529008"/>
            <a:ext cx="268605" cy="573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130" dirty="0">
                <a:latin typeface="Symbol"/>
                <a:cs typeface="Symbol"/>
              </a:rPr>
              <a:t></a:t>
            </a:r>
            <a:endParaRPr sz="36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42287" y="4967429"/>
            <a:ext cx="268605" cy="573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130" dirty="0">
                <a:latin typeface="Symbol"/>
                <a:cs typeface="Symbol"/>
              </a:rPr>
              <a:t></a:t>
            </a:r>
            <a:endParaRPr sz="36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2287" y="5257578"/>
            <a:ext cx="268605" cy="573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130" dirty="0">
                <a:latin typeface="Symbol"/>
                <a:cs typeface="Symbol"/>
              </a:rPr>
              <a:t></a:t>
            </a:r>
            <a:endParaRPr sz="36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47800" y="2909316"/>
            <a:ext cx="1827530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52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20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驱动方程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69379" y="2919983"/>
            <a:ext cx="1826260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52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20"/>
              </a:spcBef>
            </a:pPr>
            <a:r>
              <a:rPr sz="3200" i="1" dirty="0">
                <a:solidFill>
                  <a:srgbClr val="7E4D00"/>
                </a:solidFill>
                <a:latin typeface="华文楷体"/>
                <a:cs typeface="华文楷体"/>
              </a:rPr>
              <a:t>输出方程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69215" y="3844193"/>
            <a:ext cx="2233295" cy="568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3550" i="1" spc="250" dirty="0">
                <a:latin typeface="Times New Roman"/>
                <a:cs typeface="Times New Roman"/>
              </a:rPr>
              <a:t>CO </a:t>
            </a:r>
            <a:r>
              <a:rPr sz="3550" spc="190" dirty="0">
                <a:latin typeface="Symbol"/>
                <a:cs typeface="Symbol"/>
              </a:rPr>
              <a:t></a:t>
            </a:r>
            <a:r>
              <a:rPr sz="3550" spc="-355" dirty="0">
                <a:latin typeface="Times New Roman"/>
                <a:cs typeface="Times New Roman"/>
              </a:rPr>
              <a:t> </a:t>
            </a:r>
            <a:r>
              <a:rPr sz="3550" i="1" spc="114" dirty="0">
                <a:latin typeface="Times New Roman"/>
                <a:cs typeface="Times New Roman"/>
              </a:rPr>
              <a:t>Q</a:t>
            </a:r>
            <a:r>
              <a:rPr sz="3075" spc="172" baseline="-24390" dirty="0">
                <a:latin typeface="Times New Roman"/>
                <a:cs typeface="Times New Roman"/>
              </a:rPr>
              <a:t>2</a:t>
            </a:r>
            <a:r>
              <a:rPr sz="3550" i="1" spc="114" dirty="0">
                <a:latin typeface="Times New Roman"/>
                <a:cs typeface="Times New Roman"/>
              </a:rPr>
              <a:t>Q</a:t>
            </a:r>
            <a:r>
              <a:rPr sz="3075" spc="172" baseline="-24390" dirty="0">
                <a:latin typeface="Times New Roman"/>
                <a:cs typeface="Times New Roman"/>
              </a:rPr>
              <a:t>0</a:t>
            </a:r>
            <a:endParaRPr sz="3075" baseline="-2439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03603" y="647700"/>
            <a:ext cx="3923029" cy="2032000"/>
          </a:xfrm>
          <a:custGeom>
            <a:avLst/>
            <a:gdLst/>
            <a:ahLst/>
            <a:cxnLst/>
            <a:rect l="l" t="t" r="r" b="b"/>
            <a:pathLst>
              <a:path w="3923029" h="2032000">
                <a:moveTo>
                  <a:pt x="0" y="2031491"/>
                </a:moveTo>
                <a:lnTo>
                  <a:pt x="3922776" y="2031491"/>
                </a:lnTo>
                <a:lnTo>
                  <a:pt x="3922776" y="0"/>
                </a:lnTo>
                <a:lnTo>
                  <a:pt x="0" y="0"/>
                </a:lnTo>
                <a:lnTo>
                  <a:pt x="0" y="20314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614472" y="750516"/>
            <a:ext cx="410209" cy="0"/>
          </a:xfrm>
          <a:custGeom>
            <a:avLst/>
            <a:gdLst/>
            <a:ahLst/>
            <a:cxnLst/>
            <a:rect l="l" t="t" r="r" b="b"/>
            <a:pathLst>
              <a:path w="410210">
                <a:moveTo>
                  <a:pt x="0" y="0"/>
                </a:moveTo>
                <a:lnTo>
                  <a:pt x="410124" y="0"/>
                </a:lnTo>
              </a:path>
            </a:pathLst>
          </a:custGeom>
          <a:ln w="1899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418140" y="750516"/>
            <a:ext cx="407034" cy="0"/>
          </a:xfrm>
          <a:custGeom>
            <a:avLst/>
            <a:gdLst/>
            <a:ahLst/>
            <a:cxnLst/>
            <a:rect l="l" t="t" r="r" b="b"/>
            <a:pathLst>
              <a:path w="407035">
                <a:moveTo>
                  <a:pt x="0" y="0"/>
                </a:moveTo>
                <a:lnTo>
                  <a:pt x="406794" y="0"/>
                </a:lnTo>
              </a:path>
            </a:pathLst>
          </a:custGeom>
          <a:ln w="189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09156" y="1407126"/>
            <a:ext cx="410209" cy="0"/>
          </a:xfrm>
          <a:custGeom>
            <a:avLst/>
            <a:gdLst/>
            <a:ahLst/>
            <a:cxnLst/>
            <a:rect l="l" t="t" r="r" b="b"/>
            <a:pathLst>
              <a:path w="410210">
                <a:moveTo>
                  <a:pt x="0" y="0"/>
                </a:moveTo>
                <a:lnTo>
                  <a:pt x="410124" y="0"/>
                </a:lnTo>
              </a:path>
            </a:pathLst>
          </a:custGeom>
          <a:ln w="189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658481" y="1407126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5">
                <a:moveTo>
                  <a:pt x="0" y="0"/>
                </a:moveTo>
                <a:lnTo>
                  <a:pt x="366115" y="0"/>
                </a:lnTo>
              </a:path>
            </a:pathLst>
          </a:custGeom>
          <a:ln w="1899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418140" y="1407126"/>
            <a:ext cx="407034" cy="0"/>
          </a:xfrm>
          <a:custGeom>
            <a:avLst/>
            <a:gdLst/>
            <a:ahLst/>
            <a:cxnLst/>
            <a:rect l="l" t="t" r="r" b="b"/>
            <a:pathLst>
              <a:path w="407035">
                <a:moveTo>
                  <a:pt x="0" y="0"/>
                </a:moveTo>
                <a:lnTo>
                  <a:pt x="406794" y="0"/>
                </a:lnTo>
              </a:path>
            </a:pathLst>
          </a:custGeom>
          <a:ln w="189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809156" y="2063704"/>
            <a:ext cx="407034" cy="0"/>
          </a:xfrm>
          <a:custGeom>
            <a:avLst/>
            <a:gdLst/>
            <a:ahLst/>
            <a:cxnLst/>
            <a:rect l="l" t="t" r="r" b="b"/>
            <a:pathLst>
              <a:path w="407035">
                <a:moveTo>
                  <a:pt x="0" y="0"/>
                </a:moveTo>
                <a:lnTo>
                  <a:pt x="406828" y="0"/>
                </a:lnTo>
              </a:path>
            </a:pathLst>
          </a:custGeom>
          <a:ln w="1899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913111" y="1628076"/>
            <a:ext cx="14605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95" dirty="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38857" y="970713"/>
            <a:ext cx="207327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108710" algn="l"/>
                <a:tab pos="1497330" algn="l"/>
                <a:tab pos="1939289" algn="l"/>
              </a:tabLst>
            </a:pPr>
            <a:r>
              <a:rPr sz="1700" spc="95" dirty="0">
                <a:latin typeface="Times New Roman"/>
                <a:cs typeface="Times New Roman"/>
              </a:rPr>
              <a:t>2	1	0	</a:t>
            </a:r>
            <a:r>
              <a:rPr sz="1700" spc="9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65509" y="970713"/>
            <a:ext cx="55689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2909" algn="l"/>
              </a:tabLst>
            </a:pPr>
            <a:r>
              <a:rPr sz="1700" spc="95" dirty="0">
                <a:latin typeface="Times New Roman"/>
                <a:cs typeface="Times New Roman"/>
              </a:rPr>
              <a:t>0	</a:t>
            </a:r>
            <a:r>
              <a:rPr sz="1700" spc="9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35527" y="2284674"/>
            <a:ext cx="14605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95" dirty="0"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61292" y="1628076"/>
            <a:ext cx="96901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18465" algn="l"/>
                <a:tab pos="835025" algn="l"/>
              </a:tabLst>
            </a:pPr>
            <a:r>
              <a:rPr sz="1700" spc="95" dirty="0">
                <a:latin typeface="Times New Roman"/>
                <a:cs typeface="Times New Roman"/>
              </a:rPr>
              <a:t>2	0	</a:t>
            </a:r>
            <a:r>
              <a:rPr sz="1700" spc="95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665230" y="1628076"/>
            <a:ext cx="53149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97510" algn="l"/>
              </a:tabLst>
            </a:pPr>
            <a:r>
              <a:rPr sz="1700" spc="95" dirty="0">
                <a:latin typeface="Times New Roman"/>
                <a:cs typeface="Times New Roman"/>
              </a:rPr>
              <a:t>0	</a:t>
            </a:r>
            <a:r>
              <a:rPr sz="1700" spc="95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54915" y="1367974"/>
            <a:ext cx="32639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i="1" spc="200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54915" y="2025332"/>
            <a:ext cx="31369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i="1" spc="40" dirty="0"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73735" y="1358408"/>
            <a:ext cx="40259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i="1" spc="204" dirty="0">
                <a:latin typeface="Times New Roman"/>
                <a:cs typeface="Times New Roman"/>
              </a:rPr>
              <a:t>n</a:t>
            </a:r>
            <a:r>
              <a:rPr sz="1700" spc="25" dirty="0">
                <a:latin typeface="Symbol"/>
                <a:cs typeface="Symbol"/>
              </a:rPr>
              <a:t></a:t>
            </a:r>
            <a:r>
              <a:rPr sz="1700" spc="95" dirty="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73735" y="2015018"/>
            <a:ext cx="40259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i="1" spc="204" dirty="0">
                <a:latin typeface="Times New Roman"/>
                <a:cs typeface="Times New Roman"/>
              </a:rPr>
              <a:t>n</a:t>
            </a:r>
            <a:r>
              <a:rPr sz="1700" spc="25" dirty="0">
                <a:latin typeface="Symbol"/>
                <a:cs typeface="Symbol"/>
              </a:rPr>
              <a:t></a:t>
            </a:r>
            <a:r>
              <a:rPr sz="1700" spc="95" dirty="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415069" y="711364"/>
            <a:ext cx="372999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693035" algn="l"/>
              </a:tabLst>
            </a:pPr>
            <a:r>
              <a:rPr sz="4500" spc="232" baseline="6481" dirty="0">
                <a:latin typeface="Symbol"/>
                <a:cs typeface="Symbol"/>
              </a:rPr>
              <a:t></a:t>
            </a:r>
            <a:r>
              <a:rPr sz="3000" i="1" spc="155" dirty="0">
                <a:latin typeface="Times New Roman"/>
                <a:cs typeface="Times New Roman"/>
              </a:rPr>
              <a:t>Q</a:t>
            </a:r>
            <a:r>
              <a:rPr sz="2550" i="1" spc="232" baseline="44117" dirty="0">
                <a:latin typeface="Times New Roman"/>
                <a:cs typeface="Times New Roman"/>
              </a:rPr>
              <a:t>n</a:t>
            </a:r>
            <a:r>
              <a:rPr sz="2550" spc="232" baseline="44117" dirty="0">
                <a:latin typeface="Symbol"/>
                <a:cs typeface="Symbol"/>
              </a:rPr>
              <a:t></a:t>
            </a:r>
            <a:r>
              <a:rPr sz="2550" spc="232" baseline="44117" dirty="0">
                <a:latin typeface="Times New Roman"/>
                <a:cs typeface="Times New Roman"/>
              </a:rPr>
              <a:t>1 </a:t>
            </a:r>
            <a:r>
              <a:rPr sz="3000" spc="150" dirty="0">
                <a:latin typeface="Symbol"/>
                <a:cs typeface="Symbol"/>
              </a:rPr>
              <a:t></a:t>
            </a:r>
            <a:r>
              <a:rPr sz="3000" spc="150" dirty="0">
                <a:latin typeface="Times New Roman"/>
                <a:cs typeface="Times New Roman"/>
              </a:rPr>
              <a:t> </a:t>
            </a:r>
            <a:r>
              <a:rPr sz="3000" i="1" spc="200" dirty="0">
                <a:latin typeface="Times New Roman"/>
                <a:cs typeface="Times New Roman"/>
              </a:rPr>
              <a:t>Q</a:t>
            </a:r>
            <a:r>
              <a:rPr sz="3000" i="1" spc="-170" dirty="0">
                <a:latin typeface="Times New Roman"/>
                <a:cs typeface="Times New Roman"/>
              </a:rPr>
              <a:t> </a:t>
            </a:r>
            <a:r>
              <a:rPr sz="3000" i="1" spc="200" dirty="0">
                <a:latin typeface="Times New Roman"/>
                <a:cs typeface="Times New Roman"/>
              </a:rPr>
              <a:t>Q</a:t>
            </a:r>
            <a:r>
              <a:rPr sz="3000" i="1" spc="350" dirty="0">
                <a:latin typeface="Times New Roman"/>
                <a:cs typeface="Times New Roman"/>
              </a:rPr>
              <a:t> </a:t>
            </a:r>
            <a:r>
              <a:rPr sz="3000" i="1" spc="200" dirty="0">
                <a:solidFill>
                  <a:srgbClr val="FF0000"/>
                </a:solidFill>
                <a:latin typeface="Times New Roman"/>
                <a:cs typeface="Times New Roman"/>
              </a:rPr>
              <a:t>Q	</a:t>
            </a:r>
            <a:r>
              <a:rPr sz="3000" spc="150" dirty="0">
                <a:latin typeface="Symbol"/>
                <a:cs typeface="Symbol"/>
              </a:rPr>
              <a:t></a:t>
            </a:r>
            <a:r>
              <a:rPr sz="3000" spc="150" dirty="0">
                <a:latin typeface="Times New Roman"/>
                <a:cs typeface="Times New Roman"/>
              </a:rPr>
              <a:t> </a:t>
            </a:r>
            <a:r>
              <a:rPr sz="3000" i="1" spc="200" dirty="0">
                <a:latin typeface="Times New Roman"/>
                <a:cs typeface="Times New Roman"/>
              </a:rPr>
              <a:t>Q</a:t>
            </a:r>
            <a:r>
              <a:rPr sz="3000" i="1" spc="-409" dirty="0">
                <a:latin typeface="Times New Roman"/>
                <a:cs typeface="Times New Roman"/>
              </a:rPr>
              <a:t> </a:t>
            </a:r>
            <a:r>
              <a:rPr sz="3000" i="1" spc="200" dirty="0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53169" y="1147062"/>
            <a:ext cx="23177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135" dirty="0">
                <a:latin typeface="Symbol"/>
                <a:cs typeface="Symbol"/>
              </a:rPr>
              <a:t>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467690" y="1367974"/>
            <a:ext cx="265176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0205" algn="l"/>
              </a:tabLst>
            </a:pPr>
            <a:r>
              <a:rPr sz="3000" spc="150" dirty="0">
                <a:latin typeface="Symbol"/>
                <a:cs typeface="Symbol"/>
              </a:rPr>
              <a:t></a:t>
            </a:r>
            <a:r>
              <a:rPr sz="3000" spc="150" dirty="0">
                <a:latin typeface="Times New Roman"/>
                <a:cs typeface="Times New Roman"/>
              </a:rPr>
              <a:t> </a:t>
            </a:r>
            <a:r>
              <a:rPr sz="3000" i="1" spc="200" dirty="0">
                <a:latin typeface="Times New Roman"/>
                <a:cs typeface="Times New Roman"/>
              </a:rPr>
              <a:t>Q</a:t>
            </a:r>
            <a:r>
              <a:rPr sz="3000" i="1" spc="-160" dirty="0">
                <a:latin typeface="Times New Roman"/>
                <a:cs typeface="Times New Roman"/>
              </a:rPr>
              <a:t> </a:t>
            </a:r>
            <a:r>
              <a:rPr sz="3000" i="1" spc="200" dirty="0">
                <a:latin typeface="Times New Roman"/>
                <a:cs typeface="Times New Roman"/>
              </a:rPr>
              <a:t>Q</a:t>
            </a:r>
            <a:r>
              <a:rPr sz="3000" i="1" spc="345" dirty="0">
                <a:latin typeface="Times New Roman"/>
                <a:cs typeface="Times New Roman"/>
              </a:rPr>
              <a:t> </a:t>
            </a:r>
            <a:r>
              <a:rPr sz="3000" i="1" spc="200" dirty="0">
                <a:solidFill>
                  <a:srgbClr val="FF0000"/>
                </a:solidFill>
                <a:latin typeface="Times New Roman"/>
                <a:cs typeface="Times New Roman"/>
              </a:rPr>
              <a:t>Q	</a:t>
            </a:r>
            <a:r>
              <a:rPr sz="3000" spc="150" dirty="0">
                <a:latin typeface="Symbol"/>
                <a:cs typeface="Symbol"/>
              </a:rPr>
              <a:t></a:t>
            </a:r>
            <a:r>
              <a:rPr sz="3000" spc="150" dirty="0">
                <a:latin typeface="Times New Roman"/>
                <a:cs typeface="Times New Roman"/>
              </a:rPr>
              <a:t> </a:t>
            </a:r>
            <a:r>
              <a:rPr sz="3000" i="1" spc="200" dirty="0">
                <a:latin typeface="Times New Roman"/>
                <a:cs typeface="Times New Roman"/>
              </a:rPr>
              <a:t>Q</a:t>
            </a:r>
            <a:r>
              <a:rPr sz="3000" i="1" spc="-415" dirty="0">
                <a:latin typeface="Times New Roman"/>
                <a:cs typeface="Times New Roman"/>
              </a:rPr>
              <a:t> </a:t>
            </a:r>
            <a:r>
              <a:rPr sz="3000" i="1" spc="200" dirty="0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453169" y="1434229"/>
            <a:ext cx="23177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35" dirty="0">
                <a:latin typeface="Symbol"/>
                <a:cs typeface="Symbol"/>
              </a:rPr>
              <a:t>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453169" y="1799871"/>
            <a:ext cx="23177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35" dirty="0">
                <a:latin typeface="Symbol"/>
                <a:cs typeface="Symbol"/>
              </a:rPr>
              <a:t>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442290" y="2025332"/>
            <a:ext cx="78613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spc="150" dirty="0">
                <a:latin typeface="Symbol"/>
                <a:cs typeface="Symbol"/>
              </a:rPr>
              <a:t></a:t>
            </a:r>
            <a:r>
              <a:rPr sz="3000" spc="-180" dirty="0">
                <a:latin typeface="Times New Roman"/>
                <a:cs typeface="Times New Roman"/>
              </a:rPr>
              <a:t> </a:t>
            </a:r>
            <a:r>
              <a:rPr sz="3000" i="1" spc="65" dirty="0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sz="2550" spc="97" baseline="-24509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2550" baseline="-24509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53169" y="2141113"/>
            <a:ext cx="21907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490" dirty="0">
                <a:latin typeface="Symbol"/>
                <a:cs typeface="Symbol"/>
              </a:rPr>
              <a:t>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53169" y="2198241"/>
            <a:ext cx="23177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35" dirty="0">
                <a:latin typeface="Symbol"/>
                <a:cs typeface="Symbol"/>
              </a:rPr>
              <a:t>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156709" y="4568694"/>
            <a:ext cx="492125" cy="0"/>
          </a:xfrm>
          <a:custGeom>
            <a:avLst/>
            <a:gdLst/>
            <a:ahLst/>
            <a:cxnLst/>
            <a:rect l="l" t="t" r="r" b="b"/>
            <a:pathLst>
              <a:path w="492125">
                <a:moveTo>
                  <a:pt x="0" y="0"/>
                </a:moveTo>
                <a:lnTo>
                  <a:pt x="491928" y="0"/>
                </a:lnTo>
              </a:path>
            </a:pathLst>
          </a:custGeom>
          <a:ln w="22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2215209" y="3432432"/>
            <a:ext cx="3691890" cy="1661795"/>
          </a:xfrm>
          <a:prstGeom prst="rect">
            <a:avLst/>
          </a:prstGeom>
        </p:spPr>
        <p:txBody>
          <a:bodyPr vert="horz" wrap="square" lIns="0" tIns="2876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65"/>
              </a:spcBef>
              <a:tabLst>
                <a:tab pos="598805" algn="l"/>
                <a:tab pos="2800985" algn="l"/>
              </a:tabLst>
            </a:pPr>
            <a:r>
              <a:rPr sz="3550" i="1" spc="265" dirty="0">
                <a:latin typeface="Times New Roman"/>
                <a:cs typeface="Times New Roman"/>
              </a:rPr>
              <a:t>J</a:t>
            </a:r>
            <a:r>
              <a:rPr sz="3075" spc="397" baseline="-24390" dirty="0">
                <a:latin typeface="Times New Roman"/>
                <a:cs typeface="Times New Roman"/>
              </a:rPr>
              <a:t>2	</a:t>
            </a:r>
            <a:r>
              <a:rPr sz="3550" spc="190" dirty="0">
                <a:latin typeface="Symbol"/>
                <a:cs typeface="Symbol"/>
              </a:rPr>
              <a:t></a:t>
            </a:r>
            <a:r>
              <a:rPr sz="3550" spc="-265" dirty="0">
                <a:latin typeface="Times New Roman"/>
                <a:cs typeface="Times New Roman"/>
              </a:rPr>
              <a:t> </a:t>
            </a:r>
            <a:r>
              <a:rPr sz="3550" i="1" spc="15" dirty="0">
                <a:latin typeface="Times New Roman"/>
                <a:cs typeface="Times New Roman"/>
              </a:rPr>
              <a:t>Q</a:t>
            </a:r>
            <a:r>
              <a:rPr sz="3075" spc="22" baseline="-24390" dirty="0">
                <a:latin typeface="Times New Roman"/>
                <a:cs typeface="Times New Roman"/>
              </a:rPr>
              <a:t>1</a:t>
            </a:r>
            <a:r>
              <a:rPr sz="3550" i="1" spc="15" dirty="0">
                <a:latin typeface="Times New Roman"/>
                <a:cs typeface="Times New Roman"/>
              </a:rPr>
              <a:t>Q</a:t>
            </a:r>
            <a:r>
              <a:rPr sz="3075" spc="22" baseline="-24390" dirty="0">
                <a:latin typeface="Times New Roman"/>
                <a:cs typeface="Times New Roman"/>
              </a:rPr>
              <a:t>0 </a:t>
            </a:r>
            <a:r>
              <a:rPr sz="3550" spc="85" dirty="0">
                <a:latin typeface="Times New Roman"/>
                <a:cs typeface="Times New Roman"/>
              </a:rPr>
              <a:t>,</a:t>
            </a:r>
            <a:r>
              <a:rPr sz="3550" spc="-295" dirty="0">
                <a:latin typeface="Times New Roman"/>
                <a:cs typeface="Times New Roman"/>
              </a:rPr>
              <a:t> </a:t>
            </a:r>
            <a:r>
              <a:rPr sz="3550" i="1" spc="275" dirty="0">
                <a:latin typeface="Times New Roman"/>
                <a:cs typeface="Times New Roman"/>
              </a:rPr>
              <a:t>K</a:t>
            </a:r>
            <a:r>
              <a:rPr sz="3075" spc="412" baseline="-24390" dirty="0">
                <a:latin typeface="Times New Roman"/>
                <a:cs typeface="Times New Roman"/>
              </a:rPr>
              <a:t>2	</a:t>
            </a:r>
            <a:r>
              <a:rPr sz="3550" spc="190" dirty="0">
                <a:latin typeface="Symbol"/>
                <a:cs typeface="Symbol"/>
              </a:rPr>
              <a:t></a:t>
            </a:r>
            <a:r>
              <a:rPr sz="3550" spc="-210" dirty="0">
                <a:latin typeface="Times New Roman"/>
                <a:cs typeface="Times New Roman"/>
              </a:rPr>
              <a:t> </a:t>
            </a:r>
            <a:r>
              <a:rPr sz="3550" i="1" spc="100" dirty="0">
                <a:latin typeface="Times New Roman"/>
                <a:cs typeface="Times New Roman"/>
              </a:rPr>
              <a:t>Q</a:t>
            </a:r>
            <a:r>
              <a:rPr sz="3075" spc="150" baseline="-24390" dirty="0">
                <a:latin typeface="Times New Roman"/>
                <a:cs typeface="Times New Roman"/>
              </a:rPr>
              <a:t>0</a:t>
            </a:r>
            <a:endParaRPr sz="3075" baseline="-2439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190"/>
              </a:spcBef>
              <a:tabLst>
                <a:tab pos="546735" algn="l"/>
                <a:tab pos="2748280" algn="l"/>
              </a:tabLst>
            </a:pPr>
            <a:r>
              <a:rPr sz="3550" i="1" spc="145" dirty="0">
                <a:latin typeface="Times New Roman"/>
                <a:cs typeface="Times New Roman"/>
              </a:rPr>
              <a:t>J</a:t>
            </a:r>
            <a:r>
              <a:rPr sz="3075" spc="217" baseline="-24390" dirty="0">
                <a:latin typeface="Times New Roman"/>
                <a:cs typeface="Times New Roman"/>
              </a:rPr>
              <a:t>1	</a:t>
            </a:r>
            <a:r>
              <a:rPr sz="3550" spc="200" dirty="0">
                <a:latin typeface="Symbol"/>
                <a:cs typeface="Symbol"/>
              </a:rPr>
              <a:t></a:t>
            </a:r>
            <a:r>
              <a:rPr sz="3550" spc="-385" dirty="0">
                <a:latin typeface="Times New Roman"/>
                <a:cs typeface="Times New Roman"/>
              </a:rPr>
              <a:t> </a:t>
            </a:r>
            <a:r>
              <a:rPr sz="3550" i="1" spc="120" dirty="0">
                <a:latin typeface="Times New Roman"/>
                <a:cs typeface="Times New Roman"/>
              </a:rPr>
              <a:t>Q</a:t>
            </a:r>
            <a:r>
              <a:rPr sz="3075" spc="179" baseline="-24390" dirty="0">
                <a:latin typeface="Times New Roman"/>
                <a:cs typeface="Times New Roman"/>
              </a:rPr>
              <a:t>2</a:t>
            </a:r>
            <a:r>
              <a:rPr sz="3550" i="1" spc="120" dirty="0">
                <a:latin typeface="Times New Roman"/>
                <a:cs typeface="Times New Roman"/>
              </a:rPr>
              <a:t>Q</a:t>
            </a:r>
            <a:r>
              <a:rPr sz="3075" spc="179" baseline="-24390" dirty="0">
                <a:latin typeface="Times New Roman"/>
                <a:cs typeface="Times New Roman"/>
              </a:rPr>
              <a:t>0 </a:t>
            </a:r>
            <a:r>
              <a:rPr sz="3550" spc="90" dirty="0">
                <a:latin typeface="Times New Roman"/>
                <a:cs typeface="Times New Roman"/>
              </a:rPr>
              <a:t>,</a:t>
            </a:r>
            <a:r>
              <a:rPr sz="3550" spc="-295" dirty="0">
                <a:latin typeface="Times New Roman"/>
                <a:cs typeface="Times New Roman"/>
              </a:rPr>
              <a:t> </a:t>
            </a:r>
            <a:r>
              <a:rPr sz="3550" i="1" spc="150" dirty="0">
                <a:latin typeface="Times New Roman"/>
                <a:cs typeface="Times New Roman"/>
              </a:rPr>
              <a:t>K</a:t>
            </a:r>
            <a:r>
              <a:rPr sz="3075" spc="225" baseline="-24390" dirty="0">
                <a:latin typeface="Times New Roman"/>
                <a:cs typeface="Times New Roman"/>
              </a:rPr>
              <a:t>1	</a:t>
            </a:r>
            <a:r>
              <a:rPr sz="3550" spc="200" dirty="0">
                <a:latin typeface="Symbol"/>
                <a:cs typeface="Symbol"/>
              </a:rPr>
              <a:t></a:t>
            </a:r>
            <a:r>
              <a:rPr sz="3550" spc="-225" dirty="0">
                <a:latin typeface="Times New Roman"/>
                <a:cs typeface="Times New Roman"/>
              </a:rPr>
              <a:t> </a:t>
            </a:r>
            <a:r>
              <a:rPr sz="3550" i="1" spc="100" dirty="0">
                <a:latin typeface="Times New Roman"/>
                <a:cs typeface="Times New Roman"/>
              </a:rPr>
              <a:t>Q</a:t>
            </a:r>
            <a:r>
              <a:rPr sz="3075" spc="150" baseline="-24390" dirty="0">
                <a:latin typeface="Times New Roman"/>
                <a:cs typeface="Times New Roman"/>
              </a:rPr>
              <a:t>0</a:t>
            </a:r>
            <a:endParaRPr sz="3075" baseline="-2439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969128" y="6539775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165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780042" y="5500866"/>
            <a:ext cx="169545" cy="339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50" spc="105" dirty="0">
                <a:latin typeface="Times New Roman"/>
                <a:cs typeface="Times New Roman"/>
              </a:rPr>
              <a:t>0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201572" y="5192945"/>
            <a:ext cx="3516629" cy="568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608330" algn="l"/>
                <a:tab pos="2239010" algn="l"/>
                <a:tab pos="2896870" algn="l"/>
              </a:tabLst>
            </a:pPr>
            <a:r>
              <a:rPr sz="3550" i="1" spc="250" dirty="0">
                <a:latin typeface="Times New Roman"/>
                <a:cs typeface="Times New Roman"/>
              </a:rPr>
              <a:t>J</a:t>
            </a:r>
            <a:r>
              <a:rPr sz="3075" spc="375" baseline="-24390" dirty="0">
                <a:latin typeface="Times New Roman"/>
                <a:cs typeface="Times New Roman"/>
              </a:rPr>
              <a:t>0	</a:t>
            </a:r>
            <a:r>
              <a:rPr sz="3550" spc="195" dirty="0">
                <a:latin typeface="Symbol"/>
                <a:cs typeface="Symbol"/>
              </a:rPr>
              <a:t></a:t>
            </a:r>
            <a:r>
              <a:rPr sz="3550" spc="-415" dirty="0">
                <a:latin typeface="Times New Roman"/>
                <a:cs typeface="Times New Roman"/>
              </a:rPr>
              <a:t> </a:t>
            </a:r>
            <a:r>
              <a:rPr sz="3550" spc="-55" dirty="0">
                <a:latin typeface="Times New Roman"/>
                <a:cs typeface="Times New Roman"/>
              </a:rPr>
              <a:t>1,	</a:t>
            </a:r>
            <a:r>
              <a:rPr sz="3550" i="1" spc="240" dirty="0">
                <a:latin typeface="Times New Roman"/>
                <a:cs typeface="Times New Roman"/>
              </a:rPr>
              <a:t>K	</a:t>
            </a:r>
            <a:r>
              <a:rPr sz="3550" spc="195" dirty="0">
                <a:latin typeface="Symbol"/>
                <a:cs typeface="Symbol"/>
              </a:rPr>
              <a:t></a:t>
            </a:r>
            <a:r>
              <a:rPr sz="3550" spc="-475" dirty="0">
                <a:latin typeface="Times New Roman"/>
                <a:cs typeface="Times New Roman"/>
              </a:rPr>
              <a:t> </a:t>
            </a:r>
            <a:r>
              <a:rPr sz="3550" spc="180" dirty="0">
                <a:latin typeface="Times New Roman"/>
                <a:cs typeface="Times New Roman"/>
              </a:rPr>
              <a:t>1</a:t>
            </a:r>
            <a:endParaRPr sz="3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966" y="982217"/>
            <a:ext cx="5377815" cy="0"/>
          </a:xfrm>
          <a:custGeom>
            <a:avLst/>
            <a:gdLst/>
            <a:ahLst/>
            <a:cxnLst/>
            <a:rect l="l" t="t" r="r" b="b"/>
            <a:pathLst>
              <a:path w="5377815">
                <a:moveTo>
                  <a:pt x="0" y="0"/>
                </a:moveTo>
                <a:lnTo>
                  <a:pt x="5377434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68044" y="1271142"/>
            <a:ext cx="30422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6、画出逻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辑电</a:t>
            </a:r>
            <a:r>
              <a:rPr sz="2800" b="1" spc="5" dirty="0">
                <a:solidFill>
                  <a:srgbClr val="C00000"/>
                </a:solidFill>
                <a:latin typeface="华文楷体"/>
                <a:cs typeface="华文楷体"/>
              </a:rPr>
              <a:t>路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图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8044" y="5173471"/>
            <a:ext cx="3940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C00000"/>
                </a:solidFill>
                <a:latin typeface="华文楷体"/>
                <a:cs typeface="华文楷体"/>
              </a:rPr>
              <a:t>经检查，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电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路可</a:t>
            </a:r>
            <a:r>
              <a:rPr sz="2800" b="1" spc="-5" dirty="0">
                <a:solidFill>
                  <a:srgbClr val="C00000"/>
                </a:solidFill>
                <a:latin typeface="华文楷体"/>
                <a:cs typeface="华文楷体"/>
              </a:rPr>
              <a:t>以</a:t>
            </a:r>
            <a:r>
              <a:rPr sz="2800" b="1" spc="-10" dirty="0">
                <a:solidFill>
                  <a:srgbClr val="C00000"/>
                </a:solidFill>
                <a:latin typeface="华文楷体"/>
                <a:cs typeface="华文楷体"/>
              </a:rPr>
              <a:t>自启动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919112" y="1011428"/>
            <a:ext cx="411480" cy="0"/>
          </a:xfrm>
          <a:custGeom>
            <a:avLst/>
            <a:gdLst/>
            <a:ahLst/>
            <a:cxnLst/>
            <a:rect l="l" t="t" r="r" b="b"/>
            <a:pathLst>
              <a:path w="411479">
                <a:moveTo>
                  <a:pt x="0" y="0"/>
                </a:moveTo>
                <a:lnTo>
                  <a:pt x="411434" y="0"/>
                </a:lnTo>
              </a:path>
            </a:pathLst>
          </a:custGeom>
          <a:ln w="190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338828" y="1232569"/>
            <a:ext cx="138430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43915" algn="l"/>
                <a:tab pos="1251585" algn="l"/>
              </a:tabLst>
            </a:pPr>
            <a:r>
              <a:rPr sz="1700" spc="90" dirty="0">
                <a:latin typeface="Times New Roman"/>
                <a:cs typeface="Times New Roman"/>
              </a:rPr>
              <a:t>1	2	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61955" y="1817264"/>
            <a:ext cx="14478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90" dirty="0"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74443" y="1817264"/>
            <a:ext cx="14478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90" dirty="0"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15194" y="316670"/>
            <a:ext cx="13411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sz="3000" i="1" spc="215" dirty="0">
                <a:latin typeface="Times New Roman"/>
                <a:cs typeface="Times New Roman"/>
              </a:rPr>
              <a:t>K</a:t>
            </a:r>
            <a:r>
              <a:rPr sz="2550" spc="322" baseline="-24509" dirty="0">
                <a:latin typeface="Times New Roman"/>
                <a:cs typeface="Times New Roman"/>
              </a:rPr>
              <a:t>2	</a:t>
            </a:r>
            <a:r>
              <a:rPr sz="3000" spc="140" dirty="0">
                <a:latin typeface="Symbol"/>
                <a:cs typeface="Symbol"/>
              </a:rPr>
              <a:t>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i="1" spc="70" dirty="0">
                <a:latin typeface="Times New Roman"/>
                <a:cs typeface="Times New Roman"/>
              </a:rPr>
              <a:t>Q</a:t>
            </a:r>
            <a:r>
              <a:rPr sz="2550" spc="104" baseline="-24509" dirty="0">
                <a:latin typeface="Times New Roman"/>
                <a:cs typeface="Times New Roman"/>
              </a:rPr>
              <a:t>0</a:t>
            </a:r>
            <a:endParaRPr sz="2550" baseline="-24509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892087" y="316670"/>
            <a:ext cx="20008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41680" algn="l"/>
              </a:tabLst>
            </a:pPr>
            <a:r>
              <a:rPr sz="4500" i="0" spc="397" baseline="-4629" dirty="0">
                <a:solidFill>
                  <a:srgbClr val="000000"/>
                </a:solidFill>
                <a:latin typeface="Symbol"/>
                <a:cs typeface="Symbol"/>
              </a:rPr>
              <a:t></a:t>
            </a:r>
            <a:r>
              <a:rPr sz="3000" i="0" spc="265" dirty="0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2550" i="0" spc="397" baseline="-24509" dirty="0">
                <a:solidFill>
                  <a:srgbClr val="000000"/>
                </a:solidFill>
                <a:latin typeface="Times New Roman"/>
                <a:cs typeface="Times New Roman"/>
              </a:rPr>
              <a:t>2	</a:t>
            </a:r>
            <a:r>
              <a:rPr sz="3000" i="0" spc="140" dirty="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sz="3000" i="0" spc="-2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000" i="1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sz="2550" i="0" baseline="-24509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3000" i="1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sz="2550" i="0" baseline="-24509" dirty="0">
                <a:solidFill>
                  <a:srgbClr val="000000"/>
                </a:solidFill>
                <a:latin typeface="Times New Roman"/>
                <a:cs typeface="Times New Roman"/>
              </a:rPr>
              <a:t>0 </a:t>
            </a:r>
            <a:r>
              <a:rPr sz="3000" i="0" spc="60" dirty="0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92087" y="973042"/>
            <a:ext cx="20008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97230" algn="l"/>
              </a:tabLst>
            </a:pPr>
            <a:r>
              <a:rPr sz="4500" spc="352" baseline="37962" dirty="0">
                <a:latin typeface="Symbol"/>
                <a:cs typeface="Symbol"/>
              </a:rPr>
              <a:t></a:t>
            </a:r>
            <a:r>
              <a:rPr sz="3000" i="1" spc="235" dirty="0">
                <a:latin typeface="Times New Roman"/>
                <a:cs typeface="Times New Roman"/>
              </a:rPr>
              <a:t>J	</a:t>
            </a:r>
            <a:r>
              <a:rPr sz="3000" spc="140" dirty="0">
                <a:latin typeface="Symbol"/>
                <a:cs typeface="Symbol"/>
              </a:rPr>
              <a:t></a:t>
            </a:r>
            <a:r>
              <a:rPr sz="3000" spc="140" dirty="0">
                <a:latin typeface="Times New Roman"/>
                <a:cs typeface="Times New Roman"/>
              </a:rPr>
              <a:t> </a:t>
            </a:r>
            <a:r>
              <a:rPr sz="3000" i="1" spc="185" dirty="0">
                <a:latin typeface="Times New Roman"/>
                <a:cs typeface="Times New Roman"/>
              </a:rPr>
              <a:t>Q Q</a:t>
            </a:r>
            <a:r>
              <a:rPr sz="3000" i="1" spc="-10" dirty="0">
                <a:latin typeface="Times New Roman"/>
                <a:cs typeface="Times New Roman"/>
              </a:rPr>
              <a:t> </a:t>
            </a:r>
            <a:r>
              <a:rPr sz="3000" spc="60" dirty="0">
                <a:latin typeface="Times New Roman"/>
                <a:cs typeface="Times New Roman"/>
              </a:rPr>
              <a:t>,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16023" y="973042"/>
            <a:ext cx="1295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i="1" spc="105" dirty="0">
                <a:latin typeface="Times New Roman"/>
                <a:cs typeface="Times New Roman"/>
              </a:rPr>
              <a:t>K</a:t>
            </a:r>
            <a:r>
              <a:rPr sz="2550" spc="157" baseline="-24509" dirty="0">
                <a:latin typeface="Times New Roman"/>
                <a:cs typeface="Times New Roman"/>
              </a:rPr>
              <a:t>1 </a:t>
            </a:r>
            <a:r>
              <a:rPr sz="3000" spc="140" dirty="0">
                <a:latin typeface="Symbol"/>
                <a:cs typeface="Symbol"/>
              </a:rPr>
              <a:t></a:t>
            </a:r>
            <a:r>
              <a:rPr sz="3000" spc="-295" dirty="0">
                <a:latin typeface="Times New Roman"/>
                <a:cs typeface="Times New Roman"/>
              </a:rPr>
              <a:t> </a:t>
            </a:r>
            <a:r>
              <a:rPr sz="3000" i="1" spc="60" dirty="0">
                <a:latin typeface="Times New Roman"/>
                <a:cs typeface="Times New Roman"/>
              </a:rPr>
              <a:t>Q</a:t>
            </a:r>
            <a:r>
              <a:rPr sz="2550" spc="89" baseline="-24509" dirty="0">
                <a:latin typeface="Times New Roman"/>
                <a:cs typeface="Times New Roman"/>
              </a:rPr>
              <a:t>0</a:t>
            </a:r>
            <a:endParaRPr sz="2550" baseline="-24509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17487" y="1038594"/>
            <a:ext cx="23050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25" dirty="0">
                <a:latin typeface="Symbol"/>
                <a:cs typeface="Symbol"/>
              </a:rPr>
              <a:t>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92087" y="1404524"/>
            <a:ext cx="4946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spc="235" dirty="0">
                <a:latin typeface="Symbol"/>
                <a:cs typeface="Symbol"/>
              </a:rPr>
              <a:t></a:t>
            </a:r>
            <a:r>
              <a:rPr sz="4500" i="1" spc="352" baseline="-22222" dirty="0">
                <a:latin typeface="Times New Roman"/>
                <a:cs typeface="Times New Roman"/>
              </a:rPr>
              <a:t>J</a:t>
            </a:r>
            <a:endParaRPr sz="4500" baseline="-22222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18059" y="1556979"/>
            <a:ext cx="24225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75410" algn="l"/>
                <a:tab pos="1925320" algn="l"/>
              </a:tabLst>
            </a:pPr>
            <a:r>
              <a:rPr sz="3000" spc="140" dirty="0">
                <a:latin typeface="Symbol"/>
                <a:cs typeface="Symbol"/>
              </a:rPr>
              <a:t></a:t>
            </a:r>
            <a:r>
              <a:rPr sz="3000" spc="-355" dirty="0">
                <a:latin typeface="Times New Roman"/>
                <a:cs typeface="Times New Roman"/>
              </a:rPr>
              <a:t> </a:t>
            </a:r>
            <a:r>
              <a:rPr sz="3000" spc="-60" dirty="0">
                <a:latin typeface="Times New Roman"/>
                <a:cs typeface="Times New Roman"/>
              </a:rPr>
              <a:t>1,	</a:t>
            </a:r>
            <a:r>
              <a:rPr sz="3000" i="1" spc="170" dirty="0">
                <a:latin typeface="Times New Roman"/>
                <a:cs typeface="Times New Roman"/>
              </a:rPr>
              <a:t>K	</a:t>
            </a:r>
            <a:r>
              <a:rPr sz="3000" spc="140" dirty="0">
                <a:latin typeface="Symbol"/>
                <a:cs typeface="Symbol"/>
              </a:rPr>
              <a:t></a:t>
            </a:r>
            <a:r>
              <a:rPr sz="3000" spc="-434" dirty="0">
                <a:latin typeface="Times New Roman"/>
                <a:cs typeface="Times New Roman"/>
              </a:rPr>
              <a:t> </a:t>
            </a:r>
            <a:r>
              <a:rPr sz="3000" spc="125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17487" y="1730024"/>
            <a:ext cx="23050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25" dirty="0">
                <a:latin typeface="Symbol"/>
                <a:cs typeface="Symbol"/>
              </a:rPr>
              <a:t>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259934" y="3637421"/>
            <a:ext cx="1015365" cy="1166495"/>
          </a:xfrm>
          <a:custGeom>
            <a:avLst/>
            <a:gdLst/>
            <a:ahLst/>
            <a:cxnLst/>
            <a:rect l="l" t="t" r="r" b="b"/>
            <a:pathLst>
              <a:path w="1015364" h="1166495">
                <a:moveTo>
                  <a:pt x="0" y="1166187"/>
                </a:moveTo>
                <a:lnTo>
                  <a:pt x="1014975" y="1166187"/>
                </a:lnTo>
                <a:lnTo>
                  <a:pt x="1014975" y="0"/>
                </a:lnTo>
                <a:lnTo>
                  <a:pt x="0" y="0"/>
                </a:lnTo>
                <a:lnTo>
                  <a:pt x="0" y="1166187"/>
                </a:lnTo>
                <a:close/>
              </a:path>
            </a:pathLst>
          </a:custGeom>
          <a:ln w="373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59934" y="4103889"/>
            <a:ext cx="127000" cy="233679"/>
          </a:xfrm>
          <a:custGeom>
            <a:avLst/>
            <a:gdLst/>
            <a:ahLst/>
            <a:cxnLst/>
            <a:rect l="l" t="t" r="r" b="b"/>
            <a:pathLst>
              <a:path w="127000" h="233679">
                <a:moveTo>
                  <a:pt x="0" y="0"/>
                </a:moveTo>
                <a:lnTo>
                  <a:pt x="126860" y="116625"/>
                </a:lnTo>
                <a:lnTo>
                  <a:pt x="0" y="233234"/>
                </a:lnTo>
              </a:path>
            </a:pathLst>
          </a:custGeom>
          <a:ln w="379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290094" y="3669925"/>
            <a:ext cx="440690" cy="1052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0" marR="5080" indent="-74295">
              <a:lnSpc>
                <a:spcPct val="119000"/>
              </a:lnSpc>
              <a:spcBef>
                <a:spcPts val="95"/>
              </a:spcBef>
            </a:pPr>
            <a:r>
              <a:rPr sz="1800" b="1" spc="85" dirty="0">
                <a:latin typeface="Times New Roman"/>
                <a:cs typeface="Times New Roman"/>
              </a:rPr>
              <a:t>1J  </a:t>
            </a:r>
            <a:r>
              <a:rPr sz="1800" b="1" spc="125" dirty="0">
                <a:latin typeface="Times New Roman"/>
                <a:cs typeface="Times New Roman"/>
              </a:rPr>
              <a:t>C</a:t>
            </a:r>
            <a:r>
              <a:rPr sz="1800" b="1" spc="85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00" b="1" spc="105" dirty="0">
                <a:latin typeface="Times New Roman"/>
                <a:cs typeface="Times New Roman"/>
              </a:rPr>
              <a:t>1K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275357" y="3963419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0" y="0"/>
                </a:moveTo>
                <a:lnTo>
                  <a:pt x="532972" y="0"/>
                </a:lnTo>
              </a:path>
            </a:pathLst>
          </a:custGeom>
          <a:ln w="3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576548" y="3637421"/>
            <a:ext cx="1015365" cy="1166495"/>
          </a:xfrm>
          <a:custGeom>
            <a:avLst/>
            <a:gdLst/>
            <a:ahLst/>
            <a:cxnLst/>
            <a:rect l="l" t="t" r="r" b="b"/>
            <a:pathLst>
              <a:path w="1015364" h="1166495">
                <a:moveTo>
                  <a:pt x="0" y="1166187"/>
                </a:moveTo>
                <a:lnTo>
                  <a:pt x="1014975" y="1166187"/>
                </a:lnTo>
                <a:lnTo>
                  <a:pt x="1014975" y="0"/>
                </a:lnTo>
                <a:lnTo>
                  <a:pt x="0" y="0"/>
                </a:lnTo>
                <a:lnTo>
                  <a:pt x="0" y="1166187"/>
                </a:lnTo>
                <a:close/>
              </a:path>
            </a:pathLst>
          </a:custGeom>
          <a:ln w="373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76548" y="4103889"/>
            <a:ext cx="127000" cy="233679"/>
          </a:xfrm>
          <a:custGeom>
            <a:avLst/>
            <a:gdLst/>
            <a:ahLst/>
            <a:cxnLst/>
            <a:rect l="l" t="t" r="r" b="b"/>
            <a:pathLst>
              <a:path w="127000" h="233679">
                <a:moveTo>
                  <a:pt x="0" y="0"/>
                </a:moveTo>
                <a:lnTo>
                  <a:pt x="126932" y="116625"/>
                </a:lnTo>
                <a:lnTo>
                  <a:pt x="0" y="233234"/>
                </a:lnTo>
              </a:path>
            </a:pathLst>
          </a:custGeom>
          <a:ln w="37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606636" y="3669925"/>
            <a:ext cx="440690" cy="1052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0" marR="5080" indent="-73660">
              <a:lnSpc>
                <a:spcPct val="119000"/>
              </a:lnSpc>
              <a:spcBef>
                <a:spcPts val="95"/>
              </a:spcBef>
            </a:pPr>
            <a:r>
              <a:rPr sz="1800" b="1" spc="85" dirty="0">
                <a:latin typeface="Times New Roman"/>
                <a:cs typeface="Times New Roman"/>
              </a:rPr>
              <a:t>1J  </a:t>
            </a:r>
            <a:r>
              <a:rPr sz="1800" b="1" spc="125" dirty="0">
                <a:latin typeface="Times New Roman"/>
                <a:cs typeface="Times New Roman"/>
              </a:rPr>
              <a:t>C</a:t>
            </a:r>
            <a:r>
              <a:rPr sz="1800" b="1" spc="85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00" b="1" spc="110" dirty="0">
                <a:latin typeface="Times New Roman"/>
                <a:cs typeface="Times New Roman"/>
              </a:rPr>
              <a:t>1K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523690" y="4775869"/>
            <a:ext cx="2813050" cy="302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5"/>
              </a:spcBef>
              <a:tabLst>
                <a:tab pos="2374265" algn="l"/>
              </a:tabLst>
            </a:pPr>
            <a:r>
              <a:rPr sz="1800" b="1" spc="90" dirty="0">
                <a:latin typeface="Times New Roman"/>
                <a:cs typeface="Times New Roman"/>
              </a:rPr>
              <a:t>FF</a:t>
            </a:r>
            <a:r>
              <a:rPr sz="1725" b="1" spc="135" baseline="-12077" dirty="0">
                <a:latin typeface="Times New Roman"/>
                <a:cs typeface="Times New Roman"/>
              </a:rPr>
              <a:t>0	</a:t>
            </a:r>
            <a:r>
              <a:rPr sz="1800" b="1" spc="90" dirty="0">
                <a:latin typeface="Times New Roman"/>
                <a:cs typeface="Times New Roman"/>
              </a:rPr>
              <a:t>FF</a:t>
            </a:r>
            <a:r>
              <a:rPr sz="1725" b="1" spc="135" baseline="-12077" dirty="0">
                <a:latin typeface="Times New Roman"/>
                <a:cs typeface="Times New Roman"/>
              </a:rPr>
              <a:t>1</a:t>
            </a:r>
            <a:endParaRPr sz="1725" baseline="-12077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598452" y="3795500"/>
            <a:ext cx="360680" cy="0"/>
          </a:xfrm>
          <a:custGeom>
            <a:avLst/>
            <a:gdLst/>
            <a:ahLst/>
            <a:cxnLst/>
            <a:rect l="l" t="t" r="r" b="b"/>
            <a:pathLst>
              <a:path w="360679">
                <a:moveTo>
                  <a:pt x="0" y="0"/>
                </a:moveTo>
                <a:lnTo>
                  <a:pt x="360208" y="0"/>
                </a:lnTo>
              </a:path>
            </a:pathLst>
          </a:custGeom>
          <a:ln w="3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44548" y="4220515"/>
            <a:ext cx="293370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293072" y="0"/>
                </a:moveTo>
                <a:lnTo>
                  <a:pt x="0" y="0"/>
                </a:lnTo>
              </a:path>
            </a:pathLst>
          </a:custGeom>
          <a:ln w="3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419067" y="4144199"/>
            <a:ext cx="162787" cy="1526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833223" y="3637421"/>
            <a:ext cx="1015365" cy="1166495"/>
          </a:xfrm>
          <a:custGeom>
            <a:avLst/>
            <a:gdLst/>
            <a:ahLst/>
            <a:cxnLst/>
            <a:rect l="l" t="t" r="r" b="b"/>
            <a:pathLst>
              <a:path w="1015365" h="1166495">
                <a:moveTo>
                  <a:pt x="0" y="1166187"/>
                </a:moveTo>
                <a:lnTo>
                  <a:pt x="1014975" y="1166187"/>
                </a:lnTo>
                <a:lnTo>
                  <a:pt x="1014975" y="0"/>
                </a:lnTo>
                <a:lnTo>
                  <a:pt x="0" y="0"/>
                </a:lnTo>
                <a:lnTo>
                  <a:pt x="0" y="1166187"/>
                </a:lnTo>
                <a:close/>
              </a:path>
            </a:pathLst>
          </a:custGeom>
          <a:ln w="373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833223" y="4103889"/>
            <a:ext cx="127000" cy="233679"/>
          </a:xfrm>
          <a:custGeom>
            <a:avLst/>
            <a:gdLst/>
            <a:ahLst/>
            <a:cxnLst/>
            <a:rect l="l" t="t" r="r" b="b"/>
            <a:pathLst>
              <a:path w="127000" h="233679">
                <a:moveTo>
                  <a:pt x="0" y="0"/>
                </a:moveTo>
                <a:lnTo>
                  <a:pt x="126932" y="116625"/>
                </a:lnTo>
                <a:lnTo>
                  <a:pt x="0" y="233234"/>
                </a:lnTo>
              </a:path>
            </a:pathLst>
          </a:custGeom>
          <a:ln w="37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863490" y="3669925"/>
            <a:ext cx="440055" cy="1052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0" marR="5080" indent="-73660">
              <a:lnSpc>
                <a:spcPct val="119000"/>
              </a:lnSpc>
              <a:spcBef>
                <a:spcPts val="95"/>
              </a:spcBef>
            </a:pPr>
            <a:r>
              <a:rPr sz="1800" b="1" spc="85" dirty="0">
                <a:latin typeface="Times New Roman"/>
                <a:cs typeface="Times New Roman"/>
              </a:rPr>
              <a:t>1J  </a:t>
            </a:r>
            <a:r>
              <a:rPr sz="1800" b="1" spc="125" dirty="0">
                <a:latin typeface="Times New Roman"/>
                <a:cs typeface="Times New Roman"/>
              </a:rPr>
              <a:t>C</a:t>
            </a:r>
            <a:r>
              <a:rPr sz="1800" b="1" spc="85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00" b="1" spc="110" dirty="0">
                <a:latin typeface="Times New Roman"/>
                <a:cs typeface="Times New Roman"/>
              </a:rPr>
              <a:t>1K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103771" y="4775870"/>
            <a:ext cx="464184" cy="302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1800" b="1" spc="90" dirty="0">
                <a:latin typeface="Times New Roman"/>
                <a:cs typeface="Times New Roman"/>
              </a:rPr>
              <a:t>FF</a:t>
            </a:r>
            <a:r>
              <a:rPr sz="1725" b="1" spc="135" baseline="-12077" dirty="0">
                <a:latin typeface="Times New Roman"/>
                <a:cs typeface="Times New Roman"/>
              </a:rPr>
              <a:t>2</a:t>
            </a:r>
            <a:endParaRPr sz="1725" baseline="-12077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860676" y="3870655"/>
            <a:ext cx="559435" cy="0"/>
          </a:xfrm>
          <a:custGeom>
            <a:avLst/>
            <a:gdLst/>
            <a:ahLst/>
            <a:cxnLst/>
            <a:rect l="l" t="t" r="r" b="b"/>
            <a:pathLst>
              <a:path w="559434">
                <a:moveTo>
                  <a:pt x="0" y="0"/>
                </a:moveTo>
                <a:lnTo>
                  <a:pt x="559290" y="0"/>
                </a:lnTo>
              </a:path>
            </a:pathLst>
          </a:custGeom>
          <a:ln w="3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379023" y="4232363"/>
            <a:ext cx="297815" cy="0"/>
          </a:xfrm>
          <a:custGeom>
            <a:avLst/>
            <a:gdLst/>
            <a:ahLst/>
            <a:cxnLst/>
            <a:rect l="l" t="t" r="r" b="b"/>
            <a:pathLst>
              <a:path w="297815">
                <a:moveTo>
                  <a:pt x="297369" y="0"/>
                </a:moveTo>
                <a:lnTo>
                  <a:pt x="0" y="0"/>
                </a:lnTo>
              </a:path>
            </a:pathLst>
          </a:custGeom>
          <a:ln w="3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657838" y="4156048"/>
            <a:ext cx="162787" cy="1526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371504" y="4233367"/>
            <a:ext cx="0" cy="850900"/>
          </a:xfrm>
          <a:custGeom>
            <a:avLst/>
            <a:gdLst/>
            <a:ahLst/>
            <a:cxnLst/>
            <a:rect l="l" t="t" r="r" b="b"/>
            <a:pathLst>
              <a:path h="850900">
                <a:moveTo>
                  <a:pt x="0" y="0"/>
                </a:moveTo>
                <a:lnTo>
                  <a:pt x="0" y="850764"/>
                </a:lnTo>
              </a:path>
            </a:pathLst>
          </a:custGeom>
          <a:ln w="386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605310" y="3271303"/>
            <a:ext cx="4821555" cy="0"/>
          </a:xfrm>
          <a:custGeom>
            <a:avLst/>
            <a:gdLst/>
            <a:ahLst/>
            <a:cxnLst/>
            <a:rect l="l" t="t" r="r" b="b"/>
            <a:pathLst>
              <a:path w="4821555">
                <a:moveTo>
                  <a:pt x="0" y="0"/>
                </a:moveTo>
                <a:lnTo>
                  <a:pt x="4821101" y="0"/>
                </a:lnTo>
              </a:path>
            </a:pathLst>
          </a:custGeom>
          <a:ln w="3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803676" y="4226801"/>
            <a:ext cx="318770" cy="0"/>
          </a:xfrm>
          <a:custGeom>
            <a:avLst/>
            <a:gdLst/>
            <a:ahLst/>
            <a:cxnLst/>
            <a:rect l="l" t="t" r="r" b="b"/>
            <a:pathLst>
              <a:path w="318769">
                <a:moveTo>
                  <a:pt x="318190" y="0"/>
                </a:moveTo>
                <a:lnTo>
                  <a:pt x="0" y="0"/>
                </a:lnTo>
              </a:path>
            </a:pathLst>
          </a:custGeom>
          <a:ln w="3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103312" y="4150485"/>
            <a:ext cx="162787" cy="15263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3270915" y="3598758"/>
            <a:ext cx="339090" cy="302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1800" b="1" i="1" spc="95" dirty="0">
                <a:latin typeface="Times New Roman"/>
                <a:cs typeface="Times New Roman"/>
              </a:rPr>
              <a:t>Q</a:t>
            </a:r>
            <a:r>
              <a:rPr sz="1725" b="1" spc="142" baseline="-12077" dirty="0">
                <a:latin typeface="Times New Roman"/>
                <a:cs typeface="Times New Roman"/>
              </a:rPr>
              <a:t>0</a:t>
            </a:r>
            <a:endParaRPr sz="1725" baseline="-12077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797409" y="3789657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>
                <a:moveTo>
                  <a:pt x="0" y="0"/>
                </a:moveTo>
                <a:lnTo>
                  <a:pt x="380617" y="0"/>
                </a:lnTo>
              </a:path>
            </a:pathLst>
          </a:custGeom>
          <a:ln w="3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797409" y="3964587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>
                <a:moveTo>
                  <a:pt x="0" y="0"/>
                </a:moveTo>
                <a:lnTo>
                  <a:pt x="380617" y="0"/>
                </a:lnTo>
              </a:path>
            </a:pathLst>
          </a:custGeom>
          <a:ln w="3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178027" y="3877123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>
                <a:moveTo>
                  <a:pt x="380617" y="0"/>
                </a:moveTo>
                <a:lnTo>
                  <a:pt x="0" y="0"/>
                </a:lnTo>
              </a:path>
            </a:pathLst>
          </a:custGeom>
          <a:ln w="3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930607" y="3702193"/>
            <a:ext cx="495300" cy="349885"/>
          </a:xfrm>
          <a:custGeom>
            <a:avLst/>
            <a:gdLst/>
            <a:ahLst/>
            <a:cxnLst/>
            <a:rect l="l" t="t" r="r" b="b"/>
            <a:pathLst>
              <a:path w="495300" h="349885">
                <a:moveTo>
                  <a:pt x="148594" y="0"/>
                </a:moveTo>
                <a:lnTo>
                  <a:pt x="0" y="0"/>
                </a:lnTo>
                <a:lnTo>
                  <a:pt x="30194" y="42321"/>
                </a:lnTo>
                <a:lnTo>
                  <a:pt x="51762" y="85853"/>
                </a:lnTo>
                <a:lnTo>
                  <a:pt x="64702" y="130193"/>
                </a:lnTo>
                <a:lnTo>
                  <a:pt x="69015" y="174946"/>
                </a:lnTo>
                <a:lnTo>
                  <a:pt x="64702" y="219678"/>
                </a:lnTo>
                <a:lnTo>
                  <a:pt x="51762" y="264015"/>
                </a:lnTo>
                <a:lnTo>
                  <a:pt x="30194" y="307543"/>
                </a:lnTo>
                <a:lnTo>
                  <a:pt x="0" y="349859"/>
                </a:lnTo>
                <a:lnTo>
                  <a:pt x="148594" y="349859"/>
                </a:lnTo>
                <a:lnTo>
                  <a:pt x="206539" y="339064"/>
                </a:lnTo>
                <a:lnTo>
                  <a:pt x="261230" y="324635"/>
                </a:lnTo>
                <a:lnTo>
                  <a:pt x="312198" y="306806"/>
                </a:lnTo>
                <a:lnTo>
                  <a:pt x="358977" y="285816"/>
                </a:lnTo>
                <a:lnTo>
                  <a:pt x="401099" y="261898"/>
                </a:lnTo>
                <a:lnTo>
                  <a:pt x="438095" y="235290"/>
                </a:lnTo>
                <a:lnTo>
                  <a:pt x="469497" y="206227"/>
                </a:lnTo>
                <a:lnTo>
                  <a:pt x="494839" y="174946"/>
                </a:lnTo>
                <a:lnTo>
                  <a:pt x="469828" y="143531"/>
                </a:lnTo>
                <a:lnTo>
                  <a:pt x="438623" y="114358"/>
                </a:lnTo>
                <a:lnTo>
                  <a:pt x="401712" y="87669"/>
                </a:lnTo>
                <a:lnTo>
                  <a:pt x="359581" y="63708"/>
                </a:lnTo>
                <a:lnTo>
                  <a:pt x="312718" y="42717"/>
                </a:lnTo>
                <a:lnTo>
                  <a:pt x="261607" y="24940"/>
                </a:lnTo>
                <a:lnTo>
                  <a:pt x="206737" y="10620"/>
                </a:lnTo>
                <a:lnTo>
                  <a:pt x="148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930607" y="3702193"/>
            <a:ext cx="495300" cy="349885"/>
          </a:xfrm>
          <a:custGeom>
            <a:avLst/>
            <a:gdLst/>
            <a:ahLst/>
            <a:cxnLst/>
            <a:rect l="l" t="t" r="r" b="b"/>
            <a:pathLst>
              <a:path w="495300" h="349885">
                <a:moveTo>
                  <a:pt x="494839" y="174946"/>
                </a:moveTo>
                <a:lnTo>
                  <a:pt x="469497" y="206227"/>
                </a:lnTo>
                <a:lnTo>
                  <a:pt x="438095" y="235290"/>
                </a:lnTo>
                <a:lnTo>
                  <a:pt x="401099" y="261898"/>
                </a:lnTo>
                <a:lnTo>
                  <a:pt x="358977" y="285815"/>
                </a:lnTo>
                <a:lnTo>
                  <a:pt x="312198" y="306806"/>
                </a:lnTo>
                <a:lnTo>
                  <a:pt x="261230" y="324635"/>
                </a:lnTo>
                <a:lnTo>
                  <a:pt x="206539" y="339064"/>
                </a:lnTo>
                <a:lnTo>
                  <a:pt x="148595" y="349859"/>
                </a:lnTo>
                <a:lnTo>
                  <a:pt x="0" y="349859"/>
                </a:lnTo>
                <a:lnTo>
                  <a:pt x="30194" y="307543"/>
                </a:lnTo>
                <a:lnTo>
                  <a:pt x="51762" y="264015"/>
                </a:lnTo>
                <a:lnTo>
                  <a:pt x="64702" y="219678"/>
                </a:lnTo>
                <a:lnTo>
                  <a:pt x="69016" y="174935"/>
                </a:lnTo>
                <a:lnTo>
                  <a:pt x="64702" y="130193"/>
                </a:lnTo>
                <a:lnTo>
                  <a:pt x="51762" y="85853"/>
                </a:lnTo>
                <a:lnTo>
                  <a:pt x="30194" y="42321"/>
                </a:lnTo>
                <a:lnTo>
                  <a:pt x="0" y="0"/>
                </a:lnTo>
                <a:lnTo>
                  <a:pt x="148594" y="0"/>
                </a:lnTo>
                <a:lnTo>
                  <a:pt x="206737" y="10620"/>
                </a:lnTo>
                <a:lnTo>
                  <a:pt x="261607" y="24940"/>
                </a:lnTo>
                <a:lnTo>
                  <a:pt x="312718" y="42717"/>
                </a:lnTo>
                <a:lnTo>
                  <a:pt x="359581" y="63708"/>
                </a:lnTo>
                <a:lnTo>
                  <a:pt x="401712" y="87669"/>
                </a:lnTo>
                <a:lnTo>
                  <a:pt x="438623" y="114358"/>
                </a:lnTo>
                <a:lnTo>
                  <a:pt x="469828" y="143531"/>
                </a:lnTo>
                <a:lnTo>
                  <a:pt x="494839" y="174946"/>
                </a:lnTo>
                <a:close/>
              </a:path>
            </a:pathLst>
          </a:custGeom>
          <a:ln w="36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930607" y="3702193"/>
            <a:ext cx="495300" cy="349885"/>
          </a:xfrm>
          <a:custGeom>
            <a:avLst/>
            <a:gdLst/>
            <a:ahLst/>
            <a:cxnLst/>
            <a:rect l="l" t="t" r="r" b="b"/>
            <a:pathLst>
              <a:path w="495300" h="349885">
                <a:moveTo>
                  <a:pt x="304530" y="0"/>
                </a:moveTo>
                <a:lnTo>
                  <a:pt x="0" y="0"/>
                </a:lnTo>
                <a:lnTo>
                  <a:pt x="0" y="349859"/>
                </a:lnTo>
                <a:lnTo>
                  <a:pt x="304530" y="349859"/>
                </a:lnTo>
                <a:lnTo>
                  <a:pt x="355116" y="343611"/>
                </a:lnTo>
                <a:lnTo>
                  <a:pt x="400576" y="325977"/>
                </a:lnTo>
                <a:lnTo>
                  <a:pt x="439093" y="298625"/>
                </a:lnTo>
                <a:lnTo>
                  <a:pt x="468853" y="263221"/>
                </a:lnTo>
                <a:lnTo>
                  <a:pt x="488040" y="221434"/>
                </a:lnTo>
                <a:lnTo>
                  <a:pt x="494839" y="174929"/>
                </a:lnTo>
                <a:lnTo>
                  <a:pt x="488040" y="128425"/>
                </a:lnTo>
                <a:lnTo>
                  <a:pt x="468853" y="86637"/>
                </a:lnTo>
                <a:lnTo>
                  <a:pt x="439093" y="51234"/>
                </a:lnTo>
                <a:lnTo>
                  <a:pt x="400576" y="23882"/>
                </a:lnTo>
                <a:lnTo>
                  <a:pt x="355116" y="6248"/>
                </a:lnTo>
                <a:lnTo>
                  <a:pt x="3045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930607" y="3702193"/>
            <a:ext cx="495300" cy="349885"/>
          </a:xfrm>
          <a:custGeom>
            <a:avLst/>
            <a:gdLst/>
            <a:ahLst/>
            <a:cxnLst/>
            <a:rect l="l" t="t" r="r" b="b"/>
            <a:pathLst>
              <a:path w="495300" h="349885">
                <a:moveTo>
                  <a:pt x="304530" y="349859"/>
                </a:moveTo>
                <a:lnTo>
                  <a:pt x="0" y="349859"/>
                </a:lnTo>
                <a:lnTo>
                  <a:pt x="0" y="0"/>
                </a:lnTo>
                <a:lnTo>
                  <a:pt x="304530" y="0"/>
                </a:lnTo>
                <a:lnTo>
                  <a:pt x="355116" y="6248"/>
                </a:lnTo>
                <a:lnTo>
                  <a:pt x="400576" y="23882"/>
                </a:lnTo>
                <a:lnTo>
                  <a:pt x="439093" y="51234"/>
                </a:lnTo>
                <a:lnTo>
                  <a:pt x="468853" y="86637"/>
                </a:lnTo>
                <a:lnTo>
                  <a:pt x="488040" y="128425"/>
                </a:lnTo>
                <a:lnTo>
                  <a:pt x="494839" y="174929"/>
                </a:lnTo>
                <a:lnTo>
                  <a:pt x="488040" y="221434"/>
                </a:lnTo>
                <a:lnTo>
                  <a:pt x="468853" y="263221"/>
                </a:lnTo>
                <a:lnTo>
                  <a:pt x="439093" y="298625"/>
                </a:lnTo>
                <a:lnTo>
                  <a:pt x="400576" y="325977"/>
                </a:lnTo>
                <a:lnTo>
                  <a:pt x="355116" y="343611"/>
                </a:lnTo>
                <a:lnTo>
                  <a:pt x="304530" y="349859"/>
                </a:lnTo>
                <a:close/>
              </a:path>
            </a:pathLst>
          </a:custGeom>
          <a:ln w="36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300971" y="4799380"/>
            <a:ext cx="346075" cy="302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b="1" i="1" spc="110" dirty="0">
                <a:latin typeface="Times New Roman"/>
                <a:cs typeface="Times New Roman"/>
              </a:rPr>
              <a:t>CP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4140251" y="4220515"/>
            <a:ext cx="0" cy="881380"/>
          </a:xfrm>
          <a:custGeom>
            <a:avLst/>
            <a:gdLst/>
            <a:ahLst/>
            <a:cxnLst/>
            <a:rect l="l" t="t" r="r" b="b"/>
            <a:pathLst>
              <a:path h="881379">
                <a:moveTo>
                  <a:pt x="0" y="881109"/>
                </a:moveTo>
                <a:lnTo>
                  <a:pt x="0" y="0"/>
                </a:lnTo>
              </a:path>
            </a:pathLst>
          </a:custGeom>
          <a:ln w="386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808330" y="3481120"/>
            <a:ext cx="4408805" cy="0"/>
          </a:xfrm>
          <a:custGeom>
            <a:avLst/>
            <a:gdLst/>
            <a:ahLst/>
            <a:cxnLst/>
            <a:rect l="l" t="t" r="r" b="b"/>
            <a:pathLst>
              <a:path w="4408805">
                <a:moveTo>
                  <a:pt x="0" y="0"/>
                </a:moveTo>
                <a:lnTo>
                  <a:pt x="4408795" y="0"/>
                </a:lnTo>
              </a:path>
            </a:pathLst>
          </a:custGeom>
          <a:ln w="3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426412" y="3271303"/>
            <a:ext cx="0" cy="425450"/>
          </a:xfrm>
          <a:custGeom>
            <a:avLst/>
            <a:gdLst/>
            <a:ahLst/>
            <a:cxnLst/>
            <a:rect l="l" t="t" r="r" b="b"/>
            <a:pathLst>
              <a:path h="425450">
                <a:moveTo>
                  <a:pt x="0" y="0"/>
                </a:moveTo>
                <a:lnTo>
                  <a:pt x="0" y="424982"/>
                </a:lnTo>
              </a:path>
            </a:pathLst>
          </a:custGeom>
          <a:ln w="386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8787884" y="3470482"/>
            <a:ext cx="643890" cy="302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82575" algn="l"/>
              </a:tabLst>
            </a:pPr>
            <a:r>
              <a:rPr sz="1800" b="1" i="1" u="heavy" spc="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i="1" spc="40" dirty="0">
                <a:latin typeface="Times New Roman"/>
                <a:cs typeface="Times New Roman"/>
              </a:rPr>
              <a:t>	</a:t>
            </a:r>
            <a:r>
              <a:rPr sz="1800" b="1" i="1" u="heavy" spc="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1800" b="1" i="1" spc="125" dirty="0">
                <a:latin typeface="Times New Roman"/>
                <a:cs typeface="Times New Roman"/>
              </a:rPr>
              <a:t>O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803676" y="4244475"/>
            <a:ext cx="0" cy="851535"/>
          </a:xfrm>
          <a:custGeom>
            <a:avLst/>
            <a:gdLst/>
            <a:ahLst/>
            <a:cxnLst/>
            <a:rect l="l" t="t" r="r" b="b"/>
            <a:pathLst>
              <a:path h="851535">
                <a:moveTo>
                  <a:pt x="0" y="851318"/>
                </a:moveTo>
                <a:lnTo>
                  <a:pt x="0" y="0"/>
                </a:lnTo>
              </a:path>
            </a:pathLst>
          </a:custGeom>
          <a:ln w="386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810032" y="5101624"/>
            <a:ext cx="4561840" cy="0"/>
          </a:xfrm>
          <a:custGeom>
            <a:avLst/>
            <a:gdLst/>
            <a:ahLst/>
            <a:cxnLst/>
            <a:rect l="l" t="t" r="r" b="b"/>
            <a:pathLst>
              <a:path w="4561840">
                <a:moveTo>
                  <a:pt x="4561472" y="0"/>
                </a:moveTo>
                <a:lnTo>
                  <a:pt x="0" y="0"/>
                </a:lnTo>
              </a:path>
            </a:pathLst>
          </a:custGeom>
          <a:ln w="3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600692" y="4588509"/>
            <a:ext cx="659765" cy="0"/>
          </a:xfrm>
          <a:custGeom>
            <a:avLst/>
            <a:gdLst/>
            <a:ahLst/>
            <a:cxnLst/>
            <a:rect l="l" t="t" r="r" b="b"/>
            <a:pathLst>
              <a:path w="659764">
                <a:moveTo>
                  <a:pt x="659242" y="0"/>
                </a:moveTo>
                <a:lnTo>
                  <a:pt x="0" y="0"/>
                </a:lnTo>
              </a:path>
            </a:pathLst>
          </a:custGeom>
          <a:ln w="3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423076" y="3888790"/>
            <a:ext cx="836930" cy="0"/>
          </a:xfrm>
          <a:custGeom>
            <a:avLst/>
            <a:gdLst/>
            <a:ahLst/>
            <a:cxnLst/>
            <a:rect l="l" t="t" r="r" b="b"/>
            <a:pathLst>
              <a:path w="836930">
                <a:moveTo>
                  <a:pt x="836858" y="0"/>
                </a:moveTo>
                <a:lnTo>
                  <a:pt x="0" y="0"/>
                </a:lnTo>
              </a:path>
            </a:pathLst>
          </a:custGeom>
          <a:ln w="3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600692" y="3888790"/>
            <a:ext cx="0" cy="699770"/>
          </a:xfrm>
          <a:custGeom>
            <a:avLst/>
            <a:gdLst/>
            <a:ahLst/>
            <a:cxnLst/>
            <a:rect l="l" t="t" r="r" b="b"/>
            <a:pathLst>
              <a:path h="699770">
                <a:moveTo>
                  <a:pt x="0" y="699719"/>
                </a:moveTo>
                <a:lnTo>
                  <a:pt x="0" y="0"/>
                </a:lnTo>
              </a:path>
            </a:pathLst>
          </a:custGeom>
          <a:ln w="386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1246205" y="3714824"/>
            <a:ext cx="151130" cy="302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b="1" spc="85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939683" y="3794331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>
                <a:moveTo>
                  <a:pt x="0" y="0"/>
                </a:moveTo>
                <a:lnTo>
                  <a:pt x="380617" y="0"/>
                </a:lnTo>
              </a:path>
            </a:pathLst>
          </a:custGeom>
          <a:ln w="3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939683" y="3969261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>
                <a:moveTo>
                  <a:pt x="0" y="0"/>
                </a:moveTo>
                <a:lnTo>
                  <a:pt x="380617" y="0"/>
                </a:lnTo>
              </a:path>
            </a:pathLst>
          </a:custGeom>
          <a:ln w="3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320301" y="3881796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>
                <a:moveTo>
                  <a:pt x="380617" y="0"/>
                </a:moveTo>
                <a:lnTo>
                  <a:pt x="0" y="0"/>
                </a:lnTo>
              </a:path>
            </a:pathLst>
          </a:custGeom>
          <a:ln w="3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072882" y="3706866"/>
            <a:ext cx="495300" cy="349885"/>
          </a:xfrm>
          <a:custGeom>
            <a:avLst/>
            <a:gdLst/>
            <a:ahLst/>
            <a:cxnLst/>
            <a:rect l="l" t="t" r="r" b="b"/>
            <a:pathLst>
              <a:path w="495300" h="349885">
                <a:moveTo>
                  <a:pt x="148415" y="0"/>
                </a:moveTo>
                <a:lnTo>
                  <a:pt x="0" y="0"/>
                </a:lnTo>
                <a:lnTo>
                  <a:pt x="30194" y="42315"/>
                </a:lnTo>
                <a:lnTo>
                  <a:pt x="51762" y="85844"/>
                </a:lnTo>
                <a:lnTo>
                  <a:pt x="64702" y="130181"/>
                </a:lnTo>
                <a:lnTo>
                  <a:pt x="69013" y="174946"/>
                </a:lnTo>
                <a:lnTo>
                  <a:pt x="64702" y="219666"/>
                </a:lnTo>
                <a:lnTo>
                  <a:pt x="51762" y="264006"/>
                </a:lnTo>
                <a:lnTo>
                  <a:pt x="30194" y="307538"/>
                </a:lnTo>
                <a:lnTo>
                  <a:pt x="0" y="349859"/>
                </a:lnTo>
                <a:lnTo>
                  <a:pt x="148415" y="349859"/>
                </a:lnTo>
                <a:lnTo>
                  <a:pt x="206419" y="339059"/>
                </a:lnTo>
                <a:lnTo>
                  <a:pt x="261154" y="324625"/>
                </a:lnTo>
                <a:lnTo>
                  <a:pt x="312155" y="306795"/>
                </a:lnTo>
                <a:lnTo>
                  <a:pt x="358955" y="285803"/>
                </a:lnTo>
                <a:lnTo>
                  <a:pt x="401089" y="261886"/>
                </a:lnTo>
                <a:lnTo>
                  <a:pt x="438092" y="235280"/>
                </a:lnTo>
                <a:lnTo>
                  <a:pt x="469497" y="206222"/>
                </a:lnTo>
                <a:lnTo>
                  <a:pt x="494839" y="174946"/>
                </a:lnTo>
                <a:lnTo>
                  <a:pt x="469776" y="143531"/>
                </a:lnTo>
                <a:lnTo>
                  <a:pt x="438545" y="114356"/>
                </a:lnTo>
                <a:lnTo>
                  <a:pt x="401624" y="87665"/>
                </a:lnTo>
                <a:lnTo>
                  <a:pt x="359492" y="63702"/>
                </a:lnTo>
                <a:lnTo>
                  <a:pt x="312627" y="42710"/>
                </a:lnTo>
                <a:lnTo>
                  <a:pt x="261507" y="24933"/>
                </a:lnTo>
                <a:lnTo>
                  <a:pt x="206610" y="10615"/>
                </a:lnTo>
                <a:lnTo>
                  <a:pt x="1484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072882" y="3706866"/>
            <a:ext cx="495300" cy="349885"/>
          </a:xfrm>
          <a:custGeom>
            <a:avLst/>
            <a:gdLst/>
            <a:ahLst/>
            <a:cxnLst/>
            <a:rect l="l" t="t" r="r" b="b"/>
            <a:pathLst>
              <a:path w="495300" h="349885">
                <a:moveTo>
                  <a:pt x="494839" y="174946"/>
                </a:moveTo>
                <a:lnTo>
                  <a:pt x="469497" y="206222"/>
                </a:lnTo>
                <a:lnTo>
                  <a:pt x="438092" y="235280"/>
                </a:lnTo>
                <a:lnTo>
                  <a:pt x="401089" y="261886"/>
                </a:lnTo>
                <a:lnTo>
                  <a:pt x="358955" y="285803"/>
                </a:lnTo>
                <a:lnTo>
                  <a:pt x="312155" y="306795"/>
                </a:lnTo>
                <a:lnTo>
                  <a:pt x="261154" y="324625"/>
                </a:lnTo>
                <a:lnTo>
                  <a:pt x="206419" y="339059"/>
                </a:lnTo>
                <a:lnTo>
                  <a:pt x="148415" y="349859"/>
                </a:lnTo>
                <a:lnTo>
                  <a:pt x="0" y="349859"/>
                </a:lnTo>
                <a:lnTo>
                  <a:pt x="30194" y="307538"/>
                </a:lnTo>
                <a:lnTo>
                  <a:pt x="51762" y="264006"/>
                </a:lnTo>
                <a:lnTo>
                  <a:pt x="64702" y="219666"/>
                </a:lnTo>
                <a:lnTo>
                  <a:pt x="69016" y="174923"/>
                </a:lnTo>
                <a:lnTo>
                  <a:pt x="64702" y="130181"/>
                </a:lnTo>
                <a:lnTo>
                  <a:pt x="51762" y="85844"/>
                </a:lnTo>
                <a:lnTo>
                  <a:pt x="30194" y="42315"/>
                </a:lnTo>
                <a:lnTo>
                  <a:pt x="0" y="0"/>
                </a:lnTo>
                <a:lnTo>
                  <a:pt x="148415" y="0"/>
                </a:lnTo>
                <a:lnTo>
                  <a:pt x="206610" y="10615"/>
                </a:lnTo>
                <a:lnTo>
                  <a:pt x="261507" y="24933"/>
                </a:lnTo>
                <a:lnTo>
                  <a:pt x="312627" y="42710"/>
                </a:lnTo>
                <a:lnTo>
                  <a:pt x="359492" y="63702"/>
                </a:lnTo>
                <a:lnTo>
                  <a:pt x="401624" y="87665"/>
                </a:lnTo>
                <a:lnTo>
                  <a:pt x="438545" y="114356"/>
                </a:lnTo>
                <a:lnTo>
                  <a:pt x="469776" y="143531"/>
                </a:lnTo>
                <a:lnTo>
                  <a:pt x="494839" y="174946"/>
                </a:lnTo>
                <a:close/>
              </a:path>
            </a:pathLst>
          </a:custGeom>
          <a:ln w="36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072882" y="3706866"/>
            <a:ext cx="495300" cy="349885"/>
          </a:xfrm>
          <a:custGeom>
            <a:avLst/>
            <a:gdLst/>
            <a:ahLst/>
            <a:cxnLst/>
            <a:rect l="l" t="t" r="r" b="b"/>
            <a:pathLst>
              <a:path w="495300" h="349885">
                <a:moveTo>
                  <a:pt x="304530" y="0"/>
                </a:moveTo>
                <a:lnTo>
                  <a:pt x="0" y="0"/>
                </a:lnTo>
                <a:lnTo>
                  <a:pt x="0" y="349859"/>
                </a:lnTo>
                <a:lnTo>
                  <a:pt x="304530" y="349859"/>
                </a:lnTo>
                <a:lnTo>
                  <a:pt x="355116" y="343609"/>
                </a:lnTo>
                <a:lnTo>
                  <a:pt x="400576" y="325973"/>
                </a:lnTo>
                <a:lnTo>
                  <a:pt x="439093" y="298618"/>
                </a:lnTo>
                <a:lnTo>
                  <a:pt x="468853" y="263214"/>
                </a:lnTo>
                <a:lnTo>
                  <a:pt x="488040" y="221428"/>
                </a:lnTo>
                <a:lnTo>
                  <a:pt x="494839" y="174929"/>
                </a:lnTo>
                <a:lnTo>
                  <a:pt x="488040" y="128425"/>
                </a:lnTo>
                <a:lnTo>
                  <a:pt x="468853" y="86637"/>
                </a:lnTo>
                <a:lnTo>
                  <a:pt x="439093" y="51234"/>
                </a:lnTo>
                <a:lnTo>
                  <a:pt x="400576" y="23882"/>
                </a:lnTo>
                <a:lnTo>
                  <a:pt x="355116" y="6248"/>
                </a:lnTo>
                <a:lnTo>
                  <a:pt x="3045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072882" y="3706866"/>
            <a:ext cx="495300" cy="349885"/>
          </a:xfrm>
          <a:custGeom>
            <a:avLst/>
            <a:gdLst/>
            <a:ahLst/>
            <a:cxnLst/>
            <a:rect l="l" t="t" r="r" b="b"/>
            <a:pathLst>
              <a:path w="495300" h="349885">
                <a:moveTo>
                  <a:pt x="304530" y="349859"/>
                </a:moveTo>
                <a:lnTo>
                  <a:pt x="0" y="349859"/>
                </a:lnTo>
                <a:lnTo>
                  <a:pt x="0" y="0"/>
                </a:lnTo>
                <a:lnTo>
                  <a:pt x="304530" y="0"/>
                </a:lnTo>
                <a:lnTo>
                  <a:pt x="355116" y="6248"/>
                </a:lnTo>
                <a:lnTo>
                  <a:pt x="400576" y="23882"/>
                </a:lnTo>
                <a:lnTo>
                  <a:pt x="439093" y="51234"/>
                </a:lnTo>
                <a:lnTo>
                  <a:pt x="468853" y="86637"/>
                </a:lnTo>
                <a:lnTo>
                  <a:pt x="488040" y="128425"/>
                </a:lnTo>
                <a:lnTo>
                  <a:pt x="494839" y="174929"/>
                </a:lnTo>
                <a:lnTo>
                  <a:pt x="488040" y="221428"/>
                </a:lnTo>
                <a:lnTo>
                  <a:pt x="468853" y="263214"/>
                </a:lnTo>
                <a:lnTo>
                  <a:pt x="439093" y="298618"/>
                </a:lnTo>
                <a:lnTo>
                  <a:pt x="400576" y="325973"/>
                </a:lnTo>
                <a:lnTo>
                  <a:pt x="355116" y="343609"/>
                </a:lnTo>
                <a:lnTo>
                  <a:pt x="304530" y="349859"/>
                </a:lnTo>
                <a:close/>
              </a:path>
            </a:pathLst>
          </a:custGeom>
          <a:ln w="36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611576" y="4588509"/>
            <a:ext cx="965200" cy="0"/>
          </a:xfrm>
          <a:custGeom>
            <a:avLst/>
            <a:gdLst/>
            <a:ahLst/>
            <a:cxnLst/>
            <a:rect l="l" t="t" r="r" b="b"/>
            <a:pathLst>
              <a:path w="965200">
                <a:moveTo>
                  <a:pt x="964972" y="0"/>
                </a:moveTo>
                <a:lnTo>
                  <a:pt x="0" y="0"/>
                </a:lnTo>
              </a:path>
            </a:pathLst>
          </a:custGeom>
          <a:ln w="3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605310" y="3964587"/>
            <a:ext cx="0" cy="624205"/>
          </a:xfrm>
          <a:custGeom>
            <a:avLst/>
            <a:gdLst/>
            <a:ahLst/>
            <a:cxnLst/>
            <a:rect l="l" t="t" r="r" b="b"/>
            <a:pathLst>
              <a:path h="624204">
                <a:moveTo>
                  <a:pt x="0" y="0"/>
                </a:moveTo>
                <a:lnTo>
                  <a:pt x="0" y="623921"/>
                </a:lnTo>
              </a:path>
            </a:pathLst>
          </a:custGeom>
          <a:ln w="386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552138" y="3915712"/>
            <a:ext cx="106343" cy="977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605310" y="3271303"/>
            <a:ext cx="0" cy="692150"/>
          </a:xfrm>
          <a:custGeom>
            <a:avLst/>
            <a:gdLst/>
            <a:ahLst/>
            <a:cxnLst/>
            <a:rect l="l" t="t" r="r" b="b"/>
            <a:pathLst>
              <a:path h="692150">
                <a:moveTo>
                  <a:pt x="0" y="0"/>
                </a:moveTo>
                <a:lnTo>
                  <a:pt x="0" y="692116"/>
                </a:lnTo>
              </a:path>
            </a:pathLst>
          </a:custGeom>
          <a:ln w="386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700919" y="3881796"/>
            <a:ext cx="132715" cy="0"/>
          </a:xfrm>
          <a:custGeom>
            <a:avLst/>
            <a:gdLst/>
            <a:ahLst/>
            <a:cxnLst/>
            <a:rect l="l" t="t" r="r" b="b"/>
            <a:pathLst>
              <a:path w="132715">
                <a:moveTo>
                  <a:pt x="0" y="0"/>
                </a:moveTo>
                <a:lnTo>
                  <a:pt x="132303" y="0"/>
                </a:lnTo>
              </a:path>
            </a:pathLst>
          </a:custGeom>
          <a:ln w="3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914261" y="3271303"/>
            <a:ext cx="919480" cy="1306195"/>
          </a:xfrm>
          <a:custGeom>
            <a:avLst/>
            <a:gdLst/>
            <a:ahLst/>
            <a:cxnLst/>
            <a:rect l="l" t="t" r="r" b="b"/>
            <a:pathLst>
              <a:path w="919479" h="1306195">
                <a:moveTo>
                  <a:pt x="918961" y="1306098"/>
                </a:moveTo>
                <a:lnTo>
                  <a:pt x="0" y="1306098"/>
                </a:lnTo>
                <a:lnTo>
                  <a:pt x="0" y="0"/>
                </a:lnTo>
              </a:path>
            </a:pathLst>
          </a:custGeom>
          <a:ln w="376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419966" y="3695725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>
                <a:moveTo>
                  <a:pt x="0" y="0"/>
                </a:moveTo>
                <a:lnTo>
                  <a:pt x="380617" y="0"/>
                </a:lnTo>
              </a:path>
            </a:pathLst>
          </a:custGeom>
          <a:ln w="3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8419966" y="3870655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>
                <a:moveTo>
                  <a:pt x="0" y="0"/>
                </a:moveTo>
                <a:lnTo>
                  <a:pt x="380617" y="0"/>
                </a:lnTo>
              </a:path>
            </a:pathLst>
          </a:custGeom>
          <a:ln w="3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8553164" y="3608261"/>
            <a:ext cx="495300" cy="349885"/>
          </a:xfrm>
          <a:custGeom>
            <a:avLst/>
            <a:gdLst/>
            <a:ahLst/>
            <a:cxnLst/>
            <a:rect l="l" t="t" r="r" b="b"/>
            <a:pathLst>
              <a:path w="495300" h="349885">
                <a:moveTo>
                  <a:pt x="148415" y="0"/>
                </a:moveTo>
                <a:lnTo>
                  <a:pt x="0" y="0"/>
                </a:lnTo>
                <a:lnTo>
                  <a:pt x="30135" y="42315"/>
                </a:lnTo>
                <a:lnTo>
                  <a:pt x="51661" y="85844"/>
                </a:lnTo>
                <a:lnTo>
                  <a:pt x="64576" y="130181"/>
                </a:lnTo>
                <a:lnTo>
                  <a:pt x="68879" y="174946"/>
                </a:lnTo>
                <a:lnTo>
                  <a:pt x="64576" y="219666"/>
                </a:lnTo>
                <a:lnTo>
                  <a:pt x="51661" y="264006"/>
                </a:lnTo>
                <a:lnTo>
                  <a:pt x="30135" y="307538"/>
                </a:lnTo>
                <a:lnTo>
                  <a:pt x="0" y="349859"/>
                </a:lnTo>
                <a:lnTo>
                  <a:pt x="148415" y="349859"/>
                </a:lnTo>
                <a:lnTo>
                  <a:pt x="206368" y="339059"/>
                </a:lnTo>
                <a:lnTo>
                  <a:pt x="261079" y="324625"/>
                </a:lnTo>
                <a:lnTo>
                  <a:pt x="312076" y="306795"/>
                </a:lnTo>
                <a:lnTo>
                  <a:pt x="358888" y="285803"/>
                </a:lnTo>
                <a:lnTo>
                  <a:pt x="401042" y="261886"/>
                </a:lnTo>
                <a:lnTo>
                  <a:pt x="438067" y="235280"/>
                </a:lnTo>
                <a:lnTo>
                  <a:pt x="469490" y="206222"/>
                </a:lnTo>
                <a:lnTo>
                  <a:pt x="494839" y="174946"/>
                </a:lnTo>
                <a:lnTo>
                  <a:pt x="469776" y="143531"/>
                </a:lnTo>
                <a:lnTo>
                  <a:pt x="438545" y="114356"/>
                </a:lnTo>
                <a:lnTo>
                  <a:pt x="401624" y="87665"/>
                </a:lnTo>
                <a:lnTo>
                  <a:pt x="359492" y="63702"/>
                </a:lnTo>
                <a:lnTo>
                  <a:pt x="312627" y="42710"/>
                </a:lnTo>
                <a:lnTo>
                  <a:pt x="261507" y="24933"/>
                </a:lnTo>
                <a:lnTo>
                  <a:pt x="206610" y="10615"/>
                </a:lnTo>
                <a:lnTo>
                  <a:pt x="1484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8553164" y="3608261"/>
            <a:ext cx="495300" cy="349885"/>
          </a:xfrm>
          <a:custGeom>
            <a:avLst/>
            <a:gdLst/>
            <a:ahLst/>
            <a:cxnLst/>
            <a:rect l="l" t="t" r="r" b="b"/>
            <a:pathLst>
              <a:path w="495300" h="349885">
                <a:moveTo>
                  <a:pt x="494839" y="174946"/>
                </a:moveTo>
                <a:lnTo>
                  <a:pt x="469490" y="206222"/>
                </a:lnTo>
                <a:lnTo>
                  <a:pt x="438067" y="235280"/>
                </a:lnTo>
                <a:lnTo>
                  <a:pt x="401042" y="261886"/>
                </a:lnTo>
                <a:lnTo>
                  <a:pt x="358888" y="285803"/>
                </a:lnTo>
                <a:lnTo>
                  <a:pt x="312076" y="306795"/>
                </a:lnTo>
                <a:lnTo>
                  <a:pt x="261079" y="324625"/>
                </a:lnTo>
                <a:lnTo>
                  <a:pt x="206368" y="339059"/>
                </a:lnTo>
                <a:lnTo>
                  <a:pt x="148415" y="349859"/>
                </a:lnTo>
                <a:lnTo>
                  <a:pt x="0" y="349859"/>
                </a:lnTo>
                <a:lnTo>
                  <a:pt x="30135" y="307538"/>
                </a:lnTo>
                <a:lnTo>
                  <a:pt x="51661" y="264006"/>
                </a:lnTo>
                <a:lnTo>
                  <a:pt x="64576" y="219666"/>
                </a:lnTo>
                <a:lnTo>
                  <a:pt x="68881" y="174923"/>
                </a:lnTo>
                <a:lnTo>
                  <a:pt x="64576" y="130181"/>
                </a:lnTo>
                <a:lnTo>
                  <a:pt x="51661" y="85844"/>
                </a:lnTo>
                <a:lnTo>
                  <a:pt x="30135" y="42315"/>
                </a:lnTo>
                <a:lnTo>
                  <a:pt x="0" y="0"/>
                </a:lnTo>
                <a:lnTo>
                  <a:pt x="148415" y="0"/>
                </a:lnTo>
                <a:lnTo>
                  <a:pt x="206610" y="10615"/>
                </a:lnTo>
                <a:lnTo>
                  <a:pt x="261507" y="24933"/>
                </a:lnTo>
                <a:lnTo>
                  <a:pt x="312627" y="42710"/>
                </a:lnTo>
                <a:lnTo>
                  <a:pt x="359492" y="63702"/>
                </a:lnTo>
                <a:lnTo>
                  <a:pt x="401624" y="87665"/>
                </a:lnTo>
                <a:lnTo>
                  <a:pt x="438545" y="114356"/>
                </a:lnTo>
                <a:lnTo>
                  <a:pt x="469776" y="143531"/>
                </a:lnTo>
                <a:lnTo>
                  <a:pt x="494839" y="174946"/>
                </a:lnTo>
                <a:close/>
              </a:path>
            </a:pathLst>
          </a:custGeom>
          <a:ln w="36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553164" y="3608261"/>
            <a:ext cx="495300" cy="349885"/>
          </a:xfrm>
          <a:custGeom>
            <a:avLst/>
            <a:gdLst/>
            <a:ahLst/>
            <a:cxnLst/>
            <a:rect l="l" t="t" r="r" b="b"/>
            <a:pathLst>
              <a:path w="495300" h="349885">
                <a:moveTo>
                  <a:pt x="304530" y="0"/>
                </a:moveTo>
                <a:lnTo>
                  <a:pt x="0" y="0"/>
                </a:lnTo>
                <a:lnTo>
                  <a:pt x="0" y="349859"/>
                </a:lnTo>
                <a:lnTo>
                  <a:pt x="304530" y="349859"/>
                </a:lnTo>
                <a:lnTo>
                  <a:pt x="355116" y="343611"/>
                </a:lnTo>
                <a:lnTo>
                  <a:pt x="400576" y="325977"/>
                </a:lnTo>
                <a:lnTo>
                  <a:pt x="439093" y="298625"/>
                </a:lnTo>
                <a:lnTo>
                  <a:pt x="468853" y="263221"/>
                </a:lnTo>
                <a:lnTo>
                  <a:pt x="488040" y="221434"/>
                </a:lnTo>
                <a:lnTo>
                  <a:pt x="494839" y="174929"/>
                </a:lnTo>
                <a:lnTo>
                  <a:pt x="488040" y="128425"/>
                </a:lnTo>
                <a:lnTo>
                  <a:pt x="468853" y="86637"/>
                </a:lnTo>
                <a:lnTo>
                  <a:pt x="439093" y="51234"/>
                </a:lnTo>
                <a:lnTo>
                  <a:pt x="400576" y="23882"/>
                </a:lnTo>
                <a:lnTo>
                  <a:pt x="355116" y="6248"/>
                </a:lnTo>
                <a:lnTo>
                  <a:pt x="3045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8553164" y="3608261"/>
            <a:ext cx="495300" cy="349885"/>
          </a:xfrm>
          <a:custGeom>
            <a:avLst/>
            <a:gdLst/>
            <a:ahLst/>
            <a:cxnLst/>
            <a:rect l="l" t="t" r="r" b="b"/>
            <a:pathLst>
              <a:path w="495300" h="349885">
                <a:moveTo>
                  <a:pt x="304530" y="349859"/>
                </a:moveTo>
                <a:lnTo>
                  <a:pt x="0" y="349859"/>
                </a:lnTo>
                <a:lnTo>
                  <a:pt x="0" y="0"/>
                </a:lnTo>
                <a:lnTo>
                  <a:pt x="304530" y="0"/>
                </a:lnTo>
                <a:lnTo>
                  <a:pt x="355116" y="6248"/>
                </a:lnTo>
                <a:lnTo>
                  <a:pt x="400576" y="23882"/>
                </a:lnTo>
                <a:lnTo>
                  <a:pt x="439093" y="51234"/>
                </a:lnTo>
                <a:lnTo>
                  <a:pt x="468853" y="86637"/>
                </a:lnTo>
                <a:lnTo>
                  <a:pt x="488040" y="128425"/>
                </a:lnTo>
                <a:lnTo>
                  <a:pt x="494839" y="174929"/>
                </a:lnTo>
                <a:lnTo>
                  <a:pt x="488040" y="221434"/>
                </a:lnTo>
                <a:lnTo>
                  <a:pt x="468853" y="263221"/>
                </a:lnTo>
                <a:lnTo>
                  <a:pt x="439093" y="298625"/>
                </a:lnTo>
                <a:lnTo>
                  <a:pt x="400576" y="325977"/>
                </a:lnTo>
                <a:lnTo>
                  <a:pt x="355116" y="343611"/>
                </a:lnTo>
                <a:lnTo>
                  <a:pt x="304530" y="349859"/>
                </a:lnTo>
                <a:close/>
              </a:path>
            </a:pathLst>
          </a:custGeom>
          <a:ln w="36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797409" y="3481120"/>
            <a:ext cx="0" cy="308610"/>
          </a:xfrm>
          <a:custGeom>
            <a:avLst/>
            <a:gdLst/>
            <a:ahLst/>
            <a:cxnLst/>
            <a:rect l="l" t="t" r="r" b="b"/>
            <a:pathLst>
              <a:path h="308610">
                <a:moveTo>
                  <a:pt x="0" y="308537"/>
                </a:moveTo>
                <a:lnTo>
                  <a:pt x="0" y="0"/>
                </a:lnTo>
              </a:path>
            </a:pathLst>
          </a:custGeom>
          <a:ln w="386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972033" y="3481120"/>
            <a:ext cx="251460" cy="1073150"/>
          </a:xfrm>
          <a:custGeom>
            <a:avLst/>
            <a:gdLst/>
            <a:ahLst/>
            <a:cxnLst/>
            <a:rect l="l" t="t" r="r" b="b"/>
            <a:pathLst>
              <a:path w="251459" h="1073150">
                <a:moveTo>
                  <a:pt x="251358" y="0"/>
                </a:moveTo>
                <a:lnTo>
                  <a:pt x="251358" y="1072962"/>
                </a:lnTo>
                <a:lnTo>
                  <a:pt x="0" y="1072962"/>
                </a:lnTo>
              </a:path>
            </a:pathLst>
          </a:custGeom>
          <a:ln w="38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847135" y="4486654"/>
            <a:ext cx="143451" cy="13485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5273546" y="3458814"/>
            <a:ext cx="645160" cy="5403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44170">
              <a:lnSpc>
                <a:spcPts val="2020"/>
              </a:lnSpc>
              <a:spcBef>
                <a:spcPts val="115"/>
              </a:spcBef>
            </a:pPr>
            <a:r>
              <a:rPr sz="1800" b="1" i="1" spc="95" dirty="0">
                <a:latin typeface="Times New Roman"/>
                <a:cs typeface="Times New Roman"/>
              </a:rPr>
              <a:t>Q</a:t>
            </a:r>
            <a:r>
              <a:rPr sz="1725" b="1" spc="142" baseline="-12077" dirty="0">
                <a:latin typeface="Times New Roman"/>
                <a:cs typeface="Times New Roman"/>
              </a:rPr>
              <a:t>1</a:t>
            </a:r>
            <a:endParaRPr sz="1725" baseline="-12077">
              <a:latin typeface="Times New Roman"/>
              <a:cs typeface="Times New Roman"/>
            </a:endParaRPr>
          </a:p>
          <a:p>
            <a:pPr marL="38100">
              <a:lnSpc>
                <a:spcPts val="2020"/>
              </a:lnSpc>
            </a:pPr>
            <a:r>
              <a:rPr sz="1800" b="1" spc="135" dirty="0">
                <a:latin typeface="Times New Roman"/>
                <a:cs typeface="Times New Roman"/>
              </a:rPr>
              <a:t>Q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970653" y="6539775"/>
            <a:ext cx="47879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10"/>
              </a:lnSpc>
            </a:pPr>
            <a:r>
              <a:rPr sz="1800" dirty="0">
                <a:latin typeface="Franklin Gothic Medium"/>
                <a:cs typeface="Franklin Gothic Medium"/>
              </a:rPr>
              <a:t>166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7542752" y="3505468"/>
            <a:ext cx="659765" cy="49403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8775">
              <a:lnSpc>
                <a:spcPts val="1835"/>
              </a:lnSpc>
              <a:spcBef>
                <a:spcPts val="115"/>
              </a:spcBef>
            </a:pPr>
            <a:r>
              <a:rPr sz="1800" b="1" i="1" spc="95" dirty="0">
                <a:latin typeface="Times New Roman"/>
                <a:cs typeface="Times New Roman"/>
              </a:rPr>
              <a:t>Q</a:t>
            </a:r>
            <a:r>
              <a:rPr sz="1725" b="1" spc="142" baseline="-12077" dirty="0">
                <a:latin typeface="Times New Roman"/>
                <a:cs typeface="Times New Roman"/>
              </a:rPr>
              <a:t>2</a:t>
            </a:r>
            <a:endParaRPr sz="1725" baseline="-12077">
              <a:latin typeface="Times New Roman"/>
              <a:cs typeface="Times New Roman"/>
            </a:endParaRPr>
          </a:p>
          <a:p>
            <a:pPr marL="38100">
              <a:lnSpc>
                <a:spcPts val="1835"/>
              </a:lnSpc>
            </a:pPr>
            <a:r>
              <a:rPr sz="1800" b="1" spc="135" dirty="0">
                <a:latin typeface="Times New Roman"/>
                <a:cs typeface="Times New Roman"/>
              </a:rPr>
              <a:t>Q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211195" y="2490685"/>
            <a:ext cx="1872614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950" i="1" spc="210" dirty="0">
                <a:latin typeface="Times New Roman"/>
                <a:cs typeface="Times New Roman"/>
              </a:rPr>
              <a:t>CO </a:t>
            </a:r>
            <a:r>
              <a:rPr sz="2950" spc="165" dirty="0">
                <a:latin typeface="Symbol"/>
                <a:cs typeface="Symbol"/>
              </a:rPr>
              <a:t></a:t>
            </a:r>
            <a:r>
              <a:rPr sz="2950" spc="-310" dirty="0">
                <a:latin typeface="Times New Roman"/>
                <a:cs typeface="Times New Roman"/>
              </a:rPr>
              <a:t> </a:t>
            </a:r>
            <a:r>
              <a:rPr sz="2950" i="1" spc="100" dirty="0">
                <a:latin typeface="Times New Roman"/>
                <a:cs typeface="Times New Roman"/>
              </a:rPr>
              <a:t>Q</a:t>
            </a:r>
            <a:r>
              <a:rPr sz="2550" spc="150" baseline="-24509" dirty="0">
                <a:latin typeface="Times New Roman"/>
                <a:cs typeface="Times New Roman"/>
              </a:rPr>
              <a:t>2</a:t>
            </a:r>
            <a:r>
              <a:rPr sz="2950" i="1" spc="100" dirty="0">
                <a:latin typeface="Times New Roman"/>
                <a:cs typeface="Times New Roman"/>
              </a:rPr>
              <a:t>Q</a:t>
            </a:r>
            <a:r>
              <a:rPr sz="2550" spc="150" baseline="-24509" dirty="0">
                <a:latin typeface="Times New Roman"/>
                <a:cs typeface="Times New Roman"/>
              </a:rPr>
              <a:t>0</a:t>
            </a:r>
            <a:endParaRPr sz="2550" baseline="-24509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6939" y="997590"/>
            <a:ext cx="8135620" cy="3866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0" marR="2963545">
              <a:lnSpc>
                <a:spcPct val="150000"/>
              </a:lnSpc>
              <a:spcBef>
                <a:spcPts val="95"/>
              </a:spcBef>
            </a:pPr>
            <a:r>
              <a:rPr sz="2800" i="1" spc="-5" dirty="0">
                <a:solidFill>
                  <a:srgbClr val="33334D"/>
                </a:solidFill>
                <a:latin typeface="华文楷体"/>
                <a:cs typeface="华文楷体"/>
              </a:rPr>
              <a:t>寄存器和移位寄存器</a:t>
            </a:r>
            <a:r>
              <a:rPr sz="2800" spc="-5" dirty="0">
                <a:solidFill>
                  <a:srgbClr val="33334D"/>
                </a:solidFill>
                <a:latin typeface="华文楷体"/>
                <a:cs typeface="华文楷体"/>
              </a:rPr>
              <a:t>(74194) </a:t>
            </a:r>
            <a:r>
              <a:rPr sz="2800" i="1" spc="-10" dirty="0">
                <a:solidFill>
                  <a:srgbClr val="33334D"/>
                </a:solidFill>
                <a:latin typeface="华文楷体"/>
                <a:cs typeface="华文楷体"/>
              </a:rPr>
              <a:t>计数器</a:t>
            </a:r>
            <a:r>
              <a:rPr sz="2800" spc="-5" dirty="0">
                <a:solidFill>
                  <a:srgbClr val="33334D"/>
                </a:solidFill>
                <a:latin typeface="华文楷体"/>
                <a:cs typeface="华文楷体"/>
              </a:rPr>
              <a:t>(74160/161,74290)</a:t>
            </a:r>
            <a:endParaRPr sz="2800">
              <a:latin typeface="华文楷体"/>
              <a:cs typeface="华文楷体"/>
            </a:endParaRPr>
          </a:p>
          <a:p>
            <a:pPr marL="469900" marR="4106545">
              <a:lnSpc>
                <a:spcPct val="150000"/>
              </a:lnSpc>
            </a:pPr>
            <a:r>
              <a:rPr sz="2800" i="1" spc="-5" dirty="0">
                <a:solidFill>
                  <a:srgbClr val="7E4D00"/>
                </a:solidFill>
                <a:latin typeface="华文楷体"/>
                <a:cs typeface="华文楷体"/>
              </a:rPr>
              <a:t>会读功能表、会分析 </a:t>
            </a:r>
            <a:r>
              <a:rPr sz="2800" i="1" spc="-10" dirty="0">
                <a:solidFill>
                  <a:srgbClr val="7E4D00"/>
                </a:solidFill>
                <a:latin typeface="华文楷体"/>
                <a:cs typeface="华文楷体"/>
              </a:rPr>
              <a:t>任意进制计数器的设计</a:t>
            </a:r>
            <a:endParaRPr sz="2800">
              <a:latin typeface="华文楷体"/>
              <a:cs typeface="华文楷体"/>
            </a:endParaRPr>
          </a:p>
          <a:p>
            <a:pPr marL="12700" marR="5080" indent="457200">
              <a:lnSpc>
                <a:spcPct val="150000"/>
              </a:lnSpc>
              <a:spcBef>
                <a:spcPts val="5"/>
              </a:spcBef>
            </a:pPr>
            <a:r>
              <a:rPr sz="2800" i="1" spc="-5" dirty="0">
                <a:solidFill>
                  <a:srgbClr val="7E4D00"/>
                </a:solidFill>
                <a:latin typeface="华文楷体"/>
                <a:cs typeface="华文楷体"/>
              </a:rPr>
              <a:t>分为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M&gt;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N</a:t>
            </a:r>
            <a:r>
              <a:rPr sz="2800" i="1" spc="-5" dirty="0">
                <a:solidFill>
                  <a:srgbClr val="7E4D00"/>
                </a:solidFill>
                <a:latin typeface="华文楷体"/>
                <a:cs typeface="华文楷体"/>
              </a:rPr>
              <a:t>及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M&lt;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N</a:t>
            </a:r>
            <a:r>
              <a:rPr sz="2800" i="1" spc="-5" dirty="0">
                <a:solidFill>
                  <a:srgbClr val="7E4D00"/>
                </a:solidFill>
                <a:latin typeface="华文楷体"/>
                <a:cs typeface="华文楷体"/>
              </a:rPr>
              <a:t>两种情况，</a:t>
            </a:r>
            <a:r>
              <a:rPr sz="2800" i="1" dirty="0">
                <a:solidFill>
                  <a:srgbClr val="7E4D00"/>
                </a:solidFill>
                <a:latin typeface="华文楷体"/>
                <a:cs typeface="华文楷体"/>
              </a:rPr>
              <a:t>有</a:t>
            </a:r>
            <a:r>
              <a:rPr sz="2800" i="1" spc="-5" dirty="0">
                <a:solidFill>
                  <a:srgbClr val="7E4D00"/>
                </a:solidFill>
                <a:latin typeface="华文楷体"/>
                <a:cs typeface="华文楷体"/>
              </a:rPr>
              <a:t>清零</a:t>
            </a:r>
            <a:r>
              <a:rPr sz="2800" i="1" dirty="0">
                <a:solidFill>
                  <a:srgbClr val="7E4D00"/>
                </a:solidFill>
                <a:latin typeface="华文楷体"/>
                <a:cs typeface="华文楷体"/>
              </a:rPr>
              <a:t>法</a:t>
            </a:r>
            <a:r>
              <a:rPr sz="2800" i="1" spc="-5" dirty="0">
                <a:solidFill>
                  <a:srgbClr val="7E4D00"/>
                </a:solidFill>
                <a:latin typeface="华文楷体"/>
                <a:cs typeface="华文楷体"/>
              </a:rPr>
              <a:t>及置</a:t>
            </a:r>
            <a:r>
              <a:rPr sz="2800" i="1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r>
              <a:rPr sz="2800" i="1" spc="-5" dirty="0">
                <a:solidFill>
                  <a:srgbClr val="7E4D00"/>
                </a:solidFill>
                <a:latin typeface="华文楷体"/>
                <a:cs typeface="华文楷体"/>
              </a:rPr>
              <a:t>法， 级联时可采用串行进位及并行进位</a:t>
            </a:r>
            <a:r>
              <a:rPr sz="2800" i="1" dirty="0">
                <a:solidFill>
                  <a:srgbClr val="7E4D00"/>
                </a:solidFill>
                <a:latin typeface="华文楷体"/>
                <a:cs typeface="华文楷体"/>
              </a:rPr>
              <a:t>两</a:t>
            </a:r>
            <a:r>
              <a:rPr sz="2800" i="1" spc="-5" dirty="0">
                <a:solidFill>
                  <a:srgbClr val="7E4D00"/>
                </a:solidFill>
                <a:latin typeface="华文楷体"/>
                <a:cs typeface="华文楷体"/>
              </a:rPr>
              <a:t>种方式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171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14094" algn="l"/>
                <a:tab pos="8761730" algn="l"/>
              </a:tabLst>
            </a:pPr>
            <a:r>
              <a:rPr i="0" strike="sngStrike" dirty="0">
                <a:latin typeface="华文楷体"/>
                <a:cs typeface="华文楷体"/>
              </a:rPr>
              <a:t> 	</a:t>
            </a:r>
            <a:r>
              <a:rPr i="0" strike="sngStrike" spc="-5" dirty="0">
                <a:latin typeface="华文楷体"/>
                <a:cs typeface="华文楷体"/>
              </a:rPr>
              <a:t>3</a:t>
            </a:r>
            <a:r>
              <a:rPr strike="sngStrike" dirty="0"/>
              <a:t>、常用中规模时序电路	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EC9DB7BE-1488-197C-43AF-DABDFC99CF19}"/>
                  </a:ext>
                </a:extLst>
              </p14:cNvPr>
              <p14:cNvContentPartPr/>
              <p14:nvPr/>
            </p14:nvContentPartPr>
            <p14:xfrm>
              <a:off x="1980735" y="1360935"/>
              <a:ext cx="4208400" cy="8172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EC9DB7BE-1488-197C-43AF-DABDFC99CF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7095" y="1253295"/>
                <a:ext cx="431604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2E3A6760-5C5F-BC72-B701-84833DA34A05}"/>
                  </a:ext>
                </a:extLst>
              </p14:cNvPr>
              <p14:cNvContentPartPr/>
              <p14:nvPr/>
            </p14:nvContentPartPr>
            <p14:xfrm>
              <a:off x="1914495" y="1895175"/>
              <a:ext cx="3697920" cy="20052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2E3A6760-5C5F-BC72-B701-84833DA34A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60495" y="1787175"/>
                <a:ext cx="3805560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D8C3A730-1D58-DEB7-D06E-EDE78953A4D1}"/>
                  </a:ext>
                </a:extLst>
              </p14:cNvPr>
              <p14:cNvContentPartPr/>
              <p14:nvPr/>
            </p14:nvContentPartPr>
            <p14:xfrm>
              <a:off x="2904855" y="3333375"/>
              <a:ext cx="2027160" cy="3960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D8C3A730-1D58-DEB7-D06E-EDE78953A4D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50855" y="3225735"/>
                <a:ext cx="2134800" cy="255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74394" y="1211072"/>
            <a:ext cx="7484745" cy="2868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solidFill>
                  <a:srgbClr val="7E4D00"/>
                </a:solidFill>
                <a:latin typeface="华文楷体"/>
                <a:cs typeface="华文楷体"/>
              </a:rPr>
              <a:t>逻辑抽象，得到状态转换图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980"/>
              </a:spcBef>
            </a:pPr>
            <a:r>
              <a:rPr sz="2800" i="1" spc="-5" dirty="0">
                <a:solidFill>
                  <a:srgbClr val="7E4D00"/>
                </a:solidFill>
                <a:latin typeface="华文楷体"/>
                <a:cs typeface="华文楷体"/>
              </a:rPr>
              <a:t>选择触发器的种类和个数</a:t>
            </a:r>
            <a:endParaRPr sz="2800">
              <a:latin typeface="华文楷体"/>
              <a:cs typeface="华文楷体"/>
            </a:endParaRPr>
          </a:p>
          <a:p>
            <a:pPr marL="12700" marR="5080">
              <a:lnSpc>
                <a:spcPct val="188700"/>
              </a:lnSpc>
              <a:spcBef>
                <a:spcPts val="5"/>
              </a:spcBef>
            </a:pPr>
            <a:r>
              <a:rPr sz="2800" i="1" spc="-5" dirty="0">
                <a:solidFill>
                  <a:srgbClr val="7E4D00"/>
                </a:solidFill>
                <a:latin typeface="华文楷体"/>
                <a:cs typeface="华文楷体"/>
              </a:rPr>
              <a:t>求出状态方程及输出方程，并进而</a:t>
            </a:r>
            <a:r>
              <a:rPr sz="2800" i="1" dirty="0">
                <a:solidFill>
                  <a:srgbClr val="7E4D00"/>
                </a:solidFill>
                <a:latin typeface="华文楷体"/>
                <a:cs typeface="华文楷体"/>
              </a:rPr>
              <a:t>得</a:t>
            </a:r>
            <a:r>
              <a:rPr sz="2800" i="1" spc="-5" dirty="0">
                <a:solidFill>
                  <a:srgbClr val="7E4D00"/>
                </a:solidFill>
                <a:latin typeface="华文楷体"/>
                <a:cs typeface="华文楷体"/>
              </a:rPr>
              <a:t>到驱</a:t>
            </a:r>
            <a:r>
              <a:rPr sz="2800" i="1" dirty="0">
                <a:solidFill>
                  <a:srgbClr val="7E4D00"/>
                </a:solidFill>
                <a:latin typeface="华文楷体"/>
                <a:cs typeface="华文楷体"/>
              </a:rPr>
              <a:t>动</a:t>
            </a:r>
            <a:r>
              <a:rPr sz="2800" i="1" spc="-5" dirty="0">
                <a:solidFill>
                  <a:srgbClr val="7E4D00"/>
                </a:solidFill>
                <a:latin typeface="华文楷体"/>
                <a:cs typeface="华文楷体"/>
              </a:rPr>
              <a:t>方程 画出电路图（根据要求进行自启动</a:t>
            </a:r>
            <a:r>
              <a:rPr sz="2800" i="1" dirty="0">
                <a:solidFill>
                  <a:srgbClr val="7E4D00"/>
                </a:solidFill>
                <a:latin typeface="华文楷体"/>
                <a:cs typeface="华文楷体"/>
              </a:rPr>
              <a:t>检</a:t>
            </a:r>
            <a:r>
              <a:rPr sz="2800" i="1" spc="-5" dirty="0">
                <a:solidFill>
                  <a:srgbClr val="7E4D00"/>
                </a:solidFill>
                <a:latin typeface="华文楷体"/>
                <a:cs typeface="华文楷体"/>
              </a:rPr>
              <a:t>查）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172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77266" y="608787"/>
            <a:ext cx="87750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02030" algn="l"/>
                <a:tab pos="8761730" algn="l"/>
              </a:tabLst>
            </a:pPr>
            <a:r>
              <a:rPr i="0" strike="sngStrike" dirty="0">
                <a:latin typeface="华文楷体"/>
                <a:cs typeface="华文楷体"/>
              </a:rPr>
              <a:t> 	</a:t>
            </a:r>
            <a:r>
              <a:rPr i="0" strike="sngStrike" spc="-5" dirty="0">
                <a:latin typeface="华文楷体"/>
                <a:cs typeface="华文楷体"/>
              </a:rPr>
              <a:t>4</a:t>
            </a:r>
            <a:r>
              <a:rPr strike="sngStrike" spc="5" dirty="0"/>
              <a:t>、小规模时序电路的设</a:t>
            </a:r>
            <a:r>
              <a:rPr strike="sngStrike" spc="-10" dirty="0"/>
              <a:t>计</a:t>
            </a:r>
            <a:r>
              <a:rPr strike="sngStrike" spc="5" dirty="0"/>
              <a:t>方法</a:t>
            </a:r>
            <a:r>
              <a:rPr strike="sngStrike" dirty="0"/>
              <a:t>	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31594" y="1211072"/>
            <a:ext cx="2511425" cy="1256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solidFill>
                  <a:srgbClr val="7E4D00"/>
                </a:solidFill>
                <a:latin typeface="华文楷体"/>
                <a:cs typeface="华文楷体"/>
              </a:rPr>
              <a:t>顺序脉冲发生器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980"/>
              </a:spcBef>
            </a:pPr>
            <a:r>
              <a:rPr sz="2800" i="1" spc="-5" dirty="0">
                <a:solidFill>
                  <a:srgbClr val="7E4D00"/>
                </a:solidFill>
                <a:latin typeface="华文楷体"/>
                <a:cs typeface="华文楷体"/>
              </a:rPr>
              <a:t>序列信号发生器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173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77266" y="595960"/>
            <a:ext cx="87750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32180" algn="l"/>
                <a:tab pos="8761730" algn="l"/>
              </a:tabLst>
            </a:pPr>
            <a:r>
              <a:rPr i="0" strike="sngStrike" dirty="0">
                <a:latin typeface="华文楷体"/>
                <a:cs typeface="华文楷体"/>
              </a:rPr>
              <a:t> 	</a:t>
            </a:r>
            <a:r>
              <a:rPr i="0" strike="sngStrike" spc="-5" dirty="0">
                <a:latin typeface="华文楷体"/>
                <a:cs typeface="华文楷体"/>
              </a:rPr>
              <a:t>5</a:t>
            </a:r>
            <a:r>
              <a:rPr strike="sngStrike" dirty="0"/>
              <a:t>、时序电路与组合电路</a:t>
            </a:r>
            <a:r>
              <a:rPr strike="sngStrike" spc="-15" dirty="0"/>
              <a:t>的</a:t>
            </a:r>
            <a:r>
              <a:rPr strike="sngStrike" dirty="0"/>
              <a:t>综合</a:t>
            </a:r>
            <a:r>
              <a:rPr strike="sngStrike" spc="-15" dirty="0"/>
              <a:t>应</a:t>
            </a:r>
            <a:r>
              <a:rPr strike="sngStrike" spc="5" dirty="0"/>
              <a:t>用</a:t>
            </a:r>
            <a:r>
              <a:rPr strike="sngStrike" dirty="0"/>
              <a:t>	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E33D6DF1-CAB6-6D88-A1D1-5DF7EC843AB6}"/>
                  </a:ext>
                </a:extLst>
              </p14:cNvPr>
              <p14:cNvContentPartPr/>
              <p14:nvPr/>
            </p14:nvContentPartPr>
            <p14:xfrm>
              <a:off x="1847535" y="1417455"/>
              <a:ext cx="2393640" cy="7848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E33D6DF1-CAB6-6D88-A1D1-5DF7EC843A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93535" y="1309455"/>
                <a:ext cx="250128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75EF20A6-F1B6-0818-62B3-59871A68ACE5}"/>
                  </a:ext>
                </a:extLst>
              </p14:cNvPr>
              <p14:cNvContentPartPr/>
              <p14:nvPr/>
            </p14:nvContentPartPr>
            <p14:xfrm>
              <a:off x="1990455" y="2218095"/>
              <a:ext cx="2478600" cy="4932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75EF20A6-F1B6-0818-62B3-59871A68ACE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36815" y="2110095"/>
                <a:ext cx="2586240" cy="264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5671</Words>
  <Application>Microsoft Office PowerPoint</Application>
  <PresentationFormat>A4 纸张(210x297 毫米)</PresentationFormat>
  <Paragraphs>2664</Paragraphs>
  <Slides>126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126</vt:i4>
      </vt:variant>
    </vt:vector>
  </HeadingPairs>
  <TitlesOfParts>
    <vt:vector size="138" baseType="lpstr">
      <vt:lpstr>等线</vt:lpstr>
      <vt:lpstr>华文楷体</vt:lpstr>
      <vt:lpstr>华文中宋</vt:lpstr>
      <vt:lpstr>隶书</vt:lpstr>
      <vt:lpstr>宋体</vt:lpstr>
      <vt:lpstr>微软雅黑</vt:lpstr>
      <vt:lpstr>Arial</vt:lpstr>
      <vt:lpstr>Calibri</vt:lpstr>
      <vt:lpstr>Franklin Gothic Medium</vt:lpstr>
      <vt:lpstr>Symbol</vt:lpstr>
      <vt:lpstr>Times New Roman</vt:lpstr>
      <vt:lpstr>Office Theme</vt:lpstr>
      <vt:lpstr>同步时序逻辑电路分析方法</vt:lpstr>
      <vt:lpstr>PowerPoint 演示文稿</vt:lpstr>
      <vt:lpstr>PowerPoint 演示文稿</vt:lpstr>
      <vt:lpstr>PowerPoint 演示文稿</vt:lpstr>
      <vt:lpstr>PowerPoint 演示文稿</vt:lpstr>
      <vt:lpstr>Q3 Q2 Q1</vt:lpstr>
      <vt:lpstr>4 画状态转换图</vt:lpstr>
      <vt:lpstr>PowerPoint 演示文稿</vt:lpstr>
      <vt:lpstr>PowerPoint 演示文稿</vt:lpstr>
      <vt:lpstr>5 分析电路功能</vt:lpstr>
      <vt:lpstr>异步时序逻辑电路分析方法</vt:lpstr>
      <vt:lpstr>例6-2：分析图示的异步时序电路，要求写出 驱动方程、次态方程，画出状态转换图，并说</vt:lpstr>
      <vt:lpstr>PowerPoint 演示文稿</vt:lpstr>
      <vt:lpstr>PowerPoint 演示文稿</vt:lpstr>
      <vt:lpstr>PowerPoint 演示文稿</vt:lpstr>
      <vt:lpstr>4 画状态转换图</vt:lpstr>
      <vt:lpstr>5 电路功能</vt:lpstr>
      <vt:lpstr>7.3 常用中规模时序逻辑电路及其应用</vt:lpstr>
      <vt:lpstr>寄存器、移位寄存器应用广泛，种类繁多，有四 位、八位、十六位等。 采用不同类型触发器电路形式不同，但大同小异。 关键是了解功能表。</vt:lpstr>
      <vt:lpstr>寄存器的分析</vt:lpstr>
      <vt:lpstr>74LS175 功能表</vt:lpstr>
      <vt:lpstr>移位寄存器的分析</vt:lpstr>
      <vt:lpstr>PowerPoint 演示文稿</vt:lpstr>
      <vt:lpstr>单向移位寄存器 CC4015</vt:lpstr>
      <vt:lpstr>PowerPoint 演示文稿</vt:lpstr>
      <vt:lpstr>PowerPoint 演示文稿</vt:lpstr>
      <vt:lpstr>PowerPoint 演示文稿</vt:lpstr>
      <vt:lpstr>问题：来一个CP沿能否移两位或多位？</vt:lpstr>
      <vt:lpstr>双向移位寄存器 74LS194</vt:lpstr>
      <vt:lpstr>74LS194逻辑图</vt:lpstr>
      <vt:lpstr>PowerPoint 演示文稿</vt:lpstr>
      <vt:lpstr>74LS194功能表</vt:lpstr>
      <vt:lpstr>计数器</vt:lpstr>
      <vt:lpstr>计数器分类</vt:lpstr>
      <vt:lpstr>PowerPoint 演示文稿</vt:lpstr>
      <vt:lpstr>同步计数器</vt:lpstr>
      <vt:lpstr>1 写方程</vt:lpstr>
      <vt:lpstr>PowerPoint 演示文稿</vt:lpstr>
      <vt:lpstr>PowerPoint 演示文稿</vt:lpstr>
      <vt:lpstr>计数器又称为分频器</vt:lpstr>
      <vt:lpstr>PowerPoint 演示文稿</vt:lpstr>
      <vt:lpstr>同步十进制加法计数器</vt:lpstr>
      <vt:lpstr>Qn1  Qn</vt:lpstr>
      <vt:lpstr>PowerPoint 演示文稿</vt:lpstr>
      <vt:lpstr>减法计数器</vt:lpstr>
      <vt:lpstr>1J  C1  1K</vt:lpstr>
      <vt:lpstr>异步计数器</vt:lpstr>
      <vt:lpstr>异步二进制加法计数器</vt:lpstr>
      <vt:lpstr>时序逻辑电路小测验</vt:lpstr>
      <vt:lpstr>异步二进制减法计数器</vt:lpstr>
      <vt:lpstr>异步二进制计数器如由T’触发器组成， 其各级触发器的的时钟选择规律为：</vt:lpstr>
      <vt:lpstr>异步十进制加法计数器</vt:lpstr>
      <vt:lpstr>异步N进制计数器</vt:lpstr>
      <vt:lpstr>异步计数器由于触发器逐级翻转，工作速度低；  将某些状态译码时，译码器输出端会有竞争冒险产 生的尖峰脉冲；但其结构简单，可自启动。 同步计数器工作频率较高，传输延迟短，但结构 复杂。</vt:lpstr>
      <vt:lpstr>常用中规模集成计数器</vt:lpstr>
      <vt:lpstr>同步十进制计数器74160</vt:lpstr>
      <vt:lpstr>要求根据功能表，看出电路的逻辑功能、功能端 的有效电平、异步/同步作用端。</vt:lpstr>
      <vt:lpstr>PowerPoint 演示文稿</vt:lpstr>
      <vt:lpstr>74160 状态转换图</vt:lpstr>
      <vt:lpstr>同步四位二进制计数器74161</vt:lpstr>
      <vt:lpstr>74161 功能表</vt:lpstr>
      <vt:lpstr>异步二-五-十进制加法计数器74290</vt:lpstr>
      <vt:lpstr>PowerPoint 演示文稿</vt:lpstr>
      <vt:lpstr>74290功能表</vt:lpstr>
      <vt:lpstr>具有异步置9与异步清0的功能。</vt:lpstr>
      <vt:lpstr>PowerPoint 演示文稿</vt:lpstr>
      <vt:lpstr>PowerPoint 演示文稿</vt:lpstr>
      <vt:lpstr>任意进制计数器的设计</vt:lpstr>
      <vt:lpstr>PowerPoint 演示文稿</vt:lpstr>
      <vt:lpstr>M&lt;N的情况</vt:lpstr>
      <vt:lpstr>Q0 Q1 Q2 Q3</vt:lpstr>
      <vt:lpstr>六进制计数器</vt:lpstr>
      <vt:lpstr>Q0 Q1 Q2 Q3</vt:lpstr>
      <vt:lpstr>七进制计数器</vt:lpstr>
      <vt:lpstr>Q0 Q1 Q2 Q3</vt:lpstr>
      <vt:lpstr>六进制计数器</vt:lpstr>
      <vt:lpstr>1）反馈归零法</vt:lpstr>
      <vt:lpstr>PowerPoint 演示文稿</vt:lpstr>
      <vt:lpstr>74160、74161、74290</vt:lpstr>
      <vt:lpstr>同步清零</vt:lpstr>
      <vt:lpstr>PowerPoint 演示文稿</vt:lpstr>
      <vt:lpstr>清零法(异步作用端)存在问题:</vt:lpstr>
      <vt:lpstr>2）置数法</vt:lpstr>
      <vt:lpstr>PowerPoint 演示文稿</vt:lpstr>
      <vt:lpstr>PowerPoint 演示文稿</vt:lpstr>
      <vt:lpstr>常用置数方法</vt:lpstr>
      <vt:lpstr>PowerPoint 演示文稿</vt:lpstr>
      <vt:lpstr>PowerPoint 演示文稿</vt:lpstr>
      <vt:lpstr>M&gt;N的情况</vt:lpstr>
      <vt:lpstr>串行进位和并行进位方式</vt:lpstr>
      <vt:lpstr>PowerPoint 演示文稿</vt:lpstr>
      <vt:lpstr>PowerPoint 演示文稿</vt:lpstr>
      <vt:lpstr>PowerPoint 演示文稿</vt:lpstr>
      <vt:lpstr>PowerPoint 演示文稿</vt:lpstr>
      <vt:lpstr>24进制计数器</vt:lpstr>
      <vt:lpstr>24进制计数器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序列脉冲发生器</vt:lpstr>
      <vt:lpstr>序列信号发生器的构成方法 用计数器和数据选择器组成 用计数器加输出电路</vt:lpstr>
      <vt:lpstr>计数器和数据选择器组成</vt:lpstr>
      <vt:lpstr>PowerPoint 演示文稿</vt:lpstr>
      <vt:lpstr>计数器和输出电路组成</vt:lpstr>
      <vt:lpstr>计数器和输出电路组成</vt:lpstr>
      <vt:lpstr>PowerPoint 演示文稿</vt:lpstr>
      <vt:lpstr>7.4 时序逻辑电路的设计</vt:lpstr>
      <vt:lpstr>设计方法</vt:lpstr>
      <vt:lpstr> 同步时序逻辑电路——状态机的设计 </vt:lpstr>
      <vt:lpstr>逻辑抽象</vt:lpstr>
      <vt:lpstr>状态化简</vt:lpstr>
      <vt:lpstr>状态分配</vt:lpstr>
      <vt:lpstr>选定触发器类型</vt:lpstr>
      <vt:lpstr>判断能否自启动</vt:lpstr>
      <vt:lpstr>例6-6：设计一个带进位输出的同步六进制计 数器</vt:lpstr>
      <vt:lpstr>4、状态编码</vt:lpstr>
      <vt:lpstr>PowerPoint 演示文稿</vt:lpstr>
      <vt:lpstr>状态方程:</vt:lpstr>
      <vt:lpstr>PowerPoint 演示文稿</vt:lpstr>
      <vt:lpstr>Qn1  J n</vt:lpstr>
      <vt:lpstr>J2  Q1Q0 ,</vt:lpstr>
      <vt:lpstr>  3、常用中规模时序电路 </vt:lpstr>
      <vt:lpstr>  4、小规模时序电路的设计方法 </vt:lpstr>
      <vt:lpstr>  5、时序电路与组合电路的综合应用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数字电路  第7章  时序逻辑电路</dc:title>
  <dc:creator>pyro</dc:creator>
  <cp:lastModifiedBy>- Vel</cp:lastModifiedBy>
  <cp:revision>1</cp:revision>
  <dcterms:created xsi:type="dcterms:W3CDTF">2024-05-07T02:31:27Z</dcterms:created>
  <dcterms:modified xsi:type="dcterms:W3CDTF">2024-05-08T10:38:29Z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2023-04-12T00:00:00Z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2024-05-07T00:00:00Z</vt:filetime>
  </property>
</Properties>
</file>