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 id="2147483674" r:id="rId2"/>
  </p:sldMasterIdLst>
  <p:notesMasterIdLst>
    <p:notesMasterId r:id="rId79"/>
  </p:notesMasterIdLst>
  <p:handoutMasterIdLst>
    <p:handoutMasterId r:id="rId80"/>
  </p:handoutMasterIdLst>
  <p:sldIdLst>
    <p:sldId id="849" r:id="rId3"/>
    <p:sldId id="851" r:id="rId4"/>
    <p:sldId id="853" r:id="rId5"/>
    <p:sldId id="854" r:id="rId6"/>
    <p:sldId id="1245" r:id="rId7"/>
    <p:sldId id="1173" r:id="rId8"/>
    <p:sldId id="869" r:id="rId9"/>
    <p:sldId id="873" r:id="rId10"/>
    <p:sldId id="1215" r:id="rId11"/>
    <p:sldId id="1246" r:id="rId12"/>
    <p:sldId id="1247" r:id="rId13"/>
    <p:sldId id="883" r:id="rId14"/>
    <p:sldId id="1174" r:id="rId15"/>
    <p:sldId id="1175" r:id="rId16"/>
    <p:sldId id="905" r:id="rId17"/>
    <p:sldId id="1184" r:id="rId18"/>
    <p:sldId id="1219" r:id="rId19"/>
    <p:sldId id="1185" r:id="rId20"/>
    <p:sldId id="1186" r:id="rId21"/>
    <p:sldId id="1187" r:id="rId22"/>
    <p:sldId id="1188" r:id="rId23"/>
    <p:sldId id="923" r:id="rId24"/>
    <p:sldId id="929" r:id="rId25"/>
    <p:sldId id="1009" r:id="rId26"/>
    <p:sldId id="930" r:id="rId27"/>
    <p:sldId id="934" r:id="rId28"/>
    <p:sldId id="1291" r:id="rId29"/>
    <p:sldId id="1181" r:id="rId30"/>
    <p:sldId id="1182" r:id="rId31"/>
    <p:sldId id="1183" r:id="rId32"/>
    <p:sldId id="1220" r:id="rId33"/>
    <p:sldId id="1221" r:id="rId34"/>
    <p:sldId id="1189" r:id="rId35"/>
    <p:sldId id="1216" r:id="rId36"/>
    <p:sldId id="1222" r:id="rId37"/>
    <p:sldId id="1249" r:id="rId38"/>
    <p:sldId id="1190" r:id="rId39"/>
    <p:sldId id="1292" r:id="rId40"/>
    <p:sldId id="1293" r:id="rId41"/>
    <p:sldId id="1013" r:id="rId42"/>
    <p:sldId id="1015" r:id="rId43"/>
    <p:sldId id="1250" r:id="rId44"/>
    <p:sldId id="1251" r:id="rId45"/>
    <p:sldId id="1252" r:id="rId46"/>
    <p:sldId id="1253" r:id="rId47"/>
    <p:sldId id="1313" r:id="rId48"/>
    <p:sldId id="1314" r:id="rId49"/>
    <p:sldId id="1323" r:id="rId50"/>
    <p:sldId id="1039" r:id="rId51"/>
    <p:sldId id="1194" r:id="rId52"/>
    <p:sldId id="1047" r:id="rId53"/>
    <p:sldId id="1315" r:id="rId54"/>
    <p:sldId id="1316" r:id="rId55"/>
    <p:sldId id="1317" r:id="rId56"/>
    <p:sldId id="1318" r:id="rId57"/>
    <p:sldId id="1319" r:id="rId58"/>
    <p:sldId id="1254" r:id="rId59"/>
    <p:sldId id="1320" r:id="rId60"/>
    <p:sldId id="1321" r:id="rId61"/>
    <p:sldId id="1076" r:id="rId62"/>
    <p:sldId id="1082" r:id="rId63"/>
    <p:sldId id="1084" r:id="rId64"/>
    <p:sldId id="1294" r:id="rId65"/>
    <p:sldId id="1295" r:id="rId66"/>
    <p:sldId id="1296" r:id="rId67"/>
    <p:sldId id="1114" r:id="rId68"/>
    <p:sldId id="1152" r:id="rId69"/>
    <p:sldId id="1324" r:id="rId70"/>
    <p:sldId id="1325" r:id="rId71"/>
    <p:sldId id="1129" r:id="rId72"/>
    <p:sldId id="987" r:id="rId73"/>
    <p:sldId id="1327" r:id="rId74"/>
    <p:sldId id="1328" r:id="rId75"/>
    <p:sldId id="1329" r:id="rId76"/>
    <p:sldId id="1330" r:id="rId77"/>
    <p:sldId id="1331" r:id="rId78"/>
  </p:sldIdLst>
  <p:sldSz cx="9906000" cy="6858000" type="A4"/>
  <p:notesSz cx="9923463" cy="6856413"/>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160">
          <p15:clr>
            <a:srgbClr val="A4A3A4"/>
          </p15:clr>
        </p15:guide>
        <p15:guide id="2" pos="312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75" autoAdjust="0"/>
    <p:restoredTop sz="93871" autoAdjust="0"/>
  </p:normalViewPr>
  <p:slideViewPr>
    <p:cSldViewPr>
      <p:cViewPr varScale="1">
        <p:scale>
          <a:sx n="118" d="100"/>
          <a:sy n="118" d="100"/>
        </p:scale>
        <p:origin x="1200" y="20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232"/>
    </p:cViewPr>
  </p:sorterViewPr>
  <p:notesViewPr>
    <p:cSldViewPr>
      <p:cViewPr varScale="1">
        <p:scale>
          <a:sx n="77" d="100"/>
          <a:sy n="77" d="100"/>
        </p:scale>
        <p:origin x="-660" y="-84"/>
      </p:cViewPr>
      <p:guideLst>
        <p:guide orient="horz" pos="2160"/>
        <p:guide pos="312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5296CAC8-863D-7343-BD61-981E38543E22}"/>
              </a:ext>
            </a:extLst>
          </p:cNvPr>
          <p:cNvSpPr>
            <a:spLocks noChangeArrowheads="1"/>
          </p:cNvSpPr>
          <p:nvPr/>
        </p:nvSpPr>
        <p:spPr bwMode="auto">
          <a:xfrm>
            <a:off x="2755900" y="6511925"/>
            <a:ext cx="43005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defRPr sz="2400" b="1">
                <a:solidFill>
                  <a:schemeClr val="tx1"/>
                </a:solidFill>
                <a:latin typeface="Arial" charset="0"/>
                <a:ea typeface="宋体" pitchFamily="2" charset="-122"/>
              </a:defRPr>
            </a:lvl1pPr>
            <a:lvl2pPr marL="742950" indent="-285750">
              <a:defRPr sz="2400" b="1">
                <a:solidFill>
                  <a:schemeClr val="tx1"/>
                </a:solidFill>
                <a:latin typeface="Arial" charset="0"/>
                <a:ea typeface="宋体" pitchFamily="2" charset="-122"/>
              </a:defRPr>
            </a:lvl2pPr>
            <a:lvl3pPr marL="1143000" indent="-228600">
              <a:defRPr sz="2400" b="1">
                <a:solidFill>
                  <a:schemeClr val="tx1"/>
                </a:solidFill>
                <a:latin typeface="Arial" charset="0"/>
                <a:ea typeface="宋体" pitchFamily="2" charset="-122"/>
              </a:defRPr>
            </a:lvl3pPr>
            <a:lvl4pPr marL="1600200" indent="-228600">
              <a:defRPr sz="2400" b="1">
                <a:solidFill>
                  <a:schemeClr val="tx1"/>
                </a:solidFill>
                <a:latin typeface="Arial" charset="0"/>
                <a:ea typeface="宋体" pitchFamily="2" charset="-122"/>
              </a:defRPr>
            </a:lvl4pPr>
            <a:lvl5pPr marL="2057400" indent="-228600">
              <a:defRPr sz="2400" b="1">
                <a:solidFill>
                  <a:schemeClr val="tx1"/>
                </a:solidFill>
                <a:latin typeface="Arial" charset="0"/>
                <a:ea typeface="宋体" pitchFamily="2" charset="-122"/>
              </a:defRPr>
            </a:lvl5pPr>
            <a:lvl6pPr marL="2514600" indent="-228600" eaLnBrk="0" fontAlgn="base" hangingPunct="0">
              <a:spcBef>
                <a:spcPct val="0"/>
              </a:spcBef>
              <a:spcAft>
                <a:spcPct val="0"/>
              </a:spcAft>
              <a:defRPr sz="2400" b="1">
                <a:solidFill>
                  <a:schemeClr val="tx1"/>
                </a:solidFill>
                <a:latin typeface="Arial" charset="0"/>
                <a:ea typeface="宋体" pitchFamily="2" charset="-122"/>
              </a:defRPr>
            </a:lvl6pPr>
            <a:lvl7pPr marL="2971800" indent="-228600" eaLnBrk="0" fontAlgn="base" hangingPunct="0">
              <a:spcBef>
                <a:spcPct val="0"/>
              </a:spcBef>
              <a:spcAft>
                <a:spcPct val="0"/>
              </a:spcAft>
              <a:defRPr sz="2400" b="1">
                <a:solidFill>
                  <a:schemeClr val="tx1"/>
                </a:solidFill>
                <a:latin typeface="Arial" charset="0"/>
                <a:ea typeface="宋体" pitchFamily="2" charset="-122"/>
              </a:defRPr>
            </a:lvl7pPr>
            <a:lvl8pPr marL="3429000" indent="-228600" eaLnBrk="0" fontAlgn="base" hangingPunct="0">
              <a:spcBef>
                <a:spcPct val="0"/>
              </a:spcBef>
              <a:spcAft>
                <a:spcPct val="0"/>
              </a:spcAft>
              <a:defRPr sz="2400" b="1">
                <a:solidFill>
                  <a:schemeClr val="tx1"/>
                </a:solidFill>
                <a:latin typeface="Arial" charset="0"/>
                <a:ea typeface="宋体" pitchFamily="2" charset="-122"/>
              </a:defRPr>
            </a:lvl8pPr>
            <a:lvl9pPr marL="3886200" indent="-228600" eaLnBrk="0" fontAlgn="base" hangingPunct="0">
              <a:spcBef>
                <a:spcPct val="0"/>
              </a:spcBef>
              <a:spcAft>
                <a:spcPct val="0"/>
              </a:spcAft>
              <a:defRPr sz="2400" b="1">
                <a:solidFill>
                  <a:schemeClr val="tx1"/>
                </a:solidFill>
                <a:latin typeface="Arial" charset="0"/>
                <a:ea typeface="宋体" pitchFamily="2" charset="-122"/>
              </a:defRPr>
            </a:lvl9pPr>
          </a:lstStyle>
          <a:p>
            <a:pPr algn="ctr">
              <a:defRPr/>
            </a:pPr>
            <a:r>
              <a:rPr lang="en-US" altLang="en-US" sz="1200" b="0"/>
              <a:t>Borland</a:t>
            </a:r>
          </a:p>
        </p:txBody>
      </p:sp>
      <p:sp>
        <p:nvSpPr>
          <p:cNvPr id="107523" name="Rectangle 3">
            <a:extLst>
              <a:ext uri="{FF2B5EF4-FFF2-40B4-BE49-F238E27FC236}">
                <a16:creationId xmlns:a16="http://schemas.microsoft.com/office/drawing/2014/main" id="{CB5D5C0E-3C54-604D-A5A8-930BECC9C87B}"/>
              </a:ext>
            </a:extLst>
          </p:cNvPr>
          <p:cNvSpPr>
            <a:spLocks noChangeArrowheads="1"/>
          </p:cNvSpPr>
          <p:nvPr/>
        </p:nvSpPr>
        <p:spPr bwMode="auto">
          <a:xfrm>
            <a:off x="5272088" y="6429375"/>
            <a:ext cx="4300537"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90488" tIns="44450" rIns="90488" bIns="44450" anchor="b"/>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r">
              <a:defRPr/>
            </a:pPr>
            <a:fld id="{45FDE62A-E9A9-044E-87A9-5598D3BDA1E1}" type="slidenum">
              <a:rPr lang="zh-CN" altLang="en-US" sz="1200" b="0" smtClean="0"/>
              <a:pPr algn="r">
                <a:defRPr/>
              </a:pPr>
              <a:t>‹#›</a:t>
            </a:fld>
            <a:endParaRPr lang="en-US" altLang="zh-CN" sz="1200" b="0"/>
          </a:p>
        </p:txBody>
      </p:sp>
      <p:sp>
        <p:nvSpPr>
          <p:cNvPr id="107524" name="Rectangle 4">
            <a:extLst>
              <a:ext uri="{FF2B5EF4-FFF2-40B4-BE49-F238E27FC236}">
                <a16:creationId xmlns:a16="http://schemas.microsoft.com/office/drawing/2014/main" id="{7B8C2655-8F54-B041-9E3F-294E7F65F3CA}"/>
              </a:ext>
            </a:extLst>
          </p:cNvPr>
          <p:cNvSpPr>
            <a:spLocks noChangeArrowheads="1"/>
          </p:cNvSpPr>
          <p:nvPr/>
        </p:nvSpPr>
        <p:spPr bwMode="auto">
          <a:xfrm>
            <a:off x="215900" y="6429375"/>
            <a:ext cx="42989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90488" tIns="44450" rIns="90488" bIns="44450" anchor="b"/>
          <a:lstStyle>
            <a:lvl1pPr>
              <a:defRPr sz="2400" b="1">
                <a:solidFill>
                  <a:schemeClr val="tx1"/>
                </a:solidFill>
                <a:latin typeface="Arial" charset="0"/>
                <a:ea typeface="宋体" pitchFamily="2" charset="-122"/>
              </a:defRPr>
            </a:lvl1pPr>
            <a:lvl2pPr marL="742950" indent="-285750">
              <a:defRPr sz="2400" b="1">
                <a:solidFill>
                  <a:schemeClr val="tx1"/>
                </a:solidFill>
                <a:latin typeface="Arial" charset="0"/>
                <a:ea typeface="宋体" pitchFamily="2" charset="-122"/>
              </a:defRPr>
            </a:lvl2pPr>
            <a:lvl3pPr marL="1143000" indent="-228600">
              <a:defRPr sz="2400" b="1">
                <a:solidFill>
                  <a:schemeClr val="tx1"/>
                </a:solidFill>
                <a:latin typeface="Arial" charset="0"/>
                <a:ea typeface="宋体" pitchFamily="2" charset="-122"/>
              </a:defRPr>
            </a:lvl3pPr>
            <a:lvl4pPr marL="1600200" indent="-228600">
              <a:defRPr sz="2400" b="1">
                <a:solidFill>
                  <a:schemeClr val="tx1"/>
                </a:solidFill>
                <a:latin typeface="Arial" charset="0"/>
                <a:ea typeface="宋体" pitchFamily="2" charset="-122"/>
              </a:defRPr>
            </a:lvl4pPr>
            <a:lvl5pPr marL="2057400" indent="-228600">
              <a:defRPr sz="2400" b="1">
                <a:solidFill>
                  <a:schemeClr val="tx1"/>
                </a:solidFill>
                <a:latin typeface="Arial" charset="0"/>
                <a:ea typeface="宋体" pitchFamily="2" charset="-122"/>
              </a:defRPr>
            </a:lvl5pPr>
            <a:lvl6pPr marL="2514600" indent="-228600" eaLnBrk="0" fontAlgn="base" hangingPunct="0">
              <a:spcBef>
                <a:spcPct val="0"/>
              </a:spcBef>
              <a:spcAft>
                <a:spcPct val="0"/>
              </a:spcAft>
              <a:defRPr sz="2400" b="1">
                <a:solidFill>
                  <a:schemeClr val="tx1"/>
                </a:solidFill>
                <a:latin typeface="Arial" charset="0"/>
                <a:ea typeface="宋体" pitchFamily="2" charset="-122"/>
              </a:defRPr>
            </a:lvl6pPr>
            <a:lvl7pPr marL="2971800" indent="-228600" eaLnBrk="0" fontAlgn="base" hangingPunct="0">
              <a:spcBef>
                <a:spcPct val="0"/>
              </a:spcBef>
              <a:spcAft>
                <a:spcPct val="0"/>
              </a:spcAft>
              <a:defRPr sz="2400" b="1">
                <a:solidFill>
                  <a:schemeClr val="tx1"/>
                </a:solidFill>
                <a:latin typeface="Arial" charset="0"/>
                <a:ea typeface="宋体" pitchFamily="2" charset="-122"/>
              </a:defRPr>
            </a:lvl7pPr>
            <a:lvl8pPr marL="3429000" indent="-228600" eaLnBrk="0" fontAlgn="base" hangingPunct="0">
              <a:spcBef>
                <a:spcPct val="0"/>
              </a:spcBef>
              <a:spcAft>
                <a:spcPct val="0"/>
              </a:spcAft>
              <a:defRPr sz="2400" b="1">
                <a:solidFill>
                  <a:schemeClr val="tx1"/>
                </a:solidFill>
                <a:latin typeface="Arial" charset="0"/>
                <a:ea typeface="宋体" pitchFamily="2" charset="-122"/>
              </a:defRPr>
            </a:lvl8pPr>
            <a:lvl9pPr marL="3886200" indent="-228600" eaLnBrk="0" fontAlgn="base" hangingPunct="0">
              <a:spcBef>
                <a:spcPct val="0"/>
              </a:spcBef>
              <a:spcAft>
                <a:spcPct val="0"/>
              </a:spcAft>
              <a:defRPr sz="2400" b="1">
                <a:solidFill>
                  <a:schemeClr val="tx1"/>
                </a:solidFill>
                <a:latin typeface="Arial" charset="0"/>
                <a:ea typeface="宋体" pitchFamily="2" charset="-122"/>
              </a:defRPr>
            </a:lvl9pPr>
          </a:lstStyle>
          <a:p>
            <a:pPr>
              <a:defRPr/>
            </a:pPr>
            <a:r>
              <a:rPr lang="zh-CN" altLang="en-US" sz="1200" b="0"/>
              <a:t>9/8/98</a:t>
            </a: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4">
            <a:extLst>
              <a:ext uri="{FF2B5EF4-FFF2-40B4-BE49-F238E27FC236}">
                <a16:creationId xmlns:a16="http://schemas.microsoft.com/office/drawing/2014/main" id="{DF1AC61B-053E-5040-9931-423FB5BB019F}"/>
              </a:ext>
            </a:extLst>
          </p:cNvPr>
          <p:cNvSpPr>
            <a:spLocks noChangeArrowheads="1" noTextEdit="1"/>
          </p:cNvSpPr>
          <p:nvPr>
            <p:ph type="sldImg" idx="2"/>
          </p:nvPr>
        </p:nvSpPr>
        <p:spPr bwMode="auto">
          <a:xfrm>
            <a:off x="1228725" y="533400"/>
            <a:ext cx="3714750" cy="25717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8549" name="Rectangle 5">
            <a:extLst>
              <a:ext uri="{FF2B5EF4-FFF2-40B4-BE49-F238E27FC236}">
                <a16:creationId xmlns:a16="http://schemas.microsoft.com/office/drawing/2014/main" id="{A33BCF77-65BC-404B-9DC5-A653FF60A6C5}"/>
              </a:ext>
            </a:extLst>
          </p:cNvPr>
          <p:cNvSpPr>
            <a:spLocks noGrp="1" noChangeArrowheads="1"/>
          </p:cNvSpPr>
          <p:nvPr>
            <p:ph type="body" sz="quarter" idx="3"/>
          </p:nvPr>
        </p:nvSpPr>
        <p:spPr bwMode="auto">
          <a:xfrm>
            <a:off x="5056188" y="533400"/>
            <a:ext cx="3859212"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08550" name="Rectangle 6">
            <a:extLst>
              <a:ext uri="{FF2B5EF4-FFF2-40B4-BE49-F238E27FC236}">
                <a16:creationId xmlns:a16="http://schemas.microsoft.com/office/drawing/2014/main" id="{9D32F2D5-36D1-AF47-808F-E10B5A29273A}"/>
              </a:ext>
            </a:extLst>
          </p:cNvPr>
          <p:cNvSpPr>
            <a:spLocks noGrp="1" noChangeArrowheads="1"/>
          </p:cNvSpPr>
          <p:nvPr>
            <p:ph type="ftr" sz="quarter" idx="4"/>
          </p:nvPr>
        </p:nvSpPr>
        <p:spPr bwMode="auto">
          <a:xfrm>
            <a:off x="0" y="6513513"/>
            <a:ext cx="43005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r>
              <a:rPr lang="zh-CN" altLang="en-US"/>
              <a:t>Confidential, for review only</a:t>
            </a:r>
            <a:endParaRPr lang="en-US" altLang="en-US"/>
          </a:p>
        </p:txBody>
      </p:sp>
      <p:sp>
        <p:nvSpPr>
          <p:cNvPr id="108551" name="Rectangle 7">
            <a:extLst>
              <a:ext uri="{FF2B5EF4-FFF2-40B4-BE49-F238E27FC236}">
                <a16:creationId xmlns:a16="http://schemas.microsoft.com/office/drawing/2014/main" id="{09611D37-BA2F-574E-9C67-9C667B4DD6A5}"/>
              </a:ext>
            </a:extLst>
          </p:cNvPr>
          <p:cNvSpPr>
            <a:spLocks noGrp="1" noChangeArrowheads="1"/>
          </p:cNvSpPr>
          <p:nvPr>
            <p:ph type="sldNum" sz="quarter" idx="5"/>
          </p:nvPr>
        </p:nvSpPr>
        <p:spPr bwMode="auto">
          <a:xfrm>
            <a:off x="5622925" y="6513513"/>
            <a:ext cx="43005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8D44DE10-9ADD-E34D-8B00-FBA9228192F8}"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f hdr="0" dt="0"/>
  <p:notesStyle>
    <a:lvl1pPr marL="222250" indent="-222250" algn="l" rtl="0" eaLnBrk="0" fontAlgn="base" hangingPunct="0">
      <a:lnSpc>
        <a:spcPct val="90000"/>
      </a:lnSpc>
      <a:spcBef>
        <a:spcPct val="20000"/>
      </a:spcBef>
      <a:spcAft>
        <a:spcPct val="0"/>
      </a:spcAft>
      <a:buSzPct val="100000"/>
      <a:buChar char="•"/>
      <a:defRPr sz="1000" kern="1200">
        <a:solidFill>
          <a:schemeClr val="tx1"/>
        </a:solidFill>
        <a:latin typeface="宋体" pitchFamily="2" charset="-122"/>
        <a:ea typeface="宋体" pitchFamily="2" charset="-122"/>
        <a:cs typeface="+mn-cs"/>
      </a:defRPr>
    </a:lvl1pPr>
    <a:lvl2pPr marL="520700" indent="-184150" algn="l" rtl="0" eaLnBrk="0" fontAlgn="base" hangingPunct="0">
      <a:lnSpc>
        <a:spcPct val="90000"/>
      </a:lnSpc>
      <a:spcBef>
        <a:spcPct val="20000"/>
      </a:spcBef>
      <a:spcAft>
        <a:spcPct val="0"/>
      </a:spcAft>
      <a:buSzPct val="100000"/>
      <a:buChar char="-"/>
      <a:defRPr sz="1000" kern="1200">
        <a:solidFill>
          <a:schemeClr val="tx1"/>
        </a:solidFill>
        <a:latin typeface="宋体" pitchFamily="2" charset="-122"/>
        <a:ea typeface="宋体" pitchFamily="2" charset="-122"/>
        <a:cs typeface="+mn-cs"/>
      </a:defRPr>
    </a:lvl2pPr>
    <a:lvl3pPr marL="9144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3pPr>
    <a:lvl4pPr marL="13716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4pPr>
    <a:lvl5pPr marL="18288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A22688D5-8417-A149-B8B8-AD7324EAEB58}"/>
              </a:ext>
            </a:extLst>
          </p:cNvPr>
          <p:cNvSpPr>
            <a:spLocks noGrp="1" noChangeArrowheads="1"/>
          </p:cNvSpPr>
          <p:nvPr>
            <p:ph type="ftr" sz="quarter" idx="4"/>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sz="1200"/>
              <a:t>Confidential, for review only</a:t>
            </a:r>
            <a:endParaRPr lang="en-US" altLang="en-US" sz="1200"/>
          </a:p>
        </p:txBody>
      </p:sp>
      <p:sp>
        <p:nvSpPr>
          <p:cNvPr id="26627" name="Rectangle 7">
            <a:extLst>
              <a:ext uri="{FF2B5EF4-FFF2-40B4-BE49-F238E27FC236}">
                <a16:creationId xmlns:a16="http://schemas.microsoft.com/office/drawing/2014/main" id="{C5C1C3D0-4BBB-9648-9315-9FFEAA8A0A54}"/>
              </a:ext>
            </a:extLst>
          </p:cNvPr>
          <p:cNvSpPr>
            <a:spLocks noGrp="1" noChangeArrowheads="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31C6136-0B6E-6449-BA78-7BA304249A1F}" type="slidenum">
              <a:rPr lang="zh-CN" altLang="en-US" sz="1200"/>
              <a:pPr/>
              <a:t>4</a:t>
            </a:fld>
            <a:endParaRPr lang="en-US" altLang="zh-CN" sz="1200"/>
          </a:p>
        </p:txBody>
      </p:sp>
      <p:sp>
        <p:nvSpPr>
          <p:cNvPr id="26628" name="Rectangle 2">
            <a:extLst>
              <a:ext uri="{FF2B5EF4-FFF2-40B4-BE49-F238E27FC236}">
                <a16:creationId xmlns:a16="http://schemas.microsoft.com/office/drawing/2014/main" id="{C1603F13-1C13-C749-9760-08991FDA1F64}"/>
              </a:ext>
            </a:extLst>
          </p:cNvPr>
          <p:cNvSpPr>
            <a:spLocks noChangeArrowheads="1" noTextEdit="1"/>
          </p:cNvSpPr>
          <p:nvPr>
            <p:ph type="sldImg"/>
          </p:nvPr>
        </p:nvSpPr>
        <p:spPr>
          <a:ln/>
        </p:spPr>
      </p:sp>
      <p:sp>
        <p:nvSpPr>
          <p:cNvPr id="26629" name="Rectangle 3">
            <a:extLst>
              <a:ext uri="{FF2B5EF4-FFF2-40B4-BE49-F238E27FC236}">
                <a16:creationId xmlns:a16="http://schemas.microsoft.com/office/drawing/2014/main" id="{D46C2356-2759-9448-8109-405FA8165EEE}"/>
              </a:ext>
            </a:extLst>
          </p:cNvPr>
          <p:cNvSpPr>
            <a:spLocks noGrp="1" noChangeArrowheads="1"/>
          </p:cNvSpPr>
          <p:nvPr>
            <p:ph type="body" idx="1"/>
          </p:nvPr>
        </p:nvSpPr>
        <p:spPr>
          <a:noFill/>
        </p:spPr>
        <p:txBody>
          <a:bodyPr/>
          <a:lstStyle/>
          <a:p>
            <a:r>
              <a:rPr lang="zh-CN" altLang="en-US"/>
              <a:t>数据库是信息系统的各个部分能否紧密地结合在一起以及如何结合的关键所在</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a:extLst>
              <a:ext uri="{FF2B5EF4-FFF2-40B4-BE49-F238E27FC236}">
                <a16:creationId xmlns:a16="http://schemas.microsoft.com/office/drawing/2014/main" id="{0B61CABE-D82C-6649-9484-8FE7E5EA8FCF}"/>
              </a:ext>
            </a:extLst>
          </p:cNvPr>
          <p:cNvSpPr>
            <a:spLocks noGrp="1" noChangeArrowheads="1"/>
          </p:cNvSpPr>
          <p:nvPr>
            <p:ph type="ftr" sz="quarter" idx="4"/>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sz="1200"/>
              <a:t>Confidential, for review only</a:t>
            </a:r>
            <a:endParaRPr lang="en-US" altLang="en-US" sz="1200"/>
          </a:p>
        </p:txBody>
      </p:sp>
      <p:sp>
        <p:nvSpPr>
          <p:cNvPr id="28675" name="Rectangle 7">
            <a:extLst>
              <a:ext uri="{FF2B5EF4-FFF2-40B4-BE49-F238E27FC236}">
                <a16:creationId xmlns:a16="http://schemas.microsoft.com/office/drawing/2014/main" id="{DAC6C0E1-060F-694B-A7DE-8ABC94A2ACA8}"/>
              </a:ext>
            </a:extLst>
          </p:cNvPr>
          <p:cNvSpPr>
            <a:spLocks noGrp="1" noChangeArrowheads="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7FCEE32F-DEB1-B140-AD04-9C55FEB19866}" type="slidenum">
              <a:rPr lang="zh-CN" altLang="en-US" sz="1200"/>
              <a:pPr/>
              <a:t>5</a:t>
            </a:fld>
            <a:endParaRPr lang="en-US" altLang="zh-CN" sz="1200"/>
          </a:p>
        </p:txBody>
      </p:sp>
      <p:sp>
        <p:nvSpPr>
          <p:cNvPr id="28676" name="Rectangle 2">
            <a:extLst>
              <a:ext uri="{FF2B5EF4-FFF2-40B4-BE49-F238E27FC236}">
                <a16:creationId xmlns:a16="http://schemas.microsoft.com/office/drawing/2014/main" id="{ED1FA103-A014-0D41-A585-4FB2F78E44E4}"/>
              </a:ext>
            </a:extLst>
          </p:cNvPr>
          <p:cNvSpPr>
            <a:spLocks noChangeArrowheads="1" noTextEdit="1"/>
          </p:cNvSpPr>
          <p:nvPr>
            <p:ph type="sldImg"/>
          </p:nvPr>
        </p:nvSpPr>
        <p:spPr>
          <a:ln/>
        </p:spPr>
      </p:sp>
      <p:sp>
        <p:nvSpPr>
          <p:cNvPr id="28677" name="Rectangle 3">
            <a:extLst>
              <a:ext uri="{FF2B5EF4-FFF2-40B4-BE49-F238E27FC236}">
                <a16:creationId xmlns:a16="http://schemas.microsoft.com/office/drawing/2014/main" id="{4311949F-FE87-9C4A-9F5D-27AC625D449A}"/>
              </a:ext>
            </a:extLst>
          </p:cNvPr>
          <p:cNvSpPr>
            <a:spLocks noGrp="1" noChangeArrowheads="1"/>
          </p:cNvSpPr>
          <p:nvPr>
            <p:ph type="body" idx="1"/>
          </p:nvPr>
        </p:nvSpPr>
        <p:spPr>
          <a:noFill/>
        </p:spPr>
        <p:txBody>
          <a:bodyPr/>
          <a:lstStyle/>
          <a:p>
            <a:r>
              <a:rPr lang="zh-CN" altLang="en-US"/>
              <a:t>数据库是信息系统的各个部分能否紧密地结合在一起以及如何结合的关键所在</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6">
            <a:extLst>
              <a:ext uri="{FF2B5EF4-FFF2-40B4-BE49-F238E27FC236}">
                <a16:creationId xmlns:a16="http://schemas.microsoft.com/office/drawing/2014/main" id="{04BBE5CC-5044-F747-86B6-12637A89A764}"/>
              </a:ext>
            </a:extLst>
          </p:cNvPr>
          <p:cNvSpPr>
            <a:spLocks noGrp="1" noChangeArrowheads="1"/>
          </p:cNvSpPr>
          <p:nvPr>
            <p:ph type="ftr" sz="quarter" idx="4"/>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sz="1200"/>
              <a:t>Confidential, for review only</a:t>
            </a:r>
            <a:endParaRPr lang="en-US" altLang="en-US" sz="1200"/>
          </a:p>
        </p:txBody>
      </p:sp>
      <p:sp>
        <p:nvSpPr>
          <p:cNvPr id="35843" name="Rectangle 7">
            <a:extLst>
              <a:ext uri="{FF2B5EF4-FFF2-40B4-BE49-F238E27FC236}">
                <a16:creationId xmlns:a16="http://schemas.microsoft.com/office/drawing/2014/main" id="{447B9BDA-46F9-9543-9FDE-CCAFE8EA1C13}"/>
              </a:ext>
            </a:extLst>
          </p:cNvPr>
          <p:cNvSpPr>
            <a:spLocks noGrp="1" noChangeArrowheads="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743295E-8163-D042-9C9C-53FB6444E5F3}" type="slidenum">
              <a:rPr lang="zh-CN" altLang="en-US" sz="1200"/>
              <a:pPr/>
              <a:t>11</a:t>
            </a:fld>
            <a:endParaRPr lang="en-US" altLang="zh-CN" sz="1200"/>
          </a:p>
        </p:txBody>
      </p:sp>
      <p:sp>
        <p:nvSpPr>
          <p:cNvPr id="35844" name="Rectangle 2">
            <a:extLst>
              <a:ext uri="{FF2B5EF4-FFF2-40B4-BE49-F238E27FC236}">
                <a16:creationId xmlns:a16="http://schemas.microsoft.com/office/drawing/2014/main" id="{3107AC2B-2D7B-694A-B0C4-719B167DA76D}"/>
              </a:ext>
            </a:extLst>
          </p:cNvPr>
          <p:cNvSpPr>
            <a:spLocks noChangeArrowheads="1" noTextEdit="1"/>
          </p:cNvSpPr>
          <p:nvPr>
            <p:ph type="sldImg"/>
          </p:nvPr>
        </p:nvSpPr>
        <p:spPr>
          <a:ln/>
        </p:spPr>
      </p:sp>
      <p:sp>
        <p:nvSpPr>
          <p:cNvPr id="35845" name="Rectangle 3">
            <a:extLst>
              <a:ext uri="{FF2B5EF4-FFF2-40B4-BE49-F238E27FC236}">
                <a16:creationId xmlns:a16="http://schemas.microsoft.com/office/drawing/2014/main" id="{EEBF0748-4D3B-B240-A7F1-6DE8FA9F2214}"/>
              </a:ext>
            </a:extLst>
          </p:cNvPr>
          <p:cNvSpPr>
            <a:spLocks noGrp="1" noChangeArrowheads="1"/>
          </p:cNvSpPr>
          <p:nvPr>
            <p:ph type="body" idx="1"/>
          </p:nvPr>
        </p:nvSpPr>
        <p:spPr>
          <a:noFill/>
        </p:spPr>
        <p:txBody>
          <a:bodyPr/>
          <a:lstStyle/>
          <a:p>
            <a:r>
              <a:rPr lang="zh-CN" altLang="en-US" sz="900"/>
              <a:t>数据库设计分为</a:t>
            </a:r>
          </a:p>
          <a:p>
            <a:pPr lvl="1"/>
            <a:r>
              <a:rPr lang="zh-CN" altLang="en-US" sz="900"/>
              <a:t>结构设计包括设计数据库的概念结构、逻辑结构和存储结构</a:t>
            </a:r>
          </a:p>
          <a:p>
            <a:pPr lvl="1"/>
            <a:r>
              <a:rPr lang="zh-CN" altLang="en-US" sz="900"/>
              <a:t>行为设计包括设计数据库的功能组织和流程控制</a:t>
            </a: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a:extLst>
              <a:ext uri="{FF2B5EF4-FFF2-40B4-BE49-F238E27FC236}">
                <a16:creationId xmlns:a16="http://schemas.microsoft.com/office/drawing/2014/main" id="{02C61B60-DD7E-204D-85A3-556F598FE4C3}"/>
              </a:ext>
            </a:extLst>
          </p:cNvPr>
          <p:cNvSpPr>
            <a:spLocks noGrp="1" noChangeArrowheads="1"/>
          </p:cNvSpPr>
          <p:nvPr>
            <p:ph type="ftr" sz="quarter" idx="4"/>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sz="1200"/>
              <a:t>Confidential, for review only</a:t>
            </a:r>
            <a:endParaRPr lang="en-US" altLang="en-US" sz="1200"/>
          </a:p>
        </p:txBody>
      </p:sp>
      <p:sp>
        <p:nvSpPr>
          <p:cNvPr id="48131" name="Rectangle 7">
            <a:extLst>
              <a:ext uri="{FF2B5EF4-FFF2-40B4-BE49-F238E27FC236}">
                <a16:creationId xmlns:a16="http://schemas.microsoft.com/office/drawing/2014/main" id="{469634DA-3956-514F-A80A-EE61BEDA6271}"/>
              </a:ext>
            </a:extLst>
          </p:cNvPr>
          <p:cNvSpPr>
            <a:spLocks noGrp="1" noChangeArrowheads="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FC44575C-06C4-4646-9057-FB20646DE0A5}" type="slidenum">
              <a:rPr lang="zh-CN" altLang="en-US" sz="1200"/>
              <a:pPr/>
              <a:t>22</a:t>
            </a:fld>
            <a:endParaRPr lang="en-US" altLang="zh-CN" sz="1200"/>
          </a:p>
        </p:txBody>
      </p:sp>
      <p:sp>
        <p:nvSpPr>
          <p:cNvPr id="48132" name="Rectangle 2">
            <a:extLst>
              <a:ext uri="{FF2B5EF4-FFF2-40B4-BE49-F238E27FC236}">
                <a16:creationId xmlns:a16="http://schemas.microsoft.com/office/drawing/2014/main" id="{89050A2E-8990-0543-9DCD-27B8C0DAA85A}"/>
              </a:ext>
            </a:extLst>
          </p:cNvPr>
          <p:cNvSpPr>
            <a:spLocks noChangeArrowheads="1" noTextEdit="1"/>
          </p:cNvSpPr>
          <p:nvPr>
            <p:ph type="sldImg"/>
          </p:nvPr>
        </p:nvSpPr>
        <p:spPr>
          <a:ln/>
        </p:spPr>
      </p:sp>
      <p:sp>
        <p:nvSpPr>
          <p:cNvPr id="48133" name="Rectangle 3">
            <a:extLst>
              <a:ext uri="{FF2B5EF4-FFF2-40B4-BE49-F238E27FC236}">
                <a16:creationId xmlns:a16="http://schemas.microsoft.com/office/drawing/2014/main" id="{8BCE0EA5-7FB6-BF4F-B848-41295DD50AD2}"/>
              </a:ext>
            </a:extLst>
          </p:cNvPr>
          <p:cNvSpPr>
            <a:spLocks noGrp="1" noChangeArrowheads="1"/>
          </p:cNvSpPr>
          <p:nvPr>
            <p:ph type="body" idx="1"/>
          </p:nvPr>
        </p:nvSpPr>
        <p:spPr>
          <a:noFill/>
        </p:spPr>
        <p:txBody>
          <a:bodyPr/>
          <a:lstStyle/>
          <a:p>
            <a:r>
              <a:rPr lang="zh-CN" altLang="en-US"/>
              <a:t>数据库结构设计</a:t>
            </a:r>
          </a:p>
          <a:p>
            <a:pPr lvl="1"/>
            <a:r>
              <a:rPr lang="zh-CN" altLang="en-US"/>
              <a:t>概念结构设计 </a:t>
            </a:r>
          </a:p>
          <a:p>
            <a:pPr lvl="1"/>
            <a:r>
              <a:rPr lang="zh-CN" altLang="en-US"/>
              <a:t>逻辑结构设计 </a:t>
            </a:r>
          </a:p>
          <a:p>
            <a:pPr lvl="1"/>
            <a:r>
              <a:rPr lang="zh-CN" altLang="en-US"/>
              <a:t>物理结构设计</a:t>
            </a:r>
          </a:p>
          <a:p>
            <a:endParaRPr lang="zh-CN" altLang="en-US"/>
          </a:p>
          <a:p>
            <a:r>
              <a:rPr lang="zh-CN" altLang="en-US"/>
              <a:t>概念结构设计的特点</a:t>
            </a:r>
          </a:p>
          <a:p>
            <a:pPr>
              <a:spcBef>
                <a:spcPct val="60000"/>
              </a:spcBef>
              <a:buFontTx/>
              <a:buNone/>
            </a:pPr>
            <a:r>
              <a:rPr lang="zh-CN" altLang="en-US"/>
              <a:t>（</a:t>
            </a:r>
            <a:r>
              <a:rPr lang="en-US" altLang="zh-CN"/>
              <a:t>1</a:t>
            </a:r>
            <a:r>
              <a:rPr lang="zh-CN" altLang="en-US"/>
              <a:t>）能真实、充分地反映现实世界，包括事物和事物之间的联系，能满足用户对数据的处理要求。是对现实世界的一个真实模型。</a:t>
            </a:r>
          </a:p>
          <a:p>
            <a:pPr>
              <a:spcBef>
                <a:spcPct val="60000"/>
              </a:spcBef>
              <a:buFontTx/>
              <a:buNone/>
            </a:pPr>
            <a:r>
              <a:rPr lang="zh-CN" altLang="en-US"/>
              <a:t>（</a:t>
            </a:r>
            <a:r>
              <a:rPr lang="en-US" altLang="zh-CN"/>
              <a:t>2</a:t>
            </a:r>
            <a:r>
              <a:rPr lang="zh-CN" altLang="en-US"/>
              <a:t>）易于理解，从而可以用它和不熟悉计算机的用户交换意见，用户的积极参与是数据库的设计成功的关键</a:t>
            </a:r>
          </a:p>
          <a:p>
            <a:pPr>
              <a:spcBef>
                <a:spcPct val="60000"/>
              </a:spcBef>
              <a:buFontTx/>
              <a:buNone/>
            </a:pPr>
            <a:r>
              <a:rPr lang="zh-CN" altLang="en-US"/>
              <a:t>（</a:t>
            </a:r>
            <a:r>
              <a:rPr lang="en-US" altLang="zh-CN"/>
              <a:t>3</a:t>
            </a:r>
            <a:r>
              <a:rPr lang="zh-CN" altLang="en-US"/>
              <a:t>）易于更改，当应用环境和应用要求改变时，容易对概念模型修改和扩充。</a:t>
            </a:r>
          </a:p>
          <a:p>
            <a:pPr>
              <a:spcBef>
                <a:spcPct val="60000"/>
              </a:spcBef>
              <a:buFontTx/>
              <a:buNone/>
            </a:pPr>
            <a:r>
              <a:rPr lang="zh-CN" altLang="en-US"/>
              <a:t>（</a:t>
            </a:r>
            <a:r>
              <a:rPr lang="en-US" altLang="zh-CN"/>
              <a:t>4</a:t>
            </a:r>
            <a:r>
              <a:rPr lang="zh-CN" altLang="en-US"/>
              <a:t>）易于向关系、网状、层次等各种数据模型转换。</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6">
            <a:extLst>
              <a:ext uri="{FF2B5EF4-FFF2-40B4-BE49-F238E27FC236}">
                <a16:creationId xmlns:a16="http://schemas.microsoft.com/office/drawing/2014/main" id="{8B9CEDC7-35A7-244F-9902-6F2190744819}"/>
              </a:ext>
            </a:extLst>
          </p:cNvPr>
          <p:cNvSpPr>
            <a:spLocks noGrp="1" noChangeArrowheads="1"/>
          </p:cNvSpPr>
          <p:nvPr>
            <p:ph type="ftr" sz="quarter" idx="4"/>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sz="1200"/>
              <a:t>Confidential, for review only</a:t>
            </a:r>
            <a:endParaRPr lang="en-US" altLang="en-US" sz="1200"/>
          </a:p>
        </p:txBody>
      </p:sp>
      <p:sp>
        <p:nvSpPr>
          <p:cNvPr id="62467" name="Rectangle 7">
            <a:extLst>
              <a:ext uri="{FF2B5EF4-FFF2-40B4-BE49-F238E27FC236}">
                <a16:creationId xmlns:a16="http://schemas.microsoft.com/office/drawing/2014/main" id="{0E5FFB51-EAF9-3D41-BBA6-045810A4F351}"/>
              </a:ext>
            </a:extLst>
          </p:cNvPr>
          <p:cNvSpPr>
            <a:spLocks noGrp="1" noChangeArrowheads="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D827548-F86B-E147-915C-D8C58686A430}" type="slidenum">
              <a:rPr lang="zh-CN" altLang="en-US" sz="1200"/>
              <a:pPr/>
              <a:t>35</a:t>
            </a:fld>
            <a:endParaRPr lang="en-US" altLang="zh-CN" sz="1200"/>
          </a:p>
        </p:txBody>
      </p:sp>
      <p:sp>
        <p:nvSpPr>
          <p:cNvPr id="62468" name="Rectangle 2">
            <a:extLst>
              <a:ext uri="{FF2B5EF4-FFF2-40B4-BE49-F238E27FC236}">
                <a16:creationId xmlns:a16="http://schemas.microsoft.com/office/drawing/2014/main" id="{3CBAEE45-8BF9-8C47-9FD8-E605C47B0CA3}"/>
              </a:ext>
            </a:extLst>
          </p:cNvPr>
          <p:cNvSpPr>
            <a:spLocks noChangeArrowheads="1" noTextEdit="1"/>
          </p:cNvSpPr>
          <p:nvPr>
            <p:ph type="sldImg"/>
          </p:nvPr>
        </p:nvSpPr>
        <p:spPr>
          <a:ln/>
        </p:spPr>
      </p:sp>
      <p:sp>
        <p:nvSpPr>
          <p:cNvPr id="62469" name="Rectangle 3">
            <a:extLst>
              <a:ext uri="{FF2B5EF4-FFF2-40B4-BE49-F238E27FC236}">
                <a16:creationId xmlns:a16="http://schemas.microsoft.com/office/drawing/2014/main" id="{00878FE8-A705-5446-9992-AA665812C284}"/>
              </a:ext>
            </a:extLst>
          </p:cNvPr>
          <p:cNvSpPr>
            <a:spLocks noGrp="1" noChangeArrowheads="1"/>
          </p:cNvSpPr>
          <p:nvPr>
            <p:ph type="body" idx="1"/>
          </p:nvPr>
        </p:nvSpPr>
        <p:spPr>
          <a:noFill/>
        </p:spPr>
        <p:txBody>
          <a:bodyPr/>
          <a:lstStyle/>
          <a:p>
            <a:pPr lvl="1" eaLnBrk="1" hangingPunct="1"/>
            <a:r>
              <a:rPr lang="zh-CN" altLang="en-US" sz="1200"/>
              <a:t>冲突主要有三类：</a:t>
            </a:r>
          </a:p>
          <a:p>
            <a:pPr lvl="2" eaLnBrk="1" hangingPunct="1"/>
            <a:r>
              <a:rPr lang="zh-CN" altLang="en-US" sz="1200"/>
              <a:t>属性冲突：属性域冲突、属性取值单位冲突</a:t>
            </a:r>
          </a:p>
          <a:p>
            <a:pPr lvl="2" eaLnBrk="1" hangingPunct="1"/>
            <a:r>
              <a:rPr lang="zh-CN" altLang="en-US" sz="1200"/>
              <a:t>命名冲突：同名异义和异名同义 </a:t>
            </a:r>
          </a:p>
          <a:p>
            <a:pPr lvl="2" eaLnBrk="1" hangingPunct="1"/>
            <a:r>
              <a:rPr lang="zh-CN" altLang="en-US" sz="1200"/>
              <a:t>结构冲突：同一对象在不同应用中具有不同的抽象、同一实体在不同的局部</a:t>
            </a:r>
            <a:r>
              <a:rPr lang="en-US" altLang="zh-CN" sz="1200"/>
              <a:t>E-R</a:t>
            </a:r>
            <a:r>
              <a:rPr lang="zh-CN" altLang="en-US" sz="1200"/>
              <a:t>图中所包含的属性个数和属性的排列次序不完全相同</a:t>
            </a:r>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6">
            <a:extLst>
              <a:ext uri="{FF2B5EF4-FFF2-40B4-BE49-F238E27FC236}">
                <a16:creationId xmlns:a16="http://schemas.microsoft.com/office/drawing/2014/main" id="{49137322-F22B-6C41-9CB9-5608534869DA}"/>
              </a:ext>
            </a:extLst>
          </p:cNvPr>
          <p:cNvSpPr>
            <a:spLocks noGrp="1" noChangeArrowheads="1"/>
          </p:cNvSpPr>
          <p:nvPr>
            <p:ph type="ftr" sz="quarter" idx="4"/>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sz="1200"/>
              <a:t>Confidential, for review only</a:t>
            </a:r>
            <a:endParaRPr lang="en-US" altLang="en-US" sz="1200"/>
          </a:p>
        </p:txBody>
      </p:sp>
      <p:sp>
        <p:nvSpPr>
          <p:cNvPr id="68611" name="Rectangle 7">
            <a:extLst>
              <a:ext uri="{FF2B5EF4-FFF2-40B4-BE49-F238E27FC236}">
                <a16:creationId xmlns:a16="http://schemas.microsoft.com/office/drawing/2014/main" id="{230E316F-89A4-D543-AF0F-DE0ABA7A0A4F}"/>
              </a:ext>
            </a:extLst>
          </p:cNvPr>
          <p:cNvSpPr>
            <a:spLocks noGrp="1" noChangeArrowheads="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EBEC959-615C-9749-9A99-B0E47A92CA04}" type="slidenum">
              <a:rPr lang="zh-CN" altLang="en-US" sz="1200"/>
              <a:pPr/>
              <a:t>40</a:t>
            </a:fld>
            <a:endParaRPr lang="en-US" altLang="zh-CN" sz="1200"/>
          </a:p>
        </p:txBody>
      </p:sp>
      <p:sp>
        <p:nvSpPr>
          <p:cNvPr id="68612" name="Rectangle 2">
            <a:extLst>
              <a:ext uri="{FF2B5EF4-FFF2-40B4-BE49-F238E27FC236}">
                <a16:creationId xmlns:a16="http://schemas.microsoft.com/office/drawing/2014/main" id="{FDDD010E-F56B-1A4D-8A56-3C638B058D87}"/>
              </a:ext>
            </a:extLst>
          </p:cNvPr>
          <p:cNvSpPr>
            <a:spLocks noChangeArrowheads="1" noTextEdit="1"/>
          </p:cNvSpPr>
          <p:nvPr>
            <p:ph type="sldImg"/>
          </p:nvPr>
        </p:nvSpPr>
        <p:spPr>
          <a:ln/>
        </p:spPr>
      </p:sp>
      <p:sp>
        <p:nvSpPr>
          <p:cNvPr id="68613" name="Rectangle 3">
            <a:extLst>
              <a:ext uri="{FF2B5EF4-FFF2-40B4-BE49-F238E27FC236}">
                <a16:creationId xmlns:a16="http://schemas.microsoft.com/office/drawing/2014/main" id="{56588E6C-7009-7744-8F09-48504BD37527}"/>
              </a:ext>
            </a:extLst>
          </p:cNvPr>
          <p:cNvSpPr>
            <a:spLocks noGrp="1" noChangeArrowheads="1"/>
          </p:cNvSpPr>
          <p:nvPr>
            <p:ph type="body" idx="1"/>
          </p:nvPr>
        </p:nvSpPr>
        <p:spPr>
          <a:noFill/>
        </p:spPr>
        <p:txBody>
          <a:bodyPr/>
          <a:lstStyle/>
          <a:p>
            <a:r>
              <a:rPr lang="zh-CN" altLang="en-US"/>
              <a:t>逻辑结构设计的任务</a:t>
            </a:r>
          </a:p>
          <a:p>
            <a:pPr lvl="1">
              <a:spcBef>
                <a:spcPct val="60000"/>
              </a:spcBef>
            </a:pPr>
            <a:r>
              <a:rPr lang="zh-CN" altLang="en-US"/>
              <a:t>概念结构是各种数据模型的共同基础,是独立于任何一种数据模型的信息结构</a:t>
            </a:r>
            <a:endParaRPr lang="en-US" altLang="zh-CN"/>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6">
            <a:extLst>
              <a:ext uri="{FF2B5EF4-FFF2-40B4-BE49-F238E27FC236}">
                <a16:creationId xmlns:a16="http://schemas.microsoft.com/office/drawing/2014/main" id="{9A07FA50-F734-604E-B1B4-287083E1FCBA}"/>
              </a:ext>
            </a:extLst>
          </p:cNvPr>
          <p:cNvSpPr>
            <a:spLocks noGrp="1" noChangeArrowheads="1"/>
          </p:cNvSpPr>
          <p:nvPr>
            <p:ph type="ftr" sz="quarter" idx="4"/>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sz="1200"/>
              <a:t>Confidential, for review only</a:t>
            </a:r>
            <a:endParaRPr lang="en-US" altLang="en-US" sz="1200"/>
          </a:p>
        </p:txBody>
      </p:sp>
      <p:sp>
        <p:nvSpPr>
          <p:cNvPr id="97283" name="Rectangle 7">
            <a:extLst>
              <a:ext uri="{FF2B5EF4-FFF2-40B4-BE49-F238E27FC236}">
                <a16:creationId xmlns:a16="http://schemas.microsoft.com/office/drawing/2014/main" id="{8D7F1D4A-40D6-9145-A82A-8D80F485DF2D}"/>
              </a:ext>
            </a:extLst>
          </p:cNvPr>
          <p:cNvSpPr>
            <a:spLocks noGrp="1" noChangeArrowheads="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FD94A88-5B7D-B341-B66D-6A5B02B44703}" type="slidenum">
              <a:rPr lang="zh-CN" altLang="en-US" sz="1200"/>
              <a:pPr/>
              <a:t>67</a:t>
            </a:fld>
            <a:endParaRPr lang="en-US" altLang="zh-CN" sz="1200"/>
          </a:p>
        </p:txBody>
      </p:sp>
      <p:sp>
        <p:nvSpPr>
          <p:cNvPr id="97284" name="Rectangle 2">
            <a:extLst>
              <a:ext uri="{FF2B5EF4-FFF2-40B4-BE49-F238E27FC236}">
                <a16:creationId xmlns:a16="http://schemas.microsoft.com/office/drawing/2014/main" id="{216031CD-2F33-3C4F-A599-88E1AB94D37A}"/>
              </a:ext>
            </a:extLst>
          </p:cNvPr>
          <p:cNvSpPr>
            <a:spLocks noChangeArrowheads="1" noTextEdit="1"/>
          </p:cNvSpPr>
          <p:nvPr>
            <p:ph type="sldImg"/>
          </p:nvPr>
        </p:nvSpPr>
        <p:spPr>
          <a:ln/>
        </p:spPr>
      </p:sp>
      <p:sp>
        <p:nvSpPr>
          <p:cNvPr id="97285" name="Rectangle 3">
            <a:extLst>
              <a:ext uri="{FF2B5EF4-FFF2-40B4-BE49-F238E27FC236}">
                <a16:creationId xmlns:a16="http://schemas.microsoft.com/office/drawing/2014/main" id="{7BBF0B19-9F3F-0A47-A9B1-DD0DE1E58050}"/>
              </a:ext>
            </a:extLst>
          </p:cNvPr>
          <p:cNvSpPr>
            <a:spLocks noGrp="1" noChangeArrowheads="1"/>
          </p:cNvSpPr>
          <p:nvPr>
            <p:ph type="body" idx="1"/>
          </p:nvPr>
        </p:nvSpPr>
        <p:spPr>
          <a:noFill/>
        </p:spPr>
        <p:txBody>
          <a:bodyPr/>
          <a:lstStyle/>
          <a:p>
            <a:pPr>
              <a:lnSpc>
                <a:spcPct val="70000"/>
              </a:lnSpc>
            </a:pPr>
            <a:r>
              <a:rPr lang="zh-CN" altLang="en-US" sz="700"/>
              <a:t>在数据库运行阶段，对数据库经常性的维护工作主要是由</a:t>
            </a:r>
            <a:r>
              <a:rPr lang="en-US" altLang="zh-CN" sz="700"/>
              <a:t>DBA</a:t>
            </a:r>
            <a:r>
              <a:rPr lang="zh-CN" altLang="en-US" sz="700"/>
              <a:t>完成的，包括：</a:t>
            </a:r>
          </a:p>
          <a:p>
            <a:pPr lvl="2">
              <a:lnSpc>
                <a:spcPct val="69000"/>
              </a:lnSpc>
              <a:buFontTx/>
              <a:buNone/>
            </a:pPr>
            <a:r>
              <a:rPr lang="zh-CN" altLang="en-US" sz="700"/>
              <a:t>    </a:t>
            </a:r>
          </a:p>
          <a:p>
            <a:pPr>
              <a:lnSpc>
                <a:spcPct val="70000"/>
              </a:lnSpc>
              <a:buFontTx/>
              <a:buNone/>
            </a:pPr>
            <a:r>
              <a:rPr lang="zh-CN" altLang="en-US" sz="700"/>
              <a:t>  </a:t>
            </a:r>
            <a:r>
              <a:rPr lang="en-US" altLang="zh-CN" sz="700">
                <a:solidFill>
                  <a:schemeClr val="accent2"/>
                </a:solidFill>
              </a:rPr>
              <a:t>⒈</a:t>
            </a:r>
            <a:r>
              <a:rPr lang="zh-CN" altLang="en-US" sz="700">
                <a:solidFill>
                  <a:schemeClr val="accent2"/>
                </a:solidFill>
              </a:rPr>
              <a:t>数据库的转储和恢复</a:t>
            </a:r>
          </a:p>
          <a:p>
            <a:pPr lvl="1">
              <a:lnSpc>
                <a:spcPct val="70000"/>
              </a:lnSpc>
              <a:spcBef>
                <a:spcPct val="30000"/>
              </a:spcBef>
            </a:pPr>
            <a:r>
              <a:rPr lang="zh-CN" altLang="en-US" sz="800"/>
              <a:t>转储和恢复是系统正式运行后最重要的维护工作之一。</a:t>
            </a:r>
          </a:p>
          <a:p>
            <a:pPr lvl="1">
              <a:lnSpc>
                <a:spcPct val="70000"/>
              </a:lnSpc>
              <a:spcBef>
                <a:spcPct val="30000"/>
              </a:spcBef>
            </a:pPr>
            <a:r>
              <a:rPr lang="en-US" altLang="zh-CN" sz="800"/>
              <a:t>DBA</a:t>
            </a:r>
            <a:r>
              <a:rPr lang="zh-CN" altLang="en-US" sz="800"/>
              <a:t>要针对不同的应用要求制定不同的转储计划，定期对数据库和日志文件进行备份。</a:t>
            </a:r>
          </a:p>
          <a:p>
            <a:pPr lvl="1">
              <a:lnSpc>
                <a:spcPct val="70000"/>
              </a:lnSpc>
              <a:spcBef>
                <a:spcPct val="30000"/>
              </a:spcBef>
            </a:pPr>
            <a:r>
              <a:rPr lang="zh-CN" altLang="en-US" sz="800"/>
              <a:t>一旦发生介质故障，即利用数据库备份及日志文件备份，尽快将数据库恢复到某种一致性状态。</a:t>
            </a:r>
          </a:p>
          <a:p>
            <a:pPr>
              <a:lnSpc>
                <a:spcPct val="70000"/>
              </a:lnSpc>
              <a:buFontTx/>
              <a:buNone/>
            </a:pPr>
            <a:r>
              <a:rPr lang="en-US" altLang="zh-CN" sz="700">
                <a:solidFill>
                  <a:schemeClr val="accent2"/>
                </a:solidFill>
              </a:rPr>
              <a:t>⒉</a:t>
            </a:r>
            <a:r>
              <a:rPr lang="zh-CN" altLang="en-US" sz="700">
                <a:solidFill>
                  <a:schemeClr val="accent2"/>
                </a:solidFill>
              </a:rPr>
              <a:t>数据库的安全性、完整性控制</a:t>
            </a:r>
          </a:p>
          <a:p>
            <a:pPr lvl="1">
              <a:lnSpc>
                <a:spcPct val="70000"/>
              </a:lnSpc>
              <a:spcBef>
                <a:spcPct val="60000"/>
              </a:spcBef>
            </a:pPr>
            <a:r>
              <a:rPr lang="en-US" altLang="zh-CN" sz="800"/>
              <a:t>DBA</a:t>
            </a:r>
            <a:r>
              <a:rPr lang="zh-CN" altLang="en-US" sz="800"/>
              <a:t>必须根据用户的实际需要授予不同的操作权限</a:t>
            </a:r>
          </a:p>
          <a:p>
            <a:pPr lvl="1">
              <a:lnSpc>
                <a:spcPct val="70000"/>
              </a:lnSpc>
              <a:spcBef>
                <a:spcPct val="60000"/>
              </a:spcBef>
            </a:pPr>
            <a:r>
              <a:rPr lang="zh-CN" altLang="en-US" sz="800"/>
              <a:t>在数据库运行过程中，由于应用环境的变化，对安全性的要求也会发生变化，</a:t>
            </a:r>
            <a:r>
              <a:rPr lang="en-US" altLang="zh-CN" sz="800"/>
              <a:t>DBA</a:t>
            </a:r>
            <a:r>
              <a:rPr lang="zh-CN" altLang="en-US" sz="800"/>
              <a:t>需要根据实际情况修改原有的安全性控制。</a:t>
            </a:r>
          </a:p>
          <a:p>
            <a:pPr lvl="1">
              <a:lnSpc>
                <a:spcPct val="70000"/>
              </a:lnSpc>
              <a:spcBef>
                <a:spcPct val="60000"/>
              </a:spcBef>
            </a:pPr>
            <a:r>
              <a:rPr lang="zh-CN" altLang="en-US" sz="800"/>
              <a:t>由于应用环境的变化，数据库的完整性约束条件也会变化，也需要</a:t>
            </a:r>
            <a:r>
              <a:rPr lang="en-US" altLang="zh-CN" sz="800"/>
              <a:t>DBA</a:t>
            </a:r>
            <a:r>
              <a:rPr lang="zh-CN" altLang="en-US" sz="800"/>
              <a:t>不断修正，以满足用户要求。</a:t>
            </a:r>
          </a:p>
          <a:p>
            <a:pPr>
              <a:lnSpc>
                <a:spcPct val="70000"/>
              </a:lnSpc>
              <a:buFontTx/>
              <a:buNone/>
            </a:pPr>
            <a:r>
              <a:rPr lang="en-US" altLang="zh-CN" sz="700">
                <a:solidFill>
                  <a:schemeClr val="accent2"/>
                </a:solidFill>
              </a:rPr>
              <a:t>⒊</a:t>
            </a:r>
            <a:r>
              <a:rPr lang="zh-CN" altLang="en-US" sz="700">
                <a:solidFill>
                  <a:schemeClr val="accent2"/>
                </a:solidFill>
              </a:rPr>
              <a:t>数据库性能的监督、分析和改进</a:t>
            </a:r>
          </a:p>
          <a:p>
            <a:pPr lvl="1">
              <a:lnSpc>
                <a:spcPct val="70000"/>
              </a:lnSpc>
            </a:pPr>
            <a:r>
              <a:rPr lang="zh-CN" altLang="en-US" sz="800"/>
              <a:t>在数据库运行过程中， </a:t>
            </a:r>
            <a:r>
              <a:rPr lang="en-US" altLang="zh-CN" sz="800"/>
              <a:t>DBA</a:t>
            </a:r>
            <a:r>
              <a:rPr lang="zh-CN" altLang="en-US" sz="800"/>
              <a:t>必须监督系统运行，对监测数据进行分析，找出改进系统性能的方法。</a:t>
            </a:r>
          </a:p>
          <a:p>
            <a:pPr lvl="2">
              <a:lnSpc>
                <a:spcPct val="69000"/>
              </a:lnSpc>
            </a:pPr>
            <a:r>
              <a:rPr lang="zh-CN" altLang="en-US" sz="900"/>
              <a:t>利用监测工具获取系统运行过程中一系列性能参数的值</a:t>
            </a:r>
          </a:p>
          <a:p>
            <a:pPr lvl="2">
              <a:lnSpc>
                <a:spcPct val="69000"/>
              </a:lnSpc>
            </a:pPr>
            <a:r>
              <a:rPr lang="zh-CN" altLang="en-US" sz="900"/>
              <a:t>通过仔细分析这些数据，判断当前系统是否处于最佳运行状态</a:t>
            </a:r>
          </a:p>
          <a:p>
            <a:pPr lvl="2">
              <a:lnSpc>
                <a:spcPct val="69000"/>
              </a:lnSpc>
            </a:pPr>
            <a:r>
              <a:rPr lang="zh-CN" altLang="en-US" sz="900"/>
              <a:t>如果不是，则需要通过调整某些参数来进一步改进数据库性能</a:t>
            </a:r>
            <a:endParaRPr lang="zh-CN" altLang="en-US" sz="800"/>
          </a:p>
          <a:p>
            <a:pPr>
              <a:lnSpc>
                <a:spcPct val="70000"/>
              </a:lnSpc>
              <a:buFontTx/>
              <a:buNone/>
            </a:pPr>
            <a:r>
              <a:rPr lang="en-US" altLang="zh-CN" sz="700">
                <a:solidFill>
                  <a:schemeClr val="accent2"/>
                </a:solidFill>
              </a:rPr>
              <a:t>⒋</a:t>
            </a:r>
            <a:r>
              <a:rPr lang="zh-CN" altLang="en-US" sz="700">
                <a:solidFill>
                  <a:schemeClr val="accent2"/>
                </a:solidFill>
              </a:rPr>
              <a:t>数据库的重组织和重构造</a:t>
            </a:r>
          </a:p>
          <a:p>
            <a:pPr>
              <a:lnSpc>
                <a:spcPct val="70000"/>
              </a:lnSpc>
              <a:buFontTx/>
              <a:buNone/>
            </a:pPr>
            <a:r>
              <a:rPr lang="en-US" altLang="zh-CN" sz="700"/>
              <a:t>1</a:t>
            </a:r>
            <a:r>
              <a:rPr lang="zh-CN" altLang="en-US" sz="700"/>
              <a:t>）数据库的重组织</a:t>
            </a:r>
          </a:p>
          <a:p>
            <a:pPr lvl="1">
              <a:lnSpc>
                <a:spcPct val="110000"/>
              </a:lnSpc>
            </a:pPr>
            <a:r>
              <a:rPr lang="zh-CN" altLang="en-US" sz="800"/>
              <a:t>为什么要重组织数据库</a:t>
            </a:r>
          </a:p>
          <a:p>
            <a:pPr lvl="2">
              <a:lnSpc>
                <a:spcPct val="110000"/>
              </a:lnSpc>
            </a:pPr>
            <a:r>
              <a:rPr lang="zh-CN" altLang="en-US" sz="900"/>
              <a:t>数据库运行一段时间后，由于记录的不断增、删、改，会使数据库的物理存储变坏，从而降低数据库存储空间的利用率和数据的存取效率，使数据库的性能下降。</a:t>
            </a:r>
          </a:p>
          <a:p>
            <a:pPr lvl="1">
              <a:lnSpc>
                <a:spcPct val="70000"/>
              </a:lnSpc>
            </a:pPr>
            <a:r>
              <a:rPr lang="zh-CN" altLang="en-US" sz="800"/>
              <a:t>重组织的形式</a:t>
            </a:r>
          </a:p>
          <a:p>
            <a:pPr lvl="2">
              <a:lnSpc>
                <a:spcPct val="69000"/>
              </a:lnSpc>
            </a:pPr>
            <a:r>
              <a:rPr lang="zh-CN" altLang="en-US" sz="900"/>
              <a:t>全部重组织</a:t>
            </a:r>
          </a:p>
          <a:p>
            <a:pPr lvl="2">
              <a:lnSpc>
                <a:spcPct val="69000"/>
              </a:lnSpc>
            </a:pPr>
            <a:r>
              <a:rPr lang="zh-CN" altLang="en-US" sz="900"/>
              <a:t>部分重组织</a:t>
            </a:r>
          </a:p>
          <a:p>
            <a:pPr lvl="3">
              <a:lnSpc>
                <a:spcPct val="69000"/>
              </a:lnSpc>
            </a:pPr>
            <a:r>
              <a:rPr lang="zh-CN" altLang="en-US"/>
              <a:t>只对频繁增、删的表进行重组织</a:t>
            </a:r>
          </a:p>
          <a:p>
            <a:pPr lvl="1">
              <a:lnSpc>
                <a:spcPct val="70000"/>
              </a:lnSpc>
            </a:pPr>
            <a:endParaRPr lang="zh-CN" altLang="en-US" sz="800"/>
          </a:p>
          <a:p>
            <a:pPr lvl="1">
              <a:lnSpc>
                <a:spcPct val="70000"/>
              </a:lnSpc>
            </a:pPr>
            <a:r>
              <a:rPr lang="zh-CN" altLang="en-US" sz="800"/>
              <a:t>重组织的目标</a:t>
            </a:r>
            <a:endParaRPr lang="zh-CN" altLang="en-US"/>
          </a:p>
          <a:p>
            <a:pPr lvl="2">
              <a:lnSpc>
                <a:spcPct val="110000"/>
              </a:lnSpc>
            </a:pPr>
            <a:r>
              <a:rPr lang="zh-CN" altLang="en-US" sz="900"/>
              <a:t>提高系统性能</a:t>
            </a:r>
          </a:p>
          <a:p>
            <a:pPr lvl="1">
              <a:lnSpc>
                <a:spcPct val="110000"/>
              </a:lnSpc>
            </a:pPr>
            <a:r>
              <a:rPr lang="zh-CN" altLang="en-US" sz="800"/>
              <a:t>重组织的工作</a:t>
            </a:r>
          </a:p>
          <a:p>
            <a:pPr lvl="2">
              <a:lnSpc>
                <a:spcPct val="110000"/>
              </a:lnSpc>
            </a:pPr>
            <a:r>
              <a:rPr lang="zh-CN" altLang="en-US" sz="900"/>
              <a:t>按原设计要求</a:t>
            </a:r>
          </a:p>
          <a:p>
            <a:pPr lvl="3">
              <a:lnSpc>
                <a:spcPct val="110000"/>
              </a:lnSpc>
            </a:pPr>
            <a:r>
              <a:rPr lang="zh-CN" altLang="en-US" sz="900"/>
              <a:t>重新安排存储位置</a:t>
            </a:r>
          </a:p>
          <a:p>
            <a:pPr lvl="3">
              <a:lnSpc>
                <a:spcPct val="110000"/>
              </a:lnSpc>
            </a:pPr>
            <a:r>
              <a:rPr lang="zh-CN" altLang="en-US" sz="900"/>
              <a:t>回收垃圾</a:t>
            </a:r>
          </a:p>
          <a:p>
            <a:pPr lvl="3">
              <a:lnSpc>
                <a:spcPct val="110000"/>
              </a:lnSpc>
            </a:pPr>
            <a:r>
              <a:rPr lang="zh-CN" altLang="en-US" sz="900"/>
              <a:t>减少指针链</a:t>
            </a:r>
          </a:p>
          <a:p>
            <a:pPr lvl="2">
              <a:lnSpc>
                <a:spcPct val="110000"/>
              </a:lnSpc>
            </a:pPr>
            <a:r>
              <a:rPr lang="zh-CN" altLang="en-US" sz="900"/>
              <a:t>数据库的重组织不会改变原设计的数据逻辑结构和物理结构</a:t>
            </a:r>
          </a:p>
          <a:p>
            <a:pPr lvl="1">
              <a:lnSpc>
                <a:spcPct val="110000"/>
              </a:lnSpc>
            </a:pPr>
            <a:r>
              <a:rPr lang="en-US" altLang="zh-CN" sz="800"/>
              <a:t>DBMS</a:t>
            </a:r>
            <a:r>
              <a:rPr lang="zh-CN" altLang="en-US" sz="800"/>
              <a:t>一般都提供了供重组织数据库使用的实用程序，帮助</a:t>
            </a:r>
            <a:r>
              <a:rPr lang="en-US" altLang="zh-CN" sz="800"/>
              <a:t>DBA</a:t>
            </a:r>
            <a:r>
              <a:rPr lang="zh-CN" altLang="en-US" sz="800"/>
              <a:t>重新组织数据库。</a:t>
            </a:r>
          </a:p>
          <a:p>
            <a:pPr>
              <a:lnSpc>
                <a:spcPct val="70000"/>
              </a:lnSpc>
              <a:buFontTx/>
              <a:buNone/>
            </a:pPr>
            <a:r>
              <a:rPr lang="en-US" altLang="zh-CN" sz="700"/>
              <a:t>2</a:t>
            </a:r>
            <a:r>
              <a:rPr lang="zh-CN" altLang="en-US" sz="700"/>
              <a:t>）数据库的重构造</a:t>
            </a:r>
          </a:p>
          <a:p>
            <a:pPr lvl="1">
              <a:lnSpc>
                <a:spcPct val="70000"/>
              </a:lnSpc>
            </a:pPr>
            <a:r>
              <a:rPr lang="zh-CN" altLang="en-US" sz="800"/>
              <a:t>为什么要进行数据库的重构造</a:t>
            </a:r>
          </a:p>
          <a:p>
            <a:pPr lvl="2">
              <a:lnSpc>
                <a:spcPct val="120000"/>
              </a:lnSpc>
            </a:pPr>
            <a:r>
              <a:rPr lang="zh-CN" altLang="en-US" sz="900"/>
              <a:t>数据库应用环境发生变化，会导致实体及实体间的联系也发生相应的变化，使原有的数据库设计不能很好地满足新的需求</a:t>
            </a:r>
          </a:p>
          <a:p>
            <a:pPr lvl="3">
              <a:lnSpc>
                <a:spcPct val="69000"/>
              </a:lnSpc>
            </a:pPr>
            <a:r>
              <a:rPr lang="zh-CN" altLang="en-US"/>
              <a:t>增加新的应用或新的实体</a:t>
            </a:r>
          </a:p>
          <a:p>
            <a:pPr lvl="3">
              <a:lnSpc>
                <a:spcPct val="69000"/>
              </a:lnSpc>
            </a:pPr>
            <a:r>
              <a:rPr lang="zh-CN" altLang="en-US"/>
              <a:t>取消某些已有应用</a:t>
            </a:r>
          </a:p>
          <a:p>
            <a:pPr lvl="3">
              <a:lnSpc>
                <a:spcPct val="69000"/>
              </a:lnSpc>
            </a:pPr>
            <a:r>
              <a:rPr lang="zh-CN" altLang="en-US"/>
              <a:t>改变某些已有应用</a:t>
            </a:r>
          </a:p>
          <a:p>
            <a:pPr lvl="1">
              <a:lnSpc>
                <a:spcPct val="70000"/>
              </a:lnSpc>
            </a:pPr>
            <a:r>
              <a:rPr lang="zh-CN" altLang="en-US" sz="800"/>
              <a:t>数据库重构造的主要工作</a:t>
            </a:r>
          </a:p>
          <a:p>
            <a:pPr lvl="2">
              <a:lnSpc>
                <a:spcPct val="69000"/>
              </a:lnSpc>
            </a:pPr>
            <a:r>
              <a:rPr lang="zh-CN" altLang="en-US" sz="900"/>
              <a:t>根据新环境调整数据库的模式和内模式</a:t>
            </a:r>
          </a:p>
          <a:p>
            <a:pPr lvl="3">
              <a:lnSpc>
                <a:spcPct val="69000"/>
              </a:lnSpc>
            </a:pPr>
            <a:r>
              <a:rPr lang="zh-CN" altLang="en-US"/>
              <a:t>增加新的数据项</a:t>
            </a:r>
          </a:p>
          <a:p>
            <a:pPr lvl="3">
              <a:lnSpc>
                <a:spcPct val="69000"/>
              </a:lnSpc>
            </a:pPr>
            <a:r>
              <a:rPr lang="zh-CN" altLang="en-US"/>
              <a:t>改变数据项的类型</a:t>
            </a:r>
          </a:p>
          <a:p>
            <a:pPr lvl="3">
              <a:lnSpc>
                <a:spcPct val="69000"/>
              </a:lnSpc>
            </a:pPr>
            <a:r>
              <a:rPr lang="zh-CN" altLang="en-US"/>
              <a:t>改变数据库的容量</a:t>
            </a:r>
          </a:p>
          <a:p>
            <a:pPr lvl="3">
              <a:lnSpc>
                <a:spcPct val="69000"/>
              </a:lnSpc>
            </a:pPr>
            <a:r>
              <a:rPr lang="zh-CN" altLang="en-US"/>
              <a:t>增加或删除索引</a:t>
            </a:r>
          </a:p>
          <a:p>
            <a:pPr lvl="3">
              <a:lnSpc>
                <a:spcPct val="69000"/>
              </a:lnSpc>
            </a:pPr>
            <a:r>
              <a:rPr lang="zh-CN" altLang="en-US"/>
              <a:t>修改完整性约束条件</a:t>
            </a:r>
          </a:p>
          <a:p>
            <a:pPr lvl="1">
              <a:lnSpc>
                <a:spcPct val="70000"/>
              </a:lnSpc>
            </a:pPr>
            <a:r>
              <a:rPr lang="zh-CN" altLang="en-US" sz="800"/>
              <a:t>重构造数据库的程度是有限的</a:t>
            </a:r>
          </a:p>
          <a:p>
            <a:pPr lvl="2">
              <a:lnSpc>
                <a:spcPct val="120000"/>
              </a:lnSpc>
            </a:pPr>
            <a:r>
              <a:rPr lang="zh-CN" altLang="en-US" sz="900"/>
              <a:t>若应用变化太大，已无法通过重构数据库来满足新的需求，或重构数据库的代价太大，则表明现有数据库应用系统的生命周期已经结束，应该重新设计新的数据库系统，开始新数据库应用系统的生命周期了。</a:t>
            </a:r>
            <a:endParaRPr lang="zh-CN" altLang="en-US" sz="8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6">
            <a:extLst>
              <a:ext uri="{FF2B5EF4-FFF2-40B4-BE49-F238E27FC236}">
                <a16:creationId xmlns:a16="http://schemas.microsoft.com/office/drawing/2014/main" id="{C1C7FD60-28CD-E34C-AE95-C0E81DC1F8E0}"/>
              </a:ext>
            </a:extLst>
          </p:cNvPr>
          <p:cNvSpPr>
            <a:spLocks noGrp="1" noChangeArrowheads="1"/>
          </p:cNvSpPr>
          <p:nvPr>
            <p:ph type="ftr" sz="quarter" idx="4"/>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sz="1200"/>
              <a:t>Confidential, for review only</a:t>
            </a:r>
            <a:endParaRPr lang="en-US" altLang="en-US" sz="1200"/>
          </a:p>
        </p:txBody>
      </p:sp>
      <p:sp>
        <p:nvSpPr>
          <p:cNvPr id="99331" name="Rectangle 7">
            <a:extLst>
              <a:ext uri="{FF2B5EF4-FFF2-40B4-BE49-F238E27FC236}">
                <a16:creationId xmlns:a16="http://schemas.microsoft.com/office/drawing/2014/main" id="{D8D26703-6932-E742-BF09-93902D78F032}"/>
              </a:ext>
            </a:extLst>
          </p:cNvPr>
          <p:cNvSpPr>
            <a:spLocks noGrp="1" noChangeArrowheads="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8834AD77-F138-C742-B181-44E79B00E804}" type="slidenum">
              <a:rPr lang="zh-CN" altLang="en-US" sz="1200"/>
              <a:pPr/>
              <a:t>68</a:t>
            </a:fld>
            <a:endParaRPr lang="en-US" altLang="zh-CN" sz="1200"/>
          </a:p>
        </p:txBody>
      </p:sp>
      <p:sp>
        <p:nvSpPr>
          <p:cNvPr id="99332" name="Rectangle 2">
            <a:extLst>
              <a:ext uri="{FF2B5EF4-FFF2-40B4-BE49-F238E27FC236}">
                <a16:creationId xmlns:a16="http://schemas.microsoft.com/office/drawing/2014/main" id="{84C97CB6-A9A3-1D47-9CDC-A3C8A76A36E4}"/>
              </a:ext>
            </a:extLst>
          </p:cNvPr>
          <p:cNvSpPr>
            <a:spLocks noChangeArrowheads="1" noTextEdit="1"/>
          </p:cNvSpPr>
          <p:nvPr>
            <p:ph type="sldImg"/>
          </p:nvPr>
        </p:nvSpPr>
        <p:spPr>
          <a:ln/>
        </p:spPr>
      </p:sp>
      <p:sp>
        <p:nvSpPr>
          <p:cNvPr id="99333" name="Rectangle 3">
            <a:extLst>
              <a:ext uri="{FF2B5EF4-FFF2-40B4-BE49-F238E27FC236}">
                <a16:creationId xmlns:a16="http://schemas.microsoft.com/office/drawing/2014/main" id="{9D174773-C156-0047-AB72-FB25DA81F9B6}"/>
              </a:ext>
            </a:extLst>
          </p:cNvPr>
          <p:cNvSpPr>
            <a:spLocks noGrp="1" noChangeArrowheads="1"/>
          </p:cNvSpPr>
          <p:nvPr>
            <p:ph type="body" idx="1"/>
          </p:nvPr>
        </p:nvSpPr>
        <p:spPr>
          <a:noFill/>
        </p:spPr>
        <p:txBody>
          <a:bodyPr/>
          <a:lstStyle/>
          <a:p>
            <a:pPr>
              <a:lnSpc>
                <a:spcPct val="70000"/>
              </a:lnSpc>
            </a:pPr>
            <a:r>
              <a:rPr lang="zh-CN" altLang="en-US" sz="700"/>
              <a:t>在数据库运行阶段，对数据库经常性的维护工作主要是由</a:t>
            </a:r>
            <a:r>
              <a:rPr lang="en-US" altLang="zh-CN" sz="700"/>
              <a:t>DBA</a:t>
            </a:r>
            <a:r>
              <a:rPr lang="zh-CN" altLang="en-US" sz="700"/>
              <a:t>完成的，包括：</a:t>
            </a:r>
          </a:p>
          <a:p>
            <a:pPr lvl="2">
              <a:lnSpc>
                <a:spcPct val="69000"/>
              </a:lnSpc>
              <a:buFontTx/>
              <a:buNone/>
            </a:pPr>
            <a:r>
              <a:rPr lang="zh-CN" altLang="en-US" sz="700"/>
              <a:t>    </a:t>
            </a:r>
          </a:p>
          <a:p>
            <a:pPr>
              <a:lnSpc>
                <a:spcPct val="70000"/>
              </a:lnSpc>
              <a:buFontTx/>
              <a:buNone/>
            </a:pPr>
            <a:r>
              <a:rPr lang="zh-CN" altLang="en-US" sz="700"/>
              <a:t>  </a:t>
            </a:r>
            <a:r>
              <a:rPr lang="en-US" altLang="zh-CN" sz="700">
                <a:solidFill>
                  <a:schemeClr val="accent2"/>
                </a:solidFill>
              </a:rPr>
              <a:t>⒈</a:t>
            </a:r>
            <a:r>
              <a:rPr lang="zh-CN" altLang="en-US" sz="700">
                <a:solidFill>
                  <a:schemeClr val="accent2"/>
                </a:solidFill>
              </a:rPr>
              <a:t>数据库的转储和恢复</a:t>
            </a:r>
          </a:p>
          <a:p>
            <a:pPr lvl="1">
              <a:lnSpc>
                <a:spcPct val="70000"/>
              </a:lnSpc>
              <a:spcBef>
                <a:spcPct val="30000"/>
              </a:spcBef>
            </a:pPr>
            <a:r>
              <a:rPr lang="zh-CN" altLang="en-US" sz="800"/>
              <a:t>转储和恢复是系统正式运行后最重要的维护工作之一。</a:t>
            </a:r>
          </a:p>
          <a:p>
            <a:pPr lvl="1">
              <a:lnSpc>
                <a:spcPct val="70000"/>
              </a:lnSpc>
              <a:spcBef>
                <a:spcPct val="30000"/>
              </a:spcBef>
            </a:pPr>
            <a:r>
              <a:rPr lang="en-US" altLang="zh-CN" sz="800"/>
              <a:t>DBA</a:t>
            </a:r>
            <a:r>
              <a:rPr lang="zh-CN" altLang="en-US" sz="800"/>
              <a:t>要针对不同的应用要求制定不同的转储计划，定期对数据库和日志文件进行备份。</a:t>
            </a:r>
          </a:p>
          <a:p>
            <a:pPr lvl="1">
              <a:lnSpc>
                <a:spcPct val="70000"/>
              </a:lnSpc>
              <a:spcBef>
                <a:spcPct val="30000"/>
              </a:spcBef>
            </a:pPr>
            <a:r>
              <a:rPr lang="zh-CN" altLang="en-US" sz="800"/>
              <a:t>一旦发生介质故障，即利用数据库备份及日志文件备份，尽快将数据库恢复到某种一致性状态。</a:t>
            </a:r>
          </a:p>
          <a:p>
            <a:pPr>
              <a:lnSpc>
                <a:spcPct val="70000"/>
              </a:lnSpc>
              <a:buFontTx/>
              <a:buNone/>
            </a:pPr>
            <a:r>
              <a:rPr lang="en-US" altLang="zh-CN" sz="700">
                <a:solidFill>
                  <a:schemeClr val="accent2"/>
                </a:solidFill>
              </a:rPr>
              <a:t>⒉</a:t>
            </a:r>
            <a:r>
              <a:rPr lang="zh-CN" altLang="en-US" sz="700">
                <a:solidFill>
                  <a:schemeClr val="accent2"/>
                </a:solidFill>
              </a:rPr>
              <a:t>数据库的安全性、完整性控制</a:t>
            </a:r>
          </a:p>
          <a:p>
            <a:pPr lvl="1">
              <a:lnSpc>
                <a:spcPct val="70000"/>
              </a:lnSpc>
              <a:spcBef>
                <a:spcPct val="60000"/>
              </a:spcBef>
            </a:pPr>
            <a:r>
              <a:rPr lang="en-US" altLang="zh-CN" sz="800"/>
              <a:t>DBA</a:t>
            </a:r>
            <a:r>
              <a:rPr lang="zh-CN" altLang="en-US" sz="800"/>
              <a:t>必须根据用户的实际需要授予不同的操作权限</a:t>
            </a:r>
          </a:p>
          <a:p>
            <a:pPr lvl="1">
              <a:lnSpc>
                <a:spcPct val="70000"/>
              </a:lnSpc>
              <a:spcBef>
                <a:spcPct val="60000"/>
              </a:spcBef>
            </a:pPr>
            <a:r>
              <a:rPr lang="zh-CN" altLang="en-US" sz="800"/>
              <a:t>在数据库运行过程中，由于应用环境的变化，对安全性的要求也会发生变化，</a:t>
            </a:r>
            <a:r>
              <a:rPr lang="en-US" altLang="zh-CN" sz="800"/>
              <a:t>DBA</a:t>
            </a:r>
            <a:r>
              <a:rPr lang="zh-CN" altLang="en-US" sz="800"/>
              <a:t>需要根据实际情况修改原有的安全性控制。</a:t>
            </a:r>
          </a:p>
          <a:p>
            <a:pPr lvl="1">
              <a:lnSpc>
                <a:spcPct val="70000"/>
              </a:lnSpc>
              <a:spcBef>
                <a:spcPct val="60000"/>
              </a:spcBef>
            </a:pPr>
            <a:r>
              <a:rPr lang="zh-CN" altLang="en-US" sz="800"/>
              <a:t>由于应用环境的变化，数据库的完整性约束条件也会变化，也需要</a:t>
            </a:r>
            <a:r>
              <a:rPr lang="en-US" altLang="zh-CN" sz="800"/>
              <a:t>DBA</a:t>
            </a:r>
            <a:r>
              <a:rPr lang="zh-CN" altLang="en-US" sz="800"/>
              <a:t>不断修正，以满足用户要求。</a:t>
            </a:r>
          </a:p>
          <a:p>
            <a:pPr>
              <a:lnSpc>
                <a:spcPct val="70000"/>
              </a:lnSpc>
              <a:buFontTx/>
              <a:buNone/>
            </a:pPr>
            <a:r>
              <a:rPr lang="en-US" altLang="zh-CN" sz="700">
                <a:solidFill>
                  <a:schemeClr val="accent2"/>
                </a:solidFill>
              </a:rPr>
              <a:t>⒊</a:t>
            </a:r>
            <a:r>
              <a:rPr lang="zh-CN" altLang="en-US" sz="700">
                <a:solidFill>
                  <a:schemeClr val="accent2"/>
                </a:solidFill>
              </a:rPr>
              <a:t>数据库性能的监督、分析和改进</a:t>
            </a:r>
          </a:p>
          <a:p>
            <a:pPr lvl="1">
              <a:lnSpc>
                <a:spcPct val="70000"/>
              </a:lnSpc>
            </a:pPr>
            <a:r>
              <a:rPr lang="zh-CN" altLang="en-US" sz="800"/>
              <a:t>在数据库运行过程中， </a:t>
            </a:r>
            <a:r>
              <a:rPr lang="en-US" altLang="zh-CN" sz="800"/>
              <a:t>DBA</a:t>
            </a:r>
            <a:r>
              <a:rPr lang="zh-CN" altLang="en-US" sz="800"/>
              <a:t>必须监督系统运行，对监测数据进行分析，找出改进系统性能的方法。</a:t>
            </a:r>
          </a:p>
          <a:p>
            <a:pPr lvl="2">
              <a:lnSpc>
                <a:spcPct val="69000"/>
              </a:lnSpc>
            </a:pPr>
            <a:r>
              <a:rPr lang="zh-CN" altLang="en-US" sz="900"/>
              <a:t>利用监测工具获取系统运行过程中一系列性能参数的值</a:t>
            </a:r>
          </a:p>
          <a:p>
            <a:pPr lvl="2">
              <a:lnSpc>
                <a:spcPct val="69000"/>
              </a:lnSpc>
            </a:pPr>
            <a:r>
              <a:rPr lang="zh-CN" altLang="en-US" sz="900"/>
              <a:t>通过仔细分析这些数据，判断当前系统是否处于最佳运行状态</a:t>
            </a:r>
          </a:p>
          <a:p>
            <a:pPr lvl="2">
              <a:lnSpc>
                <a:spcPct val="69000"/>
              </a:lnSpc>
            </a:pPr>
            <a:r>
              <a:rPr lang="zh-CN" altLang="en-US" sz="900"/>
              <a:t>如果不是，则需要通过调整某些参数来进一步改进数据库性能</a:t>
            </a:r>
            <a:endParaRPr lang="zh-CN" altLang="en-US" sz="800"/>
          </a:p>
          <a:p>
            <a:pPr>
              <a:lnSpc>
                <a:spcPct val="70000"/>
              </a:lnSpc>
              <a:buFontTx/>
              <a:buNone/>
            </a:pPr>
            <a:r>
              <a:rPr lang="en-US" altLang="zh-CN" sz="700">
                <a:solidFill>
                  <a:schemeClr val="accent2"/>
                </a:solidFill>
              </a:rPr>
              <a:t>⒋</a:t>
            </a:r>
            <a:r>
              <a:rPr lang="zh-CN" altLang="en-US" sz="700">
                <a:solidFill>
                  <a:schemeClr val="accent2"/>
                </a:solidFill>
              </a:rPr>
              <a:t>数据库的重组织和重构造</a:t>
            </a:r>
          </a:p>
          <a:p>
            <a:pPr>
              <a:lnSpc>
                <a:spcPct val="70000"/>
              </a:lnSpc>
              <a:buFontTx/>
              <a:buNone/>
            </a:pPr>
            <a:r>
              <a:rPr lang="en-US" altLang="zh-CN" sz="700"/>
              <a:t>1</a:t>
            </a:r>
            <a:r>
              <a:rPr lang="zh-CN" altLang="en-US" sz="700"/>
              <a:t>）数据库的重组织</a:t>
            </a:r>
          </a:p>
          <a:p>
            <a:pPr lvl="1">
              <a:lnSpc>
                <a:spcPct val="110000"/>
              </a:lnSpc>
            </a:pPr>
            <a:r>
              <a:rPr lang="zh-CN" altLang="en-US" sz="800"/>
              <a:t>为什么要重组织数据库</a:t>
            </a:r>
          </a:p>
          <a:p>
            <a:pPr lvl="2">
              <a:lnSpc>
                <a:spcPct val="110000"/>
              </a:lnSpc>
            </a:pPr>
            <a:r>
              <a:rPr lang="zh-CN" altLang="en-US" sz="900"/>
              <a:t>数据库运行一段时间后，由于记录的不断增、删、改，会使数据库的物理存储变坏，从而降低数据库存储空间的利用率和数据的存取效率，使数据库的性能下降。</a:t>
            </a:r>
          </a:p>
          <a:p>
            <a:pPr lvl="1">
              <a:lnSpc>
                <a:spcPct val="70000"/>
              </a:lnSpc>
            </a:pPr>
            <a:r>
              <a:rPr lang="zh-CN" altLang="en-US" sz="800"/>
              <a:t>重组织的形式</a:t>
            </a:r>
          </a:p>
          <a:p>
            <a:pPr lvl="2">
              <a:lnSpc>
                <a:spcPct val="69000"/>
              </a:lnSpc>
            </a:pPr>
            <a:r>
              <a:rPr lang="zh-CN" altLang="en-US" sz="900"/>
              <a:t>全部重组织</a:t>
            </a:r>
          </a:p>
          <a:p>
            <a:pPr lvl="2">
              <a:lnSpc>
                <a:spcPct val="69000"/>
              </a:lnSpc>
            </a:pPr>
            <a:r>
              <a:rPr lang="zh-CN" altLang="en-US" sz="900"/>
              <a:t>部分重组织</a:t>
            </a:r>
          </a:p>
          <a:p>
            <a:pPr lvl="3">
              <a:lnSpc>
                <a:spcPct val="69000"/>
              </a:lnSpc>
            </a:pPr>
            <a:r>
              <a:rPr lang="zh-CN" altLang="en-US"/>
              <a:t>只对频繁增、删的表进行重组织</a:t>
            </a:r>
          </a:p>
          <a:p>
            <a:pPr lvl="1">
              <a:lnSpc>
                <a:spcPct val="70000"/>
              </a:lnSpc>
            </a:pPr>
            <a:endParaRPr lang="zh-CN" altLang="en-US" sz="800"/>
          </a:p>
          <a:p>
            <a:pPr lvl="1">
              <a:lnSpc>
                <a:spcPct val="70000"/>
              </a:lnSpc>
            </a:pPr>
            <a:r>
              <a:rPr lang="zh-CN" altLang="en-US" sz="800"/>
              <a:t>重组织的目标</a:t>
            </a:r>
            <a:endParaRPr lang="zh-CN" altLang="en-US"/>
          </a:p>
          <a:p>
            <a:pPr lvl="2">
              <a:lnSpc>
                <a:spcPct val="110000"/>
              </a:lnSpc>
            </a:pPr>
            <a:r>
              <a:rPr lang="zh-CN" altLang="en-US" sz="900"/>
              <a:t>提高系统性能</a:t>
            </a:r>
          </a:p>
          <a:p>
            <a:pPr lvl="1">
              <a:lnSpc>
                <a:spcPct val="110000"/>
              </a:lnSpc>
            </a:pPr>
            <a:r>
              <a:rPr lang="zh-CN" altLang="en-US" sz="800"/>
              <a:t>重组织的工作</a:t>
            </a:r>
          </a:p>
          <a:p>
            <a:pPr lvl="2">
              <a:lnSpc>
                <a:spcPct val="110000"/>
              </a:lnSpc>
            </a:pPr>
            <a:r>
              <a:rPr lang="zh-CN" altLang="en-US" sz="900"/>
              <a:t>按原设计要求</a:t>
            </a:r>
          </a:p>
          <a:p>
            <a:pPr lvl="3">
              <a:lnSpc>
                <a:spcPct val="110000"/>
              </a:lnSpc>
            </a:pPr>
            <a:r>
              <a:rPr lang="zh-CN" altLang="en-US" sz="900"/>
              <a:t>重新安排存储位置</a:t>
            </a:r>
          </a:p>
          <a:p>
            <a:pPr lvl="3">
              <a:lnSpc>
                <a:spcPct val="110000"/>
              </a:lnSpc>
            </a:pPr>
            <a:r>
              <a:rPr lang="zh-CN" altLang="en-US" sz="900"/>
              <a:t>回收垃圾</a:t>
            </a:r>
          </a:p>
          <a:p>
            <a:pPr lvl="3">
              <a:lnSpc>
                <a:spcPct val="110000"/>
              </a:lnSpc>
            </a:pPr>
            <a:r>
              <a:rPr lang="zh-CN" altLang="en-US" sz="900"/>
              <a:t>减少指针链</a:t>
            </a:r>
          </a:p>
          <a:p>
            <a:pPr lvl="2">
              <a:lnSpc>
                <a:spcPct val="110000"/>
              </a:lnSpc>
            </a:pPr>
            <a:r>
              <a:rPr lang="zh-CN" altLang="en-US" sz="900"/>
              <a:t>数据库的重组织不会改变原设计的数据逻辑结构和物理结构</a:t>
            </a:r>
          </a:p>
          <a:p>
            <a:pPr lvl="1">
              <a:lnSpc>
                <a:spcPct val="110000"/>
              </a:lnSpc>
            </a:pPr>
            <a:r>
              <a:rPr lang="en-US" altLang="zh-CN" sz="800"/>
              <a:t>DBMS</a:t>
            </a:r>
            <a:r>
              <a:rPr lang="zh-CN" altLang="en-US" sz="800"/>
              <a:t>一般都提供了供重组织数据库使用的实用程序，帮助</a:t>
            </a:r>
            <a:r>
              <a:rPr lang="en-US" altLang="zh-CN" sz="800"/>
              <a:t>DBA</a:t>
            </a:r>
            <a:r>
              <a:rPr lang="zh-CN" altLang="en-US" sz="800"/>
              <a:t>重新组织数据库。</a:t>
            </a:r>
          </a:p>
          <a:p>
            <a:pPr>
              <a:lnSpc>
                <a:spcPct val="70000"/>
              </a:lnSpc>
              <a:buFontTx/>
              <a:buNone/>
            </a:pPr>
            <a:r>
              <a:rPr lang="en-US" altLang="zh-CN" sz="700"/>
              <a:t>2</a:t>
            </a:r>
            <a:r>
              <a:rPr lang="zh-CN" altLang="en-US" sz="700"/>
              <a:t>）数据库的重构造</a:t>
            </a:r>
          </a:p>
          <a:p>
            <a:pPr lvl="1">
              <a:lnSpc>
                <a:spcPct val="70000"/>
              </a:lnSpc>
            </a:pPr>
            <a:r>
              <a:rPr lang="zh-CN" altLang="en-US" sz="800"/>
              <a:t>为什么要进行数据库的重构造</a:t>
            </a:r>
          </a:p>
          <a:p>
            <a:pPr lvl="2">
              <a:lnSpc>
                <a:spcPct val="120000"/>
              </a:lnSpc>
            </a:pPr>
            <a:r>
              <a:rPr lang="zh-CN" altLang="en-US" sz="900"/>
              <a:t>数据库应用环境发生变化，会导致实体及实体间的联系也发生相应的变化，使原有的数据库设计不能很好地满足新的需求</a:t>
            </a:r>
          </a:p>
          <a:p>
            <a:pPr lvl="3">
              <a:lnSpc>
                <a:spcPct val="69000"/>
              </a:lnSpc>
            </a:pPr>
            <a:r>
              <a:rPr lang="zh-CN" altLang="en-US"/>
              <a:t>增加新的应用或新的实体</a:t>
            </a:r>
          </a:p>
          <a:p>
            <a:pPr lvl="3">
              <a:lnSpc>
                <a:spcPct val="69000"/>
              </a:lnSpc>
            </a:pPr>
            <a:r>
              <a:rPr lang="zh-CN" altLang="en-US"/>
              <a:t>取消某些已有应用</a:t>
            </a:r>
          </a:p>
          <a:p>
            <a:pPr lvl="3">
              <a:lnSpc>
                <a:spcPct val="69000"/>
              </a:lnSpc>
            </a:pPr>
            <a:r>
              <a:rPr lang="zh-CN" altLang="en-US"/>
              <a:t>改变某些已有应用</a:t>
            </a:r>
          </a:p>
          <a:p>
            <a:pPr lvl="1">
              <a:lnSpc>
                <a:spcPct val="70000"/>
              </a:lnSpc>
            </a:pPr>
            <a:r>
              <a:rPr lang="zh-CN" altLang="en-US" sz="800"/>
              <a:t>数据库重构造的主要工作</a:t>
            </a:r>
          </a:p>
          <a:p>
            <a:pPr lvl="2">
              <a:lnSpc>
                <a:spcPct val="69000"/>
              </a:lnSpc>
            </a:pPr>
            <a:r>
              <a:rPr lang="zh-CN" altLang="en-US" sz="900"/>
              <a:t>根据新环境调整数据库的模式和内模式</a:t>
            </a:r>
          </a:p>
          <a:p>
            <a:pPr lvl="3">
              <a:lnSpc>
                <a:spcPct val="69000"/>
              </a:lnSpc>
            </a:pPr>
            <a:r>
              <a:rPr lang="zh-CN" altLang="en-US"/>
              <a:t>增加新的数据项</a:t>
            </a:r>
          </a:p>
          <a:p>
            <a:pPr lvl="3">
              <a:lnSpc>
                <a:spcPct val="69000"/>
              </a:lnSpc>
            </a:pPr>
            <a:r>
              <a:rPr lang="zh-CN" altLang="en-US"/>
              <a:t>改变数据项的类型</a:t>
            </a:r>
          </a:p>
          <a:p>
            <a:pPr lvl="3">
              <a:lnSpc>
                <a:spcPct val="69000"/>
              </a:lnSpc>
            </a:pPr>
            <a:r>
              <a:rPr lang="zh-CN" altLang="en-US"/>
              <a:t>改变数据库的容量</a:t>
            </a:r>
          </a:p>
          <a:p>
            <a:pPr lvl="3">
              <a:lnSpc>
                <a:spcPct val="69000"/>
              </a:lnSpc>
            </a:pPr>
            <a:r>
              <a:rPr lang="zh-CN" altLang="en-US"/>
              <a:t>增加或删除索引</a:t>
            </a:r>
          </a:p>
          <a:p>
            <a:pPr lvl="3">
              <a:lnSpc>
                <a:spcPct val="69000"/>
              </a:lnSpc>
            </a:pPr>
            <a:r>
              <a:rPr lang="zh-CN" altLang="en-US"/>
              <a:t>修改完整性约束条件</a:t>
            </a:r>
          </a:p>
          <a:p>
            <a:pPr lvl="1">
              <a:lnSpc>
                <a:spcPct val="70000"/>
              </a:lnSpc>
            </a:pPr>
            <a:r>
              <a:rPr lang="zh-CN" altLang="en-US" sz="800"/>
              <a:t>重构造数据库的程度是有限的</a:t>
            </a:r>
          </a:p>
          <a:p>
            <a:pPr lvl="2">
              <a:lnSpc>
                <a:spcPct val="120000"/>
              </a:lnSpc>
            </a:pPr>
            <a:r>
              <a:rPr lang="zh-CN" altLang="en-US" sz="900"/>
              <a:t>若应用变化太大，已无法通过重构数据库来满足新的需求，或重构数据库的代价太大，则表明现有数据库应用系统的生命周期已经结束，应该重新设计新的数据库系统，开始新数据库应用系统的生命周期了。</a:t>
            </a:r>
            <a:endParaRPr lang="zh-CN" altLang="en-US" sz="8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030">
            <a:extLst>
              <a:ext uri="{FF2B5EF4-FFF2-40B4-BE49-F238E27FC236}">
                <a16:creationId xmlns:a16="http://schemas.microsoft.com/office/drawing/2014/main" id="{10A189EA-8F9D-0146-A8E7-043BAB0B0F3A}"/>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lstStyle>
            <a:lvl1pPr>
              <a:defRPr sz="2500" b="1">
                <a:solidFill>
                  <a:schemeClr val="tx1"/>
                </a:solidFill>
                <a:latin typeface="Times New Roman" panose="02020603050405020304" pitchFamily="18" charset="0"/>
                <a:ea typeface="宋体" panose="02010600030101010101" pitchFamily="2" charset="-122"/>
              </a:defRPr>
            </a:lvl1pPr>
            <a:lvl2pPr marL="742950" indent="-285750">
              <a:defRPr sz="2500" b="1">
                <a:solidFill>
                  <a:schemeClr val="tx1"/>
                </a:solidFill>
                <a:latin typeface="Times New Roman" panose="02020603050405020304" pitchFamily="18" charset="0"/>
                <a:ea typeface="宋体" panose="02010600030101010101" pitchFamily="2" charset="-122"/>
              </a:defRPr>
            </a:lvl2pPr>
            <a:lvl3pPr marL="1143000" indent="-228600">
              <a:defRPr sz="2500" b="1">
                <a:solidFill>
                  <a:schemeClr val="tx1"/>
                </a:solidFill>
                <a:latin typeface="Times New Roman" panose="02020603050405020304" pitchFamily="18" charset="0"/>
                <a:ea typeface="宋体" panose="02010600030101010101" pitchFamily="2" charset="-122"/>
              </a:defRPr>
            </a:lvl3pPr>
            <a:lvl4pPr marL="1600200" indent="-228600">
              <a:defRPr sz="2500" b="1">
                <a:solidFill>
                  <a:schemeClr val="tx1"/>
                </a:solidFill>
                <a:latin typeface="Times New Roman" panose="02020603050405020304" pitchFamily="18" charset="0"/>
                <a:ea typeface="宋体" panose="02010600030101010101" pitchFamily="2" charset="-122"/>
              </a:defRPr>
            </a:lvl4pPr>
            <a:lvl5pPr marL="2057400" indent="-228600">
              <a:defRPr sz="2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500" b="1">
                <a:solidFill>
                  <a:schemeClr val="tx1"/>
                </a:solidFill>
                <a:latin typeface="Times New Roman" panose="02020603050405020304" pitchFamily="18" charset="0"/>
                <a:ea typeface="宋体" panose="02010600030101010101" pitchFamily="2" charset="-122"/>
              </a:defRPr>
            </a:lvl9pPr>
          </a:lstStyle>
          <a:p>
            <a:r>
              <a:rPr lang="zh-CN" altLang="en-US" sz="1200">
                <a:latin typeface="Arial" panose="020B0604020202020204" pitchFamily="34" charset="0"/>
              </a:rPr>
              <a:t>Confidential, for review only</a:t>
            </a:r>
            <a:endParaRPr lang="en-US" altLang="en-US" sz="1200">
              <a:latin typeface="Arial" panose="020B0604020202020204" pitchFamily="34" charset="0"/>
            </a:endParaRPr>
          </a:p>
        </p:txBody>
      </p:sp>
      <p:sp>
        <p:nvSpPr>
          <p:cNvPr id="110595" name="Rectangle 1031">
            <a:extLst>
              <a:ext uri="{FF2B5EF4-FFF2-40B4-BE49-F238E27FC236}">
                <a16:creationId xmlns:a16="http://schemas.microsoft.com/office/drawing/2014/main" id="{1857937E-A772-7942-B9DF-09D10B093F3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lstStyle>
            <a:lvl1pPr>
              <a:defRPr sz="2500" b="1">
                <a:solidFill>
                  <a:schemeClr val="tx1"/>
                </a:solidFill>
                <a:latin typeface="Times New Roman" panose="02020603050405020304" pitchFamily="18" charset="0"/>
                <a:ea typeface="宋体" panose="02010600030101010101" pitchFamily="2" charset="-122"/>
              </a:defRPr>
            </a:lvl1pPr>
            <a:lvl2pPr marL="742950" indent="-285750">
              <a:defRPr sz="2500" b="1">
                <a:solidFill>
                  <a:schemeClr val="tx1"/>
                </a:solidFill>
                <a:latin typeface="Times New Roman" panose="02020603050405020304" pitchFamily="18" charset="0"/>
                <a:ea typeface="宋体" panose="02010600030101010101" pitchFamily="2" charset="-122"/>
              </a:defRPr>
            </a:lvl2pPr>
            <a:lvl3pPr marL="1143000" indent="-228600">
              <a:defRPr sz="2500" b="1">
                <a:solidFill>
                  <a:schemeClr val="tx1"/>
                </a:solidFill>
                <a:latin typeface="Times New Roman" panose="02020603050405020304" pitchFamily="18" charset="0"/>
                <a:ea typeface="宋体" panose="02010600030101010101" pitchFamily="2" charset="-122"/>
              </a:defRPr>
            </a:lvl3pPr>
            <a:lvl4pPr marL="1600200" indent="-228600">
              <a:defRPr sz="2500" b="1">
                <a:solidFill>
                  <a:schemeClr val="tx1"/>
                </a:solidFill>
                <a:latin typeface="Times New Roman" panose="02020603050405020304" pitchFamily="18" charset="0"/>
                <a:ea typeface="宋体" panose="02010600030101010101" pitchFamily="2" charset="-122"/>
              </a:defRPr>
            </a:lvl4pPr>
            <a:lvl5pPr marL="2057400" indent="-228600">
              <a:defRPr sz="2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500" b="1">
                <a:solidFill>
                  <a:schemeClr val="tx1"/>
                </a:solidFill>
                <a:latin typeface="Times New Roman" panose="02020603050405020304" pitchFamily="18" charset="0"/>
                <a:ea typeface="宋体" panose="02010600030101010101" pitchFamily="2" charset="-122"/>
              </a:defRPr>
            </a:lvl9pPr>
          </a:lstStyle>
          <a:p>
            <a:fld id="{05465440-4583-C84E-92AF-78AAD4086F4E}" type="slidenum">
              <a:rPr lang="zh-CN" altLang="en-US" sz="1200">
                <a:latin typeface="Arial" panose="020B0604020202020204" pitchFamily="34" charset="0"/>
              </a:rPr>
              <a:pPr/>
              <a:t>70</a:t>
            </a:fld>
            <a:endParaRPr lang="en-US" altLang="zh-CN" sz="1200">
              <a:latin typeface="Arial" panose="020B0604020202020204" pitchFamily="34" charset="0"/>
            </a:endParaRPr>
          </a:p>
        </p:txBody>
      </p:sp>
      <p:sp>
        <p:nvSpPr>
          <p:cNvPr id="110596" name="Rectangle 2">
            <a:extLst>
              <a:ext uri="{FF2B5EF4-FFF2-40B4-BE49-F238E27FC236}">
                <a16:creationId xmlns:a16="http://schemas.microsoft.com/office/drawing/2014/main" id="{52F65F0C-8B99-8945-B4E2-69D1A5714C2B}"/>
              </a:ext>
            </a:extLst>
          </p:cNvPr>
          <p:cNvSpPr>
            <a:spLocks noGrp="1" noRot="1" noChangeAspect="1" noChangeArrowheads="1" noTextEdit="1"/>
          </p:cNvSpPr>
          <p:nvPr>
            <p:ph type="sldImg"/>
          </p:nvPr>
        </p:nvSpPr>
        <p:spPr>
          <a:xfrm>
            <a:off x="3103563" y="514350"/>
            <a:ext cx="3714750" cy="2571750"/>
          </a:xfrm>
          <a:ln/>
        </p:spPr>
      </p:sp>
      <p:sp>
        <p:nvSpPr>
          <p:cNvPr id="110597" name="Rectangle 3">
            <a:extLst>
              <a:ext uri="{FF2B5EF4-FFF2-40B4-BE49-F238E27FC236}">
                <a16:creationId xmlns:a16="http://schemas.microsoft.com/office/drawing/2014/main" id="{22B85C55-3D4D-CC42-91A3-90910B2EA257}"/>
              </a:ext>
            </a:extLst>
          </p:cNvPr>
          <p:cNvSpPr>
            <a:spLocks noGrp="1" noChangeArrowheads="1"/>
          </p:cNvSpPr>
          <p:nvPr>
            <p:ph type="body" idx="1"/>
          </p:nvPr>
        </p:nvSpPr>
        <p:spPr>
          <a:xfrm>
            <a:off x="1322388" y="3255963"/>
            <a:ext cx="7278687" cy="30861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lstStyle/>
          <a:p>
            <a:endParaRPr lang="zh-TW" altLang="en-US"/>
          </a:p>
        </p:txBody>
      </p:sp>
    </p:spTree>
    <p:extLst>
      <p:ext uri="{BB962C8B-B14F-4D97-AF65-F5344CB8AC3E}">
        <p14:creationId xmlns:p14="http://schemas.microsoft.com/office/powerpoint/2010/main" val="18072888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5475" name="Rectangle 3"/>
          <p:cNvSpPr>
            <a:spLocks noGrp="1" noChangeArrowheads="1"/>
          </p:cNvSpPr>
          <p:nvPr>
            <p:ph type="subTitle" sz="quarter" idx="1"/>
          </p:nvPr>
        </p:nvSpPr>
        <p:spPr>
          <a:xfrm>
            <a:off x="2146300" y="3505200"/>
            <a:ext cx="5745163" cy="976313"/>
          </a:xfrm>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1"/>
                  </a:outerShdw>
                </a:effectLst>
              </a14:hiddenEffects>
            </a:ext>
          </a:extLst>
        </p:spPr>
        <p:txBody>
          <a:bodyPr/>
          <a:lstStyle>
            <a:lvl1pPr marL="0" indent="0" algn="ctr">
              <a:lnSpc>
                <a:spcPct val="95000"/>
              </a:lnSpc>
              <a:spcBef>
                <a:spcPct val="10000"/>
              </a:spcBef>
              <a:buFont typeface="Wingdings" pitchFamily="2" charset="2"/>
              <a:buNone/>
              <a:defRPr sz="3200">
                <a:solidFill>
                  <a:srgbClr val="C1C4DD"/>
                </a:solidFill>
              </a:defRPr>
            </a:lvl1pPr>
          </a:lstStyle>
          <a:p>
            <a:pPr lvl="0"/>
            <a:r>
              <a:rPr lang="en-US" altLang="en-US" noProof="0"/>
              <a:t>Speaker’s Name,</a:t>
            </a:r>
          </a:p>
          <a:p>
            <a:pPr lvl="0"/>
            <a:r>
              <a:rPr lang="en-US" altLang="en-US" noProof="0"/>
              <a:t>Speaker’s Title</a:t>
            </a:r>
          </a:p>
        </p:txBody>
      </p:sp>
      <p:sp>
        <p:nvSpPr>
          <p:cNvPr id="105476" name="Rectangle 4"/>
          <p:cNvSpPr>
            <a:spLocks noGrp="1" noChangeArrowheads="1"/>
          </p:cNvSpPr>
          <p:nvPr>
            <p:ph type="ctrTitle" sz="quarter"/>
          </p:nvPr>
        </p:nvSpPr>
        <p:spPr>
          <a:xfrm>
            <a:off x="1096963" y="2136775"/>
            <a:ext cx="7608887" cy="1968500"/>
          </a:xfrm>
          <a:effectLst/>
          <a:extLst>
            <a:ext uri="{AF507438-7753-43E0-B8FC-AC1667EBCBE1}">
              <a14:hiddenEffects xmlns:a14="http://schemas.microsoft.com/office/drawing/2010/main">
                <a:effectLst>
                  <a:outerShdw dist="17961" dir="2700000" algn="ctr" rotWithShape="0">
                    <a:schemeClr val="bg1"/>
                  </a:outerShdw>
                </a:effectLst>
              </a14:hiddenEffects>
            </a:ext>
          </a:extLst>
        </p:spPr>
        <p:txBody>
          <a:bodyPr anchor="t"/>
          <a:lstStyle>
            <a:lvl1pPr algn="ctr">
              <a:lnSpc>
                <a:spcPct val="95000"/>
              </a:lnSpc>
              <a:buClr>
                <a:schemeClr val="folHlink"/>
              </a:buClr>
              <a:buSzPct val="95000"/>
              <a:defRPr sz="6800"/>
            </a:lvl1pPr>
          </a:lstStyle>
          <a:p>
            <a:pPr lvl="0"/>
            <a:r>
              <a:rPr lang="en-US" altLang="en-US" noProof="0"/>
              <a:t>Click to edit Master title style</a:t>
            </a:r>
          </a:p>
        </p:txBody>
      </p:sp>
    </p:spTree>
    <p:extLst>
      <p:ext uri="{BB962C8B-B14F-4D97-AF65-F5344CB8AC3E}">
        <p14:creationId xmlns:p14="http://schemas.microsoft.com/office/powerpoint/2010/main" val="2708716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a:extLst>
              <a:ext uri="{FF2B5EF4-FFF2-40B4-BE49-F238E27FC236}">
                <a16:creationId xmlns:a16="http://schemas.microsoft.com/office/drawing/2014/main" id="{D334EAA5-6DF1-7548-BE83-2D855DBED130}"/>
              </a:ext>
            </a:extLst>
          </p:cNvPr>
          <p:cNvSpPr>
            <a:spLocks noGrp="1" noChangeArrowheads="1"/>
          </p:cNvSpPr>
          <p:nvPr>
            <p:ph type="sldNum" sz="quarter" idx="10"/>
          </p:nvPr>
        </p:nvSpPr>
        <p:spPr>
          <a:ln/>
        </p:spPr>
        <p:txBody>
          <a:bodyPr/>
          <a:lstStyle>
            <a:lvl1pPr>
              <a:defRPr/>
            </a:lvl1pPr>
          </a:lstStyle>
          <a:p>
            <a:pPr>
              <a:defRPr/>
            </a:pPr>
            <a:fld id="{17B052D0-25A8-6147-BE2A-CFF35521BA6B}" type="slidenum">
              <a:rPr lang="zh-CN" altLang="en-US"/>
              <a:pPr>
                <a:defRPr/>
              </a:pPr>
              <a:t>‹#›</a:t>
            </a:fld>
            <a:endParaRPr lang="en-US" altLang="zh-CN"/>
          </a:p>
        </p:txBody>
      </p:sp>
      <p:sp>
        <p:nvSpPr>
          <p:cNvPr id="5" name="Rectangle 7">
            <a:extLst>
              <a:ext uri="{FF2B5EF4-FFF2-40B4-BE49-F238E27FC236}">
                <a16:creationId xmlns:a16="http://schemas.microsoft.com/office/drawing/2014/main" id="{C796406B-2C6C-BE4C-99BB-6B8E9204B887}"/>
              </a:ext>
            </a:extLst>
          </p:cNvPr>
          <p:cNvSpPr>
            <a:spLocks noGrp="1" noChangeArrowheads="1"/>
          </p:cNvSpPr>
          <p:nvPr>
            <p:ph type="dt" sz="half" idx="11"/>
          </p:nvPr>
        </p:nvSpPr>
        <p:spPr>
          <a:ln/>
        </p:spPr>
        <p:txBody>
          <a:bodyPr/>
          <a:lstStyle>
            <a:lvl1pPr>
              <a:defRPr/>
            </a:lvl1pPr>
          </a:lstStyle>
          <a:p>
            <a:pPr>
              <a:defRPr/>
            </a:pPr>
            <a:fld id="{340411C7-A602-3A48-ABB3-AFCDBE70E571}" type="datetime1">
              <a:rPr lang="zh-CN" altLang="en-US"/>
              <a:pPr>
                <a:defRPr/>
              </a:pPr>
              <a:t>2023/5/16</a:t>
            </a:fld>
            <a:endParaRPr lang="en-US" altLang="zh-CN" sz="1000"/>
          </a:p>
        </p:txBody>
      </p:sp>
    </p:spTree>
    <p:extLst>
      <p:ext uri="{BB962C8B-B14F-4D97-AF65-F5344CB8AC3E}">
        <p14:creationId xmlns:p14="http://schemas.microsoft.com/office/powerpoint/2010/main" val="1387049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4201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8">
            <a:extLst>
              <a:ext uri="{FF2B5EF4-FFF2-40B4-BE49-F238E27FC236}">
                <a16:creationId xmlns:a16="http://schemas.microsoft.com/office/drawing/2014/main" id="{4DAE1A1C-199B-7342-A343-C2F78A44B394}"/>
              </a:ext>
            </a:extLst>
          </p:cNvPr>
          <p:cNvSpPr>
            <a:spLocks noGrp="1" noChangeArrowheads="1"/>
          </p:cNvSpPr>
          <p:nvPr>
            <p:ph type="sldNum" sz="quarter" idx="10"/>
          </p:nvPr>
        </p:nvSpPr>
        <p:spPr>
          <a:ln/>
        </p:spPr>
        <p:txBody>
          <a:bodyPr/>
          <a:lstStyle>
            <a:lvl1pPr>
              <a:defRPr/>
            </a:lvl1pPr>
          </a:lstStyle>
          <a:p>
            <a:pPr>
              <a:defRPr/>
            </a:pPr>
            <a:fld id="{64CD7F49-6411-4B48-A57C-E97B2A0DAC5E}" type="slidenum">
              <a:rPr lang="zh-CN" altLang="en-US"/>
              <a:pPr>
                <a:defRPr/>
              </a:pPr>
              <a:t>‹#›</a:t>
            </a:fld>
            <a:endParaRPr lang="en-US" altLang="zh-CN"/>
          </a:p>
        </p:txBody>
      </p:sp>
      <p:sp>
        <p:nvSpPr>
          <p:cNvPr id="5" name="Rectangle 7">
            <a:extLst>
              <a:ext uri="{FF2B5EF4-FFF2-40B4-BE49-F238E27FC236}">
                <a16:creationId xmlns:a16="http://schemas.microsoft.com/office/drawing/2014/main" id="{F9AEFFD7-97B6-524E-B142-CBA11D0D326E}"/>
              </a:ext>
            </a:extLst>
          </p:cNvPr>
          <p:cNvSpPr>
            <a:spLocks noGrp="1" noChangeArrowheads="1"/>
          </p:cNvSpPr>
          <p:nvPr>
            <p:ph type="dt" sz="half" idx="11"/>
          </p:nvPr>
        </p:nvSpPr>
        <p:spPr>
          <a:ln/>
        </p:spPr>
        <p:txBody>
          <a:bodyPr/>
          <a:lstStyle>
            <a:lvl1pPr>
              <a:defRPr/>
            </a:lvl1pPr>
          </a:lstStyle>
          <a:p>
            <a:pPr>
              <a:defRPr/>
            </a:pPr>
            <a:fld id="{091546C5-CD83-B148-BF52-D7183707F32D}" type="datetime1">
              <a:rPr lang="zh-CN" altLang="en-US"/>
              <a:pPr>
                <a:defRPr/>
              </a:pPr>
              <a:t>2023/5/16</a:t>
            </a:fld>
            <a:endParaRPr lang="en-US" altLang="zh-CN" sz="1000"/>
          </a:p>
        </p:txBody>
      </p:sp>
    </p:spTree>
    <p:extLst>
      <p:ext uri="{BB962C8B-B14F-4D97-AF65-F5344CB8AC3E}">
        <p14:creationId xmlns:p14="http://schemas.microsoft.com/office/powerpoint/2010/main" val="2476392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50875" y="1143000"/>
            <a:ext cx="4333875" cy="251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37150" y="1143000"/>
            <a:ext cx="4333875" cy="251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a:extLst>
              <a:ext uri="{FF2B5EF4-FFF2-40B4-BE49-F238E27FC236}">
                <a16:creationId xmlns:a16="http://schemas.microsoft.com/office/drawing/2014/main" id="{0A262BEE-8FD9-0F4E-803E-05B506D0728E}"/>
              </a:ext>
            </a:extLst>
          </p:cNvPr>
          <p:cNvSpPr>
            <a:spLocks noGrp="1" noChangeArrowheads="1"/>
          </p:cNvSpPr>
          <p:nvPr>
            <p:ph type="sldNum" sz="quarter" idx="10"/>
          </p:nvPr>
        </p:nvSpPr>
        <p:spPr>
          <a:ln/>
        </p:spPr>
        <p:txBody>
          <a:bodyPr/>
          <a:lstStyle>
            <a:lvl1pPr>
              <a:defRPr/>
            </a:lvl1pPr>
          </a:lstStyle>
          <a:p>
            <a:pPr>
              <a:defRPr/>
            </a:pPr>
            <a:fld id="{1FE10D9A-83CA-4145-A31A-3F1F1C77429E}" type="slidenum">
              <a:rPr lang="zh-CN" altLang="en-US"/>
              <a:pPr>
                <a:defRPr/>
              </a:pPr>
              <a:t>‹#›</a:t>
            </a:fld>
            <a:endParaRPr lang="en-US" altLang="zh-CN"/>
          </a:p>
        </p:txBody>
      </p:sp>
      <p:sp>
        <p:nvSpPr>
          <p:cNvPr id="6" name="Rectangle 7">
            <a:extLst>
              <a:ext uri="{FF2B5EF4-FFF2-40B4-BE49-F238E27FC236}">
                <a16:creationId xmlns:a16="http://schemas.microsoft.com/office/drawing/2014/main" id="{99E2CB0B-93F7-B34E-BD9A-EA9F045BF1AD}"/>
              </a:ext>
            </a:extLst>
          </p:cNvPr>
          <p:cNvSpPr>
            <a:spLocks noGrp="1" noChangeArrowheads="1"/>
          </p:cNvSpPr>
          <p:nvPr>
            <p:ph type="dt" sz="half" idx="11"/>
          </p:nvPr>
        </p:nvSpPr>
        <p:spPr>
          <a:ln/>
        </p:spPr>
        <p:txBody>
          <a:bodyPr/>
          <a:lstStyle>
            <a:lvl1pPr>
              <a:defRPr/>
            </a:lvl1pPr>
          </a:lstStyle>
          <a:p>
            <a:pPr>
              <a:defRPr/>
            </a:pPr>
            <a:fld id="{582A4A45-92F8-9C44-B49D-585F0C0CDB54}" type="datetime1">
              <a:rPr lang="zh-CN" altLang="en-US"/>
              <a:pPr>
                <a:defRPr/>
              </a:pPr>
              <a:t>2023/5/16</a:t>
            </a:fld>
            <a:endParaRPr lang="en-US" altLang="zh-CN" sz="1000"/>
          </a:p>
        </p:txBody>
      </p:sp>
    </p:spTree>
    <p:extLst>
      <p:ext uri="{BB962C8B-B14F-4D97-AF65-F5344CB8AC3E}">
        <p14:creationId xmlns:p14="http://schemas.microsoft.com/office/powerpoint/2010/main" val="3966165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a:extLst>
              <a:ext uri="{FF2B5EF4-FFF2-40B4-BE49-F238E27FC236}">
                <a16:creationId xmlns:a16="http://schemas.microsoft.com/office/drawing/2014/main" id="{E1321856-8347-C648-9952-1E34BB5836B4}"/>
              </a:ext>
            </a:extLst>
          </p:cNvPr>
          <p:cNvSpPr>
            <a:spLocks noGrp="1" noChangeArrowheads="1"/>
          </p:cNvSpPr>
          <p:nvPr>
            <p:ph type="sldNum" sz="quarter" idx="10"/>
          </p:nvPr>
        </p:nvSpPr>
        <p:spPr>
          <a:ln/>
        </p:spPr>
        <p:txBody>
          <a:bodyPr/>
          <a:lstStyle>
            <a:lvl1pPr>
              <a:defRPr/>
            </a:lvl1pPr>
          </a:lstStyle>
          <a:p>
            <a:pPr>
              <a:defRPr/>
            </a:pPr>
            <a:fld id="{1E3CC886-8110-3044-8CE3-5B3AD8098A67}" type="slidenum">
              <a:rPr lang="zh-CN" altLang="en-US"/>
              <a:pPr>
                <a:defRPr/>
              </a:pPr>
              <a:t>‹#›</a:t>
            </a:fld>
            <a:endParaRPr lang="en-US" altLang="zh-CN"/>
          </a:p>
        </p:txBody>
      </p:sp>
      <p:sp>
        <p:nvSpPr>
          <p:cNvPr id="8" name="Rectangle 7">
            <a:extLst>
              <a:ext uri="{FF2B5EF4-FFF2-40B4-BE49-F238E27FC236}">
                <a16:creationId xmlns:a16="http://schemas.microsoft.com/office/drawing/2014/main" id="{375ACABE-52F3-CE4F-8216-B03392A6188F}"/>
              </a:ext>
            </a:extLst>
          </p:cNvPr>
          <p:cNvSpPr>
            <a:spLocks noGrp="1" noChangeArrowheads="1"/>
          </p:cNvSpPr>
          <p:nvPr>
            <p:ph type="dt" sz="half" idx="11"/>
          </p:nvPr>
        </p:nvSpPr>
        <p:spPr>
          <a:ln/>
        </p:spPr>
        <p:txBody>
          <a:bodyPr/>
          <a:lstStyle>
            <a:lvl1pPr>
              <a:defRPr/>
            </a:lvl1pPr>
          </a:lstStyle>
          <a:p>
            <a:pPr>
              <a:defRPr/>
            </a:pPr>
            <a:fld id="{AC65E7A1-9D73-EA4C-ABFD-2389AA351E2E}" type="datetime1">
              <a:rPr lang="zh-CN" altLang="en-US"/>
              <a:pPr>
                <a:defRPr/>
              </a:pPr>
              <a:t>2023/5/16</a:t>
            </a:fld>
            <a:endParaRPr lang="en-US" altLang="zh-CN" sz="1000"/>
          </a:p>
        </p:txBody>
      </p:sp>
    </p:spTree>
    <p:extLst>
      <p:ext uri="{BB962C8B-B14F-4D97-AF65-F5344CB8AC3E}">
        <p14:creationId xmlns:p14="http://schemas.microsoft.com/office/powerpoint/2010/main" val="213957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a:extLst>
              <a:ext uri="{FF2B5EF4-FFF2-40B4-BE49-F238E27FC236}">
                <a16:creationId xmlns:a16="http://schemas.microsoft.com/office/drawing/2014/main" id="{EE152255-1B7A-E34E-8042-CD5592471F8A}"/>
              </a:ext>
            </a:extLst>
          </p:cNvPr>
          <p:cNvSpPr>
            <a:spLocks noGrp="1" noChangeArrowheads="1"/>
          </p:cNvSpPr>
          <p:nvPr>
            <p:ph type="sldNum" sz="quarter" idx="10"/>
          </p:nvPr>
        </p:nvSpPr>
        <p:spPr>
          <a:ln/>
        </p:spPr>
        <p:txBody>
          <a:bodyPr/>
          <a:lstStyle>
            <a:lvl1pPr>
              <a:defRPr/>
            </a:lvl1pPr>
          </a:lstStyle>
          <a:p>
            <a:pPr>
              <a:defRPr/>
            </a:pPr>
            <a:fld id="{EB3BF78B-1687-1D4D-8757-85F14B312500}" type="slidenum">
              <a:rPr lang="zh-CN" altLang="en-US"/>
              <a:pPr>
                <a:defRPr/>
              </a:pPr>
              <a:t>‹#›</a:t>
            </a:fld>
            <a:endParaRPr lang="en-US" altLang="zh-CN"/>
          </a:p>
        </p:txBody>
      </p:sp>
      <p:sp>
        <p:nvSpPr>
          <p:cNvPr id="4" name="Rectangle 7">
            <a:extLst>
              <a:ext uri="{FF2B5EF4-FFF2-40B4-BE49-F238E27FC236}">
                <a16:creationId xmlns:a16="http://schemas.microsoft.com/office/drawing/2014/main" id="{4623FE93-1645-0B4D-A425-7EEB14B90D1C}"/>
              </a:ext>
            </a:extLst>
          </p:cNvPr>
          <p:cNvSpPr>
            <a:spLocks noGrp="1" noChangeArrowheads="1"/>
          </p:cNvSpPr>
          <p:nvPr>
            <p:ph type="dt" sz="half" idx="11"/>
          </p:nvPr>
        </p:nvSpPr>
        <p:spPr>
          <a:ln/>
        </p:spPr>
        <p:txBody>
          <a:bodyPr/>
          <a:lstStyle>
            <a:lvl1pPr>
              <a:defRPr/>
            </a:lvl1pPr>
          </a:lstStyle>
          <a:p>
            <a:pPr>
              <a:defRPr/>
            </a:pPr>
            <a:fld id="{6F4C4D90-C610-2B45-B233-F3E6332D3646}" type="datetime1">
              <a:rPr lang="zh-CN" altLang="en-US"/>
              <a:pPr>
                <a:defRPr/>
              </a:pPr>
              <a:t>2023/5/16</a:t>
            </a:fld>
            <a:endParaRPr lang="en-US" altLang="zh-CN" sz="1000"/>
          </a:p>
        </p:txBody>
      </p:sp>
    </p:spTree>
    <p:extLst>
      <p:ext uri="{BB962C8B-B14F-4D97-AF65-F5344CB8AC3E}">
        <p14:creationId xmlns:p14="http://schemas.microsoft.com/office/powerpoint/2010/main" val="4012808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8A099E15-00EA-B84F-BE62-E1B2BF251817}"/>
              </a:ext>
            </a:extLst>
          </p:cNvPr>
          <p:cNvSpPr>
            <a:spLocks noGrp="1" noChangeArrowheads="1"/>
          </p:cNvSpPr>
          <p:nvPr>
            <p:ph type="sldNum" sz="quarter" idx="10"/>
          </p:nvPr>
        </p:nvSpPr>
        <p:spPr>
          <a:ln/>
        </p:spPr>
        <p:txBody>
          <a:bodyPr/>
          <a:lstStyle>
            <a:lvl1pPr>
              <a:defRPr/>
            </a:lvl1pPr>
          </a:lstStyle>
          <a:p>
            <a:pPr>
              <a:defRPr/>
            </a:pPr>
            <a:fld id="{CE32EE15-2586-C541-9549-BB304DAC1501}" type="slidenum">
              <a:rPr lang="zh-CN" altLang="en-US"/>
              <a:pPr>
                <a:defRPr/>
              </a:pPr>
              <a:t>‹#›</a:t>
            </a:fld>
            <a:endParaRPr lang="en-US" altLang="zh-CN"/>
          </a:p>
        </p:txBody>
      </p:sp>
      <p:sp>
        <p:nvSpPr>
          <p:cNvPr id="3" name="Rectangle 7">
            <a:extLst>
              <a:ext uri="{FF2B5EF4-FFF2-40B4-BE49-F238E27FC236}">
                <a16:creationId xmlns:a16="http://schemas.microsoft.com/office/drawing/2014/main" id="{998085AA-76B8-4944-A5DE-D22E48D0443F}"/>
              </a:ext>
            </a:extLst>
          </p:cNvPr>
          <p:cNvSpPr>
            <a:spLocks noGrp="1" noChangeArrowheads="1"/>
          </p:cNvSpPr>
          <p:nvPr>
            <p:ph type="dt" sz="half" idx="11"/>
          </p:nvPr>
        </p:nvSpPr>
        <p:spPr>
          <a:ln/>
        </p:spPr>
        <p:txBody>
          <a:bodyPr/>
          <a:lstStyle>
            <a:lvl1pPr>
              <a:defRPr/>
            </a:lvl1pPr>
          </a:lstStyle>
          <a:p>
            <a:pPr>
              <a:defRPr/>
            </a:pPr>
            <a:fld id="{B35DD0E6-AFED-AE42-BDE8-8CD926C41A17}" type="datetime1">
              <a:rPr lang="zh-CN" altLang="en-US"/>
              <a:pPr>
                <a:defRPr/>
              </a:pPr>
              <a:t>2023/5/16</a:t>
            </a:fld>
            <a:endParaRPr lang="en-US" altLang="zh-CN" sz="1000"/>
          </a:p>
        </p:txBody>
      </p:sp>
    </p:spTree>
    <p:extLst>
      <p:ext uri="{BB962C8B-B14F-4D97-AF65-F5344CB8AC3E}">
        <p14:creationId xmlns:p14="http://schemas.microsoft.com/office/powerpoint/2010/main" val="4181676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a:extLst>
              <a:ext uri="{FF2B5EF4-FFF2-40B4-BE49-F238E27FC236}">
                <a16:creationId xmlns:a16="http://schemas.microsoft.com/office/drawing/2014/main" id="{9DE1BC70-6484-4A45-AA70-CCB161EF3F9B}"/>
              </a:ext>
            </a:extLst>
          </p:cNvPr>
          <p:cNvSpPr>
            <a:spLocks noGrp="1" noChangeArrowheads="1"/>
          </p:cNvSpPr>
          <p:nvPr>
            <p:ph type="sldNum" sz="quarter" idx="10"/>
          </p:nvPr>
        </p:nvSpPr>
        <p:spPr>
          <a:ln/>
        </p:spPr>
        <p:txBody>
          <a:bodyPr/>
          <a:lstStyle>
            <a:lvl1pPr>
              <a:defRPr/>
            </a:lvl1pPr>
          </a:lstStyle>
          <a:p>
            <a:pPr>
              <a:defRPr/>
            </a:pPr>
            <a:fld id="{82851E9B-DCE5-0042-9054-1EFF8D460ED7}" type="slidenum">
              <a:rPr lang="zh-CN" altLang="en-US"/>
              <a:pPr>
                <a:defRPr/>
              </a:pPr>
              <a:t>‹#›</a:t>
            </a:fld>
            <a:endParaRPr lang="en-US" altLang="zh-CN"/>
          </a:p>
        </p:txBody>
      </p:sp>
      <p:sp>
        <p:nvSpPr>
          <p:cNvPr id="6" name="Rectangle 7">
            <a:extLst>
              <a:ext uri="{FF2B5EF4-FFF2-40B4-BE49-F238E27FC236}">
                <a16:creationId xmlns:a16="http://schemas.microsoft.com/office/drawing/2014/main" id="{9F57DC11-71A6-EE43-96FE-26562CDBFBD8}"/>
              </a:ext>
            </a:extLst>
          </p:cNvPr>
          <p:cNvSpPr>
            <a:spLocks noGrp="1" noChangeArrowheads="1"/>
          </p:cNvSpPr>
          <p:nvPr>
            <p:ph type="dt" sz="half" idx="11"/>
          </p:nvPr>
        </p:nvSpPr>
        <p:spPr>
          <a:ln/>
        </p:spPr>
        <p:txBody>
          <a:bodyPr/>
          <a:lstStyle>
            <a:lvl1pPr>
              <a:defRPr/>
            </a:lvl1pPr>
          </a:lstStyle>
          <a:p>
            <a:pPr>
              <a:defRPr/>
            </a:pPr>
            <a:fld id="{26C684AE-34E5-4840-892C-89BE723B9038}" type="datetime1">
              <a:rPr lang="zh-CN" altLang="en-US"/>
              <a:pPr>
                <a:defRPr/>
              </a:pPr>
              <a:t>2023/5/16</a:t>
            </a:fld>
            <a:endParaRPr lang="en-US" altLang="zh-CN" sz="1000"/>
          </a:p>
        </p:txBody>
      </p:sp>
    </p:spTree>
    <p:extLst>
      <p:ext uri="{BB962C8B-B14F-4D97-AF65-F5344CB8AC3E}">
        <p14:creationId xmlns:p14="http://schemas.microsoft.com/office/powerpoint/2010/main" val="1142857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a:extLst>
              <a:ext uri="{FF2B5EF4-FFF2-40B4-BE49-F238E27FC236}">
                <a16:creationId xmlns:a16="http://schemas.microsoft.com/office/drawing/2014/main" id="{F1452955-C80C-D143-A619-F7A122DC0A91}"/>
              </a:ext>
            </a:extLst>
          </p:cNvPr>
          <p:cNvSpPr>
            <a:spLocks noGrp="1" noChangeArrowheads="1"/>
          </p:cNvSpPr>
          <p:nvPr>
            <p:ph type="sldNum" sz="quarter" idx="10"/>
          </p:nvPr>
        </p:nvSpPr>
        <p:spPr>
          <a:ln/>
        </p:spPr>
        <p:txBody>
          <a:bodyPr/>
          <a:lstStyle>
            <a:lvl1pPr>
              <a:defRPr/>
            </a:lvl1pPr>
          </a:lstStyle>
          <a:p>
            <a:pPr>
              <a:defRPr/>
            </a:pPr>
            <a:fld id="{E38859FB-0F4B-C04F-A5B2-932F2CF69072}" type="slidenum">
              <a:rPr lang="zh-CN" altLang="en-US"/>
              <a:pPr>
                <a:defRPr/>
              </a:pPr>
              <a:t>‹#›</a:t>
            </a:fld>
            <a:endParaRPr lang="en-US" altLang="zh-CN"/>
          </a:p>
        </p:txBody>
      </p:sp>
      <p:sp>
        <p:nvSpPr>
          <p:cNvPr id="6" name="Rectangle 7">
            <a:extLst>
              <a:ext uri="{FF2B5EF4-FFF2-40B4-BE49-F238E27FC236}">
                <a16:creationId xmlns:a16="http://schemas.microsoft.com/office/drawing/2014/main" id="{7ABF6F0E-21A6-B247-8573-7B4744CE2104}"/>
              </a:ext>
            </a:extLst>
          </p:cNvPr>
          <p:cNvSpPr>
            <a:spLocks noGrp="1" noChangeArrowheads="1"/>
          </p:cNvSpPr>
          <p:nvPr>
            <p:ph type="dt" sz="half" idx="11"/>
          </p:nvPr>
        </p:nvSpPr>
        <p:spPr>
          <a:ln/>
        </p:spPr>
        <p:txBody>
          <a:bodyPr/>
          <a:lstStyle>
            <a:lvl1pPr>
              <a:defRPr/>
            </a:lvl1pPr>
          </a:lstStyle>
          <a:p>
            <a:pPr>
              <a:defRPr/>
            </a:pPr>
            <a:fld id="{3CE210B3-3E69-BD43-9613-5C818942FBEA}" type="datetime1">
              <a:rPr lang="zh-CN" altLang="en-US"/>
              <a:pPr>
                <a:defRPr/>
              </a:pPr>
              <a:t>2023/5/16</a:t>
            </a:fld>
            <a:endParaRPr lang="en-US" altLang="zh-CN" sz="1000"/>
          </a:p>
        </p:txBody>
      </p:sp>
    </p:spTree>
    <p:extLst>
      <p:ext uri="{BB962C8B-B14F-4D97-AF65-F5344CB8AC3E}">
        <p14:creationId xmlns:p14="http://schemas.microsoft.com/office/powerpoint/2010/main" val="414188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a:extLst>
              <a:ext uri="{FF2B5EF4-FFF2-40B4-BE49-F238E27FC236}">
                <a16:creationId xmlns:a16="http://schemas.microsoft.com/office/drawing/2014/main" id="{1C39975D-4E08-6B40-A3FA-94F5D891C92D}"/>
              </a:ext>
            </a:extLst>
          </p:cNvPr>
          <p:cNvSpPr>
            <a:spLocks noGrp="1" noChangeArrowheads="1"/>
          </p:cNvSpPr>
          <p:nvPr>
            <p:ph type="sldNum" sz="quarter" idx="10"/>
          </p:nvPr>
        </p:nvSpPr>
        <p:spPr>
          <a:ln/>
        </p:spPr>
        <p:txBody>
          <a:bodyPr/>
          <a:lstStyle>
            <a:lvl1pPr>
              <a:defRPr/>
            </a:lvl1pPr>
          </a:lstStyle>
          <a:p>
            <a:pPr>
              <a:defRPr/>
            </a:pPr>
            <a:fld id="{E0EE6564-8B1F-244B-9D5D-7E04D952FB72}" type="slidenum">
              <a:rPr lang="zh-CN" altLang="en-US"/>
              <a:pPr>
                <a:defRPr/>
              </a:pPr>
              <a:t>‹#›</a:t>
            </a:fld>
            <a:endParaRPr lang="en-US" altLang="zh-CN"/>
          </a:p>
        </p:txBody>
      </p:sp>
      <p:sp>
        <p:nvSpPr>
          <p:cNvPr id="5" name="Rectangle 7">
            <a:extLst>
              <a:ext uri="{FF2B5EF4-FFF2-40B4-BE49-F238E27FC236}">
                <a16:creationId xmlns:a16="http://schemas.microsoft.com/office/drawing/2014/main" id="{37FE8BA5-6FE8-2143-ACF9-0E89AF96B97B}"/>
              </a:ext>
            </a:extLst>
          </p:cNvPr>
          <p:cNvSpPr>
            <a:spLocks noGrp="1" noChangeArrowheads="1"/>
          </p:cNvSpPr>
          <p:nvPr>
            <p:ph type="dt" sz="half" idx="11"/>
          </p:nvPr>
        </p:nvSpPr>
        <p:spPr>
          <a:ln/>
        </p:spPr>
        <p:txBody>
          <a:bodyPr/>
          <a:lstStyle>
            <a:lvl1pPr>
              <a:defRPr/>
            </a:lvl1pPr>
          </a:lstStyle>
          <a:p>
            <a:pPr>
              <a:defRPr/>
            </a:pPr>
            <a:fld id="{AE664A8E-00DB-A54D-AD90-6C626803A187}" type="datetime1">
              <a:rPr lang="zh-CN" altLang="en-US"/>
              <a:pPr>
                <a:defRPr/>
              </a:pPr>
              <a:t>2023/5/16</a:t>
            </a:fld>
            <a:endParaRPr lang="en-US" altLang="zh-CN" sz="1000"/>
          </a:p>
        </p:txBody>
      </p:sp>
    </p:spTree>
    <p:extLst>
      <p:ext uri="{BB962C8B-B14F-4D97-AF65-F5344CB8AC3E}">
        <p14:creationId xmlns:p14="http://schemas.microsoft.com/office/powerpoint/2010/main" val="2618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65988" y="255588"/>
            <a:ext cx="2205037" cy="34051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50875" y="255588"/>
            <a:ext cx="6462713" cy="34051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a:extLst>
              <a:ext uri="{FF2B5EF4-FFF2-40B4-BE49-F238E27FC236}">
                <a16:creationId xmlns:a16="http://schemas.microsoft.com/office/drawing/2014/main" id="{5D4FED6F-373E-304D-A54B-E2D16D126ED9}"/>
              </a:ext>
            </a:extLst>
          </p:cNvPr>
          <p:cNvSpPr>
            <a:spLocks noGrp="1" noChangeArrowheads="1"/>
          </p:cNvSpPr>
          <p:nvPr>
            <p:ph type="sldNum" sz="quarter" idx="10"/>
          </p:nvPr>
        </p:nvSpPr>
        <p:spPr>
          <a:ln/>
        </p:spPr>
        <p:txBody>
          <a:bodyPr/>
          <a:lstStyle>
            <a:lvl1pPr>
              <a:defRPr/>
            </a:lvl1pPr>
          </a:lstStyle>
          <a:p>
            <a:pPr>
              <a:defRPr/>
            </a:pPr>
            <a:fld id="{91D988CB-0228-A24B-8CE4-10C7163FA5BF}" type="slidenum">
              <a:rPr lang="zh-CN" altLang="en-US"/>
              <a:pPr>
                <a:defRPr/>
              </a:pPr>
              <a:t>‹#›</a:t>
            </a:fld>
            <a:endParaRPr lang="en-US" altLang="zh-CN"/>
          </a:p>
        </p:txBody>
      </p:sp>
      <p:sp>
        <p:nvSpPr>
          <p:cNvPr id="5" name="Rectangle 7">
            <a:extLst>
              <a:ext uri="{FF2B5EF4-FFF2-40B4-BE49-F238E27FC236}">
                <a16:creationId xmlns:a16="http://schemas.microsoft.com/office/drawing/2014/main" id="{2319A2E3-1FD2-1A49-8A84-AD0E2A4C95CF}"/>
              </a:ext>
            </a:extLst>
          </p:cNvPr>
          <p:cNvSpPr>
            <a:spLocks noGrp="1" noChangeArrowheads="1"/>
          </p:cNvSpPr>
          <p:nvPr>
            <p:ph type="dt" sz="half" idx="11"/>
          </p:nvPr>
        </p:nvSpPr>
        <p:spPr>
          <a:ln/>
        </p:spPr>
        <p:txBody>
          <a:bodyPr/>
          <a:lstStyle>
            <a:lvl1pPr>
              <a:defRPr/>
            </a:lvl1pPr>
          </a:lstStyle>
          <a:p>
            <a:pPr>
              <a:defRPr/>
            </a:pPr>
            <a:fld id="{FAE262D5-CD6E-1045-BBAC-A892944995DC}" type="datetime1">
              <a:rPr lang="zh-CN" altLang="en-US"/>
              <a:pPr>
                <a:defRPr/>
              </a:pPr>
              <a:t>2023/5/16</a:t>
            </a:fld>
            <a:endParaRPr lang="en-US" altLang="zh-CN" sz="1000"/>
          </a:p>
        </p:txBody>
      </p:sp>
    </p:spTree>
    <p:extLst>
      <p:ext uri="{BB962C8B-B14F-4D97-AF65-F5344CB8AC3E}">
        <p14:creationId xmlns:p14="http://schemas.microsoft.com/office/powerpoint/2010/main" val="644973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1026">
            <a:extLst>
              <a:ext uri="{FF2B5EF4-FFF2-40B4-BE49-F238E27FC236}">
                <a16:creationId xmlns:a16="http://schemas.microsoft.com/office/drawing/2014/main" id="{DB3EC4A9-EFA5-CF49-B6C0-6DBA68DC77E9}"/>
              </a:ext>
            </a:extLst>
          </p:cNvPr>
          <p:cNvGrpSpPr>
            <a:grpSpLocks/>
          </p:cNvGrpSpPr>
          <p:nvPr/>
        </p:nvGrpSpPr>
        <p:grpSpPr bwMode="auto">
          <a:xfrm>
            <a:off x="0" y="0"/>
            <a:ext cx="9906000" cy="6858000"/>
            <a:chOff x="0" y="0"/>
            <a:chExt cx="5760" cy="4320"/>
          </a:xfrm>
        </p:grpSpPr>
        <p:grpSp>
          <p:nvGrpSpPr>
            <p:cNvPr id="5" name="Group 1027">
              <a:extLst>
                <a:ext uri="{FF2B5EF4-FFF2-40B4-BE49-F238E27FC236}">
                  <a16:creationId xmlns:a16="http://schemas.microsoft.com/office/drawing/2014/main" id="{37107A0B-638C-FE4F-817D-06CB7AC91DB0}"/>
                </a:ext>
              </a:extLst>
            </p:cNvPr>
            <p:cNvGrpSpPr>
              <a:grpSpLocks/>
            </p:cNvGrpSpPr>
            <p:nvPr/>
          </p:nvGrpSpPr>
          <p:grpSpPr bwMode="auto">
            <a:xfrm>
              <a:off x="0" y="0"/>
              <a:ext cx="5760" cy="4320"/>
              <a:chOff x="0" y="0"/>
              <a:chExt cx="5760" cy="4320"/>
            </a:xfrm>
          </p:grpSpPr>
          <p:sp>
            <p:nvSpPr>
              <p:cNvPr id="15" name="Rectangle 1028">
                <a:extLst>
                  <a:ext uri="{FF2B5EF4-FFF2-40B4-BE49-F238E27FC236}">
                    <a16:creationId xmlns:a16="http://schemas.microsoft.com/office/drawing/2014/main" id="{A52777F5-6763-144C-8D2D-16463C0EE5E9}"/>
                  </a:ext>
                </a:extLst>
              </p:cNvPr>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charset="0"/>
                    <a:ea typeface="宋体" pitchFamily="2" charset="-122"/>
                  </a:defRPr>
                </a:lvl1pPr>
                <a:lvl2pPr marL="742950" indent="-285750">
                  <a:defRPr sz="2400" b="1">
                    <a:solidFill>
                      <a:schemeClr val="tx1"/>
                    </a:solidFill>
                    <a:latin typeface="Arial" charset="0"/>
                    <a:ea typeface="宋体" pitchFamily="2" charset="-122"/>
                  </a:defRPr>
                </a:lvl2pPr>
                <a:lvl3pPr marL="1143000" indent="-228600">
                  <a:defRPr sz="2400" b="1">
                    <a:solidFill>
                      <a:schemeClr val="tx1"/>
                    </a:solidFill>
                    <a:latin typeface="Arial" charset="0"/>
                    <a:ea typeface="宋体" pitchFamily="2" charset="-122"/>
                  </a:defRPr>
                </a:lvl3pPr>
                <a:lvl4pPr marL="1600200" indent="-228600">
                  <a:defRPr sz="2400" b="1">
                    <a:solidFill>
                      <a:schemeClr val="tx1"/>
                    </a:solidFill>
                    <a:latin typeface="Arial" charset="0"/>
                    <a:ea typeface="宋体" pitchFamily="2" charset="-122"/>
                  </a:defRPr>
                </a:lvl4pPr>
                <a:lvl5pPr marL="2057400" indent="-228600">
                  <a:defRPr sz="2400" b="1">
                    <a:solidFill>
                      <a:schemeClr val="tx1"/>
                    </a:solidFill>
                    <a:latin typeface="Arial" charset="0"/>
                    <a:ea typeface="宋体" pitchFamily="2" charset="-122"/>
                  </a:defRPr>
                </a:lvl5pPr>
                <a:lvl6pPr marL="2514600" indent="-228600" eaLnBrk="0" fontAlgn="base" hangingPunct="0">
                  <a:spcBef>
                    <a:spcPct val="0"/>
                  </a:spcBef>
                  <a:spcAft>
                    <a:spcPct val="0"/>
                  </a:spcAft>
                  <a:defRPr sz="2400" b="1">
                    <a:solidFill>
                      <a:schemeClr val="tx1"/>
                    </a:solidFill>
                    <a:latin typeface="Arial" charset="0"/>
                    <a:ea typeface="宋体" pitchFamily="2" charset="-122"/>
                  </a:defRPr>
                </a:lvl6pPr>
                <a:lvl7pPr marL="2971800" indent="-228600" eaLnBrk="0" fontAlgn="base" hangingPunct="0">
                  <a:spcBef>
                    <a:spcPct val="0"/>
                  </a:spcBef>
                  <a:spcAft>
                    <a:spcPct val="0"/>
                  </a:spcAft>
                  <a:defRPr sz="2400" b="1">
                    <a:solidFill>
                      <a:schemeClr val="tx1"/>
                    </a:solidFill>
                    <a:latin typeface="Arial" charset="0"/>
                    <a:ea typeface="宋体" pitchFamily="2" charset="-122"/>
                  </a:defRPr>
                </a:lvl7pPr>
                <a:lvl8pPr marL="3429000" indent="-228600" eaLnBrk="0" fontAlgn="base" hangingPunct="0">
                  <a:spcBef>
                    <a:spcPct val="0"/>
                  </a:spcBef>
                  <a:spcAft>
                    <a:spcPct val="0"/>
                  </a:spcAft>
                  <a:defRPr sz="2400" b="1">
                    <a:solidFill>
                      <a:schemeClr val="tx1"/>
                    </a:solidFill>
                    <a:latin typeface="Arial" charset="0"/>
                    <a:ea typeface="宋体" pitchFamily="2" charset="-122"/>
                  </a:defRPr>
                </a:lvl8pPr>
                <a:lvl9pPr marL="3886200" indent="-228600" eaLnBrk="0" fontAlgn="base" hangingPunct="0">
                  <a:spcBef>
                    <a:spcPct val="0"/>
                  </a:spcBef>
                  <a:spcAft>
                    <a:spcPct val="0"/>
                  </a:spcAft>
                  <a:defRPr sz="2400" b="1">
                    <a:solidFill>
                      <a:schemeClr val="tx1"/>
                    </a:solidFill>
                    <a:latin typeface="Arial" charset="0"/>
                    <a:ea typeface="宋体" pitchFamily="2" charset="-122"/>
                  </a:defRPr>
                </a:lvl9pPr>
              </a:lstStyle>
              <a:p>
                <a:pPr eaLnBrk="1" hangingPunct="1">
                  <a:spcBef>
                    <a:spcPct val="50000"/>
                  </a:spcBef>
                  <a:defRPr/>
                </a:pPr>
                <a:endParaRPr lang="zh-CN" altLang="en-US" sz="2800">
                  <a:solidFill>
                    <a:srgbClr val="CC0000"/>
                  </a:solidFill>
                  <a:latin typeface="宋体" pitchFamily="2" charset="-122"/>
                </a:endParaRPr>
              </a:p>
            </p:txBody>
          </p:sp>
          <p:grpSp>
            <p:nvGrpSpPr>
              <p:cNvPr id="16" name="Group 1029">
                <a:extLst>
                  <a:ext uri="{FF2B5EF4-FFF2-40B4-BE49-F238E27FC236}">
                    <a16:creationId xmlns:a16="http://schemas.microsoft.com/office/drawing/2014/main" id="{B4D1FAA8-AE4B-1D47-BC2B-21805100B179}"/>
                  </a:ext>
                </a:extLst>
              </p:cNvPr>
              <p:cNvGrpSpPr>
                <a:grpSpLocks/>
              </p:cNvGrpSpPr>
              <p:nvPr userDrawn="1"/>
            </p:nvGrpSpPr>
            <p:grpSpPr bwMode="auto">
              <a:xfrm>
                <a:off x="0" y="0"/>
                <a:ext cx="5760" cy="4320"/>
                <a:chOff x="0" y="0"/>
                <a:chExt cx="5760" cy="4320"/>
              </a:xfrm>
            </p:grpSpPr>
            <p:sp>
              <p:nvSpPr>
                <p:cNvPr id="18" name="Line 1030">
                  <a:extLst>
                    <a:ext uri="{FF2B5EF4-FFF2-40B4-BE49-F238E27FC236}">
                      <a16:creationId xmlns:a16="http://schemas.microsoft.com/office/drawing/2014/main" id="{4B4B9474-7728-D343-BD32-12D2B3F814B4}"/>
                    </a:ext>
                  </a:extLst>
                </p:cNvPr>
                <p:cNvSpPr>
                  <a:spLocks noChangeShapeType="1"/>
                </p:cNvSpPr>
                <p:nvPr/>
              </p:nvSpPr>
              <p:spPr bwMode="white">
                <a:xfrm>
                  <a:off x="0" y="192"/>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031">
                  <a:extLst>
                    <a:ext uri="{FF2B5EF4-FFF2-40B4-BE49-F238E27FC236}">
                      <a16:creationId xmlns:a16="http://schemas.microsoft.com/office/drawing/2014/main" id="{A5603D30-8267-BC46-BCC7-E852F08A4D88}"/>
                    </a:ext>
                  </a:extLst>
                </p:cNvPr>
                <p:cNvSpPr>
                  <a:spLocks noChangeShapeType="1"/>
                </p:cNvSpPr>
                <p:nvPr/>
              </p:nvSpPr>
              <p:spPr bwMode="white">
                <a:xfrm>
                  <a:off x="0" y="384"/>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032">
                  <a:extLst>
                    <a:ext uri="{FF2B5EF4-FFF2-40B4-BE49-F238E27FC236}">
                      <a16:creationId xmlns:a16="http://schemas.microsoft.com/office/drawing/2014/main" id="{B71A40E1-88DB-4E40-AB82-ADC8A0E977DF}"/>
                    </a:ext>
                  </a:extLst>
                </p:cNvPr>
                <p:cNvSpPr>
                  <a:spLocks noChangeShapeType="1"/>
                </p:cNvSpPr>
                <p:nvPr/>
              </p:nvSpPr>
              <p:spPr bwMode="white">
                <a:xfrm>
                  <a:off x="0" y="576"/>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033">
                  <a:extLst>
                    <a:ext uri="{FF2B5EF4-FFF2-40B4-BE49-F238E27FC236}">
                      <a16:creationId xmlns:a16="http://schemas.microsoft.com/office/drawing/2014/main" id="{2A289A22-D0D3-4A4D-A32F-611C8F145A96}"/>
                    </a:ext>
                  </a:extLst>
                </p:cNvPr>
                <p:cNvSpPr>
                  <a:spLocks noChangeShapeType="1"/>
                </p:cNvSpPr>
                <p:nvPr/>
              </p:nvSpPr>
              <p:spPr bwMode="white">
                <a:xfrm>
                  <a:off x="0" y="768"/>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034">
                  <a:extLst>
                    <a:ext uri="{FF2B5EF4-FFF2-40B4-BE49-F238E27FC236}">
                      <a16:creationId xmlns:a16="http://schemas.microsoft.com/office/drawing/2014/main" id="{18F043BA-E801-8B42-905D-4B44FD2819C8}"/>
                    </a:ext>
                  </a:extLst>
                </p:cNvPr>
                <p:cNvSpPr>
                  <a:spLocks noChangeShapeType="1"/>
                </p:cNvSpPr>
                <p:nvPr/>
              </p:nvSpPr>
              <p:spPr bwMode="white">
                <a:xfrm>
                  <a:off x="0" y="960"/>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035">
                  <a:extLst>
                    <a:ext uri="{FF2B5EF4-FFF2-40B4-BE49-F238E27FC236}">
                      <a16:creationId xmlns:a16="http://schemas.microsoft.com/office/drawing/2014/main" id="{739C74EA-FC44-444B-B74F-F6A9DAB5F307}"/>
                    </a:ext>
                  </a:extLst>
                </p:cNvPr>
                <p:cNvSpPr>
                  <a:spLocks noChangeShapeType="1"/>
                </p:cNvSpPr>
                <p:nvPr/>
              </p:nvSpPr>
              <p:spPr bwMode="white">
                <a:xfrm>
                  <a:off x="0" y="1152"/>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036">
                  <a:extLst>
                    <a:ext uri="{FF2B5EF4-FFF2-40B4-BE49-F238E27FC236}">
                      <a16:creationId xmlns:a16="http://schemas.microsoft.com/office/drawing/2014/main" id="{62C07C78-4E2B-AA41-A7C9-06AB7C458675}"/>
                    </a:ext>
                  </a:extLst>
                </p:cNvPr>
                <p:cNvSpPr>
                  <a:spLocks noChangeShapeType="1"/>
                </p:cNvSpPr>
                <p:nvPr/>
              </p:nvSpPr>
              <p:spPr bwMode="white">
                <a:xfrm>
                  <a:off x="0" y="1344"/>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037">
                  <a:extLst>
                    <a:ext uri="{FF2B5EF4-FFF2-40B4-BE49-F238E27FC236}">
                      <a16:creationId xmlns:a16="http://schemas.microsoft.com/office/drawing/2014/main" id="{FF4C1CEA-775C-E948-8A9B-19D6EDE2BA66}"/>
                    </a:ext>
                  </a:extLst>
                </p:cNvPr>
                <p:cNvSpPr>
                  <a:spLocks noChangeShapeType="1"/>
                </p:cNvSpPr>
                <p:nvPr/>
              </p:nvSpPr>
              <p:spPr bwMode="white">
                <a:xfrm>
                  <a:off x="0" y="1536"/>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1038">
                  <a:extLst>
                    <a:ext uri="{FF2B5EF4-FFF2-40B4-BE49-F238E27FC236}">
                      <a16:creationId xmlns:a16="http://schemas.microsoft.com/office/drawing/2014/main" id="{7811AC5A-B525-C647-B5DB-D86488A20682}"/>
                    </a:ext>
                  </a:extLst>
                </p:cNvPr>
                <p:cNvSpPr>
                  <a:spLocks noChangeShapeType="1"/>
                </p:cNvSpPr>
                <p:nvPr/>
              </p:nvSpPr>
              <p:spPr bwMode="white">
                <a:xfrm>
                  <a:off x="0" y="1728"/>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1039">
                  <a:extLst>
                    <a:ext uri="{FF2B5EF4-FFF2-40B4-BE49-F238E27FC236}">
                      <a16:creationId xmlns:a16="http://schemas.microsoft.com/office/drawing/2014/main" id="{96218C42-EB2E-6B44-A06A-C16C70000BA5}"/>
                    </a:ext>
                  </a:extLst>
                </p:cNvPr>
                <p:cNvSpPr>
                  <a:spLocks noChangeShapeType="1"/>
                </p:cNvSpPr>
                <p:nvPr/>
              </p:nvSpPr>
              <p:spPr bwMode="white">
                <a:xfrm>
                  <a:off x="0" y="1920"/>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1040">
                  <a:extLst>
                    <a:ext uri="{FF2B5EF4-FFF2-40B4-BE49-F238E27FC236}">
                      <a16:creationId xmlns:a16="http://schemas.microsoft.com/office/drawing/2014/main" id="{000FF944-90D8-CB41-94FF-A5BFB8782049}"/>
                    </a:ext>
                  </a:extLst>
                </p:cNvPr>
                <p:cNvSpPr>
                  <a:spLocks noChangeShapeType="1"/>
                </p:cNvSpPr>
                <p:nvPr/>
              </p:nvSpPr>
              <p:spPr bwMode="white">
                <a:xfrm>
                  <a:off x="0" y="2112"/>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1041">
                  <a:extLst>
                    <a:ext uri="{FF2B5EF4-FFF2-40B4-BE49-F238E27FC236}">
                      <a16:creationId xmlns:a16="http://schemas.microsoft.com/office/drawing/2014/main" id="{D42D22F9-7647-D147-85DE-E2614C76A17F}"/>
                    </a:ext>
                  </a:extLst>
                </p:cNvPr>
                <p:cNvSpPr>
                  <a:spLocks noChangeShapeType="1"/>
                </p:cNvSpPr>
                <p:nvPr/>
              </p:nvSpPr>
              <p:spPr bwMode="white">
                <a:xfrm>
                  <a:off x="0" y="2304"/>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1042">
                  <a:extLst>
                    <a:ext uri="{FF2B5EF4-FFF2-40B4-BE49-F238E27FC236}">
                      <a16:creationId xmlns:a16="http://schemas.microsoft.com/office/drawing/2014/main" id="{07E267C1-F883-CB43-B56F-DAEFC9AC7D66}"/>
                    </a:ext>
                  </a:extLst>
                </p:cNvPr>
                <p:cNvSpPr>
                  <a:spLocks noChangeShapeType="1"/>
                </p:cNvSpPr>
                <p:nvPr/>
              </p:nvSpPr>
              <p:spPr bwMode="white">
                <a:xfrm>
                  <a:off x="0" y="2496"/>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1043">
                  <a:extLst>
                    <a:ext uri="{FF2B5EF4-FFF2-40B4-BE49-F238E27FC236}">
                      <a16:creationId xmlns:a16="http://schemas.microsoft.com/office/drawing/2014/main" id="{C4D03657-795D-2A4A-AC19-A57BDA4FC251}"/>
                    </a:ext>
                  </a:extLst>
                </p:cNvPr>
                <p:cNvSpPr>
                  <a:spLocks noChangeShapeType="1"/>
                </p:cNvSpPr>
                <p:nvPr/>
              </p:nvSpPr>
              <p:spPr bwMode="white">
                <a:xfrm>
                  <a:off x="0" y="2688"/>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1044">
                  <a:extLst>
                    <a:ext uri="{FF2B5EF4-FFF2-40B4-BE49-F238E27FC236}">
                      <a16:creationId xmlns:a16="http://schemas.microsoft.com/office/drawing/2014/main" id="{101AD7BF-AEE3-7D45-AC96-C7FC7DE678B7}"/>
                    </a:ext>
                  </a:extLst>
                </p:cNvPr>
                <p:cNvSpPr>
                  <a:spLocks noChangeShapeType="1"/>
                </p:cNvSpPr>
                <p:nvPr/>
              </p:nvSpPr>
              <p:spPr bwMode="white">
                <a:xfrm>
                  <a:off x="0" y="2880"/>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1045">
                  <a:extLst>
                    <a:ext uri="{FF2B5EF4-FFF2-40B4-BE49-F238E27FC236}">
                      <a16:creationId xmlns:a16="http://schemas.microsoft.com/office/drawing/2014/main" id="{4D07E21E-AF4A-C646-8968-39524BB1D267}"/>
                    </a:ext>
                  </a:extLst>
                </p:cNvPr>
                <p:cNvSpPr>
                  <a:spLocks noChangeShapeType="1"/>
                </p:cNvSpPr>
                <p:nvPr/>
              </p:nvSpPr>
              <p:spPr bwMode="white">
                <a:xfrm>
                  <a:off x="0" y="3072"/>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1046">
                  <a:extLst>
                    <a:ext uri="{FF2B5EF4-FFF2-40B4-BE49-F238E27FC236}">
                      <a16:creationId xmlns:a16="http://schemas.microsoft.com/office/drawing/2014/main" id="{6EB5CEF2-7A09-BD42-8255-DD14F83CF46E}"/>
                    </a:ext>
                  </a:extLst>
                </p:cNvPr>
                <p:cNvSpPr>
                  <a:spLocks noChangeShapeType="1"/>
                </p:cNvSpPr>
                <p:nvPr/>
              </p:nvSpPr>
              <p:spPr bwMode="white">
                <a:xfrm>
                  <a:off x="0" y="3264"/>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1047">
                  <a:extLst>
                    <a:ext uri="{FF2B5EF4-FFF2-40B4-BE49-F238E27FC236}">
                      <a16:creationId xmlns:a16="http://schemas.microsoft.com/office/drawing/2014/main" id="{22FE9743-3D39-E64C-B820-FB810BE0458E}"/>
                    </a:ext>
                  </a:extLst>
                </p:cNvPr>
                <p:cNvSpPr>
                  <a:spLocks noChangeShapeType="1"/>
                </p:cNvSpPr>
                <p:nvPr/>
              </p:nvSpPr>
              <p:spPr bwMode="white">
                <a:xfrm>
                  <a:off x="0" y="3456"/>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1048">
                  <a:extLst>
                    <a:ext uri="{FF2B5EF4-FFF2-40B4-BE49-F238E27FC236}">
                      <a16:creationId xmlns:a16="http://schemas.microsoft.com/office/drawing/2014/main" id="{332953CF-D124-D142-8B9E-DA119B73C758}"/>
                    </a:ext>
                  </a:extLst>
                </p:cNvPr>
                <p:cNvSpPr>
                  <a:spLocks noChangeShapeType="1"/>
                </p:cNvSpPr>
                <p:nvPr/>
              </p:nvSpPr>
              <p:spPr bwMode="white">
                <a:xfrm>
                  <a:off x="0" y="3648"/>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1049">
                  <a:extLst>
                    <a:ext uri="{FF2B5EF4-FFF2-40B4-BE49-F238E27FC236}">
                      <a16:creationId xmlns:a16="http://schemas.microsoft.com/office/drawing/2014/main" id="{C7F7C243-647D-CC40-8C73-ADA06EC99859}"/>
                    </a:ext>
                  </a:extLst>
                </p:cNvPr>
                <p:cNvSpPr>
                  <a:spLocks noChangeShapeType="1"/>
                </p:cNvSpPr>
                <p:nvPr/>
              </p:nvSpPr>
              <p:spPr bwMode="white">
                <a:xfrm>
                  <a:off x="0" y="3840"/>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1050">
                  <a:extLst>
                    <a:ext uri="{FF2B5EF4-FFF2-40B4-BE49-F238E27FC236}">
                      <a16:creationId xmlns:a16="http://schemas.microsoft.com/office/drawing/2014/main" id="{89953561-C856-9748-B475-CFE7442BFD94}"/>
                    </a:ext>
                  </a:extLst>
                </p:cNvPr>
                <p:cNvSpPr>
                  <a:spLocks noChangeShapeType="1"/>
                </p:cNvSpPr>
                <p:nvPr/>
              </p:nvSpPr>
              <p:spPr bwMode="white">
                <a:xfrm>
                  <a:off x="0" y="4032"/>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1051">
                  <a:extLst>
                    <a:ext uri="{FF2B5EF4-FFF2-40B4-BE49-F238E27FC236}">
                      <a16:creationId xmlns:a16="http://schemas.microsoft.com/office/drawing/2014/main" id="{67CB4C05-D17D-F548-859A-D5C67C24C51C}"/>
                    </a:ext>
                  </a:extLst>
                </p:cNvPr>
                <p:cNvSpPr>
                  <a:spLocks noChangeShapeType="1"/>
                </p:cNvSpPr>
                <p:nvPr/>
              </p:nvSpPr>
              <p:spPr bwMode="white">
                <a:xfrm>
                  <a:off x="0" y="4224"/>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1052">
                  <a:extLst>
                    <a:ext uri="{FF2B5EF4-FFF2-40B4-BE49-F238E27FC236}">
                      <a16:creationId xmlns:a16="http://schemas.microsoft.com/office/drawing/2014/main" id="{6637B50B-826C-854A-9D84-71762249A35E}"/>
                    </a:ext>
                  </a:extLst>
                </p:cNvPr>
                <p:cNvSpPr>
                  <a:spLocks noChangeShapeType="1"/>
                </p:cNvSpPr>
                <p:nvPr/>
              </p:nvSpPr>
              <p:spPr bwMode="white">
                <a:xfrm>
                  <a:off x="19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1053">
                  <a:extLst>
                    <a:ext uri="{FF2B5EF4-FFF2-40B4-BE49-F238E27FC236}">
                      <a16:creationId xmlns:a16="http://schemas.microsoft.com/office/drawing/2014/main" id="{EF32F4E2-6E59-B44D-AFC1-F2B3448796B0}"/>
                    </a:ext>
                  </a:extLst>
                </p:cNvPr>
                <p:cNvSpPr>
                  <a:spLocks noChangeShapeType="1"/>
                </p:cNvSpPr>
                <p:nvPr/>
              </p:nvSpPr>
              <p:spPr bwMode="white">
                <a:xfrm>
                  <a:off x="38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1054">
                  <a:extLst>
                    <a:ext uri="{FF2B5EF4-FFF2-40B4-BE49-F238E27FC236}">
                      <a16:creationId xmlns:a16="http://schemas.microsoft.com/office/drawing/2014/main" id="{5615BF63-85BB-C444-B1CB-98298DADCD4D}"/>
                    </a:ext>
                  </a:extLst>
                </p:cNvPr>
                <p:cNvSpPr>
                  <a:spLocks noChangeShapeType="1"/>
                </p:cNvSpPr>
                <p:nvPr/>
              </p:nvSpPr>
              <p:spPr bwMode="white">
                <a:xfrm>
                  <a:off x="57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1055">
                  <a:extLst>
                    <a:ext uri="{FF2B5EF4-FFF2-40B4-BE49-F238E27FC236}">
                      <a16:creationId xmlns:a16="http://schemas.microsoft.com/office/drawing/2014/main" id="{BCE31889-E875-BD43-B839-B9B561472C65}"/>
                    </a:ext>
                  </a:extLst>
                </p:cNvPr>
                <p:cNvSpPr>
                  <a:spLocks noChangeShapeType="1"/>
                </p:cNvSpPr>
                <p:nvPr/>
              </p:nvSpPr>
              <p:spPr bwMode="white">
                <a:xfrm>
                  <a:off x="76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1056">
                  <a:extLst>
                    <a:ext uri="{FF2B5EF4-FFF2-40B4-BE49-F238E27FC236}">
                      <a16:creationId xmlns:a16="http://schemas.microsoft.com/office/drawing/2014/main" id="{963592FE-4BC9-904F-9C51-12AA811A6F03}"/>
                    </a:ext>
                  </a:extLst>
                </p:cNvPr>
                <p:cNvSpPr>
                  <a:spLocks noChangeShapeType="1"/>
                </p:cNvSpPr>
                <p:nvPr/>
              </p:nvSpPr>
              <p:spPr bwMode="white">
                <a:xfrm>
                  <a:off x="960"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1057">
                  <a:extLst>
                    <a:ext uri="{FF2B5EF4-FFF2-40B4-BE49-F238E27FC236}">
                      <a16:creationId xmlns:a16="http://schemas.microsoft.com/office/drawing/2014/main" id="{2C543652-9DC7-7D45-9263-2876C8C20B90}"/>
                    </a:ext>
                  </a:extLst>
                </p:cNvPr>
                <p:cNvSpPr>
                  <a:spLocks noChangeShapeType="1"/>
                </p:cNvSpPr>
                <p:nvPr/>
              </p:nvSpPr>
              <p:spPr bwMode="white">
                <a:xfrm>
                  <a:off x="115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1058">
                  <a:extLst>
                    <a:ext uri="{FF2B5EF4-FFF2-40B4-BE49-F238E27FC236}">
                      <a16:creationId xmlns:a16="http://schemas.microsoft.com/office/drawing/2014/main" id="{2DD773C8-98A9-4F44-BA52-4E2DA349D136}"/>
                    </a:ext>
                  </a:extLst>
                </p:cNvPr>
                <p:cNvSpPr>
                  <a:spLocks noChangeShapeType="1"/>
                </p:cNvSpPr>
                <p:nvPr/>
              </p:nvSpPr>
              <p:spPr bwMode="white">
                <a:xfrm>
                  <a:off x="134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1059">
                  <a:extLst>
                    <a:ext uri="{FF2B5EF4-FFF2-40B4-BE49-F238E27FC236}">
                      <a16:creationId xmlns:a16="http://schemas.microsoft.com/office/drawing/2014/main" id="{92BA9A0E-C252-944B-839D-2998CCD87B63}"/>
                    </a:ext>
                  </a:extLst>
                </p:cNvPr>
                <p:cNvSpPr>
                  <a:spLocks noChangeShapeType="1"/>
                </p:cNvSpPr>
                <p:nvPr/>
              </p:nvSpPr>
              <p:spPr bwMode="white">
                <a:xfrm>
                  <a:off x="153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1060">
                  <a:extLst>
                    <a:ext uri="{FF2B5EF4-FFF2-40B4-BE49-F238E27FC236}">
                      <a16:creationId xmlns:a16="http://schemas.microsoft.com/office/drawing/2014/main" id="{E81A6E72-5C81-FF4F-BD91-171F30E7236A}"/>
                    </a:ext>
                  </a:extLst>
                </p:cNvPr>
                <p:cNvSpPr>
                  <a:spLocks noChangeShapeType="1"/>
                </p:cNvSpPr>
                <p:nvPr/>
              </p:nvSpPr>
              <p:spPr bwMode="white">
                <a:xfrm>
                  <a:off x="172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1061">
                  <a:extLst>
                    <a:ext uri="{FF2B5EF4-FFF2-40B4-BE49-F238E27FC236}">
                      <a16:creationId xmlns:a16="http://schemas.microsoft.com/office/drawing/2014/main" id="{AECF2255-AFB4-0D4D-A725-A8841CF67013}"/>
                    </a:ext>
                  </a:extLst>
                </p:cNvPr>
                <p:cNvSpPr>
                  <a:spLocks noChangeShapeType="1"/>
                </p:cNvSpPr>
                <p:nvPr/>
              </p:nvSpPr>
              <p:spPr bwMode="white">
                <a:xfrm>
                  <a:off x="1920"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1062">
                  <a:extLst>
                    <a:ext uri="{FF2B5EF4-FFF2-40B4-BE49-F238E27FC236}">
                      <a16:creationId xmlns:a16="http://schemas.microsoft.com/office/drawing/2014/main" id="{97798ED8-4A19-2548-B9FD-E993289CB73E}"/>
                    </a:ext>
                  </a:extLst>
                </p:cNvPr>
                <p:cNvSpPr>
                  <a:spLocks noChangeShapeType="1"/>
                </p:cNvSpPr>
                <p:nvPr/>
              </p:nvSpPr>
              <p:spPr bwMode="white">
                <a:xfrm>
                  <a:off x="211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1063">
                  <a:extLst>
                    <a:ext uri="{FF2B5EF4-FFF2-40B4-BE49-F238E27FC236}">
                      <a16:creationId xmlns:a16="http://schemas.microsoft.com/office/drawing/2014/main" id="{9C9D91D6-69C1-C341-BC5B-1112E9983B3B}"/>
                    </a:ext>
                  </a:extLst>
                </p:cNvPr>
                <p:cNvSpPr>
                  <a:spLocks noChangeShapeType="1"/>
                </p:cNvSpPr>
                <p:nvPr/>
              </p:nvSpPr>
              <p:spPr bwMode="white">
                <a:xfrm>
                  <a:off x="230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1064">
                  <a:extLst>
                    <a:ext uri="{FF2B5EF4-FFF2-40B4-BE49-F238E27FC236}">
                      <a16:creationId xmlns:a16="http://schemas.microsoft.com/office/drawing/2014/main" id="{D2783AEA-78F1-8448-8AFC-3E974459ED5C}"/>
                    </a:ext>
                  </a:extLst>
                </p:cNvPr>
                <p:cNvSpPr>
                  <a:spLocks noChangeShapeType="1"/>
                </p:cNvSpPr>
                <p:nvPr/>
              </p:nvSpPr>
              <p:spPr bwMode="white">
                <a:xfrm>
                  <a:off x="249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1065">
                  <a:extLst>
                    <a:ext uri="{FF2B5EF4-FFF2-40B4-BE49-F238E27FC236}">
                      <a16:creationId xmlns:a16="http://schemas.microsoft.com/office/drawing/2014/main" id="{D66450A8-8966-BC4A-AD61-A88322517538}"/>
                    </a:ext>
                  </a:extLst>
                </p:cNvPr>
                <p:cNvSpPr>
                  <a:spLocks noChangeShapeType="1"/>
                </p:cNvSpPr>
                <p:nvPr/>
              </p:nvSpPr>
              <p:spPr bwMode="white">
                <a:xfrm>
                  <a:off x="268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1066">
                  <a:extLst>
                    <a:ext uri="{FF2B5EF4-FFF2-40B4-BE49-F238E27FC236}">
                      <a16:creationId xmlns:a16="http://schemas.microsoft.com/office/drawing/2014/main" id="{0F18082A-672F-964C-99C3-433AE381DFBC}"/>
                    </a:ext>
                  </a:extLst>
                </p:cNvPr>
                <p:cNvSpPr>
                  <a:spLocks noChangeShapeType="1"/>
                </p:cNvSpPr>
                <p:nvPr/>
              </p:nvSpPr>
              <p:spPr bwMode="white">
                <a:xfrm>
                  <a:off x="2880"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1067">
                  <a:extLst>
                    <a:ext uri="{FF2B5EF4-FFF2-40B4-BE49-F238E27FC236}">
                      <a16:creationId xmlns:a16="http://schemas.microsoft.com/office/drawing/2014/main" id="{00AFE1C3-B4C2-1644-B00E-9CB2D0736CD3}"/>
                    </a:ext>
                  </a:extLst>
                </p:cNvPr>
                <p:cNvSpPr>
                  <a:spLocks noChangeShapeType="1"/>
                </p:cNvSpPr>
                <p:nvPr/>
              </p:nvSpPr>
              <p:spPr bwMode="white">
                <a:xfrm>
                  <a:off x="307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1068">
                  <a:extLst>
                    <a:ext uri="{FF2B5EF4-FFF2-40B4-BE49-F238E27FC236}">
                      <a16:creationId xmlns:a16="http://schemas.microsoft.com/office/drawing/2014/main" id="{35788494-0DF4-394A-B66A-09F0AC6E57FB}"/>
                    </a:ext>
                  </a:extLst>
                </p:cNvPr>
                <p:cNvSpPr>
                  <a:spLocks noChangeShapeType="1"/>
                </p:cNvSpPr>
                <p:nvPr/>
              </p:nvSpPr>
              <p:spPr bwMode="white">
                <a:xfrm>
                  <a:off x="326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1069">
                  <a:extLst>
                    <a:ext uri="{FF2B5EF4-FFF2-40B4-BE49-F238E27FC236}">
                      <a16:creationId xmlns:a16="http://schemas.microsoft.com/office/drawing/2014/main" id="{EF7EA05F-18EE-4A41-86BE-E7F6A5DE2CEB}"/>
                    </a:ext>
                  </a:extLst>
                </p:cNvPr>
                <p:cNvSpPr>
                  <a:spLocks noChangeShapeType="1"/>
                </p:cNvSpPr>
                <p:nvPr/>
              </p:nvSpPr>
              <p:spPr bwMode="white">
                <a:xfrm>
                  <a:off x="345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1070">
                  <a:extLst>
                    <a:ext uri="{FF2B5EF4-FFF2-40B4-BE49-F238E27FC236}">
                      <a16:creationId xmlns:a16="http://schemas.microsoft.com/office/drawing/2014/main" id="{B56E6652-9A79-2448-AC41-537A4A3F23FF}"/>
                    </a:ext>
                  </a:extLst>
                </p:cNvPr>
                <p:cNvSpPr>
                  <a:spLocks noChangeShapeType="1"/>
                </p:cNvSpPr>
                <p:nvPr/>
              </p:nvSpPr>
              <p:spPr bwMode="white">
                <a:xfrm>
                  <a:off x="364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1071">
                  <a:extLst>
                    <a:ext uri="{FF2B5EF4-FFF2-40B4-BE49-F238E27FC236}">
                      <a16:creationId xmlns:a16="http://schemas.microsoft.com/office/drawing/2014/main" id="{C1E0BB94-EB97-F345-A194-F8A1E42BE2DD}"/>
                    </a:ext>
                  </a:extLst>
                </p:cNvPr>
                <p:cNvSpPr>
                  <a:spLocks noChangeShapeType="1"/>
                </p:cNvSpPr>
                <p:nvPr/>
              </p:nvSpPr>
              <p:spPr bwMode="white">
                <a:xfrm>
                  <a:off x="3840"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1072">
                  <a:extLst>
                    <a:ext uri="{FF2B5EF4-FFF2-40B4-BE49-F238E27FC236}">
                      <a16:creationId xmlns:a16="http://schemas.microsoft.com/office/drawing/2014/main" id="{D8CFD092-4935-8F4E-A603-69715975C7F2}"/>
                    </a:ext>
                  </a:extLst>
                </p:cNvPr>
                <p:cNvSpPr>
                  <a:spLocks noChangeShapeType="1"/>
                </p:cNvSpPr>
                <p:nvPr/>
              </p:nvSpPr>
              <p:spPr bwMode="white">
                <a:xfrm>
                  <a:off x="403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1073">
                  <a:extLst>
                    <a:ext uri="{FF2B5EF4-FFF2-40B4-BE49-F238E27FC236}">
                      <a16:creationId xmlns:a16="http://schemas.microsoft.com/office/drawing/2014/main" id="{432F9A06-AE31-274F-BADF-22557E1CA36C}"/>
                    </a:ext>
                  </a:extLst>
                </p:cNvPr>
                <p:cNvSpPr>
                  <a:spLocks noChangeShapeType="1"/>
                </p:cNvSpPr>
                <p:nvPr/>
              </p:nvSpPr>
              <p:spPr bwMode="white">
                <a:xfrm>
                  <a:off x="422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1074">
                  <a:extLst>
                    <a:ext uri="{FF2B5EF4-FFF2-40B4-BE49-F238E27FC236}">
                      <a16:creationId xmlns:a16="http://schemas.microsoft.com/office/drawing/2014/main" id="{8D259A7A-9916-7347-986A-2234D2E00DCB}"/>
                    </a:ext>
                  </a:extLst>
                </p:cNvPr>
                <p:cNvSpPr>
                  <a:spLocks noChangeShapeType="1"/>
                </p:cNvSpPr>
                <p:nvPr/>
              </p:nvSpPr>
              <p:spPr bwMode="white">
                <a:xfrm>
                  <a:off x="441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1075">
                  <a:extLst>
                    <a:ext uri="{FF2B5EF4-FFF2-40B4-BE49-F238E27FC236}">
                      <a16:creationId xmlns:a16="http://schemas.microsoft.com/office/drawing/2014/main" id="{66183EDF-23BE-9441-84F0-DDC54A560CD0}"/>
                    </a:ext>
                  </a:extLst>
                </p:cNvPr>
                <p:cNvSpPr>
                  <a:spLocks noChangeShapeType="1"/>
                </p:cNvSpPr>
                <p:nvPr/>
              </p:nvSpPr>
              <p:spPr bwMode="white">
                <a:xfrm>
                  <a:off x="460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1076">
                  <a:extLst>
                    <a:ext uri="{FF2B5EF4-FFF2-40B4-BE49-F238E27FC236}">
                      <a16:creationId xmlns:a16="http://schemas.microsoft.com/office/drawing/2014/main" id="{857EF817-F31A-7840-A04A-1EA1A7226951}"/>
                    </a:ext>
                  </a:extLst>
                </p:cNvPr>
                <p:cNvSpPr>
                  <a:spLocks noChangeShapeType="1"/>
                </p:cNvSpPr>
                <p:nvPr/>
              </p:nvSpPr>
              <p:spPr bwMode="white">
                <a:xfrm>
                  <a:off x="4800"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1077">
                  <a:extLst>
                    <a:ext uri="{FF2B5EF4-FFF2-40B4-BE49-F238E27FC236}">
                      <a16:creationId xmlns:a16="http://schemas.microsoft.com/office/drawing/2014/main" id="{E9D5459D-812D-A942-AF66-C487BBF9A54F}"/>
                    </a:ext>
                  </a:extLst>
                </p:cNvPr>
                <p:cNvSpPr>
                  <a:spLocks noChangeShapeType="1"/>
                </p:cNvSpPr>
                <p:nvPr/>
              </p:nvSpPr>
              <p:spPr bwMode="white">
                <a:xfrm>
                  <a:off x="499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1078">
                  <a:extLst>
                    <a:ext uri="{FF2B5EF4-FFF2-40B4-BE49-F238E27FC236}">
                      <a16:creationId xmlns:a16="http://schemas.microsoft.com/office/drawing/2014/main" id="{B3C84ECC-E502-4B46-B364-3202191A43E3}"/>
                    </a:ext>
                  </a:extLst>
                </p:cNvPr>
                <p:cNvSpPr>
                  <a:spLocks noChangeShapeType="1"/>
                </p:cNvSpPr>
                <p:nvPr/>
              </p:nvSpPr>
              <p:spPr bwMode="white">
                <a:xfrm>
                  <a:off x="518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1079">
                  <a:extLst>
                    <a:ext uri="{FF2B5EF4-FFF2-40B4-BE49-F238E27FC236}">
                      <a16:creationId xmlns:a16="http://schemas.microsoft.com/office/drawing/2014/main" id="{7CBC5270-3050-CA48-A7D9-93C25FE9E692}"/>
                    </a:ext>
                  </a:extLst>
                </p:cNvPr>
                <p:cNvSpPr>
                  <a:spLocks noChangeShapeType="1"/>
                </p:cNvSpPr>
                <p:nvPr/>
              </p:nvSpPr>
              <p:spPr bwMode="white">
                <a:xfrm>
                  <a:off x="537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1080">
                  <a:extLst>
                    <a:ext uri="{FF2B5EF4-FFF2-40B4-BE49-F238E27FC236}">
                      <a16:creationId xmlns:a16="http://schemas.microsoft.com/office/drawing/2014/main" id="{6B861E62-21C0-1949-BA5C-0B135174AF60}"/>
                    </a:ext>
                  </a:extLst>
                </p:cNvPr>
                <p:cNvSpPr>
                  <a:spLocks noChangeShapeType="1"/>
                </p:cNvSpPr>
                <p:nvPr/>
              </p:nvSpPr>
              <p:spPr bwMode="white">
                <a:xfrm>
                  <a:off x="556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 name="Line 1081">
                <a:extLst>
                  <a:ext uri="{FF2B5EF4-FFF2-40B4-BE49-F238E27FC236}">
                    <a16:creationId xmlns:a16="http://schemas.microsoft.com/office/drawing/2014/main" id="{EF3C11E6-9639-D045-8BFF-F9BD129894EE}"/>
                  </a:ext>
                </a:extLst>
              </p:cNvPr>
              <p:cNvSpPr>
                <a:spLocks noChangeShapeType="1"/>
              </p:cNvSpPr>
              <p:nvPr/>
            </p:nvSpPr>
            <p:spPr bwMode="ltGray">
              <a:xfrm>
                <a:off x="5568" y="0"/>
                <a:ext cx="0" cy="148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 name="Group 1082">
              <a:extLst>
                <a:ext uri="{FF2B5EF4-FFF2-40B4-BE49-F238E27FC236}">
                  <a16:creationId xmlns:a16="http://schemas.microsoft.com/office/drawing/2014/main" id="{E1D7A648-4AB2-EE4A-938A-1D10F9FDBA03}"/>
                </a:ext>
              </a:extLst>
            </p:cNvPr>
            <p:cNvGrpSpPr>
              <a:grpSpLocks/>
            </p:cNvGrpSpPr>
            <p:nvPr userDrawn="1"/>
          </p:nvGrpSpPr>
          <p:grpSpPr bwMode="auto">
            <a:xfrm>
              <a:off x="3" y="559"/>
              <a:ext cx="4192" cy="1796"/>
              <a:chOff x="3" y="559"/>
              <a:chExt cx="4192" cy="1796"/>
            </a:xfrm>
          </p:grpSpPr>
          <p:sp>
            <p:nvSpPr>
              <p:cNvPr id="11" name="Line 1083">
                <a:extLst>
                  <a:ext uri="{FF2B5EF4-FFF2-40B4-BE49-F238E27FC236}">
                    <a16:creationId xmlns:a16="http://schemas.microsoft.com/office/drawing/2014/main" id="{D5442395-610D-0F49-9B1B-C3EC6D3A2A3D}"/>
                  </a:ext>
                </a:extLst>
              </p:cNvPr>
              <p:cNvSpPr>
                <a:spLocks noChangeShapeType="1"/>
              </p:cNvSpPr>
              <p:nvPr/>
            </p:nvSpPr>
            <p:spPr bwMode="ltGray">
              <a:xfrm>
                <a:off x="506" y="559"/>
                <a:ext cx="0" cy="179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84">
                <a:extLst>
                  <a:ext uri="{FF2B5EF4-FFF2-40B4-BE49-F238E27FC236}">
                    <a16:creationId xmlns:a16="http://schemas.microsoft.com/office/drawing/2014/main" id="{7D91F5C2-7B90-594E-8EF9-7BB7C862C1FD}"/>
                  </a:ext>
                </a:extLst>
              </p:cNvPr>
              <p:cNvSpPr>
                <a:spLocks noChangeShapeType="1"/>
              </p:cNvSpPr>
              <p:nvPr/>
            </p:nvSpPr>
            <p:spPr bwMode="ltGray">
              <a:xfrm flipH="1" flipV="1">
                <a:off x="3" y="1924"/>
                <a:ext cx="3211" cy="1"/>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085">
                <a:extLst>
                  <a:ext uri="{FF2B5EF4-FFF2-40B4-BE49-F238E27FC236}">
                    <a16:creationId xmlns:a16="http://schemas.microsoft.com/office/drawing/2014/main" id="{F4EFD4FF-F480-8046-838C-562790E9B71D}"/>
                  </a:ext>
                </a:extLst>
              </p:cNvPr>
              <p:cNvSpPr>
                <a:spLocks noChangeShapeType="1"/>
              </p:cNvSpPr>
              <p:nvPr/>
            </p:nvSpPr>
            <p:spPr bwMode="ltGray">
              <a:xfrm flipH="1" flipV="1">
                <a:off x="384" y="938"/>
                <a:ext cx="3811" cy="1"/>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Arc 1086">
                <a:extLst>
                  <a:ext uri="{FF2B5EF4-FFF2-40B4-BE49-F238E27FC236}">
                    <a16:creationId xmlns:a16="http://schemas.microsoft.com/office/drawing/2014/main" id="{03B5C62E-2FD9-A24A-99A7-34CC50A50F51}"/>
                  </a:ext>
                </a:extLst>
              </p:cNvPr>
              <p:cNvSpPr>
                <a:spLocks/>
              </p:cNvSpPr>
              <p:nvPr/>
            </p:nvSpPr>
            <p:spPr bwMode="ltGray">
              <a:xfrm rot="16200000" flipH="1">
                <a:off x="426" y="860"/>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 name="Group 1087">
              <a:extLst>
                <a:ext uri="{FF2B5EF4-FFF2-40B4-BE49-F238E27FC236}">
                  <a16:creationId xmlns:a16="http://schemas.microsoft.com/office/drawing/2014/main" id="{28375F94-B95A-8244-868C-18763011C57D}"/>
                </a:ext>
              </a:extLst>
            </p:cNvPr>
            <p:cNvGrpSpPr>
              <a:grpSpLocks/>
            </p:cNvGrpSpPr>
            <p:nvPr userDrawn="1"/>
          </p:nvGrpSpPr>
          <p:grpSpPr bwMode="auto">
            <a:xfrm>
              <a:off x="1480" y="1952"/>
              <a:ext cx="3808" cy="1812"/>
              <a:chOff x="1480" y="1952"/>
              <a:chExt cx="3808" cy="1812"/>
            </a:xfrm>
          </p:grpSpPr>
          <p:sp>
            <p:nvSpPr>
              <p:cNvPr id="8" name="Line 1088">
                <a:extLst>
                  <a:ext uri="{FF2B5EF4-FFF2-40B4-BE49-F238E27FC236}">
                    <a16:creationId xmlns:a16="http://schemas.microsoft.com/office/drawing/2014/main" id="{0FB8A906-626E-4E45-B1F2-7873F8F25C39}"/>
                  </a:ext>
                </a:extLst>
              </p:cNvPr>
              <p:cNvSpPr>
                <a:spLocks noChangeShapeType="1"/>
              </p:cNvSpPr>
              <p:nvPr/>
            </p:nvSpPr>
            <p:spPr bwMode="ltGray">
              <a:xfrm flipV="1">
                <a:off x="1480" y="3442"/>
                <a:ext cx="380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1089">
                <a:extLst>
                  <a:ext uri="{FF2B5EF4-FFF2-40B4-BE49-F238E27FC236}">
                    <a16:creationId xmlns:a16="http://schemas.microsoft.com/office/drawing/2014/main" id="{BECA0BB3-2C8A-E84D-B4D3-A0C3AF27B426}"/>
                  </a:ext>
                </a:extLst>
              </p:cNvPr>
              <p:cNvSpPr>
                <a:spLocks noChangeShapeType="1"/>
              </p:cNvSpPr>
              <p:nvPr/>
            </p:nvSpPr>
            <p:spPr bwMode="ltGray">
              <a:xfrm flipH="1">
                <a:off x="5172" y="1952"/>
                <a:ext cx="0" cy="181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Arc 1090">
                <a:extLst>
                  <a:ext uri="{FF2B5EF4-FFF2-40B4-BE49-F238E27FC236}">
                    <a16:creationId xmlns:a16="http://schemas.microsoft.com/office/drawing/2014/main" id="{C24129C8-2081-D846-B42E-F8E3D25B8E73}"/>
                  </a:ext>
                </a:extLst>
              </p:cNvPr>
              <p:cNvSpPr>
                <a:spLocks/>
              </p:cNvSpPr>
              <p:nvPr/>
            </p:nvSpPr>
            <p:spPr bwMode="ltGray">
              <a:xfrm rot="5400000">
                <a:off x="5097" y="3346"/>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4163" name="Rectangle 1091"/>
          <p:cNvSpPr>
            <a:spLocks noGrp="1" noChangeArrowheads="1"/>
          </p:cNvSpPr>
          <p:nvPr>
            <p:ph type="ctrTitle"/>
          </p:nvPr>
        </p:nvSpPr>
        <p:spPr>
          <a:xfrm>
            <a:off x="1073150" y="1143000"/>
            <a:ext cx="8420100" cy="1600200"/>
          </a:xfrm>
        </p:spPr>
        <p:txBody>
          <a:bodyPr/>
          <a:lstStyle>
            <a:lvl1pPr>
              <a:defRPr/>
            </a:lvl1pPr>
          </a:lstStyle>
          <a:p>
            <a:pPr lvl="0"/>
            <a:r>
              <a:rPr lang="de-DE" noProof="0"/>
              <a:t>Klicken Sie, um das Titelformat zu bearbeiten</a:t>
            </a:r>
          </a:p>
        </p:txBody>
      </p:sp>
      <p:sp>
        <p:nvSpPr>
          <p:cNvPr id="4164" name="Rectangle 1092" descr="Rectangle: Click to edit Master text styles&#10;Second level&#10;Third level&#10;Fourth level&#10;Fifth level"/>
          <p:cNvSpPr>
            <a:spLocks noGrp="1" noChangeArrowheads="1"/>
          </p:cNvSpPr>
          <p:nvPr>
            <p:ph type="subTitle" idx="1"/>
          </p:nvPr>
        </p:nvSpPr>
        <p:spPr>
          <a:xfrm>
            <a:off x="1568450" y="3200400"/>
            <a:ext cx="6934200" cy="1752600"/>
          </a:xfrm>
        </p:spPr>
        <p:txBody>
          <a:bodyPr/>
          <a:lstStyle>
            <a:lvl1pPr marL="0" indent="0" algn="ctr">
              <a:buFontTx/>
              <a:buNone/>
              <a:defRPr/>
            </a:lvl1pPr>
          </a:lstStyle>
          <a:p>
            <a:pPr lvl="0"/>
            <a:r>
              <a:rPr lang="de-DE" noProof="0"/>
              <a:t>Klicken Sie, um das Format des Untertitelmasters zu bearbeiten</a:t>
            </a:r>
          </a:p>
        </p:txBody>
      </p:sp>
      <p:sp>
        <p:nvSpPr>
          <p:cNvPr id="69" name="Rectangle 1093">
            <a:extLst>
              <a:ext uri="{FF2B5EF4-FFF2-40B4-BE49-F238E27FC236}">
                <a16:creationId xmlns:a16="http://schemas.microsoft.com/office/drawing/2014/main" id="{725CE4EF-5AF1-8848-A837-EFC969E01495}"/>
              </a:ext>
            </a:extLst>
          </p:cNvPr>
          <p:cNvSpPr>
            <a:spLocks noGrp="1" noChangeArrowheads="1"/>
          </p:cNvSpPr>
          <p:nvPr>
            <p:ph type="dt" sz="quarter" idx="10"/>
          </p:nvPr>
        </p:nvSpPr>
        <p:spPr>
          <a:xfrm>
            <a:off x="742950" y="6248400"/>
            <a:ext cx="2063750" cy="457200"/>
          </a:xfrm>
        </p:spPr>
        <p:txBody>
          <a:bodyPr/>
          <a:lstStyle>
            <a:lvl1pPr eaLnBrk="0" hangingPunct="0">
              <a:defRPr/>
            </a:lvl1pPr>
          </a:lstStyle>
          <a:p>
            <a:pPr>
              <a:defRPr/>
            </a:pPr>
            <a:endParaRPr lang="de-DE"/>
          </a:p>
        </p:txBody>
      </p:sp>
      <p:sp>
        <p:nvSpPr>
          <p:cNvPr id="70" name="Rectangle 1094">
            <a:extLst>
              <a:ext uri="{FF2B5EF4-FFF2-40B4-BE49-F238E27FC236}">
                <a16:creationId xmlns:a16="http://schemas.microsoft.com/office/drawing/2014/main" id="{AFCDF171-ED6F-CD43-8B6E-0235063B54C3}"/>
              </a:ext>
            </a:extLst>
          </p:cNvPr>
          <p:cNvSpPr>
            <a:spLocks noGrp="1" noChangeArrowheads="1"/>
          </p:cNvSpPr>
          <p:nvPr>
            <p:ph type="ftr" sz="quarter" idx="11"/>
          </p:nvPr>
        </p:nvSpPr>
        <p:spPr>
          <a:xfrm>
            <a:off x="3219450" y="6096000"/>
            <a:ext cx="3549650" cy="609600"/>
          </a:xfrm>
        </p:spPr>
        <p:txBody>
          <a:bodyPr/>
          <a:lstStyle>
            <a:lvl1pPr eaLnBrk="0" hangingPunct="0">
              <a:defRPr>
                <a:solidFill>
                  <a:srgbClr val="40458C"/>
                </a:solidFill>
              </a:defRPr>
            </a:lvl1pPr>
          </a:lstStyle>
          <a:p>
            <a:pPr>
              <a:defRPr/>
            </a:pPr>
            <a:r>
              <a:rPr lang="de-DE"/>
              <a:t>Dezember 2002</a:t>
            </a:r>
          </a:p>
        </p:txBody>
      </p:sp>
      <p:sp>
        <p:nvSpPr>
          <p:cNvPr id="71" name="Rectangle 1095">
            <a:extLst>
              <a:ext uri="{FF2B5EF4-FFF2-40B4-BE49-F238E27FC236}">
                <a16:creationId xmlns:a16="http://schemas.microsoft.com/office/drawing/2014/main" id="{C72FDA05-9106-604F-9816-323ADD4B3B76}"/>
              </a:ext>
            </a:extLst>
          </p:cNvPr>
          <p:cNvSpPr>
            <a:spLocks noGrp="1" noChangeArrowheads="1"/>
          </p:cNvSpPr>
          <p:nvPr>
            <p:ph type="sldNum" sz="quarter" idx="12"/>
          </p:nvPr>
        </p:nvSpPr>
        <p:spPr/>
        <p:txBody>
          <a:bodyPr/>
          <a:lstStyle>
            <a:lvl1pPr eaLnBrk="0" hangingPunct="0">
              <a:defRPr smtClean="0"/>
            </a:lvl1pPr>
          </a:lstStyle>
          <a:p>
            <a:pPr>
              <a:defRPr/>
            </a:pPr>
            <a:fld id="{F9D7D62A-F3B3-E747-90CE-B2C42CBE09B8}" type="slidenum">
              <a:rPr lang="de-DE" altLang="zh-CN"/>
              <a:pPr>
                <a:defRPr/>
              </a:pPr>
              <a:t>‹#›</a:t>
            </a:fld>
            <a:endParaRPr lang="de-DE" altLang="zh-CN"/>
          </a:p>
        </p:txBody>
      </p:sp>
    </p:spTree>
    <p:extLst>
      <p:ext uri="{BB962C8B-B14F-4D97-AF65-F5344CB8AC3E}">
        <p14:creationId xmlns:p14="http://schemas.microsoft.com/office/powerpoint/2010/main" val="30671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38954CE-4649-474E-B44D-B0B382566D4C}"/>
              </a:ext>
            </a:extLst>
          </p:cNvPr>
          <p:cNvSpPr>
            <a:spLocks noGrp="1"/>
          </p:cNvSpPr>
          <p:nvPr>
            <p:ph type="dt" sz="half" idx="10"/>
          </p:nvPr>
        </p:nvSpPr>
        <p:spPr/>
        <p:txBody>
          <a:bodyPr/>
          <a:lstStyle>
            <a:lvl1pPr eaLnBrk="0" hangingPunct="0">
              <a:defRPr/>
            </a:lvl1pPr>
          </a:lstStyle>
          <a:p>
            <a:pPr>
              <a:defRPr/>
            </a:pPr>
            <a:endParaRPr lang="de-DE"/>
          </a:p>
        </p:txBody>
      </p:sp>
      <p:sp>
        <p:nvSpPr>
          <p:cNvPr id="5" name="页脚占位符 4">
            <a:extLst>
              <a:ext uri="{FF2B5EF4-FFF2-40B4-BE49-F238E27FC236}">
                <a16:creationId xmlns:a16="http://schemas.microsoft.com/office/drawing/2014/main" id="{A3DD3610-1F98-F646-9DEA-D778F65BE384}"/>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6" name="灯片编号占位符 5">
            <a:extLst>
              <a:ext uri="{FF2B5EF4-FFF2-40B4-BE49-F238E27FC236}">
                <a16:creationId xmlns:a16="http://schemas.microsoft.com/office/drawing/2014/main" id="{43AA0129-BC40-C843-9115-EBD6E8B6B0F5}"/>
              </a:ext>
            </a:extLst>
          </p:cNvPr>
          <p:cNvSpPr>
            <a:spLocks noGrp="1"/>
          </p:cNvSpPr>
          <p:nvPr>
            <p:ph type="sldNum" sz="quarter" idx="12"/>
          </p:nvPr>
        </p:nvSpPr>
        <p:spPr/>
        <p:txBody>
          <a:bodyPr/>
          <a:lstStyle>
            <a:lvl1pPr eaLnBrk="0" hangingPunct="0">
              <a:defRPr smtClean="0"/>
            </a:lvl1pPr>
          </a:lstStyle>
          <a:p>
            <a:pPr>
              <a:defRPr/>
            </a:pPr>
            <a:fld id="{E904FD24-A131-134B-AA5C-F6B9D7557A17}"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3483191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506" y="4406903"/>
            <a:ext cx="84201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6E97C16-7279-AD43-B799-71F57353AE94}"/>
              </a:ext>
            </a:extLst>
          </p:cNvPr>
          <p:cNvSpPr>
            <a:spLocks noGrp="1"/>
          </p:cNvSpPr>
          <p:nvPr>
            <p:ph type="dt" sz="half" idx="10"/>
          </p:nvPr>
        </p:nvSpPr>
        <p:spPr/>
        <p:txBody>
          <a:bodyPr/>
          <a:lstStyle>
            <a:lvl1pPr eaLnBrk="0" hangingPunct="0">
              <a:defRPr/>
            </a:lvl1pPr>
          </a:lstStyle>
          <a:p>
            <a:pPr>
              <a:defRPr/>
            </a:pPr>
            <a:endParaRPr lang="de-DE"/>
          </a:p>
        </p:txBody>
      </p:sp>
      <p:sp>
        <p:nvSpPr>
          <p:cNvPr id="5" name="页脚占位符 4">
            <a:extLst>
              <a:ext uri="{FF2B5EF4-FFF2-40B4-BE49-F238E27FC236}">
                <a16:creationId xmlns:a16="http://schemas.microsoft.com/office/drawing/2014/main" id="{96D8E4B0-B39A-5E4B-A434-E52A85D21999}"/>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6" name="灯片编号占位符 5">
            <a:extLst>
              <a:ext uri="{FF2B5EF4-FFF2-40B4-BE49-F238E27FC236}">
                <a16:creationId xmlns:a16="http://schemas.microsoft.com/office/drawing/2014/main" id="{BDFF97E3-87C7-004E-A9C1-30787DC9E155}"/>
              </a:ext>
            </a:extLst>
          </p:cNvPr>
          <p:cNvSpPr>
            <a:spLocks noGrp="1"/>
          </p:cNvSpPr>
          <p:nvPr>
            <p:ph type="sldNum" sz="quarter" idx="12"/>
          </p:nvPr>
        </p:nvSpPr>
        <p:spPr/>
        <p:txBody>
          <a:bodyPr/>
          <a:lstStyle>
            <a:lvl1pPr eaLnBrk="0" hangingPunct="0">
              <a:defRPr smtClean="0"/>
            </a:lvl1pPr>
          </a:lstStyle>
          <a:p>
            <a:pPr>
              <a:defRPr/>
            </a:pPr>
            <a:fld id="{FC2772B8-2CA8-F540-A163-4F4291DF6FF4}"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2214683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60400" y="1219200"/>
            <a:ext cx="42926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18100" y="1219200"/>
            <a:ext cx="42926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C11E05C5-D7FA-5F43-8204-057957849B2C}"/>
              </a:ext>
            </a:extLst>
          </p:cNvPr>
          <p:cNvSpPr>
            <a:spLocks noGrp="1"/>
          </p:cNvSpPr>
          <p:nvPr>
            <p:ph type="dt" sz="half" idx="10"/>
          </p:nvPr>
        </p:nvSpPr>
        <p:spPr/>
        <p:txBody>
          <a:bodyPr/>
          <a:lstStyle>
            <a:lvl1pPr eaLnBrk="0" hangingPunct="0">
              <a:defRPr/>
            </a:lvl1pPr>
          </a:lstStyle>
          <a:p>
            <a:pPr>
              <a:defRPr/>
            </a:pPr>
            <a:endParaRPr lang="de-DE"/>
          </a:p>
        </p:txBody>
      </p:sp>
      <p:sp>
        <p:nvSpPr>
          <p:cNvPr id="6" name="页脚占位符 5">
            <a:extLst>
              <a:ext uri="{FF2B5EF4-FFF2-40B4-BE49-F238E27FC236}">
                <a16:creationId xmlns:a16="http://schemas.microsoft.com/office/drawing/2014/main" id="{89D95990-D074-2542-9370-E3724EA33EC7}"/>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7" name="灯片编号占位符 6">
            <a:extLst>
              <a:ext uri="{FF2B5EF4-FFF2-40B4-BE49-F238E27FC236}">
                <a16:creationId xmlns:a16="http://schemas.microsoft.com/office/drawing/2014/main" id="{69472ADE-E809-B94D-9A50-4D083472A95A}"/>
              </a:ext>
            </a:extLst>
          </p:cNvPr>
          <p:cNvSpPr>
            <a:spLocks noGrp="1"/>
          </p:cNvSpPr>
          <p:nvPr>
            <p:ph type="sldNum" sz="quarter" idx="12"/>
          </p:nvPr>
        </p:nvSpPr>
        <p:spPr/>
        <p:txBody>
          <a:bodyPr/>
          <a:lstStyle>
            <a:lvl1pPr eaLnBrk="0" hangingPunct="0">
              <a:defRPr smtClean="0"/>
            </a:lvl1pPr>
          </a:lstStyle>
          <a:p>
            <a:pPr>
              <a:defRPr/>
            </a:pPr>
            <a:fld id="{02254B97-E0BB-3E45-946C-A56326EA336A}"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550250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32112"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32112"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4546FAC2-D999-5548-8E31-9AD5F0F2D89A}"/>
              </a:ext>
            </a:extLst>
          </p:cNvPr>
          <p:cNvSpPr>
            <a:spLocks noGrp="1"/>
          </p:cNvSpPr>
          <p:nvPr>
            <p:ph type="dt" sz="half" idx="10"/>
          </p:nvPr>
        </p:nvSpPr>
        <p:spPr/>
        <p:txBody>
          <a:bodyPr/>
          <a:lstStyle>
            <a:lvl1pPr eaLnBrk="0" hangingPunct="0">
              <a:defRPr/>
            </a:lvl1pPr>
          </a:lstStyle>
          <a:p>
            <a:pPr>
              <a:defRPr/>
            </a:pPr>
            <a:endParaRPr lang="de-DE"/>
          </a:p>
        </p:txBody>
      </p:sp>
      <p:sp>
        <p:nvSpPr>
          <p:cNvPr id="8" name="页脚占位符 7">
            <a:extLst>
              <a:ext uri="{FF2B5EF4-FFF2-40B4-BE49-F238E27FC236}">
                <a16:creationId xmlns:a16="http://schemas.microsoft.com/office/drawing/2014/main" id="{0A304BD1-C1CF-C44A-98CD-BDFF7AD9F2E3}"/>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9" name="灯片编号占位符 8">
            <a:extLst>
              <a:ext uri="{FF2B5EF4-FFF2-40B4-BE49-F238E27FC236}">
                <a16:creationId xmlns:a16="http://schemas.microsoft.com/office/drawing/2014/main" id="{97A48437-0AB9-B344-83E6-E1423A63686E}"/>
              </a:ext>
            </a:extLst>
          </p:cNvPr>
          <p:cNvSpPr>
            <a:spLocks noGrp="1"/>
          </p:cNvSpPr>
          <p:nvPr>
            <p:ph type="sldNum" sz="quarter" idx="12"/>
          </p:nvPr>
        </p:nvSpPr>
        <p:spPr/>
        <p:txBody>
          <a:bodyPr/>
          <a:lstStyle>
            <a:lvl1pPr eaLnBrk="0" hangingPunct="0">
              <a:defRPr smtClean="0"/>
            </a:lvl1pPr>
          </a:lstStyle>
          <a:p>
            <a:pPr>
              <a:defRPr/>
            </a:pPr>
            <a:fld id="{E4B60224-F6F9-4049-8D05-75BDB29AB970}"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30218834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754290F-6F83-244C-8F55-1C712C8D1541}"/>
              </a:ext>
            </a:extLst>
          </p:cNvPr>
          <p:cNvSpPr>
            <a:spLocks noGrp="1"/>
          </p:cNvSpPr>
          <p:nvPr>
            <p:ph type="dt" sz="half" idx="10"/>
          </p:nvPr>
        </p:nvSpPr>
        <p:spPr/>
        <p:txBody>
          <a:bodyPr/>
          <a:lstStyle>
            <a:lvl1pPr eaLnBrk="0" hangingPunct="0">
              <a:defRPr/>
            </a:lvl1pPr>
          </a:lstStyle>
          <a:p>
            <a:pPr>
              <a:defRPr/>
            </a:pPr>
            <a:endParaRPr lang="de-DE"/>
          </a:p>
        </p:txBody>
      </p:sp>
      <p:sp>
        <p:nvSpPr>
          <p:cNvPr id="4" name="页脚占位符 3">
            <a:extLst>
              <a:ext uri="{FF2B5EF4-FFF2-40B4-BE49-F238E27FC236}">
                <a16:creationId xmlns:a16="http://schemas.microsoft.com/office/drawing/2014/main" id="{140253DE-B9BD-BC49-BA86-97B1DD82501E}"/>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5" name="灯片编号占位符 4">
            <a:extLst>
              <a:ext uri="{FF2B5EF4-FFF2-40B4-BE49-F238E27FC236}">
                <a16:creationId xmlns:a16="http://schemas.microsoft.com/office/drawing/2014/main" id="{29221730-00CA-EF4A-992F-34018ECF2DA7}"/>
              </a:ext>
            </a:extLst>
          </p:cNvPr>
          <p:cNvSpPr>
            <a:spLocks noGrp="1"/>
          </p:cNvSpPr>
          <p:nvPr>
            <p:ph type="sldNum" sz="quarter" idx="12"/>
          </p:nvPr>
        </p:nvSpPr>
        <p:spPr/>
        <p:txBody>
          <a:bodyPr/>
          <a:lstStyle>
            <a:lvl1pPr eaLnBrk="0" hangingPunct="0">
              <a:defRPr smtClean="0"/>
            </a:lvl1pPr>
          </a:lstStyle>
          <a:p>
            <a:pPr>
              <a:defRPr/>
            </a:pPr>
            <a:fld id="{8FBF41F3-6B38-E74F-9DD7-4D7F62D9EB2A}"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370518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49432D-CC0F-9544-9A54-E16259E0961E}"/>
              </a:ext>
            </a:extLst>
          </p:cNvPr>
          <p:cNvSpPr>
            <a:spLocks noGrp="1"/>
          </p:cNvSpPr>
          <p:nvPr>
            <p:ph type="dt" sz="half" idx="10"/>
          </p:nvPr>
        </p:nvSpPr>
        <p:spPr/>
        <p:txBody>
          <a:bodyPr/>
          <a:lstStyle>
            <a:lvl1pPr eaLnBrk="0" hangingPunct="0">
              <a:defRPr/>
            </a:lvl1pPr>
          </a:lstStyle>
          <a:p>
            <a:pPr>
              <a:defRPr/>
            </a:pPr>
            <a:endParaRPr lang="de-DE"/>
          </a:p>
        </p:txBody>
      </p:sp>
      <p:sp>
        <p:nvSpPr>
          <p:cNvPr id="3" name="页脚占位符 2">
            <a:extLst>
              <a:ext uri="{FF2B5EF4-FFF2-40B4-BE49-F238E27FC236}">
                <a16:creationId xmlns:a16="http://schemas.microsoft.com/office/drawing/2014/main" id="{076487AB-B217-1148-BA02-93D450418FC1}"/>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4" name="灯片编号占位符 3">
            <a:extLst>
              <a:ext uri="{FF2B5EF4-FFF2-40B4-BE49-F238E27FC236}">
                <a16:creationId xmlns:a16="http://schemas.microsoft.com/office/drawing/2014/main" id="{BD18718C-DB96-DE40-A94A-7267DA0951B9}"/>
              </a:ext>
            </a:extLst>
          </p:cNvPr>
          <p:cNvSpPr>
            <a:spLocks noGrp="1"/>
          </p:cNvSpPr>
          <p:nvPr>
            <p:ph type="sldNum" sz="quarter" idx="12"/>
          </p:nvPr>
        </p:nvSpPr>
        <p:spPr/>
        <p:txBody>
          <a:bodyPr/>
          <a:lstStyle>
            <a:lvl1pPr eaLnBrk="0" hangingPunct="0">
              <a:defRPr smtClean="0"/>
            </a:lvl1pPr>
          </a:lstStyle>
          <a:p>
            <a:pPr>
              <a:defRPr/>
            </a:pPr>
            <a:fld id="{9FAAF9B6-0D42-3047-ABBE-9DF92A9961E8}"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21240736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006"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2972" y="273053"/>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5300"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3F3F31E-752F-A242-80BF-BE3B68DBB4F6}"/>
              </a:ext>
            </a:extLst>
          </p:cNvPr>
          <p:cNvSpPr>
            <a:spLocks noGrp="1"/>
          </p:cNvSpPr>
          <p:nvPr>
            <p:ph type="dt" sz="half" idx="10"/>
          </p:nvPr>
        </p:nvSpPr>
        <p:spPr/>
        <p:txBody>
          <a:bodyPr/>
          <a:lstStyle>
            <a:lvl1pPr eaLnBrk="0" hangingPunct="0">
              <a:defRPr/>
            </a:lvl1pPr>
          </a:lstStyle>
          <a:p>
            <a:pPr>
              <a:defRPr/>
            </a:pPr>
            <a:endParaRPr lang="de-DE"/>
          </a:p>
        </p:txBody>
      </p:sp>
      <p:sp>
        <p:nvSpPr>
          <p:cNvPr id="6" name="页脚占位符 5">
            <a:extLst>
              <a:ext uri="{FF2B5EF4-FFF2-40B4-BE49-F238E27FC236}">
                <a16:creationId xmlns:a16="http://schemas.microsoft.com/office/drawing/2014/main" id="{2E5A0AF3-3003-C341-8097-BF552321A648}"/>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7" name="灯片编号占位符 6">
            <a:extLst>
              <a:ext uri="{FF2B5EF4-FFF2-40B4-BE49-F238E27FC236}">
                <a16:creationId xmlns:a16="http://schemas.microsoft.com/office/drawing/2014/main" id="{2B505739-0A7F-4544-8F85-D6FAF95D5267}"/>
              </a:ext>
            </a:extLst>
          </p:cNvPr>
          <p:cNvSpPr>
            <a:spLocks noGrp="1"/>
          </p:cNvSpPr>
          <p:nvPr>
            <p:ph type="sldNum" sz="quarter" idx="12"/>
          </p:nvPr>
        </p:nvSpPr>
        <p:spPr/>
        <p:txBody>
          <a:bodyPr/>
          <a:lstStyle>
            <a:lvl1pPr eaLnBrk="0" hangingPunct="0">
              <a:defRPr smtClean="0"/>
            </a:lvl1pPr>
          </a:lstStyle>
          <a:p>
            <a:pPr>
              <a:defRPr/>
            </a:pPr>
            <a:fld id="{B47CF214-4B9C-DC47-A6C9-C763D6144EE3}"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30611939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645"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445E389-AFE6-2343-B485-06D16C7C759B}"/>
              </a:ext>
            </a:extLst>
          </p:cNvPr>
          <p:cNvSpPr>
            <a:spLocks noGrp="1"/>
          </p:cNvSpPr>
          <p:nvPr>
            <p:ph type="dt" sz="half" idx="10"/>
          </p:nvPr>
        </p:nvSpPr>
        <p:spPr/>
        <p:txBody>
          <a:bodyPr/>
          <a:lstStyle>
            <a:lvl1pPr eaLnBrk="0" hangingPunct="0">
              <a:defRPr/>
            </a:lvl1pPr>
          </a:lstStyle>
          <a:p>
            <a:pPr>
              <a:defRPr/>
            </a:pPr>
            <a:endParaRPr lang="de-DE"/>
          </a:p>
        </p:txBody>
      </p:sp>
      <p:sp>
        <p:nvSpPr>
          <p:cNvPr id="6" name="页脚占位符 5">
            <a:extLst>
              <a:ext uri="{FF2B5EF4-FFF2-40B4-BE49-F238E27FC236}">
                <a16:creationId xmlns:a16="http://schemas.microsoft.com/office/drawing/2014/main" id="{0F9B2F56-B704-434D-9E19-4198F3010336}"/>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7" name="灯片编号占位符 6">
            <a:extLst>
              <a:ext uri="{FF2B5EF4-FFF2-40B4-BE49-F238E27FC236}">
                <a16:creationId xmlns:a16="http://schemas.microsoft.com/office/drawing/2014/main" id="{9FDB5A99-C0A5-0F4A-B17E-94AD398D708E}"/>
              </a:ext>
            </a:extLst>
          </p:cNvPr>
          <p:cNvSpPr>
            <a:spLocks noGrp="1"/>
          </p:cNvSpPr>
          <p:nvPr>
            <p:ph type="sldNum" sz="quarter" idx="12"/>
          </p:nvPr>
        </p:nvSpPr>
        <p:spPr/>
        <p:txBody>
          <a:bodyPr/>
          <a:lstStyle>
            <a:lvl1pPr eaLnBrk="0" hangingPunct="0">
              <a:defRPr smtClean="0"/>
            </a:lvl1pPr>
          </a:lstStyle>
          <a:p>
            <a:pPr>
              <a:defRPr/>
            </a:pPr>
            <a:fld id="{794A109A-F4F1-3247-A034-79367DFF6C15}"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3396190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298ED26-213B-F84C-B2B0-B8262B67E373}"/>
              </a:ext>
            </a:extLst>
          </p:cNvPr>
          <p:cNvSpPr>
            <a:spLocks noGrp="1"/>
          </p:cNvSpPr>
          <p:nvPr>
            <p:ph type="dt" sz="half" idx="10"/>
          </p:nvPr>
        </p:nvSpPr>
        <p:spPr/>
        <p:txBody>
          <a:bodyPr/>
          <a:lstStyle>
            <a:lvl1pPr eaLnBrk="0" hangingPunct="0">
              <a:defRPr/>
            </a:lvl1pPr>
          </a:lstStyle>
          <a:p>
            <a:pPr>
              <a:defRPr/>
            </a:pPr>
            <a:endParaRPr lang="de-DE"/>
          </a:p>
        </p:txBody>
      </p:sp>
      <p:sp>
        <p:nvSpPr>
          <p:cNvPr id="5" name="页脚占位符 4">
            <a:extLst>
              <a:ext uri="{FF2B5EF4-FFF2-40B4-BE49-F238E27FC236}">
                <a16:creationId xmlns:a16="http://schemas.microsoft.com/office/drawing/2014/main" id="{915BAB64-AFC1-854C-A4A3-5FA638CF36CA}"/>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6" name="灯片编号占位符 5">
            <a:extLst>
              <a:ext uri="{FF2B5EF4-FFF2-40B4-BE49-F238E27FC236}">
                <a16:creationId xmlns:a16="http://schemas.microsoft.com/office/drawing/2014/main" id="{7EAAF85D-7653-4944-88D7-BB6094204C04}"/>
              </a:ext>
            </a:extLst>
          </p:cNvPr>
          <p:cNvSpPr>
            <a:spLocks noGrp="1"/>
          </p:cNvSpPr>
          <p:nvPr>
            <p:ph type="sldNum" sz="quarter" idx="12"/>
          </p:nvPr>
        </p:nvSpPr>
        <p:spPr/>
        <p:txBody>
          <a:bodyPr/>
          <a:lstStyle>
            <a:lvl1pPr eaLnBrk="0" hangingPunct="0">
              <a:defRPr smtClean="0"/>
            </a:lvl1pPr>
          </a:lstStyle>
          <a:p>
            <a:pPr>
              <a:defRPr/>
            </a:pPr>
            <a:fld id="{6A676286-F1F4-B44E-A821-14167634E621}"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28295416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23125" y="304800"/>
            <a:ext cx="2187575"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60400" y="304800"/>
            <a:ext cx="6397625"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3F812AA-30D6-5A4D-899B-42474FB45BBA}"/>
              </a:ext>
            </a:extLst>
          </p:cNvPr>
          <p:cNvSpPr>
            <a:spLocks noGrp="1"/>
          </p:cNvSpPr>
          <p:nvPr>
            <p:ph type="dt" sz="half" idx="10"/>
          </p:nvPr>
        </p:nvSpPr>
        <p:spPr/>
        <p:txBody>
          <a:bodyPr/>
          <a:lstStyle>
            <a:lvl1pPr eaLnBrk="0" hangingPunct="0">
              <a:defRPr/>
            </a:lvl1pPr>
          </a:lstStyle>
          <a:p>
            <a:pPr>
              <a:defRPr/>
            </a:pPr>
            <a:endParaRPr lang="de-DE"/>
          </a:p>
        </p:txBody>
      </p:sp>
      <p:sp>
        <p:nvSpPr>
          <p:cNvPr id="5" name="页脚占位符 4">
            <a:extLst>
              <a:ext uri="{FF2B5EF4-FFF2-40B4-BE49-F238E27FC236}">
                <a16:creationId xmlns:a16="http://schemas.microsoft.com/office/drawing/2014/main" id="{C0DD6E6D-FDAA-C947-8E8B-09FD5494F440}"/>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6" name="灯片编号占位符 5">
            <a:extLst>
              <a:ext uri="{FF2B5EF4-FFF2-40B4-BE49-F238E27FC236}">
                <a16:creationId xmlns:a16="http://schemas.microsoft.com/office/drawing/2014/main" id="{03AC9909-AE63-0643-8FEF-A297FC65865B}"/>
              </a:ext>
            </a:extLst>
          </p:cNvPr>
          <p:cNvSpPr>
            <a:spLocks noGrp="1"/>
          </p:cNvSpPr>
          <p:nvPr>
            <p:ph type="sldNum" sz="quarter" idx="12"/>
          </p:nvPr>
        </p:nvSpPr>
        <p:spPr/>
        <p:txBody>
          <a:bodyPr/>
          <a:lstStyle>
            <a:lvl1pPr eaLnBrk="0" hangingPunct="0">
              <a:defRPr smtClean="0"/>
            </a:lvl1pPr>
          </a:lstStyle>
          <a:p>
            <a:pPr>
              <a:defRPr/>
            </a:pPr>
            <a:fld id="{4B887A45-9328-F841-A2DB-9F64CEDD9D94}"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35866953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90600" y="304800"/>
            <a:ext cx="7677150" cy="533400"/>
          </a:xfrm>
        </p:spPr>
        <p:txBody>
          <a:bodyPr/>
          <a:lstStyle/>
          <a:p>
            <a:r>
              <a:rPr lang="zh-CN" altLang="en-US"/>
              <a:t>单击此处编辑母版标题样式</a:t>
            </a:r>
          </a:p>
        </p:txBody>
      </p:sp>
      <p:sp>
        <p:nvSpPr>
          <p:cNvPr id="3" name="表格占位符 2"/>
          <p:cNvSpPr>
            <a:spLocks noGrp="1"/>
          </p:cNvSpPr>
          <p:nvPr>
            <p:ph type="tbl" idx="1"/>
          </p:nvPr>
        </p:nvSpPr>
        <p:spPr>
          <a:xfrm>
            <a:off x="660400" y="1219200"/>
            <a:ext cx="8750300" cy="4572000"/>
          </a:xfrm>
        </p:spPr>
        <p:txBody>
          <a:bodyPr/>
          <a:lstStyle/>
          <a:p>
            <a:pPr lvl="0"/>
            <a:endParaRPr lang="zh-CN" altLang="en-US" noProof="0"/>
          </a:p>
        </p:txBody>
      </p:sp>
      <p:sp>
        <p:nvSpPr>
          <p:cNvPr id="4" name="日期占位符 3">
            <a:extLst>
              <a:ext uri="{FF2B5EF4-FFF2-40B4-BE49-F238E27FC236}">
                <a16:creationId xmlns:a16="http://schemas.microsoft.com/office/drawing/2014/main" id="{4F6FFB02-D4D4-9047-A906-318694E64298}"/>
              </a:ext>
            </a:extLst>
          </p:cNvPr>
          <p:cNvSpPr>
            <a:spLocks noGrp="1"/>
          </p:cNvSpPr>
          <p:nvPr>
            <p:ph type="dt" sz="half" idx="10"/>
          </p:nvPr>
        </p:nvSpPr>
        <p:spPr/>
        <p:txBody>
          <a:bodyPr/>
          <a:lstStyle>
            <a:lvl1pPr eaLnBrk="0" hangingPunct="0">
              <a:defRPr/>
            </a:lvl1pPr>
          </a:lstStyle>
          <a:p>
            <a:pPr>
              <a:defRPr/>
            </a:pPr>
            <a:endParaRPr lang="de-DE"/>
          </a:p>
        </p:txBody>
      </p:sp>
      <p:sp>
        <p:nvSpPr>
          <p:cNvPr id="5" name="页脚占位符 4">
            <a:extLst>
              <a:ext uri="{FF2B5EF4-FFF2-40B4-BE49-F238E27FC236}">
                <a16:creationId xmlns:a16="http://schemas.microsoft.com/office/drawing/2014/main" id="{2E5C1C12-EFA7-5D41-901E-A9C506CBC206}"/>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6" name="灯片编号占位符 5">
            <a:extLst>
              <a:ext uri="{FF2B5EF4-FFF2-40B4-BE49-F238E27FC236}">
                <a16:creationId xmlns:a16="http://schemas.microsoft.com/office/drawing/2014/main" id="{45D0AF3C-8493-CC4B-AE8F-18D2728FD812}"/>
              </a:ext>
            </a:extLst>
          </p:cNvPr>
          <p:cNvSpPr>
            <a:spLocks noGrp="1"/>
          </p:cNvSpPr>
          <p:nvPr>
            <p:ph type="sldNum" sz="quarter" idx="12"/>
          </p:nvPr>
        </p:nvSpPr>
        <p:spPr/>
        <p:txBody>
          <a:bodyPr/>
          <a:lstStyle>
            <a:lvl1pPr eaLnBrk="0" hangingPunct="0">
              <a:defRPr smtClean="0"/>
            </a:lvl1pPr>
          </a:lstStyle>
          <a:p>
            <a:pPr>
              <a:defRPr/>
            </a:pPr>
            <a:fld id="{6A0790BD-0D84-924E-B60E-0BD377B66264}"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14899856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990600" y="304800"/>
            <a:ext cx="767715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660400" y="1219200"/>
            <a:ext cx="87503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60400" y="3581400"/>
            <a:ext cx="87503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B98FE32-8263-7F42-931A-494B63F6AA80}"/>
              </a:ext>
            </a:extLst>
          </p:cNvPr>
          <p:cNvSpPr>
            <a:spLocks noGrp="1"/>
          </p:cNvSpPr>
          <p:nvPr>
            <p:ph type="dt" sz="half" idx="10"/>
          </p:nvPr>
        </p:nvSpPr>
        <p:spPr/>
        <p:txBody>
          <a:bodyPr/>
          <a:lstStyle>
            <a:lvl1pPr eaLnBrk="0" hangingPunct="0">
              <a:defRPr/>
            </a:lvl1pPr>
          </a:lstStyle>
          <a:p>
            <a:pPr>
              <a:defRPr/>
            </a:pPr>
            <a:endParaRPr lang="de-DE"/>
          </a:p>
        </p:txBody>
      </p:sp>
      <p:sp>
        <p:nvSpPr>
          <p:cNvPr id="6" name="页脚占位符 5">
            <a:extLst>
              <a:ext uri="{FF2B5EF4-FFF2-40B4-BE49-F238E27FC236}">
                <a16:creationId xmlns:a16="http://schemas.microsoft.com/office/drawing/2014/main" id="{2B28BF6E-7EB7-7640-8823-1214802A6661}"/>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7" name="灯片编号占位符 6">
            <a:extLst>
              <a:ext uri="{FF2B5EF4-FFF2-40B4-BE49-F238E27FC236}">
                <a16:creationId xmlns:a16="http://schemas.microsoft.com/office/drawing/2014/main" id="{27B7DCA1-4482-2945-9678-FF0C6DAF063C}"/>
              </a:ext>
            </a:extLst>
          </p:cNvPr>
          <p:cNvSpPr>
            <a:spLocks noGrp="1"/>
          </p:cNvSpPr>
          <p:nvPr>
            <p:ph type="sldNum" sz="quarter" idx="12"/>
          </p:nvPr>
        </p:nvSpPr>
        <p:spPr/>
        <p:txBody>
          <a:bodyPr/>
          <a:lstStyle>
            <a:lvl1pPr eaLnBrk="0" hangingPunct="0">
              <a:defRPr smtClean="0"/>
            </a:lvl1pPr>
          </a:lstStyle>
          <a:p>
            <a:pPr>
              <a:defRPr/>
            </a:pPr>
            <a:fld id="{3F8935B4-9140-B145-800C-4EF12FF65B77}"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22376414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304800"/>
            <a:ext cx="767715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660400" y="1219200"/>
            <a:ext cx="4292600"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18100" y="1219200"/>
            <a:ext cx="42926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118100" y="3581400"/>
            <a:ext cx="42926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a:extLst>
              <a:ext uri="{FF2B5EF4-FFF2-40B4-BE49-F238E27FC236}">
                <a16:creationId xmlns:a16="http://schemas.microsoft.com/office/drawing/2014/main" id="{7C53BD78-F6D5-964B-8B6C-51639583124D}"/>
              </a:ext>
            </a:extLst>
          </p:cNvPr>
          <p:cNvSpPr>
            <a:spLocks noGrp="1"/>
          </p:cNvSpPr>
          <p:nvPr>
            <p:ph type="dt" sz="half" idx="10"/>
          </p:nvPr>
        </p:nvSpPr>
        <p:spPr/>
        <p:txBody>
          <a:bodyPr/>
          <a:lstStyle>
            <a:lvl1pPr eaLnBrk="0" hangingPunct="0">
              <a:defRPr/>
            </a:lvl1pPr>
          </a:lstStyle>
          <a:p>
            <a:pPr>
              <a:defRPr/>
            </a:pPr>
            <a:endParaRPr lang="de-DE"/>
          </a:p>
        </p:txBody>
      </p:sp>
      <p:sp>
        <p:nvSpPr>
          <p:cNvPr id="7" name="页脚占位符 6">
            <a:extLst>
              <a:ext uri="{FF2B5EF4-FFF2-40B4-BE49-F238E27FC236}">
                <a16:creationId xmlns:a16="http://schemas.microsoft.com/office/drawing/2014/main" id="{29022EBE-7FA2-824F-B147-6800799DA082}"/>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8" name="灯片编号占位符 7">
            <a:extLst>
              <a:ext uri="{FF2B5EF4-FFF2-40B4-BE49-F238E27FC236}">
                <a16:creationId xmlns:a16="http://schemas.microsoft.com/office/drawing/2014/main" id="{1E8D129B-DB6B-7C48-A2C0-32363BCFCB8F}"/>
              </a:ext>
            </a:extLst>
          </p:cNvPr>
          <p:cNvSpPr>
            <a:spLocks noGrp="1"/>
          </p:cNvSpPr>
          <p:nvPr>
            <p:ph type="sldNum" sz="quarter" idx="12"/>
          </p:nvPr>
        </p:nvSpPr>
        <p:spPr/>
        <p:txBody>
          <a:bodyPr/>
          <a:lstStyle>
            <a:lvl1pPr eaLnBrk="0" hangingPunct="0">
              <a:defRPr smtClean="0"/>
            </a:lvl1pPr>
          </a:lstStyle>
          <a:p>
            <a:pPr>
              <a:defRPr/>
            </a:pPr>
            <a:fld id="{437C5C79-EF96-3B46-978F-AA1EE5E1FCE9}"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17666890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304800"/>
            <a:ext cx="767715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660400" y="1219200"/>
            <a:ext cx="4292600"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18100" y="1219200"/>
            <a:ext cx="4292600"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6C03AE91-85DF-9548-9DE6-521E998D7913}"/>
              </a:ext>
            </a:extLst>
          </p:cNvPr>
          <p:cNvSpPr>
            <a:spLocks noGrp="1"/>
          </p:cNvSpPr>
          <p:nvPr>
            <p:ph type="dt" sz="half" idx="10"/>
          </p:nvPr>
        </p:nvSpPr>
        <p:spPr/>
        <p:txBody>
          <a:bodyPr/>
          <a:lstStyle>
            <a:lvl1pPr eaLnBrk="0" hangingPunct="0">
              <a:defRPr/>
            </a:lvl1pPr>
          </a:lstStyle>
          <a:p>
            <a:pPr>
              <a:defRPr/>
            </a:pPr>
            <a:endParaRPr lang="de-DE"/>
          </a:p>
        </p:txBody>
      </p:sp>
      <p:sp>
        <p:nvSpPr>
          <p:cNvPr id="6" name="页脚占位符 5">
            <a:extLst>
              <a:ext uri="{FF2B5EF4-FFF2-40B4-BE49-F238E27FC236}">
                <a16:creationId xmlns:a16="http://schemas.microsoft.com/office/drawing/2014/main" id="{741664F7-1757-2C46-B0CE-40BE3E315DBE}"/>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7" name="灯片编号占位符 6">
            <a:extLst>
              <a:ext uri="{FF2B5EF4-FFF2-40B4-BE49-F238E27FC236}">
                <a16:creationId xmlns:a16="http://schemas.microsoft.com/office/drawing/2014/main" id="{B4CA3BDB-C952-7943-BE42-0E522F67C326}"/>
              </a:ext>
            </a:extLst>
          </p:cNvPr>
          <p:cNvSpPr>
            <a:spLocks noGrp="1"/>
          </p:cNvSpPr>
          <p:nvPr>
            <p:ph type="sldNum" sz="quarter" idx="12"/>
          </p:nvPr>
        </p:nvSpPr>
        <p:spPr/>
        <p:txBody>
          <a:bodyPr/>
          <a:lstStyle>
            <a:lvl1pPr eaLnBrk="0" hangingPunct="0">
              <a:defRPr smtClean="0"/>
            </a:lvl1pPr>
          </a:lstStyle>
          <a:p>
            <a:pPr>
              <a:defRPr/>
            </a:pPr>
            <a:fld id="{25F4E218-E816-2E40-BC61-3277CC78EE1C}"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14781633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60400" y="304800"/>
            <a:ext cx="87503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a:extLst>
              <a:ext uri="{FF2B5EF4-FFF2-40B4-BE49-F238E27FC236}">
                <a16:creationId xmlns:a16="http://schemas.microsoft.com/office/drawing/2014/main" id="{0E29EA39-BD3F-7C41-81E1-262D0A4F1C5F}"/>
              </a:ext>
            </a:extLst>
          </p:cNvPr>
          <p:cNvSpPr>
            <a:spLocks noGrp="1"/>
          </p:cNvSpPr>
          <p:nvPr>
            <p:ph type="dt" sz="half" idx="10"/>
          </p:nvPr>
        </p:nvSpPr>
        <p:spPr/>
        <p:txBody>
          <a:bodyPr/>
          <a:lstStyle>
            <a:lvl1pPr eaLnBrk="0" hangingPunct="0">
              <a:defRPr/>
            </a:lvl1pPr>
          </a:lstStyle>
          <a:p>
            <a:pPr>
              <a:defRPr/>
            </a:pPr>
            <a:endParaRPr lang="de-DE"/>
          </a:p>
        </p:txBody>
      </p:sp>
      <p:sp>
        <p:nvSpPr>
          <p:cNvPr id="4" name="页脚占位符 3">
            <a:extLst>
              <a:ext uri="{FF2B5EF4-FFF2-40B4-BE49-F238E27FC236}">
                <a16:creationId xmlns:a16="http://schemas.microsoft.com/office/drawing/2014/main" id="{2DCBF072-679B-D948-83C1-69B3712D133D}"/>
              </a:ext>
            </a:extLst>
          </p:cNvPr>
          <p:cNvSpPr>
            <a:spLocks noGrp="1"/>
          </p:cNvSpPr>
          <p:nvPr>
            <p:ph type="ftr" sz="quarter" idx="11"/>
          </p:nvPr>
        </p:nvSpPr>
        <p:spPr/>
        <p:txBody>
          <a:bodyPr/>
          <a:lstStyle>
            <a:lvl1pPr eaLnBrk="0" hangingPunc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5" name="灯片编号占位符 4">
            <a:extLst>
              <a:ext uri="{FF2B5EF4-FFF2-40B4-BE49-F238E27FC236}">
                <a16:creationId xmlns:a16="http://schemas.microsoft.com/office/drawing/2014/main" id="{8ABE006A-FEF0-7547-851A-D1BB8C9C4FEF}"/>
              </a:ext>
            </a:extLst>
          </p:cNvPr>
          <p:cNvSpPr>
            <a:spLocks noGrp="1"/>
          </p:cNvSpPr>
          <p:nvPr>
            <p:ph type="sldNum" sz="quarter" idx="12"/>
          </p:nvPr>
        </p:nvSpPr>
        <p:spPr/>
        <p:txBody>
          <a:bodyPr/>
          <a:lstStyle>
            <a:lvl1pPr eaLnBrk="0" hangingPunct="0">
              <a:defRPr smtClean="0"/>
            </a:lvl1pPr>
          </a:lstStyle>
          <a:p>
            <a:pPr>
              <a:defRPr/>
            </a:pPr>
            <a:fld id="{0E944964-5E83-1D47-9D2D-0A318454166F}" type="slidenum">
              <a:rPr lang="de-DE" altLang="zh-CN"/>
              <a:pPr>
                <a:defRPr/>
              </a:pPr>
              <a:t>‹#›</a:t>
            </a:fld>
            <a:endParaRPr lang="de-DE" altLang="zh-CN"/>
          </a:p>
          <a:p>
            <a:pPr>
              <a:defRPr/>
            </a:pPr>
            <a:endParaRPr lang="de-DE" altLang="zh-CN"/>
          </a:p>
        </p:txBody>
      </p:sp>
    </p:spTree>
    <p:extLst>
      <p:ext uri="{BB962C8B-B14F-4D97-AF65-F5344CB8AC3E}">
        <p14:creationId xmlns:p14="http://schemas.microsoft.com/office/powerpoint/2010/main" val="3088918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4.jpe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FC96930-36AD-FE4A-AD41-5D5DB2CA73B3}"/>
              </a:ext>
            </a:extLst>
          </p:cNvPr>
          <p:cNvSpPr>
            <a:spLocks noGrp="1" noChangeArrowheads="1"/>
          </p:cNvSpPr>
          <p:nvPr>
            <p:ph type="body" idx="1"/>
          </p:nvPr>
        </p:nvSpPr>
        <p:spPr bwMode="auto">
          <a:xfrm>
            <a:off x="650875" y="1143000"/>
            <a:ext cx="8820150" cy="251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Body Text</a:t>
            </a:r>
          </a:p>
          <a:p>
            <a:pPr lvl="1"/>
            <a:r>
              <a:rPr lang="en-US" altLang="en-US"/>
              <a:t> Second Level</a:t>
            </a:r>
          </a:p>
          <a:p>
            <a:pPr lvl="2"/>
            <a:r>
              <a:rPr lang="en-US" altLang="en-US"/>
              <a:t>Third Level</a:t>
            </a:r>
          </a:p>
          <a:p>
            <a:pPr lvl="3"/>
            <a:r>
              <a:rPr lang="en-US" altLang="en-US"/>
              <a:t>Fourth Level</a:t>
            </a:r>
          </a:p>
          <a:p>
            <a:pPr lvl="4"/>
            <a:r>
              <a:rPr lang="en-US" altLang="en-US"/>
              <a:t>Fifth Level</a:t>
            </a:r>
          </a:p>
        </p:txBody>
      </p:sp>
      <p:sp>
        <p:nvSpPr>
          <p:cNvPr id="1027" name="Rectangle 3">
            <a:extLst>
              <a:ext uri="{FF2B5EF4-FFF2-40B4-BE49-F238E27FC236}">
                <a16:creationId xmlns:a16="http://schemas.microsoft.com/office/drawing/2014/main" id="{7BF61073-22E5-F24E-917F-B4E96C9CBEAA}"/>
              </a:ext>
            </a:extLst>
          </p:cNvPr>
          <p:cNvSpPr>
            <a:spLocks noChangeArrowheads="1"/>
          </p:cNvSpPr>
          <p:nvPr/>
        </p:nvSpPr>
        <p:spPr bwMode="auto">
          <a:xfrm>
            <a:off x="4852988" y="2967038"/>
            <a:ext cx="196850"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defRPr sz="2400" b="1">
                <a:solidFill>
                  <a:schemeClr val="tx1"/>
                </a:solidFill>
                <a:latin typeface="Arial" charset="0"/>
                <a:ea typeface="宋体" pitchFamily="2" charset="-122"/>
              </a:defRPr>
            </a:lvl1pPr>
            <a:lvl2pPr marL="742950" indent="-285750">
              <a:defRPr sz="2400" b="1">
                <a:solidFill>
                  <a:schemeClr val="tx1"/>
                </a:solidFill>
                <a:latin typeface="Arial" charset="0"/>
                <a:ea typeface="宋体" pitchFamily="2" charset="-122"/>
              </a:defRPr>
            </a:lvl2pPr>
            <a:lvl3pPr marL="1143000" indent="-228600">
              <a:defRPr sz="2400" b="1">
                <a:solidFill>
                  <a:schemeClr val="tx1"/>
                </a:solidFill>
                <a:latin typeface="Arial" charset="0"/>
                <a:ea typeface="宋体" pitchFamily="2" charset="-122"/>
              </a:defRPr>
            </a:lvl3pPr>
            <a:lvl4pPr marL="1600200" indent="-228600">
              <a:defRPr sz="2400" b="1">
                <a:solidFill>
                  <a:schemeClr val="tx1"/>
                </a:solidFill>
                <a:latin typeface="Arial" charset="0"/>
                <a:ea typeface="宋体" pitchFamily="2" charset="-122"/>
              </a:defRPr>
            </a:lvl4pPr>
            <a:lvl5pPr marL="2057400" indent="-228600">
              <a:defRPr sz="2400" b="1">
                <a:solidFill>
                  <a:schemeClr val="tx1"/>
                </a:solidFill>
                <a:latin typeface="Arial" charset="0"/>
                <a:ea typeface="宋体" pitchFamily="2" charset="-122"/>
              </a:defRPr>
            </a:lvl5pPr>
            <a:lvl6pPr marL="2514600" indent="-228600" eaLnBrk="0" fontAlgn="base" hangingPunct="0">
              <a:spcBef>
                <a:spcPct val="0"/>
              </a:spcBef>
              <a:spcAft>
                <a:spcPct val="0"/>
              </a:spcAft>
              <a:defRPr sz="2400" b="1">
                <a:solidFill>
                  <a:schemeClr val="tx1"/>
                </a:solidFill>
                <a:latin typeface="Arial" charset="0"/>
                <a:ea typeface="宋体" pitchFamily="2" charset="-122"/>
              </a:defRPr>
            </a:lvl6pPr>
            <a:lvl7pPr marL="2971800" indent="-228600" eaLnBrk="0" fontAlgn="base" hangingPunct="0">
              <a:spcBef>
                <a:spcPct val="0"/>
              </a:spcBef>
              <a:spcAft>
                <a:spcPct val="0"/>
              </a:spcAft>
              <a:defRPr sz="2400" b="1">
                <a:solidFill>
                  <a:schemeClr val="tx1"/>
                </a:solidFill>
                <a:latin typeface="Arial" charset="0"/>
                <a:ea typeface="宋体" pitchFamily="2" charset="-122"/>
              </a:defRPr>
            </a:lvl7pPr>
            <a:lvl8pPr marL="3429000" indent="-228600" eaLnBrk="0" fontAlgn="base" hangingPunct="0">
              <a:spcBef>
                <a:spcPct val="0"/>
              </a:spcBef>
              <a:spcAft>
                <a:spcPct val="0"/>
              </a:spcAft>
              <a:defRPr sz="2400" b="1">
                <a:solidFill>
                  <a:schemeClr val="tx1"/>
                </a:solidFill>
                <a:latin typeface="Arial" charset="0"/>
                <a:ea typeface="宋体" pitchFamily="2" charset="-122"/>
              </a:defRPr>
            </a:lvl8pPr>
            <a:lvl9pPr marL="3886200" indent="-228600" eaLnBrk="0" fontAlgn="base" hangingPunct="0">
              <a:spcBef>
                <a:spcPct val="0"/>
              </a:spcBef>
              <a:spcAft>
                <a:spcPct val="0"/>
              </a:spcAft>
              <a:defRPr sz="2400" b="1">
                <a:solidFill>
                  <a:schemeClr val="tx1"/>
                </a:solidFill>
                <a:latin typeface="Arial" charset="0"/>
                <a:ea typeface="宋体" pitchFamily="2" charset="-122"/>
              </a:defRPr>
            </a:lvl9pPr>
          </a:lstStyle>
          <a:p>
            <a:pPr>
              <a:defRPr/>
            </a:pPr>
            <a:endParaRPr lang="zh-CN" altLang="en-US"/>
          </a:p>
        </p:txBody>
      </p:sp>
      <p:sp>
        <p:nvSpPr>
          <p:cNvPr id="104452" name="Rectangle 4">
            <a:extLst>
              <a:ext uri="{FF2B5EF4-FFF2-40B4-BE49-F238E27FC236}">
                <a16:creationId xmlns:a16="http://schemas.microsoft.com/office/drawing/2014/main" id="{B3F87244-4671-FF4E-A749-954EB967945F}"/>
              </a:ext>
            </a:extLst>
          </p:cNvPr>
          <p:cNvSpPr>
            <a:spLocks noGrp="1" noChangeArrowheads="1"/>
          </p:cNvSpPr>
          <p:nvPr>
            <p:ph type="title"/>
          </p:nvPr>
        </p:nvSpPr>
        <p:spPr bwMode="auto">
          <a:xfrm>
            <a:off x="650875" y="255588"/>
            <a:ext cx="8820150" cy="65881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en-US" altLang="en-US"/>
              <a:t>Slide Title</a:t>
            </a:r>
          </a:p>
        </p:txBody>
      </p:sp>
      <p:sp>
        <p:nvSpPr>
          <p:cNvPr id="104456" name="Rectangle 8">
            <a:extLst>
              <a:ext uri="{FF2B5EF4-FFF2-40B4-BE49-F238E27FC236}">
                <a16:creationId xmlns:a16="http://schemas.microsoft.com/office/drawing/2014/main" id="{85D68D8D-6A23-7E4D-9B94-08BA5CEFDABB}"/>
              </a:ext>
            </a:extLst>
          </p:cNvPr>
          <p:cNvSpPr>
            <a:spLocks noGrp="1" noChangeArrowheads="1"/>
          </p:cNvSpPr>
          <p:nvPr>
            <p:ph type="sldNum" sz="quarter" idx="4"/>
          </p:nvPr>
        </p:nvSpPr>
        <p:spPr bwMode="auto">
          <a:xfrm>
            <a:off x="7321550" y="6324600"/>
            <a:ext cx="250190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115646" tIns="57824" rIns="115646" bIns="57824" numCol="1" anchor="t" anchorCtr="0" compatLnSpc="1">
            <a:prstTxWarp prst="textNoShape">
              <a:avLst/>
            </a:prstTxWarp>
          </a:bodyPr>
          <a:lstStyle>
            <a:lvl1pPr algn="r" defTabSz="1157288">
              <a:defRPr sz="2000" smtClean="0"/>
            </a:lvl1pPr>
          </a:lstStyle>
          <a:p>
            <a:pPr>
              <a:defRPr/>
            </a:pPr>
            <a:fld id="{94FD5BF8-E208-DA43-8314-BA4F89C0828C}" type="slidenum">
              <a:rPr lang="zh-CN" altLang="en-US"/>
              <a:pPr>
                <a:defRPr/>
              </a:pPr>
              <a:t>‹#›</a:t>
            </a:fld>
            <a:endParaRPr lang="en-US" altLang="zh-CN"/>
          </a:p>
        </p:txBody>
      </p:sp>
      <p:sp>
        <p:nvSpPr>
          <p:cNvPr id="104455" name="Rectangle 7">
            <a:extLst>
              <a:ext uri="{FF2B5EF4-FFF2-40B4-BE49-F238E27FC236}">
                <a16:creationId xmlns:a16="http://schemas.microsoft.com/office/drawing/2014/main" id="{A6F37BDB-F9D4-A94A-A853-70DE1C814826}"/>
              </a:ext>
            </a:extLst>
          </p:cNvPr>
          <p:cNvSpPr>
            <a:spLocks noGrp="1" noChangeArrowheads="1"/>
          </p:cNvSpPr>
          <p:nvPr>
            <p:ph type="dt" sz="half" idx="2"/>
          </p:nvPr>
        </p:nvSpPr>
        <p:spPr bwMode="auto">
          <a:xfrm>
            <a:off x="14288" y="6350000"/>
            <a:ext cx="2297112"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115646" tIns="57824" rIns="115646" bIns="57824" numCol="1" anchor="t" anchorCtr="0" compatLnSpc="1">
            <a:prstTxWarp prst="textNoShape">
              <a:avLst/>
            </a:prstTxWarp>
          </a:bodyPr>
          <a:lstStyle>
            <a:lvl1pPr defTabSz="1157288">
              <a:defRPr sz="1800">
                <a:latin typeface="Arial" pitchFamily="34" charset="0"/>
                <a:ea typeface="宋体" pitchFamily="2" charset="-122"/>
              </a:defRPr>
            </a:lvl1pPr>
          </a:lstStyle>
          <a:p>
            <a:pPr>
              <a:defRPr/>
            </a:pPr>
            <a:fld id="{E0B4AE5C-DE3A-E145-A78F-BF8348A149C4}" type="datetime1">
              <a:rPr lang="zh-CN" altLang="en-US"/>
              <a:pPr>
                <a:defRPr/>
              </a:pPr>
              <a:t>2023/5/16</a:t>
            </a:fld>
            <a:endParaRPr lang="en-US" altLang="zh-CN" sz="1000"/>
          </a:p>
        </p:txBody>
      </p:sp>
    </p:spTree>
  </p:cSld>
  <p:clrMap bg1="lt1" tx1="dk1" bg2="lt2" tx2="dk2" accent1="accent1" accent2="accent2" accent3="accent3" accent4="accent4" accent5="accent5" accent6="accent6" hlink="hlink" folHlink="folHlink"/>
  <p:sldLayoutIdLst>
    <p:sldLayoutId id="2147484070" r:id="rId1"/>
    <p:sldLayoutId id="2147484060" r:id="rId2"/>
    <p:sldLayoutId id="2147484061" r:id="rId3"/>
    <p:sldLayoutId id="2147484062" r:id="rId4"/>
    <p:sldLayoutId id="2147484063" r:id="rId5"/>
    <p:sldLayoutId id="2147484064" r:id="rId6"/>
    <p:sldLayoutId id="2147484065" r:id="rId7"/>
    <p:sldLayoutId id="2147484066" r:id="rId8"/>
    <p:sldLayoutId id="2147484067" r:id="rId9"/>
    <p:sldLayoutId id="2147484068" r:id="rId10"/>
    <p:sldLayoutId id="2147484069" r:id="rId11"/>
  </p:sldLayoutIdLst>
  <p:hf hdr="0" ftr="0"/>
  <p:txStyles>
    <p:titleStyle>
      <a:lvl1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mj-lt"/>
          <a:ea typeface="+mj-ea"/>
          <a:cs typeface="+mj-cs"/>
        </a:defRPr>
      </a:lvl1pPr>
      <a:lvl2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2pPr>
      <a:lvl3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3pPr>
      <a:lvl4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4pPr>
      <a:lvl5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5pPr>
      <a:lvl6pPr marL="4572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6pPr>
      <a:lvl7pPr marL="9144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7pPr>
      <a:lvl8pPr marL="13716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8pPr>
      <a:lvl9pPr marL="18288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9pPr>
    </p:titleStyle>
    <p:body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Font typeface="Wingdings" pitchFamily="2" charset="2"/>
        <a:buChar char="Ø"/>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2">
            <a:extLst>
              <a:ext uri="{FF2B5EF4-FFF2-40B4-BE49-F238E27FC236}">
                <a16:creationId xmlns:a16="http://schemas.microsoft.com/office/drawing/2014/main" id="{E69534EC-B17C-9843-913D-316A1055CBFD}"/>
              </a:ext>
            </a:extLst>
          </p:cNvPr>
          <p:cNvGrpSpPr>
            <a:grpSpLocks/>
          </p:cNvGrpSpPr>
          <p:nvPr/>
        </p:nvGrpSpPr>
        <p:grpSpPr bwMode="auto">
          <a:xfrm>
            <a:off x="0" y="-304800"/>
            <a:ext cx="9906000" cy="6858000"/>
            <a:chOff x="0" y="0"/>
            <a:chExt cx="5760" cy="4320"/>
          </a:xfrm>
        </p:grpSpPr>
        <p:grpSp>
          <p:nvGrpSpPr>
            <p:cNvPr id="2057" name="Group 3">
              <a:extLst>
                <a:ext uri="{FF2B5EF4-FFF2-40B4-BE49-F238E27FC236}">
                  <a16:creationId xmlns:a16="http://schemas.microsoft.com/office/drawing/2014/main" id="{3A2914AF-AF95-B342-880F-9DAF25D96C21}"/>
                </a:ext>
              </a:extLst>
            </p:cNvPr>
            <p:cNvGrpSpPr>
              <a:grpSpLocks/>
            </p:cNvGrpSpPr>
            <p:nvPr/>
          </p:nvGrpSpPr>
          <p:grpSpPr bwMode="auto">
            <a:xfrm>
              <a:off x="0" y="0"/>
              <a:ext cx="5760" cy="4320"/>
              <a:chOff x="0" y="0"/>
              <a:chExt cx="5760" cy="4320"/>
            </a:xfrm>
          </p:grpSpPr>
          <p:grpSp>
            <p:nvGrpSpPr>
              <p:cNvPr id="2064" name="Group 4">
                <a:extLst>
                  <a:ext uri="{FF2B5EF4-FFF2-40B4-BE49-F238E27FC236}">
                    <a16:creationId xmlns:a16="http://schemas.microsoft.com/office/drawing/2014/main" id="{7F7C1AEA-FAEB-3440-BA71-0C416A394DDF}"/>
                  </a:ext>
                </a:extLst>
              </p:cNvPr>
              <p:cNvGrpSpPr>
                <a:grpSpLocks/>
              </p:cNvGrpSpPr>
              <p:nvPr/>
            </p:nvGrpSpPr>
            <p:grpSpPr bwMode="auto">
              <a:xfrm>
                <a:off x="0" y="192"/>
                <a:ext cx="5760" cy="4032"/>
                <a:chOff x="0" y="192"/>
                <a:chExt cx="5760" cy="4032"/>
              </a:xfrm>
            </p:grpSpPr>
            <p:sp>
              <p:nvSpPr>
                <p:cNvPr id="2095" name="Line 5">
                  <a:extLst>
                    <a:ext uri="{FF2B5EF4-FFF2-40B4-BE49-F238E27FC236}">
                      <a16:creationId xmlns:a16="http://schemas.microsoft.com/office/drawing/2014/main" id="{D9036403-E0EC-1B4C-B3C4-D4C53ABBFA3B}"/>
                    </a:ext>
                  </a:extLst>
                </p:cNvPr>
                <p:cNvSpPr>
                  <a:spLocks noChangeShapeType="1"/>
                </p:cNvSpPr>
                <p:nvPr/>
              </p:nvSpPr>
              <p:spPr bwMode="white">
                <a:xfrm>
                  <a:off x="0" y="192"/>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6" name="Line 6">
                  <a:extLst>
                    <a:ext uri="{FF2B5EF4-FFF2-40B4-BE49-F238E27FC236}">
                      <a16:creationId xmlns:a16="http://schemas.microsoft.com/office/drawing/2014/main" id="{65559971-D254-3441-B4FA-D46E39AF2FE6}"/>
                    </a:ext>
                  </a:extLst>
                </p:cNvPr>
                <p:cNvSpPr>
                  <a:spLocks noChangeShapeType="1"/>
                </p:cNvSpPr>
                <p:nvPr/>
              </p:nvSpPr>
              <p:spPr bwMode="white">
                <a:xfrm>
                  <a:off x="0" y="384"/>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7" name="Line 7">
                  <a:extLst>
                    <a:ext uri="{FF2B5EF4-FFF2-40B4-BE49-F238E27FC236}">
                      <a16:creationId xmlns:a16="http://schemas.microsoft.com/office/drawing/2014/main" id="{9FA857B7-71E8-3C4C-A829-20A261A07550}"/>
                    </a:ext>
                  </a:extLst>
                </p:cNvPr>
                <p:cNvSpPr>
                  <a:spLocks noChangeShapeType="1"/>
                </p:cNvSpPr>
                <p:nvPr/>
              </p:nvSpPr>
              <p:spPr bwMode="white">
                <a:xfrm>
                  <a:off x="0" y="576"/>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8" name="Line 8">
                  <a:extLst>
                    <a:ext uri="{FF2B5EF4-FFF2-40B4-BE49-F238E27FC236}">
                      <a16:creationId xmlns:a16="http://schemas.microsoft.com/office/drawing/2014/main" id="{0BD915F4-0AF3-8746-979E-F480909F04DD}"/>
                    </a:ext>
                  </a:extLst>
                </p:cNvPr>
                <p:cNvSpPr>
                  <a:spLocks noChangeShapeType="1"/>
                </p:cNvSpPr>
                <p:nvPr/>
              </p:nvSpPr>
              <p:spPr bwMode="white">
                <a:xfrm>
                  <a:off x="0" y="768"/>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 name="Line 9">
                  <a:extLst>
                    <a:ext uri="{FF2B5EF4-FFF2-40B4-BE49-F238E27FC236}">
                      <a16:creationId xmlns:a16="http://schemas.microsoft.com/office/drawing/2014/main" id="{E21B0315-8947-1748-8384-122BBE3DB12F}"/>
                    </a:ext>
                  </a:extLst>
                </p:cNvPr>
                <p:cNvSpPr>
                  <a:spLocks noChangeShapeType="1"/>
                </p:cNvSpPr>
                <p:nvPr/>
              </p:nvSpPr>
              <p:spPr bwMode="white">
                <a:xfrm>
                  <a:off x="0" y="960"/>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0" name="Line 10">
                  <a:extLst>
                    <a:ext uri="{FF2B5EF4-FFF2-40B4-BE49-F238E27FC236}">
                      <a16:creationId xmlns:a16="http://schemas.microsoft.com/office/drawing/2014/main" id="{5D43204A-B5FB-D441-B0EA-29D9FC86E26F}"/>
                    </a:ext>
                  </a:extLst>
                </p:cNvPr>
                <p:cNvSpPr>
                  <a:spLocks noChangeShapeType="1"/>
                </p:cNvSpPr>
                <p:nvPr/>
              </p:nvSpPr>
              <p:spPr bwMode="white">
                <a:xfrm>
                  <a:off x="0" y="1152"/>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1" name="Line 11">
                  <a:extLst>
                    <a:ext uri="{FF2B5EF4-FFF2-40B4-BE49-F238E27FC236}">
                      <a16:creationId xmlns:a16="http://schemas.microsoft.com/office/drawing/2014/main" id="{8371DE93-A65A-E640-8BEC-F6DCA810B82A}"/>
                    </a:ext>
                  </a:extLst>
                </p:cNvPr>
                <p:cNvSpPr>
                  <a:spLocks noChangeShapeType="1"/>
                </p:cNvSpPr>
                <p:nvPr/>
              </p:nvSpPr>
              <p:spPr bwMode="white">
                <a:xfrm>
                  <a:off x="0" y="1344"/>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2" name="Line 12">
                  <a:extLst>
                    <a:ext uri="{FF2B5EF4-FFF2-40B4-BE49-F238E27FC236}">
                      <a16:creationId xmlns:a16="http://schemas.microsoft.com/office/drawing/2014/main" id="{5BEF7FF7-1A48-CD4A-8DE6-C4779DB6A829}"/>
                    </a:ext>
                  </a:extLst>
                </p:cNvPr>
                <p:cNvSpPr>
                  <a:spLocks noChangeShapeType="1"/>
                </p:cNvSpPr>
                <p:nvPr/>
              </p:nvSpPr>
              <p:spPr bwMode="white">
                <a:xfrm>
                  <a:off x="0" y="1536"/>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3" name="Line 13">
                  <a:extLst>
                    <a:ext uri="{FF2B5EF4-FFF2-40B4-BE49-F238E27FC236}">
                      <a16:creationId xmlns:a16="http://schemas.microsoft.com/office/drawing/2014/main" id="{A4AD56A8-1655-B541-93A0-7DBD4F3A3044}"/>
                    </a:ext>
                  </a:extLst>
                </p:cNvPr>
                <p:cNvSpPr>
                  <a:spLocks noChangeShapeType="1"/>
                </p:cNvSpPr>
                <p:nvPr/>
              </p:nvSpPr>
              <p:spPr bwMode="white">
                <a:xfrm>
                  <a:off x="0" y="1728"/>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4" name="Line 14">
                  <a:extLst>
                    <a:ext uri="{FF2B5EF4-FFF2-40B4-BE49-F238E27FC236}">
                      <a16:creationId xmlns:a16="http://schemas.microsoft.com/office/drawing/2014/main" id="{1079C3DF-EA37-6C46-A1AE-8138636B2B45}"/>
                    </a:ext>
                  </a:extLst>
                </p:cNvPr>
                <p:cNvSpPr>
                  <a:spLocks noChangeShapeType="1"/>
                </p:cNvSpPr>
                <p:nvPr/>
              </p:nvSpPr>
              <p:spPr bwMode="white">
                <a:xfrm>
                  <a:off x="0" y="1920"/>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5" name="Line 15">
                  <a:extLst>
                    <a:ext uri="{FF2B5EF4-FFF2-40B4-BE49-F238E27FC236}">
                      <a16:creationId xmlns:a16="http://schemas.microsoft.com/office/drawing/2014/main" id="{16B96359-917E-8C46-8552-D7DE4581A1C8}"/>
                    </a:ext>
                  </a:extLst>
                </p:cNvPr>
                <p:cNvSpPr>
                  <a:spLocks noChangeShapeType="1"/>
                </p:cNvSpPr>
                <p:nvPr/>
              </p:nvSpPr>
              <p:spPr bwMode="white">
                <a:xfrm>
                  <a:off x="0" y="2112"/>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6" name="Line 16">
                  <a:extLst>
                    <a:ext uri="{FF2B5EF4-FFF2-40B4-BE49-F238E27FC236}">
                      <a16:creationId xmlns:a16="http://schemas.microsoft.com/office/drawing/2014/main" id="{96841DD3-9F63-2349-BD58-5B2D87E95C4B}"/>
                    </a:ext>
                  </a:extLst>
                </p:cNvPr>
                <p:cNvSpPr>
                  <a:spLocks noChangeShapeType="1"/>
                </p:cNvSpPr>
                <p:nvPr/>
              </p:nvSpPr>
              <p:spPr bwMode="white">
                <a:xfrm>
                  <a:off x="0" y="2304"/>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7" name="Line 17">
                  <a:extLst>
                    <a:ext uri="{FF2B5EF4-FFF2-40B4-BE49-F238E27FC236}">
                      <a16:creationId xmlns:a16="http://schemas.microsoft.com/office/drawing/2014/main" id="{6ACEAE19-A0C4-7641-8272-E408C1D70199}"/>
                    </a:ext>
                  </a:extLst>
                </p:cNvPr>
                <p:cNvSpPr>
                  <a:spLocks noChangeShapeType="1"/>
                </p:cNvSpPr>
                <p:nvPr/>
              </p:nvSpPr>
              <p:spPr bwMode="white">
                <a:xfrm>
                  <a:off x="0" y="2496"/>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8" name="Line 18">
                  <a:extLst>
                    <a:ext uri="{FF2B5EF4-FFF2-40B4-BE49-F238E27FC236}">
                      <a16:creationId xmlns:a16="http://schemas.microsoft.com/office/drawing/2014/main" id="{4200DFB0-6B80-BA4E-BCE9-C2F9620510AE}"/>
                    </a:ext>
                  </a:extLst>
                </p:cNvPr>
                <p:cNvSpPr>
                  <a:spLocks noChangeShapeType="1"/>
                </p:cNvSpPr>
                <p:nvPr/>
              </p:nvSpPr>
              <p:spPr bwMode="white">
                <a:xfrm>
                  <a:off x="0" y="2688"/>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9" name="Line 19">
                  <a:extLst>
                    <a:ext uri="{FF2B5EF4-FFF2-40B4-BE49-F238E27FC236}">
                      <a16:creationId xmlns:a16="http://schemas.microsoft.com/office/drawing/2014/main" id="{A9F27136-1B23-CE4D-8B61-003A1DED0A06}"/>
                    </a:ext>
                  </a:extLst>
                </p:cNvPr>
                <p:cNvSpPr>
                  <a:spLocks noChangeShapeType="1"/>
                </p:cNvSpPr>
                <p:nvPr/>
              </p:nvSpPr>
              <p:spPr bwMode="white">
                <a:xfrm>
                  <a:off x="0" y="2880"/>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 name="Line 20">
                  <a:extLst>
                    <a:ext uri="{FF2B5EF4-FFF2-40B4-BE49-F238E27FC236}">
                      <a16:creationId xmlns:a16="http://schemas.microsoft.com/office/drawing/2014/main" id="{11923A97-9BA2-D64D-9D32-7303FA6557E2}"/>
                    </a:ext>
                  </a:extLst>
                </p:cNvPr>
                <p:cNvSpPr>
                  <a:spLocks noChangeShapeType="1"/>
                </p:cNvSpPr>
                <p:nvPr/>
              </p:nvSpPr>
              <p:spPr bwMode="white">
                <a:xfrm>
                  <a:off x="0" y="3072"/>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1" name="Line 21">
                  <a:extLst>
                    <a:ext uri="{FF2B5EF4-FFF2-40B4-BE49-F238E27FC236}">
                      <a16:creationId xmlns:a16="http://schemas.microsoft.com/office/drawing/2014/main" id="{FBB656AF-F31D-0045-AA00-EDC6D8E4DBFE}"/>
                    </a:ext>
                  </a:extLst>
                </p:cNvPr>
                <p:cNvSpPr>
                  <a:spLocks noChangeShapeType="1"/>
                </p:cNvSpPr>
                <p:nvPr/>
              </p:nvSpPr>
              <p:spPr bwMode="white">
                <a:xfrm>
                  <a:off x="0" y="3264"/>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2" name="Line 22">
                  <a:extLst>
                    <a:ext uri="{FF2B5EF4-FFF2-40B4-BE49-F238E27FC236}">
                      <a16:creationId xmlns:a16="http://schemas.microsoft.com/office/drawing/2014/main" id="{29A4FC34-8B44-DC49-95A7-0DFAB7900AA4}"/>
                    </a:ext>
                  </a:extLst>
                </p:cNvPr>
                <p:cNvSpPr>
                  <a:spLocks noChangeShapeType="1"/>
                </p:cNvSpPr>
                <p:nvPr/>
              </p:nvSpPr>
              <p:spPr bwMode="white">
                <a:xfrm>
                  <a:off x="0" y="3456"/>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3" name="Line 23">
                  <a:extLst>
                    <a:ext uri="{FF2B5EF4-FFF2-40B4-BE49-F238E27FC236}">
                      <a16:creationId xmlns:a16="http://schemas.microsoft.com/office/drawing/2014/main" id="{EEBB202D-B6B8-2E41-86C7-89D1C060C128}"/>
                    </a:ext>
                  </a:extLst>
                </p:cNvPr>
                <p:cNvSpPr>
                  <a:spLocks noChangeShapeType="1"/>
                </p:cNvSpPr>
                <p:nvPr/>
              </p:nvSpPr>
              <p:spPr bwMode="white">
                <a:xfrm>
                  <a:off x="0" y="3648"/>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4" name="Line 24">
                  <a:extLst>
                    <a:ext uri="{FF2B5EF4-FFF2-40B4-BE49-F238E27FC236}">
                      <a16:creationId xmlns:a16="http://schemas.microsoft.com/office/drawing/2014/main" id="{1C4A1F7C-41B6-AB44-BB20-C03893DC06B5}"/>
                    </a:ext>
                  </a:extLst>
                </p:cNvPr>
                <p:cNvSpPr>
                  <a:spLocks noChangeShapeType="1"/>
                </p:cNvSpPr>
                <p:nvPr/>
              </p:nvSpPr>
              <p:spPr bwMode="white">
                <a:xfrm>
                  <a:off x="0" y="3840"/>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5" name="Line 25">
                  <a:extLst>
                    <a:ext uri="{FF2B5EF4-FFF2-40B4-BE49-F238E27FC236}">
                      <a16:creationId xmlns:a16="http://schemas.microsoft.com/office/drawing/2014/main" id="{75E222E5-ADD4-D54A-B7BE-F902A9625D77}"/>
                    </a:ext>
                  </a:extLst>
                </p:cNvPr>
                <p:cNvSpPr>
                  <a:spLocks noChangeShapeType="1"/>
                </p:cNvSpPr>
                <p:nvPr/>
              </p:nvSpPr>
              <p:spPr bwMode="white">
                <a:xfrm>
                  <a:off x="0" y="4032"/>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6" name="Line 26">
                  <a:extLst>
                    <a:ext uri="{FF2B5EF4-FFF2-40B4-BE49-F238E27FC236}">
                      <a16:creationId xmlns:a16="http://schemas.microsoft.com/office/drawing/2014/main" id="{DF011044-6F6B-3140-9DBC-D02E4BF76042}"/>
                    </a:ext>
                  </a:extLst>
                </p:cNvPr>
                <p:cNvSpPr>
                  <a:spLocks noChangeShapeType="1"/>
                </p:cNvSpPr>
                <p:nvPr/>
              </p:nvSpPr>
              <p:spPr bwMode="white">
                <a:xfrm>
                  <a:off x="0" y="4224"/>
                  <a:ext cx="5760" cy="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5" name="Group 27">
                <a:extLst>
                  <a:ext uri="{FF2B5EF4-FFF2-40B4-BE49-F238E27FC236}">
                    <a16:creationId xmlns:a16="http://schemas.microsoft.com/office/drawing/2014/main" id="{D169191C-B75C-D749-A14C-B2A37398EF44}"/>
                  </a:ext>
                </a:extLst>
              </p:cNvPr>
              <p:cNvGrpSpPr>
                <a:grpSpLocks/>
              </p:cNvGrpSpPr>
              <p:nvPr/>
            </p:nvGrpSpPr>
            <p:grpSpPr bwMode="auto">
              <a:xfrm>
                <a:off x="192" y="0"/>
                <a:ext cx="5376" cy="4320"/>
                <a:chOff x="192" y="0"/>
                <a:chExt cx="5376" cy="4320"/>
              </a:xfrm>
            </p:grpSpPr>
            <p:sp>
              <p:nvSpPr>
                <p:cNvPr id="2066" name="Line 28">
                  <a:extLst>
                    <a:ext uri="{FF2B5EF4-FFF2-40B4-BE49-F238E27FC236}">
                      <a16:creationId xmlns:a16="http://schemas.microsoft.com/office/drawing/2014/main" id="{2CA71DBE-95D0-1947-8D6A-5FFF7649D2A1}"/>
                    </a:ext>
                  </a:extLst>
                </p:cNvPr>
                <p:cNvSpPr>
                  <a:spLocks noChangeShapeType="1"/>
                </p:cNvSpPr>
                <p:nvPr/>
              </p:nvSpPr>
              <p:spPr bwMode="white">
                <a:xfrm>
                  <a:off x="19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7" name="Line 29">
                  <a:extLst>
                    <a:ext uri="{FF2B5EF4-FFF2-40B4-BE49-F238E27FC236}">
                      <a16:creationId xmlns:a16="http://schemas.microsoft.com/office/drawing/2014/main" id="{90183FCC-51B8-9A4F-89D3-AC5928099625}"/>
                    </a:ext>
                  </a:extLst>
                </p:cNvPr>
                <p:cNvSpPr>
                  <a:spLocks noChangeShapeType="1"/>
                </p:cNvSpPr>
                <p:nvPr/>
              </p:nvSpPr>
              <p:spPr bwMode="white">
                <a:xfrm>
                  <a:off x="38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8" name="Line 30">
                  <a:extLst>
                    <a:ext uri="{FF2B5EF4-FFF2-40B4-BE49-F238E27FC236}">
                      <a16:creationId xmlns:a16="http://schemas.microsoft.com/office/drawing/2014/main" id="{37C2DCC3-157C-A34D-8BA2-0D88FA319A5C}"/>
                    </a:ext>
                  </a:extLst>
                </p:cNvPr>
                <p:cNvSpPr>
                  <a:spLocks noChangeShapeType="1"/>
                </p:cNvSpPr>
                <p:nvPr/>
              </p:nvSpPr>
              <p:spPr bwMode="white">
                <a:xfrm>
                  <a:off x="57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9" name="Line 31">
                  <a:extLst>
                    <a:ext uri="{FF2B5EF4-FFF2-40B4-BE49-F238E27FC236}">
                      <a16:creationId xmlns:a16="http://schemas.microsoft.com/office/drawing/2014/main" id="{473CD607-8F1E-6B41-8079-378D16AD0420}"/>
                    </a:ext>
                  </a:extLst>
                </p:cNvPr>
                <p:cNvSpPr>
                  <a:spLocks noChangeShapeType="1"/>
                </p:cNvSpPr>
                <p:nvPr/>
              </p:nvSpPr>
              <p:spPr bwMode="white">
                <a:xfrm>
                  <a:off x="76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0" name="Line 32">
                  <a:extLst>
                    <a:ext uri="{FF2B5EF4-FFF2-40B4-BE49-F238E27FC236}">
                      <a16:creationId xmlns:a16="http://schemas.microsoft.com/office/drawing/2014/main" id="{A8BBE7BB-24D4-3C4F-938B-712EB170AEDE}"/>
                    </a:ext>
                  </a:extLst>
                </p:cNvPr>
                <p:cNvSpPr>
                  <a:spLocks noChangeShapeType="1"/>
                </p:cNvSpPr>
                <p:nvPr/>
              </p:nvSpPr>
              <p:spPr bwMode="white">
                <a:xfrm>
                  <a:off x="960"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1" name="Line 33">
                  <a:extLst>
                    <a:ext uri="{FF2B5EF4-FFF2-40B4-BE49-F238E27FC236}">
                      <a16:creationId xmlns:a16="http://schemas.microsoft.com/office/drawing/2014/main" id="{5DD5444F-681F-3948-950B-A2ACEFBE08C4}"/>
                    </a:ext>
                  </a:extLst>
                </p:cNvPr>
                <p:cNvSpPr>
                  <a:spLocks noChangeShapeType="1"/>
                </p:cNvSpPr>
                <p:nvPr/>
              </p:nvSpPr>
              <p:spPr bwMode="white">
                <a:xfrm>
                  <a:off x="115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2" name="Line 34">
                  <a:extLst>
                    <a:ext uri="{FF2B5EF4-FFF2-40B4-BE49-F238E27FC236}">
                      <a16:creationId xmlns:a16="http://schemas.microsoft.com/office/drawing/2014/main" id="{D5312BFA-D807-C041-A16D-5F36E46BFAB7}"/>
                    </a:ext>
                  </a:extLst>
                </p:cNvPr>
                <p:cNvSpPr>
                  <a:spLocks noChangeShapeType="1"/>
                </p:cNvSpPr>
                <p:nvPr/>
              </p:nvSpPr>
              <p:spPr bwMode="white">
                <a:xfrm>
                  <a:off x="134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3" name="Line 35">
                  <a:extLst>
                    <a:ext uri="{FF2B5EF4-FFF2-40B4-BE49-F238E27FC236}">
                      <a16:creationId xmlns:a16="http://schemas.microsoft.com/office/drawing/2014/main" id="{942D2F15-D605-DD42-987D-E78B33CC1393}"/>
                    </a:ext>
                  </a:extLst>
                </p:cNvPr>
                <p:cNvSpPr>
                  <a:spLocks noChangeShapeType="1"/>
                </p:cNvSpPr>
                <p:nvPr/>
              </p:nvSpPr>
              <p:spPr bwMode="white">
                <a:xfrm>
                  <a:off x="153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4" name="Line 36">
                  <a:extLst>
                    <a:ext uri="{FF2B5EF4-FFF2-40B4-BE49-F238E27FC236}">
                      <a16:creationId xmlns:a16="http://schemas.microsoft.com/office/drawing/2014/main" id="{AF7A52FB-AAF0-9D43-BD67-17C53A9AF7BC}"/>
                    </a:ext>
                  </a:extLst>
                </p:cNvPr>
                <p:cNvSpPr>
                  <a:spLocks noChangeShapeType="1"/>
                </p:cNvSpPr>
                <p:nvPr/>
              </p:nvSpPr>
              <p:spPr bwMode="white">
                <a:xfrm>
                  <a:off x="172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5" name="Line 37">
                  <a:extLst>
                    <a:ext uri="{FF2B5EF4-FFF2-40B4-BE49-F238E27FC236}">
                      <a16:creationId xmlns:a16="http://schemas.microsoft.com/office/drawing/2014/main" id="{A7851380-F245-B641-8B84-E7C005D0CA0E}"/>
                    </a:ext>
                  </a:extLst>
                </p:cNvPr>
                <p:cNvSpPr>
                  <a:spLocks noChangeShapeType="1"/>
                </p:cNvSpPr>
                <p:nvPr/>
              </p:nvSpPr>
              <p:spPr bwMode="white">
                <a:xfrm>
                  <a:off x="1920"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6" name="Line 38">
                  <a:extLst>
                    <a:ext uri="{FF2B5EF4-FFF2-40B4-BE49-F238E27FC236}">
                      <a16:creationId xmlns:a16="http://schemas.microsoft.com/office/drawing/2014/main" id="{EA86FB40-DB53-B040-B93A-A71FD292355B}"/>
                    </a:ext>
                  </a:extLst>
                </p:cNvPr>
                <p:cNvSpPr>
                  <a:spLocks noChangeShapeType="1"/>
                </p:cNvSpPr>
                <p:nvPr/>
              </p:nvSpPr>
              <p:spPr bwMode="white">
                <a:xfrm>
                  <a:off x="211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7" name="Line 39">
                  <a:extLst>
                    <a:ext uri="{FF2B5EF4-FFF2-40B4-BE49-F238E27FC236}">
                      <a16:creationId xmlns:a16="http://schemas.microsoft.com/office/drawing/2014/main" id="{43051E44-A968-C149-A82E-CBCBD8BA8E6C}"/>
                    </a:ext>
                  </a:extLst>
                </p:cNvPr>
                <p:cNvSpPr>
                  <a:spLocks noChangeShapeType="1"/>
                </p:cNvSpPr>
                <p:nvPr/>
              </p:nvSpPr>
              <p:spPr bwMode="white">
                <a:xfrm>
                  <a:off x="230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 name="Line 40">
                  <a:extLst>
                    <a:ext uri="{FF2B5EF4-FFF2-40B4-BE49-F238E27FC236}">
                      <a16:creationId xmlns:a16="http://schemas.microsoft.com/office/drawing/2014/main" id="{218F565A-4150-AF47-A09F-D683548E9F69}"/>
                    </a:ext>
                  </a:extLst>
                </p:cNvPr>
                <p:cNvSpPr>
                  <a:spLocks noChangeShapeType="1"/>
                </p:cNvSpPr>
                <p:nvPr/>
              </p:nvSpPr>
              <p:spPr bwMode="white">
                <a:xfrm>
                  <a:off x="249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9" name="Line 41">
                  <a:extLst>
                    <a:ext uri="{FF2B5EF4-FFF2-40B4-BE49-F238E27FC236}">
                      <a16:creationId xmlns:a16="http://schemas.microsoft.com/office/drawing/2014/main" id="{BC8E50E0-F0BC-5B41-8001-90294894197A}"/>
                    </a:ext>
                  </a:extLst>
                </p:cNvPr>
                <p:cNvSpPr>
                  <a:spLocks noChangeShapeType="1"/>
                </p:cNvSpPr>
                <p:nvPr/>
              </p:nvSpPr>
              <p:spPr bwMode="white">
                <a:xfrm>
                  <a:off x="268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0" name="Line 42">
                  <a:extLst>
                    <a:ext uri="{FF2B5EF4-FFF2-40B4-BE49-F238E27FC236}">
                      <a16:creationId xmlns:a16="http://schemas.microsoft.com/office/drawing/2014/main" id="{B1A972C3-30C3-9549-B63A-C352C346877C}"/>
                    </a:ext>
                  </a:extLst>
                </p:cNvPr>
                <p:cNvSpPr>
                  <a:spLocks noChangeShapeType="1"/>
                </p:cNvSpPr>
                <p:nvPr/>
              </p:nvSpPr>
              <p:spPr bwMode="white">
                <a:xfrm>
                  <a:off x="2880"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1" name="Line 43">
                  <a:extLst>
                    <a:ext uri="{FF2B5EF4-FFF2-40B4-BE49-F238E27FC236}">
                      <a16:creationId xmlns:a16="http://schemas.microsoft.com/office/drawing/2014/main" id="{A421D1A8-74D8-894C-A665-C2E7577C5688}"/>
                    </a:ext>
                  </a:extLst>
                </p:cNvPr>
                <p:cNvSpPr>
                  <a:spLocks noChangeShapeType="1"/>
                </p:cNvSpPr>
                <p:nvPr/>
              </p:nvSpPr>
              <p:spPr bwMode="white">
                <a:xfrm>
                  <a:off x="307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2" name="Line 44">
                  <a:extLst>
                    <a:ext uri="{FF2B5EF4-FFF2-40B4-BE49-F238E27FC236}">
                      <a16:creationId xmlns:a16="http://schemas.microsoft.com/office/drawing/2014/main" id="{13AB1E5B-B3CA-1041-9CC9-B34AFA8FD062}"/>
                    </a:ext>
                  </a:extLst>
                </p:cNvPr>
                <p:cNvSpPr>
                  <a:spLocks noChangeShapeType="1"/>
                </p:cNvSpPr>
                <p:nvPr/>
              </p:nvSpPr>
              <p:spPr bwMode="white">
                <a:xfrm>
                  <a:off x="326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3" name="Line 45">
                  <a:extLst>
                    <a:ext uri="{FF2B5EF4-FFF2-40B4-BE49-F238E27FC236}">
                      <a16:creationId xmlns:a16="http://schemas.microsoft.com/office/drawing/2014/main" id="{60E97605-DA7F-1B46-83B5-E4E224517EE7}"/>
                    </a:ext>
                  </a:extLst>
                </p:cNvPr>
                <p:cNvSpPr>
                  <a:spLocks noChangeShapeType="1"/>
                </p:cNvSpPr>
                <p:nvPr/>
              </p:nvSpPr>
              <p:spPr bwMode="white">
                <a:xfrm>
                  <a:off x="345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4" name="Line 46">
                  <a:extLst>
                    <a:ext uri="{FF2B5EF4-FFF2-40B4-BE49-F238E27FC236}">
                      <a16:creationId xmlns:a16="http://schemas.microsoft.com/office/drawing/2014/main" id="{6DD99376-174F-5E40-A7F4-F11876977677}"/>
                    </a:ext>
                  </a:extLst>
                </p:cNvPr>
                <p:cNvSpPr>
                  <a:spLocks noChangeShapeType="1"/>
                </p:cNvSpPr>
                <p:nvPr/>
              </p:nvSpPr>
              <p:spPr bwMode="white">
                <a:xfrm>
                  <a:off x="364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5" name="Line 47">
                  <a:extLst>
                    <a:ext uri="{FF2B5EF4-FFF2-40B4-BE49-F238E27FC236}">
                      <a16:creationId xmlns:a16="http://schemas.microsoft.com/office/drawing/2014/main" id="{0550C420-21DC-AC45-81D0-CEF02A924B52}"/>
                    </a:ext>
                  </a:extLst>
                </p:cNvPr>
                <p:cNvSpPr>
                  <a:spLocks noChangeShapeType="1"/>
                </p:cNvSpPr>
                <p:nvPr/>
              </p:nvSpPr>
              <p:spPr bwMode="white">
                <a:xfrm>
                  <a:off x="3840"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6" name="Line 48">
                  <a:extLst>
                    <a:ext uri="{FF2B5EF4-FFF2-40B4-BE49-F238E27FC236}">
                      <a16:creationId xmlns:a16="http://schemas.microsoft.com/office/drawing/2014/main" id="{0E1FEBFA-EEDB-C441-96A5-FD709DC11DBD}"/>
                    </a:ext>
                  </a:extLst>
                </p:cNvPr>
                <p:cNvSpPr>
                  <a:spLocks noChangeShapeType="1"/>
                </p:cNvSpPr>
                <p:nvPr/>
              </p:nvSpPr>
              <p:spPr bwMode="white">
                <a:xfrm>
                  <a:off x="403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7" name="Line 49">
                  <a:extLst>
                    <a:ext uri="{FF2B5EF4-FFF2-40B4-BE49-F238E27FC236}">
                      <a16:creationId xmlns:a16="http://schemas.microsoft.com/office/drawing/2014/main" id="{ABFCB66D-8BD3-E046-96EF-A86BEDE2AA66}"/>
                    </a:ext>
                  </a:extLst>
                </p:cNvPr>
                <p:cNvSpPr>
                  <a:spLocks noChangeShapeType="1"/>
                </p:cNvSpPr>
                <p:nvPr/>
              </p:nvSpPr>
              <p:spPr bwMode="white">
                <a:xfrm>
                  <a:off x="422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8" name="Line 50">
                  <a:extLst>
                    <a:ext uri="{FF2B5EF4-FFF2-40B4-BE49-F238E27FC236}">
                      <a16:creationId xmlns:a16="http://schemas.microsoft.com/office/drawing/2014/main" id="{419DEB06-2901-4247-99D2-AE4504A3E478}"/>
                    </a:ext>
                  </a:extLst>
                </p:cNvPr>
                <p:cNvSpPr>
                  <a:spLocks noChangeShapeType="1"/>
                </p:cNvSpPr>
                <p:nvPr/>
              </p:nvSpPr>
              <p:spPr bwMode="white">
                <a:xfrm>
                  <a:off x="441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9" name="Line 51">
                  <a:extLst>
                    <a:ext uri="{FF2B5EF4-FFF2-40B4-BE49-F238E27FC236}">
                      <a16:creationId xmlns:a16="http://schemas.microsoft.com/office/drawing/2014/main" id="{5A17B424-E3FD-BD46-B19B-AEBD3021664C}"/>
                    </a:ext>
                  </a:extLst>
                </p:cNvPr>
                <p:cNvSpPr>
                  <a:spLocks noChangeShapeType="1"/>
                </p:cNvSpPr>
                <p:nvPr/>
              </p:nvSpPr>
              <p:spPr bwMode="white">
                <a:xfrm>
                  <a:off x="460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0" name="Line 52">
                  <a:extLst>
                    <a:ext uri="{FF2B5EF4-FFF2-40B4-BE49-F238E27FC236}">
                      <a16:creationId xmlns:a16="http://schemas.microsoft.com/office/drawing/2014/main" id="{7A7D9029-07BA-E946-ABE1-45350535F627}"/>
                    </a:ext>
                  </a:extLst>
                </p:cNvPr>
                <p:cNvSpPr>
                  <a:spLocks noChangeShapeType="1"/>
                </p:cNvSpPr>
                <p:nvPr/>
              </p:nvSpPr>
              <p:spPr bwMode="white">
                <a:xfrm>
                  <a:off x="4800"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1" name="Line 53">
                  <a:extLst>
                    <a:ext uri="{FF2B5EF4-FFF2-40B4-BE49-F238E27FC236}">
                      <a16:creationId xmlns:a16="http://schemas.microsoft.com/office/drawing/2014/main" id="{F3558306-B36D-2C4E-8173-EA7392675FA4}"/>
                    </a:ext>
                  </a:extLst>
                </p:cNvPr>
                <p:cNvSpPr>
                  <a:spLocks noChangeShapeType="1"/>
                </p:cNvSpPr>
                <p:nvPr/>
              </p:nvSpPr>
              <p:spPr bwMode="white">
                <a:xfrm>
                  <a:off x="4992"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2" name="Line 54">
                  <a:extLst>
                    <a:ext uri="{FF2B5EF4-FFF2-40B4-BE49-F238E27FC236}">
                      <a16:creationId xmlns:a16="http://schemas.microsoft.com/office/drawing/2014/main" id="{FAA7CF4E-B561-114A-B8B7-FF98B2ED9C95}"/>
                    </a:ext>
                  </a:extLst>
                </p:cNvPr>
                <p:cNvSpPr>
                  <a:spLocks noChangeShapeType="1"/>
                </p:cNvSpPr>
                <p:nvPr/>
              </p:nvSpPr>
              <p:spPr bwMode="white">
                <a:xfrm>
                  <a:off x="5184"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3" name="Line 55">
                  <a:extLst>
                    <a:ext uri="{FF2B5EF4-FFF2-40B4-BE49-F238E27FC236}">
                      <a16:creationId xmlns:a16="http://schemas.microsoft.com/office/drawing/2014/main" id="{FB0D95DB-566A-704B-A3E7-AE08D9043B3C}"/>
                    </a:ext>
                  </a:extLst>
                </p:cNvPr>
                <p:cNvSpPr>
                  <a:spLocks noChangeShapeType="1"/>
                </p:cNvSpPr>
                <p:nvPr/>
              </p:nvSpPr>
              <p:spPr bwMode="white">
                <a:xfrm>
                  <a:off x="5376"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4" name="Line 56">
                  <a:extLst>
                    <a:ext uri="{FF2B5EF4-FFF2-40B4-BE49-F238E27FC236}">
                      <a16:creationId xmlns:a16="http://schemas.microsoft.com/office/drawing/2014/main" id="{39E68BD7-F280-4B40-BD05-097A3974140C}"/>
                    </a:ext>
                  </a:extLst>
                </p:cNvPr>
                <p:cNvSpPr>
                  <a:spLocks noChangeShapeType="1"/>
                </p:cNvSpPr>
                <p:nvPr/>
              </p:nvSpPr>
              <p:spPr bwMode="white">
                <a:xfrm>
                  <a:off x="5568" y="0"/>
                  <a:ext cx="0" cy="4320"/>
                </a:xfrm>
                <a:prstGeom prst="line">
                  <a:avLst/>
                </a:prstGeom>
                <a:no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058" name="Rectangle 57" descr="60%">
              <a:extLst>
                <a:ext uri="{FF2B5EF4-FFF2-40B4-BE49-F238E27FC236}">
                  <a16:creationId xmlns:a16="http://schemas.microsoft.com/office/drawing/2014/main" id="{686784A0-70A7-384D-A3E0-920A0A9E8CB3}"/>
                </a:ext>
              </a:extLst>
            </p:cNvPr>
            <p:cNvSpPr>
              <a:spLocks noChangeArrowheads="1"/>
            </p:cNvSpPr>
            <p:nvPr/>
          </p:nvSpPr>
          <p:spPr bwMode="ltGray">
            <a:xfrm>
              <a:off x="2112" y="0"/>
              <a:ext cx="3648" cy="96"/>
            </a:xfrm>
            <a:prstGeom prst="rect">
              <a:avLst/>
            </a:prstGeom>
            <a:blipFill dpi="0" rotWithShape="0">
              <a:blip r:embed="rId18"/>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charset="0"/>
                  <a:ea typeface="宋体" pitchFamily="2" charset="-122"/>
                </a:defRPr>
              </a:lvl1pPr>
              <a:lvl2pPr marL="742950" indent="-285750">
                <a:defRPr sz="2400" b="1">
                  <a:solidFill>
                    <a:schemeClr val="tx1"/>
                  </a:solidFill>
                  <a:latin typeface="Arial" charset="0"/>
                  <a:ea typeface="宋体" pitchFamily="2" charset="-122"/>
                </a:defRPr>
              </a:lvl2pPr>
              <a:lvl3pPr marL="1143000" indent="-228600">
                <a:defRPr sz="2400" b="1">
                  <a:solidFill>
                    <a:schemeClr val="tx1"/>
                  </a:solidFill>
                  <a:latin typeface="Arial" charset="0"/>
                  <a:ea typeface="宋体" pitchFamily="2" charset="-122"/>
                </a:defRPr>
              </a:lvl3pPr>
              <a:lvl4pPr marL="1600200" indent="-228600">
                <a:defRPr sz="2400" b="1">
                  <a:solidFill>
                    <a:schemeClr val="tx1"/>
                  </a:solidFill>
                  <a:latin typeface="Arial" charset="0"/>
                  <a:ea typeface="宋体" pitchFamily="2" charset="-122"/>
                </a:defRPr>
              </a:lvl4pPr>
              <a:lvl5pPr marL="2057400" indent="-228600">
                <a:defRPr sz="2400" b="1">
                  <a:solidFill>
                    <a:schemeClr val="tx1"/>
                  </a:solidFill>
                  <a:latin typeface="Arial" charset="0"/>
                  <a:ea typeface="宋体" pitchFamily="2" charset="-122"/>
                </a:defRPr>
              </a:lvl5pPr>
              <a:lvl6pPr marL="2514600" indent="-228600" eaLnBrk="0" fontAlgn="base" hangingPunct="0">
                <a:spcBef>
                  <a:spcPct val="0"/>
                </a:spcBef>
                <a:spcAft>
                  <a:spcPct val="0"/>
                </a:spcAft>
                <a:defRPr sz="2400" b="1">
                  <a:solidFill>
                    <a:schemeClr val="tx1"/>
                  </a:solidFill>
                  <a:latin typeface="Arial" charset="0"/>
                  <a:ea typeface="宋体" pitchFamily="2" charset="-122"/>
                </a:defRPr>
              </a:lvl6pPr>
              <a:lvl7pPr marL="2971800" indent="-228600" eaLnBrk="0" fontAlgn="base" hangingPunct="0">
                <a:spcBef>
                  <a:spcPct val="0"/>
                </a:spcBef>
                <a:spcAft>
                  <a:spcPct val="0"/>
                </a:spcAft>
                <a:defRPr sz="2400" b="1">
                  <a:solidFill>
                    <a:schemeClr val="tx1"/>
                  </a:solidFill>
                  <a:latin typeface="Arial" charset="0"/>
                  <a:ea typeface="宋体" pitchFamily="2" charset="-122"/>
                </a:defRPr>
              </a:lvl7pPr>
              <a:lvl8pPr marL="3429000" indent="-228600" eaLnBrk="0" fontAlgn="base" hangingPunct="0">
                <a:spcBef>
                  <a:spcPct val="0"/>
                </a:spcBef>
                <a:spcAft>
                  <a:spcPct val="0"/>
                </a:spcAft>
                <a:defRPr sz="2400" b="1">
                  <a:solidFill>
                    <a:schemeClr val="tx1"/>
                  </a:solidFill>
                  <a:latin typeface="Arial" charset="0"/>
                  <a:ea typeface="宋体" pitchFamily="2" charset="-122"/>
                </a:defRPr>
              </a:lvl8pPr>
              <a:lvl9pPr marL="3886200" indent="-228600" eaLnBrk="0" fontAlgn="base" hangingPunct="0">
                <a:spcBef>
                  <a:spcPct val="0"/>
                </a:spcBef>
                <a:spcAft>
                  <a:spcPct val="0"/>
                </a:spcAft>
                <a:defRPr sz="2400" b="1">
                  <a:solidFill>
                    <a:schemeClr val="tx1"/>
                  </a:solidFill>
                  <a:latin typeface="Arial" charset="0"/>
                  <a:ea typeface="宋体" pitchFamily="2" charset="-122"/>
                </a:defRPr>
              </a:lvl9pPr>
            </a:lstStyle>
            <a:p>
              <a:pPr eaLnBrk="1" hangingPunct="1">
                <a:spcBef>
                  <a:spcPct val="50000"/>
                </a:spcBef>
                <a:defRPr/>
              </a:pPr>
              <a:endParaRPr lang="zh-CN" altLang="en-US" sz="2800">
                <a:solidFill>
                  <a:srgbClr val="CC0000"/>
                </a:solidFill>
                <a:latin typeface="宋体" pitchFamily="2" charset="-122"/>
              </a:endParaRPr>
            </a:p>
          </p:txBody>
        </p:sp>
        <p:sp>
          <p:nvSpPr>
            <p:cNvPr id="2059" name="Line 58">
              <a:extLst>
                <a:ext uri="{FF2B5EF4-FFF2-40B4-BE49-F238E27FC236}">
                  <a16:creationId xmlns:a16="http://schemas.microsoft.com/office/drawing/2014/main" id="{A9126076-45D2-FC42-A9CD-91176EFD73C9}"/>
                </a:ext>
              </a:extLst>
            </p:cNvPr>
            <p:cNvSpPr>
              <a:spLocks noChangeShapeType="1"/>
            </p:cNvSpPr>
            <p:nvPr/>
          </p:nvSpPr>
          <p:spPr bwMode="ltGray">
            <a:xfrm>
              <a:off x="5568" y="0"/>
              <a:ext cx="0" cy="148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60" name="Group 59">
              <a:extLst>
                <a:ext uri="{FF2B5EF4-FFF2-40B4-BE49-F238E27FC236}">
                  <a16:creationId xmlns:a16="http://schemas.microsoft.com/office/drawing/2014/main" id="{6F0D41E3-1B8E-1C47-A842-E65960A7E47A}"/>
                </a:ext>
              </a:extLst>
            </p:cNvPr>
            <p:cNvGrpSpPr>
              <a:grpSpLocks/>
            </p:cNvGrpSpPr>
            <p:nvPr/>
          </p:nvGrpSpPr>
          <p:grpSpPr bwMode="auto">
            <a:xfrm>
              <a:off x="261" y="892"/>
              <a:ext cx="1124" cy="1464"/>
              <a:chOff x="96" y="916"/>
              <a:chExt cx="2208" cy="2876"/>
            </a:xfrm>
          </p:grpSpPr>
          <p:sp>
            <p:nvSpPr>
              <p:cNvPr id="2061" name="Line 60">
                <a:extLst>
                  <a:ext uri="{FF2B5EF4-FFF2-40B4-BE49-F238E27FC236}">
                    <a16:creationId xmlns:a16="http://schemas.microsoft.com/office/drawing/2014/main" id="{5CF1C7B3-A2B8-EE4D-983F-18FA843C53D8}"/>
                  </a:ext>
                </a:extLst>
              </p:cNvPr>
              <p:cNvSpPr>
                <a:spLocks noChangeShapeType="1"/>
              </p:cNvSpPr>
              <p:nvPr/>
            </p:nvSpPr>
            <p:spPr bwMode="ltGray">
              <a:xfrm flipH="1">
                <a:off x="96" y="1037"/>
                <a:ext cx="220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2" name="Line 61">
                <a:extLst>
                  <a:ext uri="{FF2B5EF4-FFF2-40B4-BE49-F238E27FC236}">
                    <a16:creationId xmlns:a16="http://schemas.microsoft.com/office/drawing/2014/main" id="{F6F0AA96-D2F8-E344-8E78-2EEA8ACCCAA9}"/>
                  </a:ext>
                </a:extLst>
              </p:cNvPr>
              <p:cNvSpPr>
                <a:spLocks noChangeShapeType="1"/>
              </p:cNvSpPr>
              <p:nvPr/>
            </p:nvSpPr>
            <p:spPr bwMode="ltGray">
              <a:xfrm>
                <a:off x="336" y="920"/>
                <a:ext cx="0" cy="287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3" name="Arc 62">
                <a:extLst>
                  <a:ext uri="{FF2B5EF4-FFF2-40B4-BE49-F238E27FC236}">
                    <a16:creationId xmlns:a16="http://schemas.microsoft.com/office/drawing/2014/main" id="{B4EADD0A-5FF6-314C-B568-076A69045752}"/>
                  </a:ext>
                </a:extLst>
              </p:cNvPr>
              <p:cNvSpPr>
                <a:spLocks/>
              </p:cNvSpPr>
              <p:nvPr/>
            </p:nvSpPr>
            <p:spPr bwMode="ltGray">
              <a:xfrm flipH="1">
                <a:off x="217" y="916"/>
                <a:ext cx="239" cy="239"/>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051" name="Rectangle 63">
            <a:extLst>
              <a:ext uri="{FF2B5EF4-FFF2-40B4-BE49-F238E27FC236}">
                <a16:creationId xmlns:a16="http://schemas.microsoft.com/office/drawing/2014/main" id="{07554E77-B686-314F-B5D8-C0BEC07470C5}"/>
              </a:ext>
            </a:extLst>
          </p:cNvPr>
          <p:cNvSpPr>
            <a:spLocks noGrp="1" noChangeArrowheads="1"/>
          </p:cNvSpPr>
          <p:nvPr>
            <p:ph type="title"/>
          </p:nvPr>
        </p:nvSpPr>
        <p:spPr bwMode="auto">
          <a:xfrm>
            <a:off x="990600" y="304800"/>
            <a:ext cx="76771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de-DE" altLang="zh-CN"/>
              <a:t>Klicken Sie, um das Titelformat </a:t>
            </a:r>
            <a:br>
              <a:rPr lang="de-DE" altLang="zh-CN"/>
            </a:br>
            <a:r>
              <a:rPr lang="de-DE" altLang="zh-CN"/>
              <a:t>zu bearbeiten</a:t>
            </a:r>
          </a:p>
        </p:txBody>
      </p:sp>
      <p:sp>
        <p:nvSpPr>
          <p:cNvPr id="2052" name="Rectangle 64" descr="Rectangle: Click to edit Master text styles&#13;&#10;Second level&#13;&#10;Third level&#13;&#10;Fourth level&#13;&#10;Fifth level">
            <a:extLst>
              <a:ext uri="{FF2B5EF4-FFF2-40B4-BE49-F238E27FC236}">
                <a16:creationId xmlns:a16="http://schemas.microsoft.com/office/drawing/2014/main" id="{46F9FA8B-D6CF-C646-96B4-739041CF3DA0}"/>
              </a:ext>
            </a:extLst>
          </p:cNvPr>
          <p:cNvSpPr>
            <a:spLocks noGrp="1" noChangeArrowheads="1"/>
          </p:cNvSpPr>
          <p:nvPr>
            <p:ph type="body" idx="1"/>
          </p:nvPr>
        </p:nvSpPr>
        <p:spPr bwMode="auto">
          <a:xfrm>
            <a:off x="660400" y="1219200"/>
            <a:ext cx="87503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altLang="zh-CN"/>
              <a:t>Klicken Sie, um die Formate des Vorlagentextes zu bearbeiten</a:t>
            </a:r>
          </a:p>
          <a:p>
            <a:pPr lvl="1"/>
            <a:r>
              <a:rPr lang="de-DE" altLang="zh-CN"/>
              <a:t>Zweite Ebene</a:t>
            </a:r>
          </a:p>
          <a:p>
            <a:pPr lvl="2"/>
            <a:r>
              <a:rPr lang="de-DE" altLang="zh-CN"/>
              <a:t>Dritte Ebene</a:t>
            </a:r>
          </a:p>
          <a:p>
            <a:pPr lvl="3"/>
            <a:r>
              <a:rPr lang="de-DE" altLang="zh-CN"/>
              <a:t>Vierte Ebene</a:t>
            </a:r>
          </a:p>
          <a:p>
            <a:pPr lvl="4"/>
            <a:r>
              <a:rPr lang="de-DE" altLang="zh-CN"/>
              <a:t>Fünfte Ebene</a:t>
            </a:r>
          </a:p>
        </p:txBody>
      </p:sp>
      <p:sp>
        <p:nvSpPr>
          <p:cNvPr id="3137" name="Rectangle 65">
            <a:extLst>
              <a:ext uri="{FF2B5EF4-FFF2-40B4-BE49-F238E27FC236}">
                <a16:creationId xmlns:a16="http://schemas.microsoft.com/office/drawing/2014/main" id="{6F6B691F-F04C-5B42-A461-42C78026B315}"/>
              </a:ext>
            </a:extLst>
          </p:cNvPr>
          <p:cNvSpPr>
            <a:spLocks noGrp="1" noChangeArrowheads="1"/>
          </p:cNvSpPr>
          <p:nvPr>
            <p:ph type="dt" sz="half" idx="2"/>
          </p:nvPr>
        </p:nvSpPr>
        <p:spPr bwMode="auto">
          <a:xfrm>
            <a:off x="330200" y="6096000"/>
            <a:ext cx="1981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defRPr sz="1400" b="0">
                <a:solidFill>
                  <a:srgbClr val="40458C"/>
                </a:solidFill>
                <a:latin typeface="Tahoma" pitchFamily="34" charset="0"/>
                <a:ea typeface="宋体" pitchFamily="2" charset="-122"/>
              </a:defRPr>
            </a:lvl1pPr>
          </a:lstStyle>
          <a:p>
            <a:pPr>
              <a:defRPr/>
            </a:pPr>
            <a:endParaRPr lang="de-DE"/>
          </a:p>
        </p:txBody>
      </p:sp>
      <p:sp>
        <p:nvSpPr>
          <p:cNvPr id="3138" name="Rectangle 66">
            <a:extLst>
              <a:ext uri="{FF2B5EF4-FFF2-40B4-BE49-F238E27FC236}">
                <a16:creationId xmlns:a16="http://schemas.microsoft.com/office/drawing/2014/main" id="{07AAEEEE-6394-C84A-A7A9-8360C0D85C07}"/>
              </a:ext>
            </a:extLst>
          </p:cNvPr>
          <p:cNvSpPr>
            <a:spLocks noGrp="1" noChangeArrowheads="1"/>
          </p:cNvSpPr>
          <p:nvPr>
            <p:ph type="ftr" sz="quarter" idx="3"/>
          </p:nvPr>
        </p:nvSpPr>
        <p:spPr bwMode="auto">
          <a:xfrm>
            <a:off x="2724150" y="6248400"/>
            <a:ext cx="4210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a:solidFill>
                  <a:srgbClr val="A923A9"/>
                </a:solidFill>
                <a:latin typeface="Tahoma" panose="020B0604030504040204" pitchFamily="34" charset="0"/>
              </a:defRPr>
            </a:lvl1pPr>
          </a:lstStyle>
          <a:p>
            <a:r>
              <a:rPr lang="zh-CN" altLang="en-US"/>
              <a:t>数据库原理及设计</a:t>
            </a:r>
            <a:r>
              <a:rPr lang="zh-CN" altLang="en-US" sz="1600"/>
              <a:t>      </a:t>
            </a:r>
            <a:r>
              <a:rPr lang="en-US" altLang="zh-CN"/>
              <a:t>Dr. Yan  Zhu</a:t>
            </a:r>
            <a:endParaRPr lang="de-DE" altLang="zh-CN">
              <a:solidFill>
                <a:srgbClr val="0000CC"/>
              </a:solidFill>
            </a:endParaRPr>
          </a:p>
        </p:txBody>
      </p:sp>
      <p:sp>
        <p:nvSpPr>
          <p:cNvPr id="3139" name="Rectangle 67">
            <a:extLst>
              <a:ext uri="{FF2B5EF4-FFF2-40B4-BE49-F238E27FC236}">
                <a16:creationId xmlns:a16="http://schemas.microsoft.com/office/drawing/2014/main" id="{9DF275AC-5EFA-8841-9E5A-ED27D767CBF0}"/>
              </a:ext>
            </a:extLst>
          </p:cNvPr>
          <p:cNvSpPr>
            <a:spLocks noGrp="1" noChangeArrowheads="1"/>
          </p:cNvSpPr>
          <p:nvPr>
            <p:ph type="sldNum" sz="quarter" idx="4"/>
          </p:nvPr>
        </p:nvSpPr>
        <p:spPr bwMode="auto">
          <a:xfrm>
            <a:off x="7099300" y="6248400"/>
            <a:ext cx="206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0" smtClean="0">
                <a:solidFill>
                  <a:srgbClr val="40458C"/>
                </a:solidFill>
                <a:latin typeface="Tahoma" panose="020B0604030504040204" pitchFamily="34" charset="0"/>
              </a:defRPr>
            </a:lvl1pPr>
          </a:lstStyle>
          <a:p>
            <a:pPr>
              <a:defRPr/>
            </a:pPr>
            <a:fld id="{04FF0318-F743-BD4B-ABC2-E36E089974B5}" type="slidenum">
              <a:rPr lang="de-DE" altLang="zh-CN"/>
              <a:pPr>
                <a:defRPr/>
              </a:pPr>
              <a:t>‹#›</a:t>
            </a:fld>
            <a:endParaRPr lang="de-DE" altLang="zh-CN"/>
          </a:p>
          <a:p>
            <a:pPr>
              <a:defRPr/>
            </a:pPr>
            <a:endParaRPr lang="de-DE" altLang="zh-CN"/>
          </a:p>
        </p:txBody>
      </p:sp>
      <p:pic>
        <p:nvPicPr>
          <p:cNvPr id="2056" name="Picture 70" descr="ScreenShot001">
            <a:extLst>
              <a:ext uri="{FF2B5EF4-FFF2-40B4-BE49-F238E27FC236}">
                <a16:creationId xmlns:a16="http://schemas.microsoft.com/office/drawing/2014/main" id="{3BC7AEBA-714D-734E-BEE1-F14C1065B742}"/>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412750" y="6083300"/>
            <a:ext cx="74295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72" r:id="rId2"/>
    <p:sldLayoutId id="2147484073" r:id="rId3"/>
    <p:sldLayoutId id="2147484074" r:id="rId4"/>
    <p:sldLayoutId id="2147484075" r:id="rId5"/>
    <p:sldLayoutId id="2147484076" r:id="rId6"/>
    <p:sldLayoutId id="2147484077" r:id="rId7"/>
    <p:sldLayoutId id="2147484078" r:id="rId8"/>
    <p:sldLayoutId id="2147484079" r:id="rId9"/>
    <p:sldLayoutId id="2147484080" r:id="rId10"/>
    <p:sldLayoutId id="2147484081" r:id="rId11"/>
    <p:sldLayoutId id="2147484082" r:id="rId12"/>
    <p:sldLayoutId id="2147484083" r:id="rId13"/>
    <p:sldLayoutId id="2147484084" r:id="rId14"/>
    <p:sldLayoutId id="2147484085" r:id="rId15"/>
    <p:sldLayoutId id="2147484086" r:id="rId16"/>
  </p:sldLayoutIdLst>
  <p:hf hdr="0" dt="0"/>
  <p:txStyles>
    <p:titleStyle>
      <a:lvl1pPr algn="ctr" rtl="0" eaLnBrk="0" fontAlgn="base" hangingPunct="0">
        <a:spcBef>
          <a:spcPct val="0"/>
        </a:spcBef>
        <a:spcAft>
          <a:spcPct val="0"/>
        </a:spcAft>
        <a:defRPr sz="3600" b="1">
          <a:solidFill>
            <a:srgbClr val="CC0000"/>
          </a:solidFill>
          <a:latin typeface="+mj-lt"/>
          <a:ea typeface="+mj-ea"/>
          <a:cs typeface="+mj-cs"/>
        </a:defRPr>
      </a:lvl1pPr>
      <a:lvl2pPr algn="ctr" rtl="0" eaLnBrk="0" fontAlgn="base" hangingPunct="0">
        <a:spcBef>
          <a:spcPct val="0"/>
        </a:spcBef>
        <a:spcAft>
          <a:spcPct val="0"/>
        </a:spcAft>
        <a:defRPr sz="3600" b="1">
          <a:solidFill>
            <a:srgbClr val="CC0000"/>
          </a:solidFill>
          <a:latin typeface="宋体" pitchFamily="2" charset="-122"/>
          <a:ea typeface="宋体" pitchFamily="2" charset="-122"/>
        </a:defRPr>
      </a:lvl2pPr>
      <a:lvl3pPr algn="ctr" rtl="0" eaLnBrk="0" fontAlgn="base" hangingPunct="0">
        <a:spcBef>
          <a:spcPct val="0"/>
        </a:spcBef>
        <a:spcAft>
          <a:spcPct val="0"/>
        </a:spcAft>
        <a:defRPr sz="3600" b="1">
          <a:solidFill>
            <a:srgbClr val="CC0000"/>
          </a:solidFill>
          <a:latin typeface="宋体" pitchFamily="2" charset="-122"/>
          <a:ea typeface="宋体" pitchFamily="2" charset="-122"/>
        </a:defRPr>
      </a:lvl3pPr>
      <a:lvl4pPr algn="ctr" rtl="0" eaLnBrk="0" fontAlgn="base" hangingPunct="0">
        <a:spcBef>
          <a:spcPct val="0"/>
        </a:spcBef>
        <a:spcAft>
          <a:spcPct val="0"/>
        </a:spcAft>
        <a:defRPr sz="3600" b="1">
          <a:solidFill>
            <a:srgbClr val="CC0000"/>
          </a:solidFill>
          <a:latin typeface="宋体" pitchFamily="2" charset="-122"/>
          <a:ea typeface="宋体" pitchFamily="2" charset="-122"/>
        </a:defRPr>
      </a:lvl4pPr>
      <a:lvl5pPr algn="ctr" rtl="0" eaLnBrk="0" fontAlgn="base" hangingPunct="0">
        <a:spcBef>
          <a:spcPct val="0"/>
        </a:spcBef>
        <a:spcAft>
          <a:spcPct val="0"/>
        </a:spcAft>
        <a:defRPr sz="3600" b="1">
          <a:solidFill>
            <a:srgbClr val="CC0000"/>
          </a:solidFill>
          <a:latin typeface="宋体" pitchFamily="2" charset="-122"/>
          <a:ea typeface="宋体" pitchFamily="2" charset="-122"/>
        </a:defRPr>
      </a:lvl5pPr>
      <a:lvl6pPr marL="457200" algn="ctr" rtl="0" fontAlgn="base">
        <a:spcBef>
          <a:spcPct val="0"/>
        </a:spcBef>
        <a:spcAft>
          <a:spcPct val="0"/>
        </a:spcAft>
        <a:defRPr sz="3600" b="1">
          <a:solidFill>
            <a:srgbClr val="CC0000"/>
          </a:solidFill>
          <a:latin typeface="宋体" pitchFamily="2" charset="-122"/>
          <a:ea typeface="宋体" pitchFamily="2" charset="-122"/>
        </a:defRPr>
      </a:lvl6pPr>
      <a:lvl7pPr marL="914400" algn="ctr" rtl="0" fontAlgn="base">
        <a:spcBef>
          <a:spcPct val="0"/>
        </a:spcBef>
        <a:spcAft>
          <a:spcPct val="0"/>
        </a:spcAft>
        <a:defRPr sz="3600" b="1">
          <a:solidFill>
            <a:srgbClr val="CC0000"/>
          </a:solidFill>
          <a:latin typeface="宋体" pitchFamily="2" charset="-122"/>
          <a:ea typeface="宋体" pitchFamily="2" charset="-122"/>
        </a:defRPr>
      </a:lvl7pPr>
      <a:lvl8pPr marL="1371600" algn="ctr" rtl="0" fontAlgn="base">
        <a:spcBef>
          <a:spcPct val="0"/>
        </a:spcBef>
        <a:spcAft>
          <a:spcPct val="0"/>
        </a:spcAft>
        <a:defRPr sz="3600" b="1">
          <a:solidFill>
            <a:srgbClr val="CC0000"/>
          </a:solidFill>
          <a:latin typeface="宋体" pitchFamily="2" charset="-122"/>
          <a:ea typeface="宋体" pitchFamily="2" charset="-122"/>
        </a:defRPr>
      </a:lvl8pPr>
      <a:lvl9pPr marL="1828800" algn="ctr" rtl="0" fontAlgn="base">
        <a:spcBef>
          <a:spcPct val="0"/>
        </a:spcBef>
        <a:spcAft>
          <a:spcPct val="0"/>
        </a:spcAft>
        <a:defRPr sz="3600" b="1">
          <a:solidFill>
            <a:srgbClr val="CC0000"/>
          </a:solidFill>
          <a:latin typeface="宋体" pitchFamily="2" charset="-122"/>
          <a:ea typeface="宋体" pitchFamily="2" charset="-122"/>
        </a:defRPr>
      </a:lvl9pPr>
    </p:titleStyle>
    <p:bodyStyle>
      <a:lvl1pPr marL="342900" indent="-342900" algn="l" rtl="0" eaLnBrk="0" fontAlgn="base" hangingPunct="0">
        <a:spcBef>
          <a:spcPct val="20000"/>
        </a:spcBef>
        <a:spcAft>
          <a:spcPct val="0"/>
        </a:spcAft>
        <a:buClr>
          <a:schemeClr val="tx1"/>
        </a:buClr>
        <a:buSzPct val="110000"/>
        <a:buChar char="•"/>
        <a:defRPr sz="2800">
          <a:solidFill>
            <a:srgbClr val="0000CC"/>
          </a:solidFill>
          <a:latin typeface="+mn-lt"/>
          <a:ea typeface="+mn-ea"/>
          <a:cs typeface="+mn-cs"/>
        </a:defRPr>
      </a:lvl1pPr>
      <a:lvl2pPr marL="742950" indent="-285750" algn="l" rtl="0" eaLnBrk="0" fontAlgn="base" hangingPunct="0">
        <a:spcBef>
          <a:spcPct val="20000"/>
        </a:spcBef>
        <a:spcAft>
          <a:spcPct val="0"/>
        </a:spcAft>
        <a:buClr>
          <a:schemeClr val="tx1"/>
        </a:buClr>
        <a:buSzPct val="50000"/>
        <a:buFont typeface="Wingdings" pitchFamily="2" charset="2"/>
        <a:buChar char="v"/>
        <a:defRPr sz="2400">
          <a:solidFill>
            <a:srgbClr val="0000CC"/>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
        <a:defRPr sz="2000">
          <a:solidFill>
            <a:srgbClr val="0000CC"/>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Ø"/>
        <a:defRPr>
          <a:solidFill>
            <a:srgbClr val="0000CC"/>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a:solidFill>
            <a:srgbClr val="0000CC"/>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a:solidFill>
            <a:srgbClr val="0000CC"/>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a:solidFill>
            <a:srgbClr val="0000CC"/>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a:solidFill>
            <a:srgbClr val="0000CC"/>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a:solidFill>
            <a:srgbClr val="0000C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7956" name="Rectangle 4">
            <a:extLst>
              <a:ext uri="{FF2B5EF4-FFF2-40B4-BE49-F238E27FC236}">
                <a16:creationId xmlns:a16="http://schemas.microsoft.com/office/drawing/2014/main" id="{4AFAB427-C54D-A141-B4E7-9AD9E7CA2099}"/>
              </a:ext>
            </a:extLst>
          </p:cNvPr>
          <p:cNvSpPr>
            <a:spLocks noGrp="1" noChangeArrowheads="1"/>
          </p:cNvSpPr>
          <p:nvPr>
            <p:ph type="ctrTitle"/>
          </p:nvPr>
        </p:nvSpPr>
        <p:spPr>
          <a:xfrm>
            <a:off x="849313" y="2136775"/>
            <a:ext cx="8351837" cy="984250"/>
          </a:xfrm>
        </p:spPr>
        <p:txBody>
          <a:bodyPr/>
          <a:lstStyle/>
          <a:p>
            <a:r>
              <a:rPr lang="zh-CN" altLang="en-US"/>
              <a:t>第</a:t>
            </a:r>
            <a:r>
              <a:rPr lang="en-US" altLang="zh-CN"/>
              <a:t>11</a:t>
            </a:r>
            <a:r>
              <a:rPr lang="zh-CN" altLang="en-US"/>
              <a:t>章  数据库设计</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a:extLst>
              <a:ext uri="{FF2B5EF4-FFF2-40B4-BE49-F238E27FC236}">
                <a16:creationId xmlns:a16="http://schemas.microsoft.com/office/drawing/2014/main" id="{589B20B3-FFA2-5B43-93A6-52E2810E0324}"/>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244599D-6963-BF4F-B08D-3F54126CB0A6}" type="slidenum">
              <a:rPr lang="zh-CN" altLang="en-US" sz="2000"/>
              <a:pPr/>
              <a:t>2</a:t>
            </a:fld>
            <a:endParaRPr lang="en-US" altLang="zh-CN" sz="2000"/>
          </a:p>
        </p:txBody>
      </p:sp>
      <p:sp>
        <p:nvSpPr>
          <p:cNvPr id="23555" name="日期占位符 4">
            <a:extLst>
              <a:ext uri="{FF2B5EF4-FFF2-40B4-BE49-F238E27FC236}">
                <a16:creationId xmlns:a16="http://schemas.microsoft.com/office/drawing/2014/main" id="{BB92D13A-118D-9E42-9F63-825ECA17E8CB}"/>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1368E89-B4FE-E747-A7D8-2D3E81F5D422}" type="datetime1">
              <a:rPr lang="zh-CN" altLang="en-US" sz="1800" smtClean="0"/>
              <a:pPr/>
              <a:t>2023/5/16</a:t>
            </a:fld>
            <a:endParaRPr lang="en-US" altLang="zh-CN" sz="1000"/>
          </a:p>
        </p:txBody>
      </p:sp>
      <p:sp>
        <p:nvSpPr>
          <p:cNvPr id="1756162" name="Rectangle 2">
            <a:extLst>
              <a:ext uri="{FF2B5EF4-FFF2-40B4-BE49-F238E27FC236}">
                <a16:creationId xmlns:a16="http://schemas.microsoft.com/office/drawing/2014/main" id="{E0451D7E-BBC1-FC42-A892-8561DF77AD37}"/>
              </a:ext>
            </a:extLst>
          </p:cNvPr>
          <p:cNvSpPr>
            <a:spLocks noGrp="1" noChangeArrowheads="1"/>
          </p:cNvSpPr>
          <p:nvPr>
            <p:ph type="title"/>
          </p:nvPr>
        </p:nvSpPr>
        <p:spPr/>
        <p:txBody>
          <a:bodyPr/>
          <a:lstStyle/>
          <a:p>
            <a:r>
              <a:rPr lang="zh-CN" altLang="en-US"/>
              <a:t>第</a:t>
            </a:r>
            <a:r>
              <a:rPr lang="en-US" altLang="zh-CN"/>
              <a:t>11</a:t>
            </a:r>
            <a:r>
              <a:rPr lang="zh-CN" altLang="en-US"/>
              <a:t>章  数据库设计</a:t>
            </a:r>
          </a:p>
        </p:txBody>
      </p:sp>
      <p:sp>
        <p:nvSpPr>
          <p:cNvPr id="23557" name="Rectangle 3">
            <a:extLst>
              <a:ext uri="{FF2B5EF4-FFF2-40B4-BE49-F238E27FC236}">
                <a16:creationId xmlns:a16="http://schemas.microsoft.com/office/drawing/2014/main" id="{FAC1D20D-0CED-DB4C-AF40-43EE625CC5A9}"/>
              </a:ext>
            </a:extLst>
          </p:cNvPr>
          <p:cNvSpPr>
            <a:spLocks noGrp="1" noChangeArrowheads="1"/>
          </p:cNvSpPr>
          <p:nvPr>
            <p:ph type="body" idx="1"/>
          </p:nvPr>
        </p:nvSpPr>
        <p:spPr>
          <a:xfrm>
            <a:off x="650875" y="1143000"/>
            <a:ext cx="8820150" cy="927100"/>
          </a:xfrm>
        </p:spPr>
        <p:txBody>
          <a:bodyPr/>
          <a:lstStyle/>
          <a:p>
            <a:pPr marL="352425" indent="-285750" defTabSz="914400"/>
            <a:r>
              <a:rPr lang="zh-CN" altLang="en-US"/>
              <a:t>数据库设计方法概述</a:t>
            </a:r>
          </a:p>
          <a:p>
            <a:pPr marL="352425" indent="-285750" defTabSz="914400"/>
            <a:r>
              <a:rPr lang="zh-CN" altLang="en-US"/>
              <a:t>数据库设计过程（六个步骤）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a:extLst>
              <a:ext uri="{FF2B5EF4-FFF2-40B4-BE49-F238E27FC236}">
                <a16:creationId xmlns:a16="http://schemas.microsoft.com/office/drawing/2014/main" id="{4950692E-33BD-7D44-876F-A4BB5B4C1B51}"/>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3E8AAFF-D203-1749-941D-C8F6A3A90F95}" type="slidenum">
              <a:rPr lang="zh-CN" altLang="en-US" sz="2000"/>
              <a:pPr/>
              <a:t>3</a:t>
            </a:fld>
            <a:endParaRPr lang="en-US" altLang="zh-CN" sz="2000"/>
          </a:p>
        </p:txBody>
      </p:sp>
      <p:sp>
        <p:nvSpPr>
          <p:cNvPr id="24579" name="日期占位符 4">
            <a:extLst>
              <a:ext uri="{FF2B5EF4-FFF2-40B4-BE49-F238E27FC236}">
                <a16:creationId xmlns:a16="http://schemas.microsoft.com/office/drawing/2014/main" id="{7204AE05-A158-F141-A4C9-8CBDB6221DC6}"/>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78EBE28-0F06-3244-8207-D82064BD6712}" type="datetime1">
              <a:rPr lang="zh-CN" altLang="en-US" sz="1800" smtClean="0"/>
              <a:pPr/>
              <a:t>2023/5/16</a:t>
            </a:fld>
            <a:endParaRPr lang="en-US" altLang="zh-CN" sz="1000"/>
          </a:p>
        </p:txBody>
      </p:sp>
      <p:sp>
        <p:nvSpPr>
          <p:cNvPr id="1758210" name="Rectangle 2">
            <a:extLst>
              <a:ext uri="{FF2B5EF4-FFF2-40B4-BE49-F238E27FC236}">
                <a16:creationId xmlns:a16="http://schemas.microsoft.com/office/drawing/2014/main" id="{23AF6444-D8EA-0C41-814D-AC4F3ECF9AC4}"/>
              </a:ext>
            </a:extLst>
          </p:cNvPr>
          <p:cNvSpPr>
            <a:spLocks noGrp="1" noChangeArrowheads="1"/>
          </p:cNvSpPr>
          <p:nvPr>
            <p:ph type="title"/>
          </p:nvPr>
        </p:nvSpPr>
        <p:spPr/>
        <p:txBody>
          <a:bodyPr/>
          <a:lstStyle/>
          <a:p>
            <a:r>
              <a:rPr lang="en-US" altLang="zh-CN"/>
              <a:t>1.  数据库设计方法</a:t>
            </a:r>
            <a:endParaRPr lang="zh-CN" altLang="en-US"/>
          </a:p>
        </p:txBody>
      </p:sp>
      <p:sp>
        <p:nvSpPr>
          <p:cNvPr id="24581" name="Rectangle 3">
            <a:extLst>
              <a:ext uri="{FF2B5EF4-FFF2-40B4-BE49-F238E27FC236}">
                <a16:creationId xmlns:a16="http://schemas.microsoft.com/office/drawing/2014/main" id="{333703ED-DFC5-C54B-A517-BB436678CD35}"/>
              </a:ext>
            </a:extLst>
          </p:cNvPr>
          <p:cNvSpPr>
            <a:spLocks noGrp="1" noChangeArrowheads="1"/>
          </p:cNvSpPr>
          <p:nvPr>
            <p:ph type="body" idx="1"/>
          </p:nvPr>
        </p:nvSpPr>
        <p:spPr>
          <a:xfrm>
            <a:off x="650875" y="1143000"/>
            <a:ext cx="8820150" cy="5424488"/>
          </a:xfrm>
        </p:spPr>
        <p:txBody>
          <a:bodyPr/>
          <a:lstStyle/>
          <a:p>
            <a:pPr marL="342900" indent="-342900" defTabSz="914400">
              <a:spcBef>
                <a:spcPct val="10000"/>
              </a:spcBef>
            </a:pPr>
            <a:r>
              <a:rPr lang="zh-CN" altLang="en-US" dirty="0"/>
              <a:t>什么是数据库设计</a:t>
            </a:r>
          </a:p>
          <a:p>
            <a:pPr marL="742950" lvl="1" indent="-285750" defTabSz="914400">
              <a:spcBef>
                <a:spcPct val="10000"/>
              </a:spcBef>
              <a:spcAft>
                <a:spcPct val="20000"/>
              </a:spcAft>
            </a:pPr>
            <a:r>
              <a:rPr lang="zh-CN" altLang="en-US" dirty="0"/>
              <a:t>广义：数据库应用系统</a:t>
            </a:r>
          </a:p>
          <a:p>
            <a:pPr marL="742950" lvl="1" indent="-285750" defTabSz="914400">
              <a:spcBef>
                <a:spcPct val="10000"/>
              </a:spcBef>
              <a:spcAft>
                <a:spcPct val="20000"/>
              </a:spcAft>
            </a:pPr>
            <a:r>
              <a:rPr lang="zh-CN" altLang="en-US" dirty="0"/>
              <a:t>狭义：数据库本身						</a:t>
            </a:r>
          </a:p>
          <a:p>
            <a:pPr marL="742950" lvl="1" indent="-285750" defTabSz="914400">
              <a:spcBef>
                <a:spcPct val="10000"/>
              </a:spcBef>
              <a:spcAft>
                <a:spcPct val="20000"/>
              </a:spcAft>
            </a:pPr>
            <a:r>
              <a:rPr lang="zh-CN" altLang="en-US" dirty="0"/>
              <a:t>数据库设计是指对于一个给定的应用环境，</a:t>
            </a:r>
          </a:p>
          <a:p>
            <a:pPr marL="1143000" lvl="2" indent="-228600" defTabSz="914400">
              <a:spcBef>
                <a:spcPct val="10000"/>
              </a:spcBef>
              <a:spcAft>
                <a:spcPct val="20000"/>
              </a:spcAft>
            </a:pPr>
            <a:r>
              <a:rPr lang="zh-CN" altLang="en-US" dirty="0"/>
              <a:t>构造优化的数据库</a:t>
            </a:r>
            <a:r>
              <a:rPr lang="zh-CN" altLang="en-US" dirty="0">
                <a:solidFill>
                  <a:srgbClr val="C00000"/>
                </a:solidFill>
              </a:rPr>
              <a:t>逻辑模式</a:t>
            </a:r>
            <a:r>
              <a:rPr lang="zh-CN" altLang="en-US" dirty="0"/>
              <a:t>和</a:t>
            </a:r>
            <a:r>
              <a:rPr lang="zh-CN" altLang="en-US" dirty="0">
                <a:solidFill>
                  <a:srgbClr val="C00000"/>
                </a:solidFill>
              </a:rPr>
              <a:t>物理结构</a:t>
            </a:r>
            <a:r>
              <a:rPr lang="zh-CN" altLang="en-US" dirty="0"/>
              <a:t>，并据此建立数据库及其应用系统，</a:t>
            </a:r>
          </a:p>
          <a:p>
            <a:pPr marL="1143000" lvl="2" indent="-228600" defTabSz="914400">
              <a:spcBef>
                <a:spcPct val="10000"/>
              </a:spcBef>
              <a:spcAft>
                <a:spcPct val="20000"/>
              </a:spcAft>
            </a:pPr>
            <a:r>
              <a:rPr lang="zh-CN" altLang="en-US" dirty="0"/>
              <a:t>使之能够有效地存储和管理数据，满足各种用户的应用需求，包括信息要求和处理要求</a:t>
            </a:r>
          </a:p>
          <a:p>
            <a:pPr marL="742950" lvl="1" indent="-285750" defTabSz="914400">
              <a:spcBef>
                <a:spcPct val="10000"/>
              </a:spcBef>
              <a:spcAft>
                <a:spcPct val="20000"/>
              </a:spcAft>
            </a:pPr>
            <a:r>
              <a:rPr lang="zh-CN" altLang="en-US" dirty="0"/>
              <a:t>在数据库领域内，常常把使用数据库的各类系统统称为数据库应用系统。</a:t>
            </a:r>
          </a:p>
          <a:p>
            <a:pPr marL="1143000" lvl="2" indent="-228600" defTabSz="914400">
              <a:spcBef>
                <a:spcPct val="10000"/>
              </a:spcBef>
              <a:spcAft>
                <a:spcPct val="20000"/>
              </a:spcAft>
            </a:pPr>
            <a:r>
              <a:rPr lang="zh-CN" altLang="en-US" dirty="0"/>
              <a:t>管理信息系统，办公自动化系统，地理信息系统电子政务系统，电子商务系统</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a:extLst>
              <a:ext uri="{FF2B5EF4-FFF2-40B4-BE49-F238E27FC236}">
                <a16:creationId xmlns:a16="http://schemas.microsoft.com/office/drawing/2014/main" id="{E1044ED2-3627-CF4D-BB33-A77A3D83E324}"/>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B7B51E4-BF01-994B-B62A-3944953DD879}" type="slidenum">
              <a:rPr lang="zh-CN" altLang="en-US" sz="2000"/>
              <a:pPr/>
              <a:t>4</a:t>
            </a:fld>
            <a:endParaRPr lang="en-US" altLang="zh-CN" sz="2000"/>
          </a:p>
        </p:txBody>
      </p:sp>
      <p:sp>
        <p:nvSpPr>
          <p:cNvPr id="25603" name="日期占位符 4">
            <a:extLst>
              <a:ext uri="{FF2B5EF4-FFF2-40B4-BE49-F238E27FC236}">
                <a16:creationId xmlns:a16="http://schemas.microsoft.com/office/drawing/2014/main" id="{DEA181DA-00BD-3C49-9F97-E828B015510B}"/>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DA62C3E-6B2F-9046-BBD2-579B3F822243}" type="datetime1">
              <a:rPr lang="zh-CN" altLang="en-US" sz="1800" smtClean="0"/>
              <a:pPr/>
              <a:t>2023/5/16</a:t>
            </a:fld>
            <a:endParaRPr lang="en-US" altLang="zh-CN" sz="1000"/>
          </a:p>
        </p:txBody>
      </p:sp>
      <p:sp>
        <p:nvSpPr>
          <p:cNvPr id="1759234" name="Rectangle 2">
            <a:extLst>
              <a:ext uri="{FF2B5EF4-FFF2-40B4-BE49-F238E27FC236}">
                <a16:creationId xmlns:a16="http://schemas.microsoft.com/office/drawing/2014/main" id="{E7E38339-E3EA-0348-8FB2-D8DE23191401}"/>
              </a:ext>
            </a:extLst>
          </p:cNvPr>
          <p:cNvSpPr>
            <a:spLocks noGrp="1" noChangeArrowheads="1"/>
          </p:cNvSpPr>
          <p:nvPr>
            <p:ph type="title"/>
          </p:nvPr>
        </p:nvSpPr>
        <p:spPr/>
        <p:txBody>
          <a:bodyPr/>
          <a:lstStyle/>
          <a:p>
            <a:r>
              <a:rPr lang="en-US" altLang="zh-CN"/>
              <a:t>1.  数据库设计方法</a:t>
            </a:r>
            <a:endParaRPr lang="zh-CN" altLang="en-US"/>
          </a:p>
        </p:txBody>
      </p:sp>
      <p:sp>
        <p:nvSpPr>
          <p:cNvPr id="25605" name="Rectangle 3">
            <a:extLst>
              <a:ext uri="{FF2B5EF4-FFF2-40B4-BE49-F238E27FC236}">
                <a16:creationId xmlns:a16="http://schemas.microsoft.com/office/drawing/2014/main" id="{66A54039-3639-E045-94D6-EB01855265A6}"/>
              </a:ext>
            </a:extLst>
          </p:cNvPr>
          <p:cNvSpPr>
            <a:spLocks noGrp="1" noChangeArrowheads="1"/>
          </p:cNvSpPr>
          <p:nvPr>
            <p:ph type="body" idx="1"/>
          </p:nvPr>
        </p:nvSpPr>
        <p:spPr>
          <a:xfrm>
            <a:off x="704850" y="1268413"/>
            <a:ext cx="8420100" cy="5211762"/>
          </a:xfrm>
        </p:spPr>
        <p:txBody>
          <a:bodyPr/>
          <a:lstStyle/>
          <a:p>
            <a:pPr>
              <a:lnSpc>
                <a:spcPct val="100000"/>
              </a:lnSpc>
              <a:spcBef>
                <a:spcPct val="0"/>
              </a:spcBef>
            </a:pPr>
            <a:r>
              <a:rPr lang="zh-CN" altLang="en-US" dirty="0"/>
              <a:t>大型数据库的设计和开发是一项庞大的工程，涉及多学科的综合性技术。</a:t>
            </a:r>
          </a:p>
          <a:p>
            <a:pPr>
              <a:lnSpc>
                <a:spcPct val="100000"/>
              </a:lnSpc>
              <a:spcBef>
                <a:spcPct val="0"/>
              </a:spcBef>
              <a:spcAft>
                <a:spcPct val="20000"/>
              </a:spcAft>
            </a:pPr>
            <a:r>
              <a:rPr lang="zh-CN" altLang="en-US" dirty="0"/>
              <a:t>数据库设计的特点</a:t>
            </a:r>
          </a:p>
          <a:p>
            <a:pPr lvl="1">
              <a:lnSpc>
                <a:spcPct val="100000"/>
              </a:lnSpc>
              <a:spcBef>
                <a:spcPct val="0"/>
              </a:spcBef>
              <a:spcAft>
                <a:spcPct val="20000"/>
              </a:spcAft>
            </a:pPr>
            <a:r>
              <a:rPr lang="zh-CN" altLang="en-US" dirty="0"/>
              <a:t>涉及面广，包含计算机专业知识及业务系统专业知识；要解决技术及非技术两方面的问题</a:t>
            </a:r>
          </a:p>
          <a:p>
            <a:pPr lvl="1">
              <a:lnSpc>
                <a:spcPct val="100000"/>
              </a:lnSpc>
              <a:spcBef>
                <a:spcPct val="0"/>
              </a:spcBef>
              <a:spcAft>
                <a:spcPct val="20000"/>
              </a:spcAft>
            </a:pPr>
            <a:r>
              <a:rPr lang="zh-CN" altLang="en-US" dirty="0"/>
              <a:t>涉及内容包括</a:t>
            </a:r>
          </a:p>
          <a:p>
            <a:pPr lvl="2">
              <a:lnSpc>
                <a:spcPct val="100000"/>
              </a:lnSpc>
              <a:spcBef>
                <a:spcPct val="0"/>
              </a:spcBef>
              <a:spcAft>
                <a:spcPct val="20000"/>
              </a:spcAft>
            </a:pPr>
            <a:r>
              <a:rPr lang="zh-CN" altLang="en-US" dirty="0">
                <a:solidFill>
                  <a:srgbClr val="C00000"/>
                </a:solidFill>
              </a:rPr>
              <a:t>静态</a:t>
            </a:r>
            <a:r>
              <a:rPr lang="zh-CN" altLang="en-US" dirty="0"/>
              <a:t>结构设计：数据库的模式框架设计</a:t>
            </a:r>
          </a:p>
          <a:p>
            <a:pPr lvl="3">
              <a:lnSpc>
                <a:spcPct val="100000"/>
              </a:lnSpc>
              <a:spcBef>
                <a:spcPct val="0"/>
              </a:spcBef>
              <a:spcAft>
                <a:spcPct val="20000"/>
              </a:spcAft>
            </a:pPr>
            <a:r>
              <a:rPr lang="zh-CN" altLang="en-US" dirty="0"/>
              <a:t>概念数据模型、逻辑数据模型、物理数据模型（存储结构）；</a:t>
            </a:r>
          </a:p>
          <a:p>
            <a:pPr lvl="2">
              <a:lnSpc>
                <a:spcPct val="100000"/>
              </a:lnSpc>
              <a:spcBef>
                <a:spcPct val="0"/>
              </a:spcBef>
              <a:spcAft>
                <a:spcPct val="20000"/>
              </a:spcAft>
            </a:pPr>
            <a:r>
              <a:rPr lang="zh-CN" altLang="en-US" dirty="0">
                <a:solidFill>
                  <a:srgbClr val="C00000"/>
                </a:solidFill>
              </a:rPr>
              <a:t>动态</a:t>
            </a:r>
            <a:r>
              <a:rPr lang="zh-CN" altLang="en-US" dirty="0"/>
              <a:t>行为设计（应用程序设计）</a:t>
            </a:r>
          </a:p>
          <a:p>
            <a:pPr lvl="3">
              <a:lnSpc>
                <a:spcPct val="100000"/>
              </a:lnSpc>
              <a:spcBef>
                <a:spcPct val="0"/>
              </a:spcBef>
              <a:spcAft>
                <a:spcPct val="20000"/>
              </a:spcAft>
            </a:pPr>
            <a:r>
              <a:rPr lang="zh-CN" altLang="en-US" dirty="0"/>
              <a:t>功能组织、流程控制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a:extLst>
              <a:ext uri="{FF2B5EF4-FFF2-40B4-BE49-F238E27FC236}">
                <a16:creationId xmlns:a16="http://schemas.microsoft.com/office/drawing/2014/main" id="{75379592-9488-7845-A6E9-FD5798CB9C46}"/>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A8EED15-F5A5-7F46-9A6F-56D8A52CC271}" type="slidenum">
              <a:rPr lang="zh-CN" altLang="en-US" sz="2000"/>
              <a:pPr/>
              <a:t>5</a:t>
            </a:fld>
            <a:endParaRPr lang="en-US" altLang="zh-CN" sz="2000"/>
          </a:p>
        </p:txBody>
      </p:sp>
      <p:sp>
        <p:nvSpPr>
          <p:cNvPr id="27651" name="日期占位符 4">
            <a:extLst>
              <a:ext uri="{FF2B5EF4-FFF2-40B4-BE49-F238E27FC236}">
                <a16:creationId xmlns:a16="http://schemas.microsoft.com/office/drawing/2014/main" id="{A5B3A3D3-46FB-1C4B-BCC7-8662F69438D1}"/>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A2FC224-2501-8A4D-A556-66C38BC4AB36}" type="datetime1">
              <a:rPr lang="zh-CN" altLang="en-US" sz="1800" smtClean="0"/>
              <a:pPr/>
              <a:t>2023/5/16</a:t>
            </a:fld>
            <a:endParaRPr lang="en-US" altLang="zh-CN" sz="1000"/>
          </a:p>
        </p:txBody>
      </p:sp>
      <p:sp>
        <p:nvSpPr>
          <p:cNvPr id="2210818" name="Rectangle 2">
            <a:extLst>
              <a:ext uri="{FF2B5EF4-FFF2-40B4-BE49-F238E27FC236}">
                <a16:creationId xmlns:a16="http://schemas.microsoft.com/office/drawing/2014/main" id="{1A2CC058-BF8C-384F-9D59-91A6409D0E92}"/>
              </a:ext>
            </a:extLst>
          </p:cNvPr>
          <p:cNvSpPr>
            <a:spLocks noGrp="1" noChangeArrowheads="1"/>
          </p:cNvSpPr>
          <p:nvPr>
            <p:ph type="title"/>
          </p:nvPr>
        </p:nvSpPr>
        <p:spPr/>
        <p:txBody>
          <a:bodyPr/>
          <a:lstStyle/>
          <a:p>
            <a:r>
              <a:rPr lang="en-US" altLang="zh-CN"/>
              <a:t>1.  数据库设计方法</a:t>
            </a:r>
            <a:endParaRPr lang="zh-CN" altLang="en-US"/>
          </a:p>
        </p:txBody>
      </p:sp>
      <p:sp>
        <p:nvSpPr>
          <p:cNvPr id="27653" name="Rectangle 3">
            <a:extLst>
              <a:ext uri="{FF2B5EF4-FFF2-40B4-BE49-F238E27FC236}">
                <a16:creationId xmlns:a16="http://schemas.microsoft.com/office/drawing/2014/main" id="{47D4F29E-3FAC-5744-8FD6-2262DBDB74EC}"/>
              </a:ext>
            </a:extLst>
          </p:cNvPr>
          <p:cNvSpPr>
            <a:spLocks noGrp="1" noChangeArrowheads="1"/>
          </p:cNvSpPr>
          <p:nvPr>
            <p:ph type="body" idx="1"/>
          </p:nvPr>
        </p:nvSpPr>
        <p:spPr>
          <a:xfrm>
            <a:off x="704850" y="1268413"/>
            <a:ext cx="8420100" cy="3417887"/>
          </a:xfrm>
        </p:spPr>
        <p:txBody>
          <a:bodyPr/>
          <a:lstStyle/>
          <a:p>
            <a:pPr>
              <a:lnSpc>
                <a:spcPct val="100000"/>
              </a:lnSpc>
              <a:spcBef>
                <a:spcPct val="0"/>
              </a:spcBef>
            </a:pPr>
            <a:r>
              <a:rPr lang="zh-CN" altLang="en-US"/>
              <a:t>数据库设计人员应该具备的技术和知识</a:t>
            </a:r>
          </a:p>
          <a:p>
            <a:pPr lvl="1">
              <a:lnSpc>
                <a:spcPct val="100000"/>
              </a:lnSpc>
              <a:spcBef>
                <a:spcPct val="0"/>
              </a:spcBef>
              <a:spcAft>
                <a:spcPct val="20000"/>
              </a:spcAft>
            </a:pPr>
            <a:r>
              <a:rPr lang="zh-CN" altLang="en-US"/>
              <a:t>计算机的基本知识</a:t>
            </a:r>
          </a:p>
          <a:p>
            <a:pPr lvl="1">
              <a:lnSpc>
                <a:spcPct val="100000"/>
              </a:lnSpc>
              <a:spcBef>
                <a:spcPct val="0"/>
              </a:spcBef>
              <a:spcAft>
                <a:spcPct val="20000"/>
              </a:spcAft>
            </a:pPr>
            <a:r>
              <a:rPr lang="zh-CN" altLang="en-US"/>
              <a:t>软件工程的原理和方法</a:t>
            </a:r>
          </a:p>
          <a:p>
            <a:pPr lvl="1">
              <a:lnSpc>
                <a:spcPct val="100000"/>
              </a:lnSpc>
              <a:spcBef>
                <a:spcPct val="0"/>
              </a:spcBef>
              <a:spcAft>
                <a:spcPct val="20000"/>
              </a:spcAft>
            </a:pPr>
            <a:r>
              <a:rPr lang="zh-CN" altLang="en-US"/>
              <a:t>程序设计的方法和技巧</a:t>
            </a:r>
          </a:p>
          <a:p>
            <a:pPr lvl="1">
              <a:lnSpc>
                <a:spcPct val="100000"/>
              </a:lnSpc>
              <a:spcBef>
                <a:spcPct val="0"/>
              </a:spcBef>
              <a:spcAft>
                <a:spcPct val="20000"/>
              </a:spcAft>
            </a:pPr>
            <a:r>
              <a:rPr lang="zh-CN" altLang="en-US"/>
              <a:t>数据库的基本知识</a:t>
            </a:r>
          </a:p>
          <a:p>
            <a:pPr lvl="1">
              <a:lnSpc>
                <a:spcPct val="100000"/>
              </a:lnSpc>
              <a:spcBef>
                <a:spcPct val="0"/>
              </a:spcBef>
              <a:spcAft>
                <a:spcPct val="20000"/>
              </a:spcAft>
            </a:pPr>
            <a:r>
              <a:rPr lang="zh-CN" altLang="en-US"/>
              <a:t>数据库设计技术</a:t>
            </a:r>
          </a:p>
          <a:p>
            <a:pPr lvl="1">
              <a:lnSpc>
                <a:spcPct val="100000"/>
              </a:lnSpc>
              <a:spcBef>
                <a:spcPct val="0"/>
              </a:spcBef>
              <a:spcAft>
                <a:spcPct val="20000"/>
              </a:spcAft>
            </a:pPr>
            <a:r>
              <a:rPr lang="zh-CN" altLang="en-US"/>
              <a:t>应用领域的知识</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a:extLst>
              <a:ext uri="{FF2B5EF4-FFF2-40B4-BE49-F238E27FC236}">
                <a16:creationId xmlns:a16="http://schemas.microsoft.com/office/drawing/2014/main" id="{B135D982-D4BA-C740-BC8F-32895FB6557A}"/>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504AC83-892A-A645-BD61-2EB13ABC0991}" type="slidenum">
              <a:rPr lang="zh-CN" altLang="en-US" sz="2000"/>
              <a:pPr/>
              <a:t>6</a:t>
            </a:fld>
            <a:endParaRPr lang="en-US" altLang="zh-CN" sz="2000"/>
          </a:p>
        </p:txBody>
      </p:sp>
      <p:sp>
        <p:nvSpPr>
          <p:cNvPr id="29699" name="日期占位符 4">
            <a:extLst>
              <a:ext uri="{FF2B5EF4-FFF2-40B4-BE49-F238E27FC236}">
                <a16:creationId xmlns:a16="http://schemas.microsoft.com/office/drawing/2014/main" id="{0EDD27EE-A8E9-1241-8B52-668234E28B70}"/>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8A3D0DDA-9E0D-A74C-8EAE-F297C012AC8D}" type="datetime1">
              <a:rPr lang="zh-CN" altLang="en-US" sz="1800" smtClean="0"/>
              <a:pPr/>
              <a:t>2023/5/16</a:t>
            </a:fld>
            <a:endParaRPr lang="en-US" altLang="zh-CN" sz="1000"/>
          </a:p>
        </p:txBody>
      </p:sp>
      <p:sp>
        <p:nvSpPr>
          <p:cNvPr id="2128898" name="Rectangle 2">
            <a:extLst>
              <a:ext uri="{FF2B5EF4-FFF2-40B4-BE49-F238E27FC236}">
                <a16:creationId xmlns:a16="http://schemas.microsoft.com/office/drawing/2014/main" id="{B30B45ED-1772-664F-9F10-44EB3707E14D}"/>
              </a:ext>
            </a:extLst>
          </p:cNvPr>
          <p:cNvSpPr>
            <a:spLocks noGrp="1" noChangeArrowheads="1"/>
          </p:cNvSpPr>
          <p:nvPr>
            <p:ph type="title"/>
          </p:nvPr>
        </p:nvSpPr>
        <p:spPr/>
        <p:txBody>
          <a:bodyPr/>
          <a:lstStyle/>
          <a:p>
            <a:r>
              <a:rPr lang="en-US" altLang="zh-CN"/>
              <a:t>1. </a:t>
            </a:r>
            <a:r>
              <a:rPr lang="zh-CN" altLang="en-US"/>
              <a:t>数据库设计方法</a:t>
            </a:r>
          </a:p>
        </p:txBody>
      </p:sp>
      <p:sp>
        <p:nvSpPr>
          <p:cNvPr id="29701" name="Rectangle 3">
            <a:extLst>
              <a:ext uri="{FF2B5EF4-FFF2-40B4-BE49-F238E27FC236}">
                <a16:creationId xmlns:a16="http://schemas.microsoft.com/office/drawing/2014/main" id="{20FC72B1-6E79-2946-A724-54FE75269270}"/>
              </a:ext>
            </a:extLst>
          </p:cNvPr>
          <p:cNvSpPr>
            <a:spLocks noGrp="1" noChangeArrowheads="1"/>
          </p:cNvSpPr>
          <p:nvPr>
            <p:ph type="body" idx="1"/>
          </p:nvPr>
        </p:nvSpPr>
        <p:spPr>
          <a:xfrm>
            <a:off x="650875" y="1143000"/>
            <a:ext cx="8820150" cy="5124450"/>
          </a:xfrm>
        </p:spPr>
        <p:txBody>
          <a:bodyPr/>
          <a:lstStyle/>
          <a:p>
            <a:pPr>
              <a:lnSpc>
                <a:spcPct val="100000"/>
              </a:lnSpc>
              <a:spcBef>
                <a:spcPct val="0"/>
              </a:spcBef>
            </a:pPr>
            <a:r>
              <a:rPr lang="zh-CN" altLang="en-US"/>
              <a:t>规范设计法: 本质上仍然是手工设计方法，基本思想是过程迭代和逐步求精</a:t>
            </a:r>
          </a:p>
          <a:p>
            <a:pPr>
              <a:lnSpc>
                <a:spcPct val="100000"/>
              </a:lnSpc>
              <a:spcBef>
                <a:spcPct val="0"/>
              </a:spcBef>
            </a:pPr>
            <a:r>
              <a:rPr lang="zh-CN" altLang="en-US"/>
              <a:t>数据库设计方法</a:t>
            </a:r>
            <a:endParaRPr lang="en-US" altLang="zh-CN"/>
          </a:p>
          <a:p>
            <a:pPr lvl="1">
              <a:lnSpc>
                <a:spcPct val="100000"/>
              </a:lnSpc>
              <a:spcBef>
                <a:spcPct val="0"/>
              </a:spcBef>
            </a:pPr>
            <a:r>
              <a:rPr lang="zh-CN" altLang="en-US"/>
              <a:t>新奥尔良</a:t>
            </a:r>
            <a:r>
              <a:rPr lang="en-US" altLang="zh-CN"/>
              <a:t>(New Orleans)</a:t>
            </a:r>
            <a:r>
              <a:rPr lang="zh-CN" altLang="en-US"/>
              <a:t>方法: 数据库设计分四个阶段</a:t>
            </a:r>
          </a:p>
          <a:p>
            <a:pPr lvl="1">
              <a:lnSpc>
                <a:spcPct val="100000"/>
              </a:lnSpc>
              <a:spcBef>
                <a:spcPct val="0"/>
              </a:spcBef>
            </a:pPr>
            <a:endParaRPr lang="zh-CN" altLang="en-US"/>
          </a:p>
          <a:p>
            <a:pPr lvl="1">
              <a:lnSpc>
                <a:spcPct val="100000"/>
              </a:lnSpc>
              <a:spcBef>
                <a:spcPct val="0"/>
              </a:spcBef>
            </a:pPr>
            <a:endParaRPr lang="zh-CN" altLang="en-US"/>
          </a:p>
          <a:p>
            <a:pPr lvl="1">
              <a:lnSpc>
                <a:spcPct val="100000"/>
              </a:lnSpc>
              <a:spcBef>
                <a:spcPct val="0"/>
              </a:spcBef>
            </a:pPr>
            <a:endParaRPr lang="zh-CN" altLang="en-US"/>
          </a:p>
          <a:p>
            <a:pPr lvl="1">
              <a:lnSpc>
                <a:spcPct val="100000"/>
              </a:lnSpc>
              <a:spcBef>
                <a:spcPct val="0"/>
              </a:spcBef>
            </a:pPr>
            <a:r>
              <a:rPr lang="zh-CN" altLang="en-US"/>
              <a:t>基于</a:t>
            </a:r>
            <a:r>
              <a:rPr lang="en-US" altLang="zh-CN"/>
              <a:t>E-R</a:t>
            </a:r>
            <a:r>
              <a:rPr lang="zh-CN" altLang="en-US"/>
              <a:t>模型的数据库设计方法，</a:t>
            </a:r>
          </a:p>
          <a:p>
            <a:pPr lvl="1">
              <a:lnSpc>
                <a:spcPct val="100000"/>
              </a:lnSpc>
              <a:spcBef>
                <a:spcPct val="0"/>
              </a:spcBef>
            </a:pPr>
            <a:r>
              <a:rPr lang="zh-CN" altLang="en-US"/>
              <a:t>基于</a:t>
            </a:r>
            <a:r>
              <a:rPr lang="en-US" altLang="zh-CN"/>
              <a:t>3NF</a:t>
            </a:r>
            <a:r>
              <a:rPr lang="zh-CN" altLang="en-US"/>
              <a:t>的设计方法:   用关系数据理论为指导来设计数据库的逻辑模式</a:t>
            </a:r>
          </a:p>
          <a:p>
            <a:pPr lvl="1">
              <a:lnSpc>
                <a:spcPct val="100000"/>
              </a:lnSpc>
              <a:spcBef>
                <a:spcPct val="0"/>
              </a:spcBef>
            </a:pPr>
            <a:r>
              <a:rPr lang="en-US" altLang="zh-CN"/>
              <a:t>ODL(Object Definition Language)</a:t>
            </a:r>
            <a:r>
              <a:rPr lang="zh-CN" altLang="en-US"/>
              <a:t>方法:  面向对象的数据库设计方法</a:t>
            </a:r>
          </a:p>
        </p:txBody>
      </p:sp>
      <p:grpSp>
        <p:nvGrpSpPr>
          <p:cNvPr id="29702" name="Group 4">
            <a:extLst>
              <a:ext uri="{FF2B5EF4-FFF2-40B4-BE49-F238E27FC236}">
                <a16:creationId xmlns:a16="http://schemas.microsoft.com/office/drawing/2014/main" id="{8D62684A-90B7-084A-91DE-434B98F0D4BC}"/>
              </a:ext>
            </a:extLst>
          </p:cNvPr>
          <p:cNvGrpSpPr>
            <a:grpSpLocks/>
          </p:cNvGrpSpPr>
          <p:nvPr/>
        </p:nvGrpSpPr>
        <p:grpSpPr bwMode="auto">
          <a:xfrm>
            <a:off x="488950" y="3068638"/>
            <a:ext cx="8928100" cy="865187"/>
            <a:chOff x="2160" y="1596"/>
            <a:chExt cx="7560" cy="780"/>
          </a:xfrm>
        </p:grpSpPr>
        <p:sp>
          <p:nvSpPr>
            <p:cNvPr id="29703" name="Text Box 5">
              <a:extLst>
                <a:ext uri="{FF2B5EF4-FFF2-40B4-BE49-F238E27FC236}">
                  <a16:creationId xmlns:a16="http://schemas.microsoft.com/office/drawing/2014/main" id="{5889ED08-45B8-8B48-B228-DA44DA8622E3}"/>
                </a:ext>
              </a:extLst>
            </p:cNvPr>
            <p:cNvSpPr txBox="1">
              <a:spLocks noChangeArrowheads="1"/>
            </p:cNvSpPr>
            <p:nvPr/>
          </p:nvSpPr>
          <p:spPr bwMode="auto">
            <a:xfrm>
              <a:off x="2877" y="1752"/>
              <a:ext cx="108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sz="2000">
                  <a:solidFill>
                    <a:srgbClr val="009900"/>
                  </a:solidFill>
                  <a:latin typeface="Times New Roman" panose="02020603050405020304" pitchFamily="18" charset="0"/>
                </a:rPr>
                <a:t>需求说明</a:t>
              </a:r>
              <a:endParaRPr kumimoji="1" lang="zh-CN" altLang="en-US" sz="2000">
                <a:solidFill>
                  <a:srgbClr val="009900"/>
                </a:solidFill>
                <a:latin typeface="Gulim" panose="020B0600000101010101" pitchFamily="34" charset="-127"/>
                <a:ea typeface="Gulim" panose="020B0600000101010101" pitchFamily="34" charset="-127"/>
              </a:endParaRPr>
            </a:p>
          </p:txBody>
        </p:sp>
        <p:sp>
          <p:nvSpPr>
            <p:cNvPr id="29704" name="Text Box 6">
              <a:extLst>
                <a:ext uri="{FF2B5EF4-FFF2-40B4-BE49-F238E27FC236}">
                  <a16:creationId xmlns:a16="http://schemas.microsoft.com/office/drawing/2014/main" id="{31D718B4-01E4-6940-9A6B-4DC469DD8AF8}"/>
                </a:ext>
              </a:extLst>
            </p:cNvPr>
            <p:cNvSpPr txBox="1">
              <a:spLocks noChangeArrowheads="1"/>
            </p:cNvSpPr>
            <p:nvPr/>
          </p:nvSpPr>
          <p:spPr bwMode="auto">
            <a:xfrm>
              <a:off x="2160" y="1596"/>
              <a:ext cx="720" cy="780"/>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sz="2000">
                  <a:solidFill>
                    <a:srgbClr val="FF0000"/>
                  </a:solidFill>
                  <a:latin typeface="Times New Roman" panose="02020603050405020304" pitchFamily="18" charset="0"/>
                </a:rPr>
                <a:t>需求</a:t>
              </a:r>
            </a:p>
            <a:p>
              <a:pPr algn="just" eaLnBrk="1" latinLnBrk="1" hangingPunct="1"/>
              <a:r>
                <a:rPr kumimoji="1" lang="zh-CN" altLang="en-US" sz="2000">
                  <a:solidFill>
                    <a:srgbClr val="FF0000"/>
                  </a:solidFill>
                  <a:latin typeface="Times New Roman" panose="02020603050405020304" pitchFamily="18" charset="0"/>
                </a:rPr>
                <a:t>分析</a:t>
              </a:r>
              <a:endParaRPr kumimoji="1" lang="zh-CN" altLang="en-US" sz="2000">
                <a:solidFill>
                  <a:srgbClr val="FF0000"/>
                </a:solidFill>
                <a:latin typeface="Gulim" panose="020B0600000101010101" pitchFamily="34" charset="-127"/>
                <a:ea typeface="Gulim" panose="020B0600000101010101" pitchFamily="34" charset="-127"/>
              </a:endParaRPr>
            </a:p>
          </p:txBody>
        </p:sp>
        <p:sp>
          <p:nvSpPr>
            <p:cNvPr id="29705" name="Text Box 7">
              <a:extLst>
                <a:ext uri="{FF2B5EF4-FFF2-40B4-BE49-F238E27FC236}">
                  <a16:creationId xmlns:a16="http://schemas.microsoft.com/office/drawing/2014/main" id="{6BF4A457-FB89-644C-99D7-7660F055F639}"/>
                </a:ext>
              </a:extLst>
            </p:cNvPr>
            <p:cNvSpPr txBox="1">
              <a:spLocks noChangeArrowheads="1"/>
            </p:cNvSpPr>
            <p:nvPr/>
          </p:nvSpPr>
          <p:spPr bwMode="auto">
            <a:xfrm>
              <a:off x="4860" y="1752"/>
              <a:ext cx="108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sz="2000">
                  <a:solidFill>
                    <a:srgbClr val="009900"/>
                  </a:solidFill>
                  <a:latin typeface="Times New Roman" panose="02020603050405020304" pitchFamily="18" charset="0"/>
                </a:rPr>
                <a:t>概念结构</a:t>
              </a:r>
              <a:endParaRPr kumimoji="1" lang="zh-CN" altLang="en-US" sz="2000">
                <a:solidFill>
                  <a:srgbClr val="009900"/>
                </a:solidFill>
                <a:latin typeface="Gulim" panose="020B0600000101010101" pitchFamily="34" charset="-127"/>
                <a:ea typeface="Gulim" panose="020B0600000101010101" pitchFamily="34" charset="-127"/>
              </a:endParaRPr>
            </a:p>
          </p:txBody>
        </p:sp>
        <p:sp>
          <p:nvSpPr>
            <p:cNvPr id="29706" name="Text Box 8">
              <a:extLst>
                <a:ext uri="{FF2B5EF4-FFF2-40B4-BE49-F238E27FC236}">
                  <a16:creationId xmlns:a16="http://schemas.microsoft.com/office/drawing/2014/main" id="{EFB78C37-FDED-FD42-885F-A78A98F36DE2}"/>
                </a:ext>
              </a:extLst>
            </p:cNvPr>
            <p:cNvSpPr txBox="1">
              <a:spLocks noChangeArrowheads="1"/>
            </p:cNvSpPr>
            <p:nvPr/>
          </p:nvSpPr>
          <p:spPr bwMode="auto">
            <a:xfrm>
              <a:off x="3963" y="1596"/>
              <a:ext cx="897" cy="780"/>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sz="2000">
                  <a:solidFill>
                    <a:srgbClr val="FF0000"/>
                  </a:solidFill>
                  <a:latin typeface="Times New Roman" panose="02020603050405020304" pitchFamily="18" charset="0"/>
                </a:rPr>
                <a:t>概念结</a:t>
              </a:r>
            </a:p>
            <a:p>
              <a:pPr algn="just" eaLnBrk="1" latinLnBrk="1" hangingPunct="1"/>
              <a:r>
                <a:rPr kumimoji="1" lang="zh-CN" altLang="en-US" sz="2000">
                  <a:solidFill>
                    <a:srgbClr val="FF0000"/>
                  </a:solidFill>
                  <a:latin typeface="Times New Roman" panose="02020603050405020304" pitchFamily="18" charset="0"/>
                </a:rPr>
                <a:t>构设计</a:t>
              </a:r>
              <a:endParaRPr kumimoji="1" lang="zh-CN" altLang="en-US" sz="2000">
                <a:solidFill>
                  <a:srgbClr val="FF0000"/>
                </a:solidFill>
                <a:latin typeface="Gulim" panose="020B0600000101010101" pitchFamily="34" charset="-127"/>
                <a:ea typeface="Gulim" panose="020B0600000101010101" pitchFamily="34" charset="-127"/>
              </a:endParaRPr>
            </a:p>
          </p:txBody>
        </p:sp>
        <p:sp>
          <p:nvSpPr>
            <p:cNvPr id="29707" name="Text Box 9">
              <a:extLst>
                <a:ext uri="{FF2B5EF4-FFF2-40B4-BE49-F238E27FC236}">
                  <a16:creationId xmlns:a16="http://schemas.microsoft.com/office/drawing/2014/main" id="{04421BDE-5224-3E4C-A400-10FDD9157BA4}"/>
                </a:ext>
              </a:extLst>
            </p:cNvPr>
            <p:cNvSpPr txBox="1">
              <a:spLocks noChangeArrowheads="1"/>
            </p:cNvSpPr>
            <p:nvPr/>
          </p:nvSpPr>
          <p:spPr bwMode="auto">
            <a:xfrm>
              <a:off x="6837" y="1752"/>
              <a:ext cx="108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sz="2000">
                  <a:solidFill>
                    <a:srgbClr val="009900"/>
                  </a:solidFill>
                  <a:latin typeface="Times New Roman" panose="02020603050405020304" pitchFamily="18" charset="0"/>
                </a:rPr>
                <a:t>逻辑结构</a:t>
              </a:r>
              <a:endParaRPr kumimoji="1" lang="zh-CN" altLang="en-US" sz="2000">
                <a:solidFill>
                  <a:srgbClr val="009900"/>
                </a:solidFill>
                <a:latin typeface="Gulim" panose="020B0600000101010101" pitchFamily="34" charset="-127"/>
                <a:ea typeface="Gulim" panose="020B0600000101010101" pitchFamily="34" charset="-127"/>
              </a:endParaRPr>
            </a:p>
          </p:txBody>
        </p:sp>
        <p:sp>
          <p:nvSpPr>
            <p:cNvPr id="29708" name="Text Box 10">
              <a:extLst>
                <a:ext uri="{FF2B5EF4-FFF2-40B4-BE49-F238E27FC236}">
                  <a16:creationId xmlns:a16="http://schemas.microsoft.com/office/drawing/2014/main" id="{2BB803CF-A3EF-0140-9535-DDB2A961653C}"/>
                </a:ext>
              </a:extLst>
            </p:cNvPr>
            <p:cNvSpPr txBox="1">
              <a:spLocks noChangeArrowheads="1"/>
            </p:cNvSpPr>
            <p:nvPr/>
          </p:nvSpPr>
          <p:spPr bwMode="auto">
            <a:xfrm>
              <a:off x="5940" y="1596"/>
              <a:ext cx="897" cy="780"/>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sz="2000">
                  <a:solidFill>
                    <a:srgbClr val="FF0000"/>
                  </a:solidFill>
                  <a:latin typeface="Times New Roman" panose="02020603050405020304" pitchFamily="18" charset="0"/>
                </a:rPr>
                <a:t>逻辑结</a:t>
              </a:r>
            </a:p>
            <a:p>
              <a:pPr algn="just" eaLnBrk="1" latinLnBrk="1" hangingPunct="1"/>
              <a:r>
                <a:rPr kumimoji="1" lang="zh-CN" altLang="en-US" sz="2000">
                  <a:solidFill>
                    <a:srgbClr val="FF0000"/>
                  </a:solidFill>
                  <a:latin typeface="Times New Roman" panose="02020603050405020304" pitchFamily="18" charset="0"/>
                </a:rPr>
                <a:t>构设计</a:t>
              </a:r>
              <a:endParaRPr kumimoji="1" lang="zh-CN" altLang="en-US" sz="2000">
                <a:solidFill>
                  <a:srgbClr val="FF0000"/>
                </a:solidFill>
                <a:latin typeface="Gulim" panose="020B0600000101010101" pitchFamily="34" charset="-127"/>
                <a:ea typeface="Gulim" panose="020B0600000101010101" pitchFamily="34" charset="-127"/>
              </a:endParaRPr>
            </a:p>
          </p:txBody>
        </p:sp>
        <p:sp>
          <p:nvSpPr>
            <p:cNvPr id="29709" name="Text Box 11">
              <a:extLst>
                <a:ext uri="{FF2B5EF4-FFF2-40B4-BE49-F238E27FC236}">
                  <a16:creationId xmlns:a16="http://schemas.microsoft.com/office/drawing/2014/main" id="{53119EAE-EC35-FC4A-8FED-63F00974239A}"/>
                </a:ext>
              </a:extLst>
            </p:cNvPr>
            <p:cNvSpPr txBox="1">
              <a:spLocks noChangeArrowheads="1"/>
            </p:cNvSpPr>
            <p:nvPr/>
          </p:nvSpPr>
          <p:spPr bwMode="auto">
            <a:xfrm>
              <a:off x="8640" y="1752"/>
              <a:ext cx="108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sz="2000">
                  <a:solidFill>
                    <a:srgbClr val="009900"/>
                  </a:solidFill>
                  <a:latin typeface="Times New Roman" panose="02020603050405020304" pitchFamily="18" charset="0"/>
                </a:rPr>
                <a:t>物理结构结构</a:t>
              </a:r>
              <a:endParaRPr kumimoji="1" lang="zh-CN" altLang="en-US" sz="2000">
                <a:solidFill>
                  <a:srgbClr val="009900"/>
                </a:solidFill>
                <a:latin typeface="Gulim" panose="020B0600000101010101" pitchFamily="34" charset="-127"/>
                <a:ea typeface="Gulim" panose="020B0600000101010101" pitchFamily="34" charset="-127"/>
              </a:endParaRPr>
            </a:p>
          </p:txBody>
        </p:sp>
        <p:sp>
          <p:nvSpPr>
            <p:cNvPr id="29710" name="Text Box 12">
              <a:extLst>
                <a:ext uri="{FF2B5EF4-FFF2-40B4-BE49-F238E27FC236}">
                  <a16:creationId xmlns:a16="http://schemas.microsoft.com/office/drawing/2014/main" id="{4C1F637F-9542-A241-8FAE-79F713FAF63F}"/>
                </a:ext>
              </a:extLst>
            </p:cNvPr>
            <p:cNvSpPr txBox="1">
              <a:spLocks noChangeArrowheads="1"/>
            </p:cNvSpPr>
            <p:nvPr/>
          </p:nvSpPr>
          <p:spPr bwMode="auto">
            <a:xfrm>
              <a:off x="7920" y="1596"/>
              <a:ext cx="720" cy="780"/>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sz="2000">
                  <a:solidFill>
                    <a:srgbClr val="FF0000"/>
                  </a:solidFill>
                  <a:latin typeface="Times New Roman" panose="02020603050405020304" pitchFamily="18" charset="0"/>
                </a:rPr>
                <a:t>物理</a:t>
              </a:r>
            </a:p>
            <a:p>
              <a:pPr algn="just" eaLnBrk="1" latinLnBrk="1" hangingPunct="1"/>
              <a:r>
                <a:rPr kumimoji="1" lang="zh-CN" altLang="en-US" sz="2000">
                  <a:solidFill>
                    <a:srgbClr val="FF0000"/>
                  </a:solidFill>
                  <a:latin typeface="Times New Roman" panose="02020603050405020304" pitchFamily="18" charset="0"/>
                </a:rPr>
                <a:t>设计</a:t>
              </a:r>
              <a:endParaRPr kumimoji="1" lang="zh-CN" altLang="en-US" sz="2000">
                <a:solidFill>
                  <a:srgbClr val="FF0000"/>
                </a:solidFill>
                <a:latin typeface="Gulim" panose="020B0600000101010101" pitchFamily="34" charset="-127"/>
                <a:ea typeface="Gulim" panose="020B0600000101010101" pitchFamily="34" charset="-127"/>
              </a:endParaRPr>
            </a:p>
          </p:txBody>
        </p:sp>
        <p:sp>
          <p:nvSpPr>
            <p:cNvPr id="29711" name="Line 13">
              <a:extLst>
                <a:ext uri="{FF2B5EF4-FFF2-40B4-BE49-F238E27FC236}">
                  <a16:creationId xmlns:a16="http://schemas.microsoft.com/office/drawing/2014/main" id="{EB1A8E11-FE7A-0247-83B4-4056E33261E3}"/>
                </a:ext>
              </a:extLst>
            </p:cNvPr>
            <p:cNvSpPr>
              <a:spLocks noChangeShapeType="1"/>
            </p:cNvSpPr>
            <p:nvPr/>
          </p:nvSpPr>
          <p:spPr bwMode="auto">
            <a:xfrm>
              <a:off x="2877" y="2064"/>
              <a:ext cx="108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9712" name="Line 14">
              <a:extLst>
                <a:ext uri="{FF2B5EF4-FFF2-40B4-BE49-F238E27FC236}">
                  <a16:creationId xmlns:a16="http://schemas.microsoft.com/office/drawing/2014/main" id="{BD94099F-66F9-804F-BAC1-C75FA6331189}"/>
                </a:ext>
              </a:extLst>
            </p:cNvPr>
            <p:cNvSpPr>
              <a:spLocks noChangeShapeType="1"/>
            </p:cNvSpPr>
            <p:nvPr/>
          </p:nvSpPr>
          <p:spPr bwMode="auto">
            <a:xfrm>
              <a:off x="4860" y="2064"/>
              <a:ext cx="108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9713" name="Line 15">
              <a:extLst>
                <a:ext uri="{FF2B5EF4-FFF2-40B4-BE49-F238E27FC236}">
                  <a16:creationId xmlns:a16="http://schemas.microsoft.com/office/drawing/2014/main" id="{4B8E611C-77C1-CF42-9E1F-EE1D3993A65C}"/>
                </a:ext>
              </a:extLst>
            </p:cNvPr>
            <p:cNvSpPr>
              <a:spLocks noChangeShapeType="1"/>
            </p:cNvSpPr>
            <p:nvPr/>
          </p:nvSpPr>
          <p:spPr bwMode="auto">
            <a:xfrm>
              <a:off x="6840" y="2064"/>
              <a:ext cx="108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9714" name="Line 16">
              <a:extLst>
                <a:ext uri="{FF2B5EF4-FFF2-40B4-BE49-F238E27FC236}">
                  <a16:creationId xmlns:a16="http://schemas.microsoft.com/office/drawing/2014/main" id="{DFFD349B-F3CE-0F40-AEAE-A346102F4539}"/>
                </a:ext>
              </a:extLst>
            </p:cNvPr>
            <p:cNvSpPr>
              <a:spLocks noChangeShapeType="1"/>
            </p:cNvSpPr>
            <p:nvPr/>
          </p:nvSpPr>
          <p:spPr bwMode="auto">
            <a:xfrm>
              <a:off x="8640" y="2064"/>
              <a:ext cx="108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a:extLst>
              <a:ext uri="{FF2B5EF4-FFF2-40B4-BE49-F238E27FC236}">
                <a16:creationId xmlns:a16="http://schemas.microsoft.com/office/drawing/2014/main" id="{2E07CA9A-F86C-5649-A396-489618D94193}"/>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65117DD5-4C1B-FB46-B562-B20A54D326AF}" type="slidenum">
              <a:rPr lang="zh-CN" altLang="en-US" sz="2000"/>
              <a:pPr/>
              <a:t>7</a:t>
            </a:fld>
            <a:endParaRPr lang="en-US" altLang="zh-CN" sz="2000"/>
          </a:p>
        </p:txBody>
      </p:sp>
      <p:sp>
        <p:nvSpPr>
          <p:cNvPr id="30723" name="日期占位符 4">
            <a:extLst>
              <a:ext uri="{FF2B5EF4-FFF2-40B4-BE49-F238E27FC236}">
                <a16:creationId xmlns:a16="http://schemas.microsoft.com/office/drawing/2014/main" id="{66045581-5C5D-0444-9712-1A7F8B5D1D40}"/>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21001ED-E0D9-2146-AF8F-31413ACDE416}" type="datetime1">
              <a:rPr lang="zh-CN" altLang="en-US" sz="1800" smtClean="0"/>
              <a:pPr/>
              <a:t>2023/5/16</a:t>
            </a:fld>
            <a:endParaRPr lang="en-US" altLang="zh-CN" sz="1000"/>
          </a:p>
        </p:txBody>
      </p:sp>
      <p:sp>
        <p:nvSpPr>
          <p:cNvPr id="1782786" name="Rectangle 2">
            <a:extLst>
              <a:ext uri="{FF2B5EF4-FFF2-40B4-BE49-F238E27FC236}">
                <a16:creationId xmlns:a16="http://schemas.microsoft.com/office/drawing/2014/main" id="{3AC93B64-B282-A049-90C2-251DCEAC4BCA}"/>
              </a:ext>
            </a:extLst>
          </p:cNvPr>
          <p:cNvSpPr>
            <a:spLocks noGrp="1" noChangeArrowheads="1"/>
          </p:cNvSpPr>
          <p:nvPr>
            <p:ph type="title"/>
          </p:nvPr>
        </p:nvSpPr>
        <p:spPr/>
        <p:txBody>
          <a:bodyPr/>
          <a:lstStyle/>
          <a:p>
            <a:r>
              <a:rPr lang="zh-CN" altLang="en-US"/>
              <a:t>数据库设计的过程</a:t>
            </a:r>
          </a:p>
        </p:txBody>
      </p:sp>
      <p:sp>
        <p:nvSpPr>
          <p:cNvPr id="30725" name="Rectangle 3">
            <a:extLst>
              <a:ext uri="{FF2B5EF4-FFF2-40B4-BE49-F238E27FC236}">
                <a16:creationId xmlns:a16="http://schemas.microsoft.com/office/drawing/2014/main" id="{1A9DD632-AFC5-1F43-BD8D-72A0AEC2E243}"/>
              </a:ext>
            </a:extLst>
          </p:cNvPr>
          <p:cNvSpPr>
            <a:spLocks noGrp="1" noChangeArrowheads="1"/>
          </p:cNvSpPr>
          <p:nvPr>
            <p:ph type="body" idx="1"/>
          </p:nvPr>
        </p:nvSpPr>
        <p:spPr>
          <a:xfrm>
            <a:off x="650875" y="1143000"/>
            <a:ext cx="8820150" cy="5035550"/>
          </a:xfrm>
        </p:spPr>
        <p:txBody>
          <a:bodyPr/>
          <a:lstStyle/>
          <a:p>
            <a:pPr marL="342900" indent="-342900" defTabSz="914400"/>
            <a:r>
              <a:rPr lang="en-US" altLang="zh-CN"/>
              <a:t>(1)</a:t>
            </a:r>
            <a:r>
              <a:rPr lang="zh-CN" altLang="en-US"/>
              <a:t>需求分析</a:t>
            </a:r>
          </a:p>
          <a:p>
            <a:pPr marL="742950" lvl="1" indent="-285750" defTabSz="914400"/>
            <a:r>
              <a:rPr lang="zh-CN" altLang="en-US"/>
              <a:t>准确了解与分析用户需求（包括数据与处理）</a:t>
            </a:r>
          </a:p>
          <a:p>
            <a:pPr marL="742950" lvl="1" indent="-285750" defTabSz="914400"/>
            <a:r>
              <a:rPr lang="zh-CN" altLang="en-US"/>
              <a:t>是整个设计过程的基础，是最困难、最耗时的一步</a:t>
            </a:r>
          </a:p>
          <a:p>
            <a:pPr marL="342900" indent="-342900" defTabSz="914400"/>
            <a:r>
              <a:rPr lang="en-US" altLang="zh-CN"/>
              <a:t>(2)</a:t>
            </a:r>
            <a:r>
              <a:rPr lang="zh-CN" altLang="en-US"/>
              <a:t>概念结构设计</a:t>
            </a:r>
          </a:p>
          <a:p>
            <a:pPr marL="742950" lvl="1" indent="-285750" defTabSz="914400"/>
            <a:r>
              <a:rPr lang="zh-CN" altLang="en-US"/>
              <a:t>是整个数据库设计的关键</a:t>
            </a:r>
          </a:p>
          <a:p>
            <a:pPr marL="742950" lvl="1" indent="-285750" defTabSz="914400"/>
            <a:r>
              <a:rPr lang="zh-CN" altLang="en-US"/>
              <a:t>通过对用户需求进行综合、归纳与抽象，形成一个独立于具体</a:t>
            </a:r>
            <a:r>
              <a:rPr lang="en-US" altLang="zh-CN"/>
              <a:t>DBMS</a:t>
            </a:r>
            <a:r>
              <a:rPr lang="zh-CN" altLang="en-US"/>
              <a:t>的概念模型</a:t>
            </a:r>
          </a:p>
          <a:p>
            <a:pPr marL="342900" indent="-342900" defTabSz="914400"/>
            <a:r>
              <a:rPr lang="en-US" altLang="zh-CN"/>
              <a:t>(3)</a:t>
            </a:r>
            <a:r>
              <a:rPr lang="zh-CN" altLang="en-US"/>
              <a:t>逻辑结构设计</a:t>
            </a:r>
          </a:p>
          <a:p>
            <a:pPr marL="742950" lvl="1" indent="-285750" defTabSz="914400"/>
            <a:r>
              <a:rPr lang="zh-CN" altLang="en-US"/>
              <a:t>将概念结构转换为某个</a:t>
            </a:r>
            <a:r>
              <a:rPr lang="en-US" altLang="zh-CN"/>
              <a:t>DBMS</a:t>
            </a:r>
            <a:r>
              <a:rPr lang="zh-CN" altLang="en-US"/>
              <a:t>所支持的数据模型</a:t>
            </a:r>
          </a:p>
          <a:p>
            <a:pPr marL="742950" lvl="1" indent="-285750" defTabSz="914400"/>
            <a:r>
              <a:rPr lang="zh-CN" altLang="en-US"/>
              <a:t>对其进行优化</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a:extLst>
              <a:ext uri="{FF2B5EF4-FFF2-40B4-BE49-F238E27FC236}">
                <a16:creationId xmlns:a16="http://schemas.microsoft.com/office/drawing/2014/main" id="{E6FB4A19-7FE1-4042-94BA-B9470B6C6DE4}"/>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2B19B19-83BC-E347-82C3-35206E3608F5}" type="slidenum">
              <a:rPr lang="zh-CN" altLang="en-US" sz="2000"/>
              <a:pPr/>
              <a:t>8</a:t>
            </a:fld>
            <a:endParaRPr lang="en-US" altLang="zh-CN" sz="2000"/>
          </a:p>
        </p:txBody>
      </p:sp>
      <p:sp>
        <p:nvSpPr>
          <p:cNvPr id="31747" name="日期占位符 4">
            <a:extLst>
              <a:ext uri="{FF2B5EF4-FFF2-40B4-BE49-F238E27FC236}">
                <a16:creationId xmlns:a16="http://schemas.microsoft.com/office/drawing/2014/main" id="{0049D6EB-96E5-DD4E-9BD3-3FF84B16D121}"/>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C7F45B1-04E9-6A4C-9A65-1C0A5920F8AD}" type="datetime1">
              <a:rPr lang="zh-CN" altLang="en-US" sz="1800" smtClean="0"/>
              <a:pPr/>
              <a:t>2023/5/16</a:t>
            </a:fld>
            <a:endParaRPr lang="en-US" altLang="zh-CN" sz="1000"/>
          </a:p>
        </p:txBody>
      </p:sp>
      <p:sp>
        <p:nvSpPr>
          <p:cNvPr id="1786882" name="Rectangle 2">
            <a:extLst>
              <a:ext uri="{FF2B5EF4-FFF2-40B4-BE49-F238E27FC236}">
                <a16:creationId xmlns:a16="http://schemas.microsoft.com/office/drawing/2014/main" id="{74E4BE13-5E19-6142-9307-F00005C1DFF3}"/>
              </a:ext>
            </a:extLst>
          </p:cNvPr>
          <p:cNvSpPr>
            <a:spLocks noGrp="1" noChangeArrowheads="1"/>
          </p:cNvSpPr>
          <p:nvPr>
            <p:ph type="title"/>
          </p:nvPr>
        </p:nvSpPr>
        <p:spPr/>
        <p:txBody>
          <a:bodyPr/>
          <a:lstStyle/>
          <a:p>
            <a:r>
              <a:rPr lang="zh-CN" altLang="en-US"/>
              <a:t>数据库设计的过程</a:t>
            </a:r>
          </a:p>
        </p:txBody>
      </p:sp>
      <p:sp>
        <p:nvSpPr>
          <p:cNvPr id="31749" name="Rectangle 3">
            <a:extLst>
              <a:ext uri="{FF2B5EF4-FFF2-40B4-BE49-F238E27FC236}">
                <a16:creationId xmlns:a16="http://schemas.microsoft.com/office/drawing/2014/main" id="{30962D2A-1D6E-F04B-8D04-5C4849FF6846}"/>
              </a:ext>
            </a:extLst>
          </p:cNvPr>
          <p:cNvSpPr>
            <a:spLocks noGrp="1" noChangeArrowheads="1"/>
          </p:cNvSpPr>
          <p:nvPr>
            <p:ph type="body" idx="1"/>
          </p:nvPr>
        </p:nvSpPr>
        <p:spPr>
          <a:xfrm>
            <a:off x="650875" y="1143000"/>
            <a:ext cx="8820150" cy="5378450"/>
          </a:xfrm>
        </p:spPr>
        <p:txBody>
          <a:bodyPr/>
          <a:lstStyle/>
          <a:p>
            <a:pPr>
              <a:spcBef>
                <a:spcPct val="0"/>
              </a:spcBef>
            </a:pPr>
            <a:r>
              <a:rPr lang="en-US" altLang="zh-CN"/>
              <a:t>(4) </a:t>
            </a:r>
            <a:r>
              <a:rPr lang="zh-CN" altLang="en-US"/>
              <a:t>数据库物理设计阶段</a:t>
            </a:r>
          </a:p>
          <a:p>
            <a:pPr lvl="1">
              <a:spcBef>
                <a:spcPct val="0"/>
              </a:spcBef>
            </a:pPr>
            <a:r>
              <a:rPr lang="zh-CN" altLang="en-US"/>
              <a:t>为逻辑数据模型选取一个最适合应用环境的物理结构（包括存储结构和存取方法）</a:t>
            </a:r>
            <a:r>
              <a:rPr lang="en-US" altLang="zh-CN"/>
              <a:t> </a:t>
            </a:r>
          </a:p>
          <a:p>
            <a:pPr>
              <a:spcBef>
                <a:spcPct val="0"/>
              </a:spcBef>
            </a:pPr>
            <a:r>
              <a:rPr lang="en-US" altLang="zh-CN"/>
              <a:t>(5) </a:t>
            </a:r>
            <a:r>
              <a:rPr lang="zh-CN" altLang="en-US"/>
              <a:t>数据库实施阶段</a:t>
            </a:r>
          </a:p>
          <a:p>
            <a:pPr lvl="1">
              <a:spcBef>
                <a:spcPct val="0"/>
              </a:spcBef>
            </a:pPr>
            <a:r>
              <a:rPr lang="zh-CN" altLang="en-US"/>
              <a:t>运用</a:t>
            </a:r>
            <a:r>
              <a:rPr lang="en-US" altLang="zh-CN"/>
              <a:t>DBMS</a:t>
            </a:r>
            <a:r>
              <a:rPr lang="zh-CN" altLang="en-US"/>
              <a:t>提供的数据语言、工具及宿主语言，根据逻辑设计和物理设计的结果</a:t>
            </a:r>
          </a:p>
          <a:p>
            <a:pPr lvl="1">
              <a:spcBef>
                <a:spcPct val="0"/>
              </a:spcBef>
            </a:pPr>
            <a:r>
              <a:rPr lang="zh-CN" altLang="en-US"/>
              <a:t>建立数据库、编制与调试应用程序、组织数据入库、并进行试运行</a:t>
            </a:r>
          </a:p>
          <a:p>
            <a:pPr>
              <a:spcBef>
                <a:spcPct val="0"/>
              </a:spcBef>
            </a:pPr>
            <a:r>
              <a:rPr lang="en-US" altLang="zh-CN"/>
              <a:t>(6) </a:t>
            </a:r>
            <a:r>
              <a:rPr lang="zh-CN" altLang="en-US"/>
              <a:t>数据库运行和维护</a:t>
            </a:r>
          </a:p>
          <a:p>
            <a:pPr lvl="1">
              <a:spcBef>
                <a:spcPct val="0"/>
              </a:spcBef>
            </a:pPr>
            <a:r>
              <a:rPr lang="zh-CN" altLang="en-US"/>
              <a:t>数据库应用系统经过试运行后即可投入正式运行。</a:t>
            </a:r>
          </a:p>
          <a:p>
            <a:pPr lvl="1">
              <a:spcBef>
                <a:spcPct val="0"/>
              </a:spcBef>
            </a:pPr>
            <a:r>
              <a:rPr lang="zh-CN" altLang="en-US"/>
              <a:t>在数据库系统运行过程中必须不断地对其进行评价、调整与修改。</a:t>
            </a:r>
          </a:p>
          <a:p>
            <a:pPr>
              <a:spcBef>
                <a:spcPct val="0"/>
              </a:spcBef>
            </a:pPr>
            <a:r>
              <a:rPr lang="zh-CN" altLang="en-US">
                <a:solidFill>
                  <a:srgbClr val="0000FF"/>
                </a:solidFill>
              </a:rPr>
              <a:t>设计一个完善的数据库应用系统往往是上述六个阶段的不断反复</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a:extLst>
              <a:ext uri="{FF2B5EF4-FFF2-40B4-BE49-F238E27FC236}">
                <a16:creationId xmlns:a16="http://schemas.microsoft.com/office/drawing/2014/main" id="{3C0EA0C1-4CB3-E441-B7E7-2C5D6544443A}"/>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4DE1E66-CC85-A549-A7B9-1336AE307913}" type="slidenum">
              <a:rPr lang="zh-CN" altLang="en-US" sz="2000"/>
              <a:pPr/>
              <a:t>9</a:t>
            </a:fld>
            <a:endParaRPr lang="en-US" altLang="zh-CN" sz="2000"/>
          </a:p>
        </p:txBody>
      </p:sp>
      <p:sp>
        <p:nvSpPr>
          <p:cNvPr id="32771" name="日期占位符 4">
            <a:extLst>
              <a:ext uri="{FF2B5EF4-FFF2-40B4-BE49-F238E27FC236}">
                <a16:creationId xmlns:a16="http://schemas.microsoft.com/office/drawing/2014/main" id="{AB7C9720-6023-5D4C-BA11-2C85E2337B2A}"/>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9F94728A-035B-9D4D-988C-3DDBBCD4D415}" type="datetime1">
              <a:rPr lang="zh-CN" altLang="en-US" sz="1800" smtClean="0"/>
              <a:pPr/>
              <a:t>2023/5/16</a:t>
            </a:fld>
            <a:endParaRPr lang="en-US" altLang="zh-CN" sz="1000"/>
          </a:p>
        </p:txBody>
      </p:sp>
      <p:sp>
        <p:nvSpPr>
          <p:cNvPr id="2178050" name="Rectangle 2">
            <a:extLst>
              <a:ext uri="{FF2B5EF4-FFF2-40B4-BE49-F238E27FC236}">
                <a16:creationId xmlns:a16="http://schemas.microsoft.com/office/drawing/2014/main" id="{D16263E0-D01C-FE41-BB4B-79BF40D7A13E}"/>
              </a:ext>
            </a:extLst>
          </p:cNvPr>
          <p:cNvSpPr>
            <a:spLocks noGrp="1" noChangeArrowheads="1"/>
          </p:cNvSpPr>
          <p:nvPr>
            <p:ph type="title"/>
          </p:nvPr>
        </p:nvSpPr>
        <p:spPr/>
        <p:txBody>
          <a:bodyPr/>
          <a:lstStyle/>
          <a:p>
            <a:pPr>
              <a:defRPr/>
            </a:pPr>
            <a:endParaRPr lang="zh-CN" altLang="en-US"/>
          </a:p>
        </p:txBody>
      </p:sp>
      <p:graphicFrame>
        <p:nvGraphicFramePr>
          <p:cNvPr id="2178229" name="Group 181">
            <a:extLst>
              <a:ext uri="{FF2B5EF4-FFF2-40B4-BE49-F238E27FC236}">
                <a16:creationId xmlns:a16="http://schemas.microsoft.com/office/drawing/2014/main" id="{237665B1-DBF0-334F-9C60-F9E1FB41C415}"/>
              </a:ext>
            </a:extLst>
          </p:cNvPr>
          <p:cNvGraphicFramePr>
            <a:graphicFrameLocks noGrp="1"/>
          </p:cNvGraphicFramePr>
          <p:nvPr/>
        </p:nvGraphicFramePr>
        <p:xfrm>
          <a:off x="920750" y="981075"/>
          <a:ext cx="8569325" cy="5724192"/>
        </p:xfrm>
        <a:graphic>
          <a:graphicData uri="http://schemas.openxmlformats.org/drawingml/2006/table">
            <a:tbl>
              <a:tblPr/>
              <a:tblGrid>
                <a:gridCol w="1584325">
                  <a:extLst>
                    <a:ext uri="{9D8B030D-6E8A-4147-A177-3AD203B41FA5}">
                      <a16:colId xmlns:a16="http://schemas.microsoft.com/office/drawing/2014/main" val="3272012342"/>
                    </a:ext>
                  </a:extLst>
                </a:gridCol>
                <a:gridCol w="3311525">
                  <a:extLst>
                    <a:ext uri="{9D8B030D-6E8A-4147-A177-3AD203B41FA5}">
                      <a16:colId xmlns:a16="http://schemas.microsoft.com/office/drawing/2014/main" val="4231839925"/>
                    </a:ext>
                  </a:extLst>
                </a:gridCol>
                <a:gridCol w="3673475">
                  <a:extLst>
                    <a:ext uri="{9D8B030D-6E8A-4147-A177-3AD203B41FA5}">
                      <a16:colId xmlns:a16="http://schemas.microsoft.com/office/drawing/2014/main" val="1656023537"/>
                    </a:ext>
                  </a:extLst>
                </a:gridCol>
              </a:tblGrid>
              <a:tr h="338138">
                <a:tc rowSpan="2">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just"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设计阶 段</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设  计  描  述</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449946187"/>
                  </a:ext>
                </a:extLst>
              </a:tr>
              <a:tr h="365125">
                <a:tc vMerge="1">
                  <a:txBody>
                    <a:bodyPr/>
                    <a:lstStyle/>
                    <a:p>
                      <a:endParaRPr lang="zh-CN" altLang="en-US"/>
                    </a:p>
                  </a:txBody>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    据</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处    理</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37635713"/>
                  </a:ext>
                </a:extLst>
              </a:tr>
              <a:tr h="639763">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just"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需求分 析</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数据字典、全系统中数据项、  数据流、数据存储的描述</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just"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数据流图和判定表（判定树）、数据字典中处理过程的描述</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11714709"/>
                  </a:ext>
                </a:extLst>
              </a:tr>
              <a:tr h="982663">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概念结构设计</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just"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概念模型（</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E-R</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图）</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just" defTabSz="814388"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数据字典</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just"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系统要求、方案和概图</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p>
                      <a:pPr marL="0" marR="0" lvl="0" indent="0" algn="just"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反映新系统信息流的</a:t>
                      </a:r>
                    </a:p>
                    <a:p>
                      <a:pPr marL="0" marR="0" lvl="0" indent="0" algn="just"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数据流图</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40814016"/>
                  </a:ext>
                </a:extLst>
              </a:tr>
              <a:tr h="708025">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逻辑结构设计</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某种数据模型</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系统结构图</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（模块结构）</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9701663"/>
                  </a:ext>
                </a:extLst>
              </a:tr>
              <a:tr h="1023938">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物理设计</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存储安排</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方法选择</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存取路径建立</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模块设计</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IPO</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表</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51824240"/>
                  </a:ext>
                </a:extLst>
              </a:tr>
              <a:tr h="1023938">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实施阶段</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编写模式</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装入数据</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数据库试运行</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程序编码、 编译联结、</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测试</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63007066"/>
                  </a:ext>
                </a:extLst>
              </a:tr>
              <a:tr h="639763">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just"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运行维护</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性能监测、转储/恢复  数据库重组和重构</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814388">
                        <a:lnSpc>
                          <a:spcPct val="90000"/>
                        </a:lnSpc>
                        <a:spcBef>
                          <a:spcPct val="35000"/>
                        </a:spcBef>
                        <a:buClr>
                          <a:srgbClr val="27305F"/>
                        </a:buClr>
                        <a:buSzPct val="60000"/>
                        <a:buFont typeface="Wingdings"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defRPr sz="24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defRPr sz="24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defRPr sz="2400" b="1">
                          <a:solidFill>
                            <a:schemeClr val="tx1"/>
                          </a:solidFill>
                          <a:latin typeface="Times New Roman" panose="02020603050405020304" pitchFamily="18" charset="0"/>
                          <a:ea typeface="宋体" panose="02010600030101010101" pitchFamily="2" charset="-122"/>
                        </a:defRPr>
                      </a:lvl9pPr>
                    </a:lstStyle>
                    <a:p>
                      <a:pPr marL="0" marR="0" lvl="0" indent="0" algn="just" defTabSz="814388"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系统转换、运行、维护（修正性、适应性、改善性维护）</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0496450"/>
                  </a:ext>
                </a:extLst>
              </a:tr>
            </a:tbl>
          </a:graphicData>
        </a:graphic>
      </p:graphicFrame>
      <p:grpSp>
        <p:nvGrpSpPr>
          <p:cNvPr id="32809" name="Group 102">
            <a:extLst>
              <a:ext uri="{FF2B5EF4-FFF2-40B4-BE49-F238E27FC236}">
                <a16:creationId xmlns:a16="http://schemas.microsoft.com/office/drawing/2014/main" id="{EF282426-52B9-4147-8F8D-04BEFFDA7FDD}"/>
              </a:ext>
            </a:extLst>
          </p:cNvPr>
          <p:cNvGrpSpPr>
            <a:grpSpLocks/>
          </p:cNvGrpSpPr>
          <p:nvPr/>
        </p:nvGrpSpPr>
        <p:grpSpPr bwMode="auto">
          <a:xfrm>
            <a:off x="4665663" y="2492375"/>
            <a:ext cx="1008062" cy="576263"/>
            <a:chOff x="2126" y="10319"/>
            <a:chExt cx="1387" cy="685"/>
          </a:xfrm>
        </p:grpSpPr>
        <p:sp>
          <p:nvSpPr>
            <p:cNvPr id="32868" name="Rectangle 103">
              <a:extLst>
                <a:ext uri="{FF2B5EF4-FFF2-40B4-BE49-F238E27FC236}">
                  <a16:creationId xmlns:a16="http://schemas.microsoft.com/office/drawing/2014/main" id="{63DF8404-9F95-224C-980A-758A99F18122}"/>
                </a:ext>
              </a:extLst>
            </p:cNvPr>
            <p:cNvSpPr>
              <a:spLocks noChangeArrowheads="1"/>
            </p:cNvSpPr>
            <p:nvPr/>
          </p:nvSpPr>
          <p:spPr bwMode="auto">
            <a:xfrm>
              <a:off x="2126" y="10335"/>
              <a:ext cx="345" cy="165"/>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69" name="Rectangle 104">
              <a:extLst>
                <a:ext uri="{FF2B5EF4-FFF2-40B4-BE49-F238E27FC236}">
                  <a16:creationId xmlns:a16="http://schemas.microsoft.com/office/drawing/2014/main" id="{ECF93630-6CBC-A44A-8D71-31F9F9729F45}"/>
                </a:ext>
              </a:extLst>
            </p:cNvPr>
            <p:cNvSpPr>
              <a:spLocks noChangeArrowheads="1"/>
            </p:cNvSpPr>
            <p:nvPr/>
          </p:nvSpPr>
          <p:spPr bwMode="auto">
            <a:xfrm>
              <a:off x="3168" y="10840"/>
              <a:ext cx="345" cy="164"/>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70" name="Rectangle 105">
              <a:extLst>
                <a:ext uri="{FF2B5EF4-FFF2-40B4-BE49-F238E27FC236}">
                  <a16:creationId xmlns:a16="http://schemas.microsoft.com/office/drawing/2014/main" id="{5F602D3A-BB32-FA4B-AF78-8DA22726D732}"/>
                </a:ext>
              </a:extLst>
            </p:cNvPr>
            <p:cNvSpPr>
              <a:spLocks noChangeArrowheads="1"/>
            </p:cNvSpPr>
            <p:nvPr/>
          </p:nvSpPr>
          <p:spPr bwMode="auto">
            <a:xfrm>
              <a:off x="3168" y="10350"/>
              <a:ext cx="345" cy="165"/>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71" name="AutoShape 106">
              <a:extLst>
                <a:ext uri="{FF2B5EF4-FFF2-40B4-BE49-F238E27FC236}">
                  <a16:creationId xmlns:a16="http://schemas.microsoft.com/office/drawing/2014/main" id="{27EC324E-16E5-1C4B-A0C0-5A47DC1B8CAD}"/>
                </a:ext>
              </a:extLst>
            </p:cNvPr>
            <p:cNvSpPr>
              <a:spLocks noChangeArrowheads="1"/>
            </p:cNvSpPr>
            <p:nvPr/>
          </p:nvSpPr>
          <p:spPr bwMode="auto">
            <a:xfrm>
              <a:off x="2611" y="10319"/>
              <a:ext cx="405" cy="195"/>
            </a:xfrm>
            <a:prstGeom prst="diamond">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72" name="AutoShape 107">
              <a:extLst>
                <a:ext uri="{FF2B5EF4-FFF2-40B4-BE49-F238E27FC236}">
                  <a16:creationId xmlns:a16="http://schemas.microsoft.com/office/drawing/2014/main" id="{55BECBA7-4904-F644-A0EA-733A71F30329}"/>
                </a:ext>
              </a:extLst>
            </p:cNvPr>
            <p:cNvSpPr>
              <a:spLocks noChangeArrowheads="1"/>
            </p:cNvSpPr>
            <p:nvPr/>
          </p:nvSpPr>
          <p:spPr bwMode="auto">
            <a:xfrm rot="1500000">
              <a:off x="2535" y="10613"/>
              <a:ext cx="405" cy="195"/>
            </a:xfrm>
            <a:prstGeom prst="diamond">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73" name="Line 108">
              <a:extLst>
                <a:ext uri="{FF2B5EF4-FFF2-40B4-BE49-F238E27FC236}">
                  <a16:creationId xmlns:a16="http://schemas.microsoft.com/office/drawing/2014/main" id="{E127A308-FC57-7542-A6E1-D2B9B129C9E6}"/>
                </a:ext>
              </a:extLst>
            </p:cNvPr>
            <p:cNvSpPr>
              <a:spLocks noChangeShapeType="1"/>
            </p:cNvSpPr>
            <p:nvPr/>
          </p:nvSpPr>
          <p:spPr bwMode="auto">
            <a:xfrm>
              <a:off x="2299" y="10501"/>
              <a:ext cx="262" cy="12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74" name="Line 109">
              <a:extLst>
                <a:ext uri="{FF2B5EF4-FFF2-40B4-BE49-F238E27FC236}">
                  <a16:creationId xmlns:a16="http://schemas.microsoft.com/office/drawing/2014/main" id="{CACBBBB6-DCB8-D44A-8C61-3CF4ADFDDE78}"/>
                </a:ext>
              </a:extLst>
            </p:cNvPr>
            <p:cNvSpPr>
              <a:spLocks noChangeShapeType="1"/>
            </p:cNvSpPr>
            <p:nvPr/>
          </p:nvSpPr>
          <p:spPr bwMode="auto">
            <a:xfrm>
              <a:off x="2926" y="10789"/>
              <a:ext cx="247" cy="12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75" name="Line 110">
              <a:extLst>
                <a:ext uri="{FF2B5EF4-FFF2-40B4-BE49-F238E27FC236}">
                  <a16:creationId xmlns:a16="http://schemas.microsoft.com/office/drawing/2014/main" id="{D6942242-AB3C-064B-AE91-F863BAA9D8CE}"/>
                </a:ext>
              </a:extLst>
            </p:cNvPr>
            <p:cNvSpPr>
              <a:spLocks noChangeShapeType="1"/>
            </p:cNvSpPr>
            <p:nvPr/>
          </p:nvSpPr>
          <p:spPr bwMode="auto">
            <a:xfrm>
              <a:off x="2471" y="10417"/>
              <a:ext cx="142"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76" name="Line 111">
              <a:extLst>
                <a:ext uri="{FF2B5EF4-FFF2-40B4-BE49-F238E27FC236}">
                  <a16:creationId xmlns:a16="http://schemas.microsoft.com/office/drawing/2014/main" id="{EA28CD7B-1B5D-3F42-A60C-5ABB433A6D01}"/>
                </a:ext>
              </a:extLst>
            </p:cNvPr>
            <p:cNvSpPr>
              <a:spLocks noChangeShapeType="1"/>
            </p:cNvSpPr>
            <p:nvPr/>
          </p:nvSpPr>
          <p:spPr bwMode="auto">
            <a:xfrm>
              <a:off x="3015" y="10417"/>
              <a:ext cx="142"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2810" name="Group 112">
            <a:extLst>
              <a:ext uri="{FF2B5EF4-FFF2-40B4-BE49-F238E27FC236}">
                <a16:creationId xmlns:a16="http://schemas.microsoft.com/office/drawing/2014/main" id="{ACAA168C-A478-DE43-8982-D493B38FA498}"/>
              </a:ext>
            </a:extLst>
          </p:cNvPr>
          <p:cNvGrpSpPr>
            <a:grpSpLocks/>
          </p:cNvGrpSpPr>
          <p:nvPr/>
        </p:nvGrpSpPr>
        <p:grpSpPr bwMode="auto">
          <a:xfrm>
            <a:off x="8553450" y="2420938"/>
            <a:ext cx="862013" cy="785812"/>
            <a:chOff x="2307" y="9986"/>
            <a:chExt cx="1357" cy="1328"/>
          </a:xfrm>
        </p:grpSpPr>
        <p:sp>
          <p:nvSpPr>
            <p:cNvPr id="32852" name="Rectangle 113">
              <a:extLst>
                <a:ext uri="{FF2B5EF4-FFF2-40B4-BE49-F238E27FC236}">
                  <a16:creationId xmlns:a16="http://schemas.microsoft.com/office/drawing/2014/main" id="{9D9D212F-1FBD-BD46-AD27-222B40CC171D}"/>
                </a:ext>
              </a:extLst>
            </p:cNvPr>
            <p:cNvSpPr>
              <a:spLocks noChangeArrowheads="1"/>
            </p:cNvSpPr>
            <p:nvPr/>
          </p:nvSpPr>
          <p:spPr bwMode="auto">
            <a:xfrm>
              <a:off x="2308" y="9986"/>
              <a:ext cx="1350" cy="1328"/>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700" b="0">
                  <a:latin typeface="Times New Roman" panose="02020603050405020304" pitchFamily="18" charset="0"/>
                </a:rPr>
                <a:t> </a:t>
              </a:r>
              <a:endParaRPr kumimoji="1" lang="zh-CN" altLang="en-US" sz="1000" b="0">
                <a:latin typeface="Times New Roman" panose="02020603050405020304" pitchFamily="18" charset="0"/>
              </a:endParaRPr>
            </a:p>
            <a:p>
              <a:endParaRPr kumimoji="1" lang="zh-CN" altLang="en-US" b="0">
                <a:latin typeface="Times New Roman" panose="02020603050405020304" pitchFamily="18" charset="0"/>
              </a:endParaRPr>
            </a:p>
          </p:txBody>
        </p:sp>
        <p:sp>
          <p:nvSpPr>
            <p:cNvPr id="32853" name="Line 114">
              <a:extLst>
                <a:ext uri="{FF2B5EF4-FFF2-40B4-BE49-F238E27FC236}">
                  <a16:creationId xmlns:a16="http://schemas.microsoft.com/office/drawing/2014/main" id="{0331A2C1-3BA6-A241-837B-F6DEA67064BC}"/>
                </a:ext>
              </a:extLst>
            </p:cNvPr>
            <p:cNvSpPr>
              <a:spLocks noChangeShapeType="1"/>
            </p:cNvSpPr>
            <p:nvPr/>
          </p:nvSpPr>
          <p:spPr bwMode="auto">
            <a:xfrm flipV="1">
              <a:off x="2307" y="10350"/>
              <a:ext cx="135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4" name="Oval 115">
              <a:extLst>
                <a:ext uri="{FF2B5EF4-FFF2-40B4-BE49-F238E27FC236}">
                  <a16:creationId xmlns:a16="http://schemas.microsoft.com/office/drawing/2014/main" id="{6DD1E620-3589-424E-A522-48B9C79EFFD8}"/>
                </a:ext>
              </a:extLst>
            </p:cNvPr>
            <p:cNvSpPr>
              <a:spLocks noChangeArrowheads="1"/>
            </p:cNvSpPr>
            <p:nvPr/>
          </p:nvSpPr>
          <p:spPr bwMode="auto">
            <a:xfrm>
              <a:off x="2655" y="10707"/>
              <a:ext cx="179" cy="179"/>
            </a:xfrm>
            <a:prstGeom prst="ellipse">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55" name="Oval 116">
              <a:extLst>
                <a:ext uri="{FF2B5EF4-FFF2-40B4-BE49-F238E27FC236}">
                  <a16:creationId xmlns:a16="http://schemas.microsoft.com/office/drawing/2014/main" id="{51992CF1-581B-5844-9F7A-2F0BBB54FCA7}"/>
                </a:ext>
              </a:extLst>
            </p:cNvPr>
            <p:cNvSpPr>
              <a:spLocks noChangeArrowheads="1"/>
            </p:cNvSpPr>
            <p:nvPr/>
          </p:nvSpPr>
          <p:spPr bwMode="auto">
            <a:xfrm>
              <a:off x="3171" y="10707"/>
              <a:ext cx="179" cy="179"/>
            </a:xfrm>
            <a:prstGeom prst="ellipse">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56" name="Oval 117">
              <a:extLst>
                <a:ext uri="{FF2B5EF4-FFF2-40B4-BE49-F238E27FC236}">
                  <a16:creationId xmlns:a16="http://schemas.microsoft.com/office/drawing/2014/main" id="{EB70B8BB-9B45-EF4E-9CEF-5B2851613D49}"/>
                </a:ext>
              </a:extLst>
            </p:cNvPr>
            <p:cNvSpPr>
              <a:spLocks noChangeArrowheads="1"/>
            </p:cNvSpPr>
            <p:nvPr/>
          </p:nvSpPr>
          <p:spPr bwMode="auto">
            <a:xfrm>
              <a:off x="3172" y="10992"/>
              <a:ext cx="179" cy="179"/>
            </a:xfrm>
            <a:prstGeom prst="ellipse">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grpSp>
          <p:nvGrpSpPr>
            <p:cNvPr id="32857" name="Group 118">
              <a:extLst>
                <a:ext uri="{FF2B5EF4-FFF2-40B4-BE49-F238E27FC236}">
                  <a16:creationId xmlns:a16="http://schemas.microsoft.com/office/drawing/2014/main" id="{10ADA281-B3B9-7046-8F07-7C1B39AFA4B9}"/>
                </a:ext>
              </a:extLst>
            </p:cNvPr>
            <p:cNvGrpSpPr>
              <a:grpSpLocks/>
            </p:cNvGrpSpPr>
            <p:nvPr/>
          </p:nvGrpSpPr>
          <p:grpSpPr bwMode="auto">
            <a:xfrm>
              <a:off x="3148" y="10418"/>
              <a:ext cx="231" cy="155"/>
              <a:chOff x="3148" y="10418"/>
              <a:chExt cx="126" cy="126"/>
            </a:xfrm>
          </p:grpSpPr>
          <p:sp>
            <p:nvSpPr>
              <p:cNvPr id="32865" name="Line 119">
                <a:extLst>
                  <a:ext uri="{FF2B5EF4-FFF2-40B4-BE49-F238E27FC236}">
                    <a16:creationId xmlns:a16="http://schemas.microsoft.com/office/drawing/2014/main" id="{FF0D823A-4D93-7547-9E1A-E2B03F15FC8A}"/>
                  </a:ext>
                </a:extLst>
              </p:cNvPr>
              <p:cNvSpPr>
                <a:spLocks noChangeShapeType="1"/>
              </p:cNvSpPr>
              <p:nvPr/>
            </p:nvSpPr>
            <p:spPr bwMode="auto">
              <a:xfrm>
                <a:off x="3150" y="10418"/>
                <a:ext cx="0" cy="12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66" name="Line 120">
                <a:extLst>
                  <a:ext uri="{FF2B5EF4-FFF2-40B4-BE49-F238E27FC236}">
                    <a16:creationId xmlns:a16="http://schemas.microsoft.com/office/drawing/2014/main" id="{5CFACE36-3C70-894D-AD55-FBF8D7BD0E18}"/>
                  </a:ext>
                </a:extLst>
              </p:cNvPr>
              <p:cNvSpPr>
                <a:spLocks noChangeShapeType="1"/>
              </p:cNvSpPr>
              <p:nvPr/>
            </p:nvSpPr>
            <p:spPr bwMode="auto">
              <a:xfrm rot="5400000">
                <a:off x="3211" y="10475"/>
                <a:ext cx="0" cy="12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67" name="Line 121">
                <a:extLst>
                  <a:ext uri="{FF2B5EF4-FFF2-40B4-BE49-F238E27FC236}">
                    <a16:creationId xmlns:a16="http://schemas.microsoft.com/office/drawing/2014/main" id="{0706E258-A0AF-754D-8258-A385D766057A}"/>
                  </a:ext>
                </a:extLst>
              </p:cNvPr>
              <p:cNvSpPr>
                <a:spLocks noChangeShapeType="1"/>
              </p:cNvSpPr>
              <p:nvPr/>
            </p:nvSpPr>
            <p:spPr bwMode="auto">
              <a:xfrm rot="5400000">
                <a:off x="3211" y="10358"/>
                <a:ext cx="0" cy="12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2858" name="Line 122">
              <a:extLst>
                <a:ext uri="{FF2B5EF4-FFF2-40B4-BE49-F238E27FC236}">
                  <a16:creationId xmlns:a16="http://schemas.microsoft.com/office/drawing/2014/main" id="{42FE6CE0-A20B-FF43-937B-FE505A4995E6}"/>
                </a:ext>
              </a:extLst>
            </p:cNvPr>
            <p:cNvSpPr>
              <a:spLocks noChangeShapeType="1"/>
            </p:cNvSpPr>
            <p:nvPr/>
          </p:nvSpPr>
          <p:spPr bwMode="auto">
            <a:xfrm>
              <a:off x="3270" y="10568"/>
              <a:ext cx="0" cy="135"/>
            </a:xfrm>
            <a:prstGeom prst="line">
              <a:avLst/>
            </a:prstGeom>
            <a:noFill/>
            <a:ln w="317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2859" name="Line 123">
              <a:extLst>
                <a:ext uri="{FF2B5EF4-FFF2-40B4-BE49-F238E27FC236}">
                  <a16:creationId xmlns:a16="http://schemas.microsoft.com/office/drawing/2014/main" id="{497FAC26-A389-AE43-BFDF-5B86DD409C44}"/>
                </a:ext>
              </a:extLst>
            </p:cNvPr>
            <p:cNvSpPr>
              <a:spLocks noChangeShapeType="1"/>
            </p:cNvSpPr>
            <p:nvPr/>
          </p:nvSpPr>
          <p:spPr bwMode="auto">
            <a:xfrm>
              <a:off x="2843" y="10808"/>
              <a:ext cx="330" cy="0"/>
            </a:xfrm>
            <a:prstGeom prst="line">
              <a:avLst/>
            </a:prstGeom>
            <a:noFill/>
            <a:ln w="317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2860" name="Line 124">
              <a:extLst>
                <a:ext uri="{FF2B5EF4-FFF2-40B4-BE49-F238E27FC236}">
                  <a16:creationId xmlns:a16="http://schemas.microsoft.com/office/drawing/2014/main" id="{33F3819E-AE62-E640-A9F1-FE16E1504764}"/>
                </a:ext>
              </a:extLst>
            </p:cNvPr>
            <p:cNvSpPr>
              <a:spLocks noChangeShapeType="1"/>
            </p:cNvSpPr>
            <p:nvPr/>
          </p:nvSpPr>
          <p:spPr bwMode="auto">
            <a:xfrm>
              <a:off x="3270" y="10883"/>
              <a:ext cx="0" cy="112"/>
            </a:xfrm>
            <a:prstGeom prst="line">
              <a:avLst/>
            </a:prstGeom>
            <a:noFill/>
            <a:ln w="317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2861" name="Line 125">
              <a:extLst>
                <a:ext uri="{FF2B5EF4-FFF2-40B4-BE49-F238E27FC236}">
                  <a16:creationId xmlns:a16="http://schemas.microsoft.com/office/drawing/2014/main" id="{BFD8C680-41DA-9D4F-B64E-DAF37F3D8494}"/>
                </a:ext>
              </a:extLst>
            </p:cNvPr>
            <p:cNvSpPr>
              <a:spLocks noChangeShapeType="1"/>
            </p:cNvSpPr>
            <p:nvPr/>
          </p:nvSpPr>
          <p:spPr bwMode="auto">
            <a:xfrm>
              <a:off x="3371" y="11081"/>
              <a:ext cx="209" cy="0"/>
            </a:xfrm>
            <a:prstGeom prst="line">
              <a:avLst/>
            </a:prstGeom>
            <a:noFill/>
            <a:ln w="317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2862" name="Line 126">
              <a:extLst>
                <a:ext uri="{FF2B5EF4-FFF2-40B4-BE49-F238E27FC236}">
                  <a16:creationId xmlns:a16="http://schemas.microsoft.com/office/drawing/2014/main" id="{73233D5E-FACD-344C-8743-BAF58880AD03}"/>
                </a:ext>
              </a:extLst>
            </p:cNvPr>
            <p:cNvSpPr>
              <a:spLocks noChangeShapeType="1"/>
            </p:cNvSpPr>
            <p:nvPr/>
          </p:nvSpPr>
          <p:spPr bwMode="auto">
            <a:xfrm>
              <a:off x="2442" y="10797"/>
              <a:ext cx="209" cy="0"/>
            </a:xfrm>
            <a:prstGeom prst="line">
              <a:avLst/>
            </a:prstGeom>
            <a:noFill/>
            <a:ln w="317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2863" name="Line 127">
              <a:extLst>
                <a:ext uri="{FF2B5EF4-FFF2-40B4-BE49-F238E27FC236}">
                  <a16:creationId xmlns:a16="http://schemas.microsoft.com/office/drawing/2014/main" id="{11F18ED0-82CE-4746-A388-3EF05A2943FF}"/>
                </a:ext>
              </a:extLst>
            </p:cNvPr>
            <p:cNvSpPr>
              <a:spLocks noChangeShapeType="1"/>
            </p:cNvSpPr>
            <p:nvPr/>
          </p:nvSpPr>
          <p:spPr bwMode="auto">
            <a:xfrm flipV="1">
              <a:off x="2314" y="10110"/>
              <a:ext cx="1350" cy="0"/>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64" name="Line 128">
              <a:extLst>
                <a:ext uri="{FF2B5EF4-FFF2-40B4-BE49-F238E27FC236}">
                  <a16:creationId xmlns:a16="http://schemas.microsoft.com/office/drawing/2014/main" id="{5607593D-32A1-9B4C-9483-165405E32F95}"/>
                </a:ext>
              </a:extLst>
            </p:cNvPr>
            <p:cNvSpPr>
              <a:spLocks noChangeShapeType="1"/>
            </p:cNvSpPr>
            <p:nvPr/>
          </p:nvSpPr>
          <p:spPr bwMode="auto">
            <a:xfrm flipV="1">
              <a:off x="2307" y="10231"/>
              <a:ext cx="1350" cy="0"/>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2811" name="Group 130">
            <a:extLst>
              <a:ext uri="{FF2B5EF4-FFF2-40B4-BE49-F238E27FC236}">
                <a16:creationId xmlns:a16="http://schemas.microsoft.com/office/drawing/2014/main" id="{7856E7F2-F8F1-3242-96FA-304E6C16C100}"/>
              </a:ext>
            </a:extLst>
          </p:cNvPr>
          <p:cNvGrpSpPr>
            <a:grpSpLocks/>
          </p:cNvGrpSpPr>
          <p:nvPr/>
        </p:nvGrpSpPr>
        <p:grpSpPr bwMode="auto">
          <a:xfrm>
            <a:off x="4089400" y="3573463"/>
            <a:ext cx="515938" cy="300037"/>
            <a:chOff x="1834" y="9913"/>
            <a:chExt cx="1226" cy="614"/>
          </a:xfrm>
        </p:grpSpPr>
        <p:sp>
          <p:nvSpPr>
            <p:cNvPr id="32844" name="Rectangle 131">
              <a:extLst>
                <a:ext uri="{FF2B5EF4-FFF2-40B4-BE49-F238E27FC236}">
                  <a16:creationId xmlns:a16="http://schemas.microsoft.com/office/drawing/2014/main" id="{6D596A73-07A0-DB49-B2BC-313B0195FA7D}"/>
                </a:ext>
              </a:extLst>
            </p:cNvPr>
            <p:cNvSpPr>
              <a:spLocks noChangeArrowheads="1"/>
            </p:cNvSpPr>
            <p:nvPr/>
          </p:nvSpPr>
          <p:spPr bwMode="auto">
            <a:xfrm>
              <a:off x="1845" y="9915"/>
              <a:ext cx="1215" cy="608"/>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45" name="Line 132">
              <a:extLst>
                <a:ext uri="{FF2B5EF4-FFF2-40B4-BE49-F238E27FC236}">
                  <a16:creationId xmlns:a16="http://schemas.microsoft.com/office/drawing/2014/main" id="{B16A3712-CA4E-4541-91C6-40447F871A4F}"/>
                </a:ext>
              </a:extLst>
            </p:cNvPr>
            <p:cNvSpPr>
              <a:spLocks noChangeShapeType="1"/>
            </p:cNvSpPr>
            <p:nvPr/>
          </p:nvSpPr>
          <p:spPr bwMode="auto">
            <a:xfrm>
              <a:off x="1845" y="10021"/>
              <a:ext cx="1215"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46" name="Line 133">
              <a:extLst>
                <a:ext uri="{FF2B5EF4-FFF2-40B4-BE49-F238E27FC236}">
                  <a16:creationId xmlns:a16="http://schemas.microsoft.com/office/drawing/2014/main" id="{B3093D82-4D31-E945-A109-B0CF5055F53B}"/>
                </a:ext>
              </a:extLst>
            </p:cNvPr>
            <p:cNvSpPr>
              <a:spLocks noChangeShapeType="1"/>
            </p:cNvSpPr>
            <p:nvPr/>
          </p:nvSpPr>
          <p:spPr bwMode="auto">
            <a:xfrm>
              <a:off x="1845" y="10125"/>
              <a:ext cx="1215"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47" name="Line 134">
              <a:extLst>
                <a:ext uri="{FF2B5EF4-FFF2-40B4-BE49-F238E27FC236}">
                  <a16:creationId xmlns:a16="http://schemas.microsoft.com/office/drawing/2014/main" id="{7180013C-D5DB-5543-B70A-898E7ED543C9}"/>
                </a:ext>
              </a:extLst>
            </p:cNvPr>
            <p:cNvSpPr>
              <a:spLocks noChangeShapeType="1"/>
            </p:cNvSpPr>
            <p:nvPr/>
          </p:nvSpPr>
          <p:spPr bwMode="auto">
            <a:xfrm>
              <a:off x="1834" y="10229"/>
              <a:ext cx="1215"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48" name="Line 135">
              <a:extLst>
                <a:ext uri="{FF2B5EF4-FFF2-40B4-BE49-F238E27FC236}">
                  <a16:creationId xmlns:a16="http://schemas.microsoft.com/office/drawing/2014/main" id="{9D06B1D0-3D2B-E54E-A57E-8CF5EAC95284}"/>
                </a:ext>
              </a:extLst>
            </p:cNvPr>
            <p:cNvSpPr>
              <a:spLocks noChangeShapeType="1"/>
            </p:cNvSpPr>
            <p:nvPr/>
          </p:nvSpPr>
          <p:spPr bwMode="auto">
            <a:xfrm>
              <a:off x="1845" y="10335"/>
              <a:ext cx="1215"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49" name="Line 136">
              <a:extLst>
                <a:ext uri="{FF2B5EF4-FFF2-40B4-BE49-F238E27FC236}">
                  <a16:creationId xmlns:a16="http://schemas.microsoft.com/office/drawing/2014/main" id="{6FA13748-8454-3B49-85AD-444855BFEA98}"/>
                </a:ext>
              </a:extLst>
            </p:cNvPr>
            <p:cNvSpPr>
              <a:spLocks noChangeShapeType="1"/>
            </p:cNvSpPr>
            <p:nvPr/>
          </p:nvSpPr>
          <p:spPr bwMode="auto">
            <a:xfrm>
              <a:off x="1845" y="10433"/>
              <a:ext cx="1215"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0" name="Line 137">
              <a:extLst>
                <a:ext uri="{FF2B5EF4-FFF2-40B4-BE49-F238E27FC236}">
                  <a16:creationId xmlns:a16="http://schemas.microsoft.com/office/drawing/2014/main" id="{75639B42-34BB-F740-8778-09F1FA4E0280}"/>
                </a:ext>
              </a:extLst>
            </p:cNvPr>
            <p:cNvSpPr>
              <a:spLocks noChangeShapeType="1"/>
            </p:cNvSpPr>
            <p:nvPr/>
          </p:nvSpPr>
          <p:spPr bwMode="auto">
            <a:xfrm rot="5400000">
              <a:off x="1933" y="10217"/>
              <a:ext cx="607"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1" name="Line 138">
              <a:extLst>
                <a:ext uri="{FF2B5EF4-FFF2-40B4-BE49-F238E27FC236}">
                  <a16:creationId xmlns:a16="http://schemas.microsoft.com/office/drawing/2014/main" id="{7373F450-AA43-8B40-87BA-D1A80CD826CC}"/>
                </a:ext>
              </a:extLst>
            </p:cNvPr>
            <p:cNvSpPr>
              <a:spLocks noChangeShapeType="1"/>
            </p:cNvSpPr>
            <p:nvPr/>
          </p:nvSpPr>
          <p:spPr bwMode="auto">
            <a:xfrm rot="5400000">
              <a:off x="2342" y="10223"/>
              <a:ext cx="608"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2812" name="Group 139">
            <a:extLst>
              <a:ext uri="{FF2B5EF4-FFF2-40B4-BE49-F238E27FC236}">
                <a16:creationId xmlns:a16="http://schemas.microsoft.com/office/drawing/2014/main" id="{41FAFEE4-47BA-DF4F-A046-EFF64A95AD57}"/>
              </a:ext>
            </a:extLst>
          </p:cNvPr>
          <p:cNvGrpSpPr>
            <a:grpSpLocks/>
          </p:cNvGrpSpPr>
          <p:nvPr/>
        </p:nvGrpSpPr>
        <p:grpSpPr bwMode="auto">
          <a:xfrm>
            <a:off x="4953000" y="3500438"/>
            <a:ext cx="762000" cy="361950"/>
            <a:chOff x="2145" y="9780"/>
            <a:chExt cx="1320" cy="765"/>
          </a:xfrm>
        </p:grpSpPr>
        <p:sp>
          <p:nvSpPr>
            <p:cNvPr id="32839" name="Rectangle 140">
              <a:extLst>
                <a:ext uri="{FF2B5EF4-FFF2-40B4-BE49-F238E27FC236}">
                  <a16:creationId xmlns:a16="http://schemas.microsoft.com/office/drawing/2014/main" id="{D28241D4-3ECA-0E4D-A633-26F447860816}"/>
                </a:ext>
              </a:extLst>
            </p:cNvPr>
            <p:cNvSpPr>
              <a:spLocks noChangeArrowheads="1"/>
            </p:cNvSpPr>
            <p:nvPr/>
          </p:nvSpPr>
          <p:spPr bwMode="auto">
            <a:xfrm>
              <a:off x="2145" y="9780"/>
              <a:ext cx="525" cy="24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40" name="Rectangle 141">
              <a:extLst>
                <a:ext uri="{FF2B5EF4-FFF2-40B4-BE49-F238E27FC236}">
                  <a16:creationId xmlns:a16="http://schemas.microsoft.com/office/drawing/2014/main" id="{7F5B7E7A-29E4-244E-A0C6-E214F3F71A8C}"/>
                </a:ext>
              </a:extLst>
            </p:cNvPr>
            <p:cNvSpPr>
              <a:spLocks noChangeArrowheads="1"/>
            </p:cNvSpPr>
            <p:nvPr/>
          </p:nvSpPr>
          <p:spPr bwMode="auto">
            <a:xfrm>
              <a:off x="2940" y="9780"/>
              <a:ext cx="525" cy="24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41" name="Line 142">
              <a:extLst>
                <a:ext uri="{FF2B5EF4-FFF2-40B4-BE49-F238E27FC236}">
                  <a16:creationId xmlns:a16="http://schemas.microsoft.com/office/drawing/2014/main" id="{7E44917D-E0AD-A049-B123-B19D0DBB5110}"/>
                </a:ext>
              </a:extLst>
            </p:cNvPr>
            <p:cNvSpPr>
              <a:spLocks noChangeShapeType="1"/>
            </p:cNvSpPr>
            <p:nvPr/>
          </p:nvSpPr>
          <p:spPr bwMode="auto">
            <a:xfrm>
              <a:off x="2400" y="10020"/>
              <a:ext cx="315" cy="285"/>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2842" name="Line 143">
              <a:extLst>
                <a:ext uri="{FF2B5EF4-FFF2-40B4-BE49-F238E27FC236}">
                  <a16:creationId xmlns:a16="http://schemas.microsoft.com/office/drawing/2014/main" id="{C3FEA54D-0928-9D41-8C57-F68A66107D2F}"/>
                </a:ext>
              </a:extLst>
            </p:cNvPr>
            <p:cNvSpPr>
              <a:spLocks noChangeShapeType="1"/>
            </p:cNvSpPr>
            <p:nvPr/>
          </p:nvSpPr>
          <p:spPr bwMode="auto">
            <a:xfrm flipH="1">
              <a:off x="2835" y="10015"/>
              <a:ext cx="337" cy="305"/>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2843" name="Rectangle 144">
              <a:extLst>
                <a:ext uri="{FF2B5EF4-FFF2-40B4-BE49-F238E27FC236}">
                  <a16:creationId xmlns:a16="http://schemas.microsoft.com/office/drawing/2014/main" id="{BE39902C-7ABC-5F4F-9E77-76FEFC605CE7}"/>
                </a:ext>
              </a:extLst>
            </p:cNvPr>
            <p:cNvSpPr>
              <a:spLocks noChangeArrowheads="1"/>
            </p:cNvSpPr>
            <p:nvPr/>
          </p:nvSpPr>
          <p:spPr bwMode="auto">
            <a:xfrm>
              <a:off x="2505" y="10305"/>
              <a:ext cx="525" cy="24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grpSp>
      <p:grpSp>
        <p:nvGrpSpPr>
          <p:cNvPr id="32813" name="Group 145">
            <a:extLst>
              <a:ext uri="{FF2B5EF4-FFF2-40B4-BE49-F238E27FC236}">
                <a16:creationId xmlns:a16="http://schemas.microsoft.com/office/drawing/2014/main" id="{5684F372-4BB6-7946-B497-F29BBAE8466C}"/>
              </a:ext>
            </a:extLst>
          </p:cNvPr>
          <p:cNvGrpSpPr>
            <a:grpSpLocks/>
          </p:cNvGrpSpPr>
          <p:nvPr/>
        </p:nvGrpSpPr>
        <p:grpSpPr bwMode="auto">
          <a:xfrm>
            <a:off x="7545388" y="3357563"/>
            <a:ext cx="1066800" cy="574675"/>
            <a:chOff x="2640" y="9825"/>
            <a:chExt cx="1965" cy="904"/>
          </a:xfrm>
        </p:grpSpPr>
        <p:sp>
          <p:nvSpPr>
            <p:cNvPr id="32825" name="Rectangle 146">
              <a:extLst>
                <a:ext uri="{FF2B5EF4-FFF2-40B4-BE49-F238E27FC236}">
                  <a16:creationId xmlns:a16="http://schemas.microsoft.com/office/drawing/2014/main" id="{3C22BFF5-9D4A-EC43-BFBE-5FDE45194458}"/>
                </a:ext>
              </a:extLst>
            </p:cNvPr>
            <p:cNvSpPr>
              <a:spLocks noChangeArrowheads="1"/>
            </p:cNvSpPr>
            <p:nvPr/>
          </p:nvSpPr>
          <p:spPr bwMode="auto">
            <a:xfrm>
              <a:off x="2640" y="10215"/>
              <a:ext cx="477"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26" name="Rectangle 147">
              <a:extLst>
                <a:ext uri="{FF2B5EF4-FFF2-40B4-BE49-F238E27FC236}">
                  <a16:creationId xmlns:a16="http://schemas.microsoft.com/office/drawing/2014/main" id="{4BD06182-D16A-B749-9A30-3B0B4E780DD6}"/>
                </a:ext>
              </a:extLst>
            </p:cNvPr>
            <p:cNvSpPr>
              <a:spLocks noChangeArrowheads="1"/>
            </p:cNvSpPr>
            <p:nvPr/>
          </p:nvSpPr>
          <p:spPr bwMode="auto">
            <a:xfrm>
              <a:off x="3363" y="10215"/>
              <a:ext cx="477"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27" name="Rectangle 148">
              <a:extLst>
                <a:ext uri="{FF2B5EF4-FFF2-40B4-BE49-F238E27FC236}">
                  <a16:creationId xmlns:a16="http://schemas.microsoft.com/office/drawing/2014/main" id="{3797C2B2-228A-7B45-A319-0B5E87F3A9DD}"/>
                </a:ext>
              </a:extLst>
            </p:cNvPr>
            <p:cNvSpPr>
              <a:spLocks noChangeArrowheads="1"/>
            </p:cNvSpPr>
            <p:nvPr/>
          </p:nvSpPr>
          <p:spPr bwMode="auto">
            <a:xfrm>
              <a:off x="2967" y="10550"/>
              <a:ext cx="478"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28" name="Rectangle 149">
              <a:extLst>
                <a:ext uri="{FF2B5EF4-FFF2-40B4-BE49-F238E27FC236}">
                  <a16:creationId xmlns:a16="http://schemas.microsoft.com/office/drawing/2014/main" id="{6DF0754E-6FCB-6142-8904-B39176D41390}"/>
                </a:ext>
              </a:extLst>
            </p:cNvPr>
            <p:cNvSpPr>
              <a:spLocks noChangeArrowheads="1"/>
            </p:cNvSpPr>
            <p:nvPr/>
          </p:nvSpPr>
          <p:spPr bwMode="auto">
            <a:xfrm>
              <a:off x="4128" y="10215"/>
              <a:ext cx="477"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29" name="Rectangle 150">
              <a:extLst>
                <a:ext uri="{FF2B5EF4-FFF2-40B4-BE49-F238E27FC236}">
                  <a16:creationId xmlns:a16="http://schemas.microsoft.com/office/drawing/2014/main" id="{94045502-D705-1740-B34F-C9F8CA69AA70}"/>
                </a:ext>
              </a:extLst>
            </p:cNvPr>
            <p:cNvSpPr>
              <a:spLocks noChangeArrowheads="1"/>
            </p:cNvSpPr>
            <p:nvPr/>
          </p:nvSpPr>
          <p:spPr bwMode="auto">
            <a:xfrm>
              <a:off x="3363" y="9825"/>
              <a:ext cx="477"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30" name="Rectangle 151">
              <a:extLst>
                <a:ext uri="{FF2B5EF4-FFF2-40B4-BE49-F238E27FC236}">
                  <a16:creationId xmlns:a16="http://schemas.microsoft.com/office/drawing/2014/main" id="{798C364B-E0CF-364E-BE1C-0049250C5B94}"/>
                </a:ext>
              </a:extLst>
            </p:cNvPr>
            <p:cNvSpPr>
              <a:spLocks noChangeArrowheads="1"/>
            </p:cNvSpPr>
            <p:nvPr/>
          </p:nvSpPr>
          <p:spPr bwMode="auto">
            <a:xfrm>
              <a:off x="3768" y="10549"/>
              <a:ext cx="477"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831" name="Line 152">
              <a:extLst>
                <a:ext uri="{FF2B5EF4-FFF2-40B4-BE49-F238E27FC236}">
                  <a16:creationId xmlns:a16="http://schemas.microsoft.com/office/drawing/2014/main" id="{CCE5FBDB-7B1C-7F46-811A-4872C9075E84}"/>
                </a:ext>
              </a:extLst>
            </p:cNvPr>
            <p:cNvSpPr>
              <a:spLocks noChangeShapeType="1"/>
            </p:cNvSpPr>
            <p:nvPr/>
          </p:nvSpPr>
          <p:spPr bwMode="auto">
            <a:xfrm flipH="1">
              <a:off x="3607" y="10012"/>
              <a:ext cx="0" cy="19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32" name="Line 153">
              <a:extLst>
                <a:ext uri="{FF2B5EF4-FFF2-40B4-BE49-F238E27FC236}">
                  <a16:creationId xmlns:a16="http://schemas.microsoft.com/office/drawing/2014/main" id="{FB61F460-CEDF-8C43-9EE3-F51D218BFD7E}"/>
                </a:ext>
              </a:extLst>
            </p:cNvPr>
            <p:cNvSpPr>
              <a:spLocks noChangeShapeType="1"/>
            </p:cNvSpPr>
            <p:nvPr/>
          </p:nvSpPr>
          <p:spPr bwMode="auto">
            <a:xfrm flipH="1">
              <a:off x="4351" y="10118"/>
              <a:ext cx="0" cy="9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33" name="Line 154">
              <a:extLst>
                <a:ext uri="{FF2B5EF4-FFF2-40B4-BE49-F238E27FC236}">
                  <a16:creationId xmlns:a16="http://schemas.microsoft.com/office/drawing/2014/main" id="{06BF748E-D48C-DE47-9922-D37C619380B7}"/>
                </a:ext>
              </a:extLst>
            </p:cNvPr>
            <p:cNvSpPr>
              <a:spLocks noChangeShapeType="1"/>
            </p:cNvSpPr>
            <p:nvPr/>
          </p:nvSpPr>
          <p:spPr bwMode="auto">
            <a:xfrm flipH="1">
              <a:off x="3592" y="10395"/>
              <a:ext cx="0" cy="8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34" name="Line 155">
              <a:extLst>
                <a:ext uri="{FF2B5EF4-FFF2-40B4-BE49-F238E27FC236}">
                  <a16:creationId xmlns:a16="http://schemas.microsoft.com/office/drawing/2014/main" id="{9C6D082B-BF26-594F-86DB-71D8AA340D51}"/>
                </a:ext>
              </a:extLst>
            </p:cNvPr>
            <p:cNvSpPr>
              <a:spLocks noChangeShapeType="1"/>
            </p:cNvSpPr>
            <p:nvPr/>
          </p:nvSpPr>
          <p:spPr bwMode="auto">
            <a:xfrm>
              <a:off x="2874" y="10110"/>
              <a:ext cx="1478"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35" name="Line 156">
              <a:extLst>
                <a:ext uri="{FF2B5EF4-FFF2-40B4-BE49-F238E27FC236}">
                  <a16:creationId xmlns:a16="http://schemas.microsoft.com/office/drawing/2014/main" id="{F309E808-EF6C-4944-85E9-EDDB0A2BC5AC}"/>
                </a:ext>
              </a:extLst>
            </p:cNvPr>
            <p:cNvSpPr>
              <a:spLocks noChangeShapeType="1"/>
            </p:cNvSpPr>
            <p:nvPr/>
          </p:nvSpPr>
          <p:spPr bwMode="auto">
            <a:xfrm flipH="1">
              <a:off x="2872" y="10110"/>
              <a:ext cx="0" cy="10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36" name="Line 157">
              <a:extLst>
                <a:ext uri="{FF2B5EF4-FFF2-40B4-BE49-F238E27FC236}">
                  <a16:creationId xmlns:a16="http://schemas.microsoft.com/office/drawing/2014/main" id="{D45FA43E-2BC7-8A46-A0BF-1EF6B8103C03}"/>
                </a:ext>
              </a:extLst>
            </p:cNvPr>
            <p:cNvSpPr>
              <a:spLocks noChangeShapeType="1"/>
            </p:cNvSpPr>
            <p:nvPr/>
          </p:nvSpPr>
          <p:spPr bwMode="auto">
            <a:xfrm>
              <a:off x="3211" y="10467"/>
              <a:ext cx="787"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37" name="Line 158">
              <a:extLst>
                <a:ext uri="{FF2B5EF4-FFF2-40B4-BE49-F238E27FC236}">
                  <a16:creationId xmlns:a16="http://schemas.microsoft.com/office/drawing/2014/main" id="{2EB165BE-D86B-6449-B4F1-593F55E42EFB}"/>
                </a:ext>
              </a:extLst>
            </p:cNvPr>
            <p:cNvSpPr>
              <a:spLocks noChangeShapeType="1"/>
            </p:cNvSpPr>
            <p:nvPr/>
          </p:nvSpPr>
          <p:spPr bwMode="auto">
            <a:xfrm flipH="1">
              <a:off x="3203" y="10467"/>
              <a:ext cx="0"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38" name="Line 159">
              <a:extLst>
                <a:ext uri="{FF2B5EF4-FFF2-40B4-BE49-F238E27FC236}">
                  <a16:creationId xmlns:a16="http://schemas.microsoft.com/office/drawing/2014/main" id="{2EB4D955-67AE-4E47-ABAD-8F8E8736B46C}"/>
                </a:ext>
              </a:extLst>
            </p:cNvPr>
            <p:cNvSpPr>
              <a:spLocks noChangeShapeType="1"/>
            </p:cNvSpPr>
            <p:nvPr/>
          </p:nvSpPr>
          <p:spPr bwMode="auto">
            <a:xfrm flipH="1">
              <a:off x="3997" y="10467"/>
              <a:ext cx="0" cy="7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2814" name="Rectangle 160">
            <a:extLst>
              <a:ext uri="{FF2B5EF4-FFF2-40B4-BE49-F238E27FC236}">
                <a16:creationId xmlns:a16="http://schemas.microsoft.com/office/drawing/2014/main" id="{FF2204C6-DE0C-794A-AE45-C647BE2FF7C5}"/>
              </a:ext>
            </a:extLst>
          </p:cNvPr>
          <p:cNvSpPr>
            <a:spLocks noChangeArrowheads="1"/>
          </p:cNvSpPr>
          <p:nvPr/>
        </p:nvSpPr>
        <p:spPr bwMode="auto">
          <a:xfrm>
            <a:off x="4376738" y="4221163"/>
            <a:ext cx="1008062" cy="6477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200" b="0">
                <a:latin typeface="Times New Roman" panose="02020603050405020304" pitchFamily="18" charset="0"/>
              </a:rPr>
              <a:t>Creat……</a:t>
            </a:r>
            <a:endParaRPr kumimoji="1" lang="en-US" altLang="zh-CN" sz="1800" b="0">
              <a:latin typeface="Times New Roman" panose="02020603050405020304" pitchFamily="18" charset="0"/>
            </a:endParaRPr>
          </a:p>
          <a:p>
            <a:pPr algn="just"/>
            <a:r>
              <a:rPr kumimoji="1" lang="en-US" altLang="zh-CN" sz="1200" b="0">
                <a:latin typeface="Times New Roman" panose="02020603050405020304" pitchFamily="18" charset="0"/>
              </a:rPr>
              <a:t>Load……</a:t>
            </a:r>
            <a:endParaRPr kumimoji="1" lang="en-US" altLang="zh-CN" sz="4000" b="0">
              <a:latin typeface="Times New Roman" panose="02020603050405020304" pitchFamily="18" charset="0"/>
            </a:endParaRPr>
          </a:p>
        </p:txBody>
      </p:sp>
      <p:grpSp>
        <p:nvGrpSpPr>
          <p:cNvPr id="32815" name="Group 163">
            <a:extLst>
              <a:ext uri="{FF2B5EF4-FFF2-40B4-BE49-F238E27FC236}">
                <a16:creationId xmlns:a16="http://schemas.microsoft.com/office/drawing/2014/main" id="{1350DF75-3932-674B-A724-5BF6639D34C3}"/>
              </a:ext>
            </a:extLst>
          </p:cNvPr>
          <p:cNvGrpSpPr>
            <a:grpSpLocks/>
          </p:cNvGrpSpPr>
          <p:nvPr/>
        </p:nvGrpSpPr>
        <p:grpSpPr bwMode="auto">
          <a:xfrm>
            <a:off x="7545388" y="4221163"/>
            <a:ext cx="857250" cy="623887"/>
            <a:chOff x="6610" y="6037"/>
            <a:chExt cx="1351" cy="983"/>
          </a:xfrm>
        </p:grpSpPr>
        <p:sp>
          <p:nvSpPr>
            <p:cNvPr id="32822" name="Rectangle 164">
              <a:extLst>
                <a:ext uri="{FF2B5EF4-FFF2-40B4-BE49-F238E27FC236}">
                  <a16:creationId xmlns:a16="http://schemas.microsoft.com/office/drawing/2014/main" id="{BE6AAB52-C1C5-E349-8414-161E050E9431}"/>
                </a:ext>
              </a:extLst>
            </p:cNvPr>
            <p:cNvSpPr>
              <a:spLocks noChangeArrowheads="1"/>
            </p:cNvSpPr>
            <p:nvPr/>
          </p:nvSpPr>
          <p:spPr bwMode="auto">
            <a:xfrm>
              <a:off x="6611" y="6037"/>
              <a:ext cx="1350" cy="983"/>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900" b="0">
                  <a:latin typeface="Times New Roman" panose="02020603050405020304" pitchFamily="18" charset="0"/>
                </a:rPr>
                <a:t>IPO</a:t>
              </a:r>
              <a:r>
                <a:rPr kumimoji="1" lang="zh-CN" altLang="en-US" sz="900" b="0">
                  <a:latin typeface="Times New Roman" panose="02020603050405020304" pitchFamily="18" charset="0"/>
                </a:rPr>
                <a:t>表……</a:t>
              </a:r>
              <a:endParaRPr kumimoji="1" lang="zh-CN" altLang="en-US" sz="1400" b="0">
                <a:latin typeface="Times New Roman" panose="02020603050405020304" pitchFamily="18" charset="0"/>
              </a:endParaRPr>
            </a:p>
            <a:p>
              <a:r>
                <a:rPr kumimoji="1" lang="zh-CN" altLang="en-US" sz="900" b="0">
                  <a:latin typeface="Times New Roman" panose="02020603050405020304" pitchFamily="18" charset="0"/>
                </a:rPr>
                <a:t>输入：</a:t>
              </a:r>
              <a:endParaRPr kumimoji="1" lang="zh-CN" altLang="en-US" sz="1400" b="0">
                <a:latin typeface="Times New Roman" panose="02020603050405020304" pitchFamily="18" charset="0"/>
              </a:endParaRPr>
            </a:p>
            <a:p>
              <a:r>
                <a:rPr kumimoji="1" lang="zh-CN" altLang="en-US" sz="900" b="0">
                  <a:latin typeface="Times New Roman" panose="02020603050405020304" pitchFamily="18" charset="0"/>
                </a:rPr>
                <a:t>输出：</a:t>
              </a:r>
              <a:endParaRPr kumimoji="1" lang="zh-CN" altLang="en-US" sz="1400" b="0">
                <a:latin typeface="Times New Roman" panose="02020603050405020304" pitchFamily="18" charset="0"/>
              </a:endParaRPr>
            </a:p>
            <a:p>
              <a:r>
                <a:rPr kumimoji="1" lang="zh-CN" altLang="en-US" sz="900" b="0">
                  <a:latin typeface="Times New Roman" panose="02020603050405020304" pitchFamily="18" charset="0"/>
                </a:rPr>
                <a:t>处理：</a:t>
              </a:r>
              <a:endParaRPr kumimoji="1" lang="zh-CN" altLang="en-US" sz="3200" b="0">
                <a:latin typeface="Times New Roman" panose="02020603050405020304" pitchFamily="18" charset="0"/>
              </a:endParaRPr>
            </a:p>
          </p:txBody>
        </p:sp>
        <p:sp>
          <p:nvSpPr>
            <p:cNvPr id="32823" name="Line 165">
              <a:extLst>
                <a:ext uri="{FF2B5EF4-FFF2-40B4-BE49-F238E27FC236}">
                  <a16:creationId xmlns:a16="http://schemas.microsoft.com/office/drawing/2014/main" id="{6136B245-398F-114A-813B-08DFA46A1FA6}"/>
                </a:ext>
              </a:extLst>
            </p:cNvPr>
            <p:cNvSpPr>
              <a:spLocks noChangeShapeType="1"/>
            </p:cNvSpPr>
            <p:nvPr/>
          </p:nvSpPr>
          <p:spPr bwMode="auto">
            <a:xfrm flipV="1">
              <a:off x="6626" y="6791"/>
              <a:ext cx="1328" cy="8"/>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24" name="Line 166">
              <a:extLst>
                <a:ext uri="{FF2B5EF4-FFF2-40B4-BE49-F238E27FC236}">
                  <a16:creationId xmlns:a16="http://schemas.microsoft.com/office/drawing/2014/main" id="{0AF401E4-639C-D146-A424-261053D77FC2}"/>
                </a:ext>
              </a:extLst>
            </p:cNvPr>
            <p:cNvSpPr>
              <a:spLocks noChangeShapeType="1"/>
            </p:cNvSpPr>
            <p:nvPr/>
          </p:nvSpPr>
          <p:spPr bwMode="auto">
            <a:xfrm>
              <a:off x="6610" y="6900"/>
              <a:ext cx="1350" cy="0"/>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2816" name="Group 167">
            <a:extLst>
              <a:ext uri="{FF2B5EF4-FFF2-40B4-BE49-F238E27FC236}">
                <a16:creationId xmlns:a16="http://schemas.microsoft.com/office/drawing/2014/main" id="{0C91509E-2353-5643-A8AA-C21C60A25AC6}"/>
              </a:ext>
            </a:extLst>
          </p:cNvPr>
          <p:cNvGrpSpPr>
            <a:grpSpLocks/>
          </p:cNvGrpSpPr>
          <p:nvPr/>
        </p:nvGrpSpPr>
        <p:grpSpPr bwMode="auto">
          <a:xfrm>
            <a:off x="4376738" y="5300663"/>
            <a:ext cx="1008062" cy="576262"/>
            <a:chOff x="3281" y="6052"/>
            <a:chExt cx="1245" cy="720"/>
          </a:xfrm>
        </p:grpSpPr>
        <p:sp>
          <p:nvSpPr>
            <p:cNvPr id="32818" name="Rectangle 168">
              <a:extLst>
                <a:ext uri="{FF2B5EF4-FFF2-40B4-BE49-F238E27FC236}">
                  <a16:creationId xmlns:a16="http://schemas.microsoft.com/office/drawing/2014/main" id="{4BCB0F79-A66F-E84D-B580-176547081AE6}"/>
                </a:ext>
              </a:extLst>
            </p:cNvPr>
            <p:cNvSpPr>
              <a:spLocks noChangeArrowheads="1"/>
            </p:cNvSpPr>
            <p:nvPr/>
          </p:nvSpPr>
          <p:spPr bwMode="auto">
            <a:xfrm>
              <a:off x="3281" y="6052"/>
              <a:ext cx="1245" cy="72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1000" b="0">
                  <a:latin typeface="Times New Roman" panose="02020603050405020304" pitchFamily="18" charset="0"/>
                </a:rPr>
                <a:t>      分区1      </a:t>
              </a:r>
              <a:endParaRPr kumimoji="1" lang="zh-CN" altLang="en-US" sz="1600" b="0">
                <a:latin typeface="Times New Roman" panose="02020603050405020304" pitchFamily="18" charset="0"/>
              </a:endParaRPr>
            </a:p>
            <a:p>
              <a:r>
                <a:rPr kumimoji="1" lang="zh-CN" altLang="en-US" sz="1000" b="0">
                  <a:latin typeface="Times New Roman" panose="02020603050405020304" pitchFamily="18" charset="0"/>
                </a:rPr>
                <a:t> </a:t>
              </a:r>
              <a:endParaRPr kumimoji="1" lang="zh-CN" altLang="en-US" sz="1600" b="0">
                <a:latin typeface="Times New Roman" panose="02020603050405020304" pitchFamily="18" charset="0"/>
              </a:endParaRPr>
            </a:p>
            <a:p>
              <a:r>
                <a:rPr kumimoji="1" lang="zh-CN" altLang="en-US" sz="1000" b="0">
                  <a:latin typeface="Times New Roman" panose="02020603050405020304" pitchFamily="18" charset="0"/>
                </a:rPr>
                <a:t>      分区2</a:t>
              </a:r>
              <a:endParaRPr kumimoji="1" lang="zh-CN" altLang="en-US" sz="3600" b="0">
                <a:latin typeface="Times New Roman" panose="02020603050405020304" pitchFamily="18" charset="0"/>
              </a:endParaRPr>
            </a:p>
          </p:txBody>
        </p:sp>
        <p:sp>
          <p:nvSpPr>
            <p:cNvPr id="32819" name="Line 169">
              <a:extLst>
                <a:ext uri="{FF2B5EF4-FFF2-40B4-BE49-F238E27FC236}">
                  <a16:creationId xmlns:a16="http://schemas.microsoft.com/office/drawing/2014/main" id="{DBD2CB98-F21A-8540-AE51-97B4B8B523A8}"/>
                </a:ext>
              </a:extLst>
            </p:cNvPr>
            <p:cNvSpPr>
              <a:spLocks noChangeShapeType="1"/>
            </p:cNvSpPr>
            <p:nvPr/>
          </p:nvSpPr>
          <p:spPr bwMode="auto">
            <a:xfrm>
              <a:off x="3311" y="6502"/>
              <a:ext cx="1200" cy="0"/>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20" name="Line 170">
              <a:extLst>
                <a:ext uri="{FF2B5EF4-FFF2-40B4-BE49-F238E27FC236}">
                  <a16:creationId xmlns:a16="http://schemas.microsoft.com/office/drawing/2014/main" id="{3E6C6F31-F1FF-FA45-8288-365EC8ECD067}"/>
                </a:ext>
              </a:extLst>
            </p:cNvPr>
            <p:cNvSpPr>
              <a:spLocks noChangeShapeType="1"/>
            </p:cNvSpPr>
            <p:nvPr/>
          </p:nvSpPr>
          <p:spPr bwMode="auto">
            <a:xfrm>
              <a:off x="3296" y="6652"/>
              <a:ext cx="1215" cy="0"/>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21" name="Text Box 171">
              <a:extLst>
                <a:ext uri="{FF2B5EF4-FFF2-40B4-BE49-F238E27FC236}">
                  <a16:creationId xmlns:a16="http://schemas.microsoft.com/office/drawing/2014/main" id="{463A3065-2FDB-D247-B210-19F9DDB007B1}"/>
                </a:ext>
              </a:extLst>
            </p:cNvPr>
            <p:cNvSpPr txBox="1">
              <a:spLocks noChangeArrowheads="1"/>
            </p:cNvSpPr>
            <p:nvPr/>
          </p:nvSpPr>
          <p:spPr bwMode="auto">
            <a:xfrm>
              <a:off x="3356" y="6097"/>
              <a:ext cx="510"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900" b="0">
                  <a:latin typeface="Times New Roman" panose="02020603050405020304" pitchFamily="18" charset="0"/>
                </a:rPr>
                <a:t>……</a:t>
              </a:r>
              <a:endParaRPr kumimoji="1" lang="zh-CN" altLang="en-US" sz="1400" b="0">
                <a:latin typeface="Times New Roman" panose="02020603050405020304" pitchFamily="18" charset="0"/>
              </a:endParaRPr>
            </a:p>
            <a:p>
              <a:endParaRPr kumimoji="1" lang="zh-CN" altLang="en-US" sz="3200" b="0">
                <a:latin typeface="Times New Roman" panose="02020603050405020304" pitchFamily="18" charset="0"/>
              </a:endParaRPr>
            </a:p>
          </p:txBody>
        </p:sp>
      </p:grpSp>
      <p:sp>
        <p:nvSpPr>
          <p:cNvPr id="32817" name="Rectangle 173">
            <a:extLst>
              <a:ext uri="{FF2B5EF4-FFF2-40B4-BE49-F238E27FC236}">
                <a16:creationId xmlns:a16="http://schemas.microsoft.com/office/drawing/2014/main" id="{A2FF07C6-653C-A545-9CFF-0F6E20BA4056}"/>
              </a:ext>
            </a:extLst>
          </p:cNvPr>
          <p:cNvSpPr>
            <a:spLocks noChangeArrowheads="1"/>
          </p:cNvSpPr>
          <p:nvPr/>
        </p:nvSpPr>
        <p:spPr bwMode="auto">
          <a:xfrm>
            <a:off x="8482013" y="5084763"/>
            <a:ext cx="857250" cy="842962"/>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000" b="0">
                <a:latin typeface="Times New Roman" panose="02020603050405020304" pitchFamily="18" charset="0"/>
              </a:rPr>
              <a:t>Main(    )</a:t>
            </a:r>
            <a:endParaRPr kumimoji="1" lang="en-US" altLang="zh-CN" sz="1600" b="0">
              <a:latin typeface="Times New Roman" panose="02020603050405020304" pitchFamily="18" charset="0"/>
            </a:endParaRPr>
          </a:p>
          <a:p>
            <a:pPr algn="just"/>
            <a:r>
              <a:rPr kumimoji="1" lang="en-US" altLang="zh-CN" sz="1000" b="0">
                <a:latin typeface="Times New Roman" panose="02020603050405020304" pitchFamily="18" charset="0"/>
              </a:rPr>
              <a:t>……</a:t>
            </a:r>
            <a:endParaRPr kumimoji="1" lang="en-US" altLang="zh-CN" sz="1600" b="0">
              <a:latin typeface="Times New Roman" panose="02020603050405020304" pitchFamily="18" charset="0"/>
            </a:endParaRPr>
          </a:p>
          <a:p>
            <a:pPr algn="just"/>
            <a:r>
              <a:rPr kumimoji="1" lang="en-US" altLang="zh-CN" sz="1000" b="0">
                <a:latin typeface="Times New Roman" panose="02020603050405020304" pitchFamily="18" charset="0"/>
              </a:rPr>
              <a:t>if……</a:t>
            </a:r>
            <a:endParaRPr kumimoji="1" lang="en-US" altLang="zh-CN" sz="1600" b="0">
              <a:latin typeface="Times New Roman" panose="02020603050405020304" pitchFamily="18" charset="0"/>
            </a:endParaRPr>
          </a:p>
          <a:p>
            <a:pPr algn="just"/>
            <a:r>
              <a:rPr kumimoji="1" lang="en-US" altLang="zh-CN" sz="1000" b="0">
                <a:latin typeface="Times New Roman" panose="02020603050405020304" pitchFamily="18" charset="0"/>
              </a:rPr>
              <a:t>then</a:t>
            </a:r>
            <a:endParaRPr kumimoji="1" lang="en-US" altLang="zh-CN" sz="1600" b="0">
              <a:latin typeface="Times New Roman" panose="02020603050405020304" pitchFamily="18" charset="0"/>
            </a:endParaRPr>
          </a:p>
          <a:p>
            <a:pPr algn="just"/>
            <a:r>
              <a:rPr kumimoji="1" lang="en-US" altLang="zh-CN" sz="1000" b="0">
                <a:latin typeface="Times New Roman" panose="02020603050405020304" pitchFamily="18" charset="0"/>
              </a:rPr>
              <a:t>……</a:t>
            </a:r>
            <a:endParaRPr kumimoji="1" lang="en-US" altLang="zh-CN" sz="1600" b="0">
              <a:latin typeface="Times New Roman" panose="02020603050405020304" pitchFamily="18" charset="0"/>
            </a:endParaRPr>
          </a:p>
          <a:p>
            <a:pPr algn="just"/>
            <a:r>
              <a:rPr kumimoji="1" lang="en-US" altLang="zh-CN" sz="1000" b="0">
                <a:latin typeface="Times New Roman" panose="02020603050405020304" pitchFamily="18" charset="0"/>
              </a:rPr>
              <a:t>end</a:t>
            </a:r>
            <a:endParaRPr kumimoji="1" lang="en-US" altLang="zh-CN" sz="3600" b="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a:extLst>
              <a:ext uri="{FF2B5EF4-FFF2-40B4-BE49-F238E27FC236}">
                <a16:creationId xmlns:a16="http://schemas.microsoft.com/office/drawing/2014/main" id="{AC271522-70B1-DA4B-BD80-DA3A844FC6E0}"/>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399CEE7D-13C0-3A41-A40B-3623094CABC9}" type="slidenum">
              <a:rPr lang="zh-CN" altLang="en-US" sz="2000"/>
              <a:pPr/>
              <a:t>10</a:t>
            </a:fld>
            <a:endParaRPr lang="en-US" altLang="zh-CN" sz="2000"/>
          </a:p>
        </p:txBody>
      </p:sp>
      <p:sp>
        <p:nvSpPr>
          <p:cNvPr id="33795" name="日期占位符 4">
            <a:extLst>
              <a:ext uri="{FF2B5EF4-FFF2-40B4-BE49-F238E27FC236}">
                <a16:creationId xmlns:a16="http://schemas.microsoft.com/office/drawing/2014/main" id="{30D60DA6-E83F-274E-96BE-47AB2CC7CF4E}"/>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9552F698-A2BD-B24B-B2EF-7DE4309708E4}" type="datetime1">
              <a:rPr lang="zh-CN" altLang="en-US" sz="1800" smtClean="0"/>
              <a:pPr/>
              <a:t>2023/5/16</a:t>
            </a:fld>
            <a:endParaRPr lang="en-US" altLang="zh-CN" sz="1000"/>
          </a:p>
        </p:txBody>
      </p:sp>
      <p:sp>
        <p:nvSpPr>
          <p:cNvPr id="2212866" name="Rectangle 2">
            <a:extLst>
              <a:ext uri="{FF2B5EF4-FFF2-40B4-BE49-F238E27FC236}">
                <a16:creationId xmlns:a16="http://schemas.microsoft.com/office/drawing/2014/main" id="{F11F37AA-DBC4-EC4A-95E1-12E83EC3D969}"/>
              </a:ext>
            </a:extLst>
          </p:cNvPr>
          <p:cNvSpPr>
            <a:spLocks noGrp="1" noChangeArrowheads="1"/>
          </p:cNvSpPr>
          <p:nvPr>
            <p:ph type="title"/>
          </p:nvPr>
        </p:nvSpPr>
        <p:spPr/>
        <p:txBody>
          <a:bodyPr/>
          <a:lstStyle/>
          <a:p>
            <a:r>
              <a:rPr lang="zh-CN" altLang="en-US" b="0"/>
              <a:t>数据库设计全过程</a:t>
            </a:r>
          </a:p>
        </p:txBody>
      </p:sp>
      <p:sp>
        <p:nvSpPr>
          <p:cNvPr id="33797" name="Rectangle 3">
            <a:extLst>
              <a:ext uri="{FF2B5EF4-FFF2-40B4-BE49-F238E27FC236}">
                <a16:creationId xmlns:a16="http://schemas.microsoft.com/office/drawing/2014/main" id="{D2085154-2F01-024C-BF4D-7DF3CCBB08E5}"/>
              </a:ext>
            </a:extLst>
          </p:cNvPr>
          <p:cNvSpPr>
            <a:spLocks noGrp="1" noChangeArrowheads="1"/>
          </p:cNvSpPr>
          <p:nvPr>
            <p:ph type="body" idx="1"/>
          </p:nvPr>
        </p:nvSpPr>
        <p:spPr/>
        <p:txBody>
          <a:bodyPr/>
          <a:lstStyle/>
          <a:p>
            <a:endParaRPr lang="zh-CN" altLang="en-US"/>
          </a:p>
        </p:txBody>
      </p:sp>
      <p:grpSp>
        <p:nvGrpSpPr>
          <p:cNvPr id="33798" name="Group 53">
            <a:extLst>
              <a:ext uri="{FF2B5EF4-FFF2-40B4-BE49-F238E27FC236}">
                <a16:creationId xmlns:a16="http://schemas.microsoft.com/office/drawing/2014/main" id="{0BD8EE4D-335A-0548-90DC-510BC8A5E1CA}"/>
              </a:ext>
            </a:extLst>
          </p:cNvPr>
          <p:cNvGrpSpPr>
            <a:grpSpLocks/>
          </p:cNvGrpSpPr>
          <p:nvPr/>
        </p:nvGrpSpPr>
        <p:grpSpPr bwMode="auto">
          <a:xfrm>
            <a:off x="1547813" y="1268413"/>
            <a:ext cx="4968875" cy="4897437"/>
            <a:chOff x="1383" y="845"/>
            <a:chExt cx="1800" cy="2059"/>
          </a:xfrm>
        </p:grpSpPr>
        <p:sp>
          <p:nvSpPr>
            <p:cNvPr id="33799" name="Text Box 26">
              <a:extLst>
                <a:ext uri="{FF2B5EF4-FFF2-40B4-BE49-F238E27FC236}">
                  <a16:creationId xmlns:a16="http://schemas.microsoft.com/office/drawing/2014/main" id="{37394DF7-5DD7-B941-9ED3-CF42ECE2B800}"/>
                </a:ext>
              </a:extLst>
            </p:cNvPr>
            <p:cNvSpPr txBox="1">
              <a:spLocks noChangeArrowheads="1"/>
            </p:cNvSpPr>
            <p:nvPr/>
          </p:nvSpPr>
          <p:spPr bwMode="auto">
            <a:xfrm>
              <a:off x="2103" y="2717"/>
              <a:ext cx="576" cy="187"/>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 运行和维护</a:t>
              </a:r>
              <a:endParaRPr kumimoji="1" lang="zh-CN" altLang="en-US" sz="2000">
                <a:latin typeface="Gulim" panose="020B0600000101010101" pitchFamily="34" charset="-127"/>
                <a:ea typeface="Gulim" panose="020B0600000101010101" pitchFamily="34" charset="-127"/>
              </a:endParaRPr>
            </a:p>
          </p:txBody>
        </p:sp>
        <p:sp>
          <p:nvSpPr>
            <p:cNvPr id="33800" name="Line 27">
              <a:extLst>
                <a:ext uri="{FF2B5EF4-FFF2-40B4-BE49-F238E27FC236}">
                  <a16:creationId xmlns:a16="http://schemas.microsoft.com/office/drawing/2014/main" id="{E706B516-6BE7-0E4F-B4FE-B170ED6E9E50}"/>
                </a:ext>
              </a:extLst>
            </p:cNvPr>
            <p:cNvSpPr>
              <a:spLocks noChangeShapeType="1"/>
            </p:cNvSpPr>
            <p:nvPr/>
          </p:nvSpPr>
          <p:spPr bwMode="auto">
            <a:xfrm>
              <a:off x="1815" y="2592"/>
              <a:ext cx="432" cy="1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1" name="Line 28">
              <a:extLst>
                <a:ext uri="{FF2B5EF4-FFF2-40B4-BE49-F238E27FC236}">
                  <a16:creationId xmlns:a16="http://schemas.microsoft.com/office/drawing/2014/main" id="{14BA6B21-AF3A-6544-BC81-5B963D101708}"/>
                </a:ext>
              </a:extLst>
            </p:cNvPr>
            <p:cNvSpPr>
              <a:spLocks noChangeShapeType="1"/>
            </p:cNvSpPr>
            <p:nvPr/>
          </p:nvSpPr>
          <p:spPr bwMode="auto">
            <a:xfrm flipH="1">
              <a:off x="2535" y="2592"/>
              <a:ext cx="288" cy="1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3802" name="Group 29">
              <a:extLst>
                <a:ext uri="{FF2B5EF4-FFF2-40B4-BE49-F238E27FC236}">
                  <a16:creationId xmlns:a16="http://schemas.microsoft.com/office/drawing/2014/main" id="{6071DD44-857B-2E4A-B1BC-FABB5B8D3E60}"/>
                </a:ext>
              </a:extLst>
            </p:cNvPr>
            <p:cNvGrpSpPr>
              <a:grpSpLocks/>
            </p:cNvGrpSpPr>
            <p:nvPr/>
          </p:nvGrpSpPr>
          <p:grpSpPr bwMode="auto">
            <a:xfrm>
              <a:off x="1383" y="845"/>
              <a:ext cx="1800" cy="1747"/>
              <a:chOff x="5292" y="504"/>
              <a:chExt cx="4500" cy="4368"/>
            </a:xfrm>
          </p:grpSpPr>
          <p:sp>
            <p:nvSpPr>
              <p:cNvPr id="33803" name="Text Box 30">
                <a:extLst>
                  <a:ext uri="{FF2B5EF4-FFF2-40B4-BE49-F238E27FC236}">
                    <a16:creationId xmlns:a16="http://schemas.microsoft.com/office/drawing/2014/main" id="{7DAF745B-37BE-414A-BC4F-6953A9645385}"/>
                  </a:ext>
                </a:extLst>
              </p:cNvPr>
              <p:cNvSpPr txBox="1">
                <a:spLocks noChangeArrowheads="1"/>
              </p:cNvSpPr>
              <p:nvPr/>
            </p:nvSpPr>
            <p:spPr bwMode="auto">
              <a:xfrm>
                <a:off x="6912" y="504"/>
                <a:ext cx="144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 需求分析</a:t>
                </a:r>
                <a:endParaRPr kumimoji="1" lang="zh-CN" altLang="en-US" sz="2000">
                  <a:latin typeface="Gulim" panose="020B0600000101010101" pitchFamily="34" charset="-127"/>
                  <a:ea typeface="Gulim" panose="020B0600000101010101" pitchFamily="34" charset="-127"/>
                </a:endParaRPr>
              </a:p>
            </p:txBody>
          </p:sp>
          <p:sp>
            <p:nvSpPr>
              <p:cNvPr id="33804" name="Text Box 31">
                <a:extLst>
                  <a:ext uri="{FF2B5EF4-FFF2-40B4-BE49-F238E27FC236}">
                    <a16:creationId xmlns:a16="http://schemas.microsoft.com/office/drawing/2014/main" id="{7DF591B5-6782-A944-8708-765C9455F0ED}"/>
                  </a:ext>
                </a:extLst>
              </p:cNvPr>
              <p:cNvSpPr txBox="1">
                <a:spLocks noChangeArrowheads="1"/>
              </p:cNvSpPr>
              <p:nvPr/>
            </p:nvSpPr>
            <p:spPr bwMode="auto">
              <a:xfrm>
                <a:off x="5652" y="1284"/>
                <a:ext cx="126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数据分析</a:t>
                </a:r>
                <a:endParaRPr kumimoji="1" lang="zh-CN" altLang="en-US" sz="2000">
                  <a:latin typeface="Gulim" panose="020B0600000101010101" pitchFamily="34" charset="-127"/>
                  <a:ea typeface="Gulim" panose="020B0600000101010101" pitchFamily="34" charset="-127"/>
                </a:endParaRPr>
              </a:p>
            </p:txBody>
          </p:sp>
          <p:sp>
            <p:nvSpPr>
              <p:cNvPr id="33805" name="Text Box 32">
                <a:extLst>
                  <a:ext uri="{FF2B5EF4-FFF2-40B4-BE49-F238E27FC236}">
                    <a16:creationId xmlns:a16="http://schemas.microsoft.com/office/drawing/2014/main" id="{1AC1B328-7CE6-854A-9DD0-A1E76BFEFF2B}"/>
                  </a:ext>
                </a:extLst>
              </p:cNvPr>
              <p:cNvSpPr txBox="1">
                <a:spLocks noChangeArrowheads="1"/>
              </p:cNvSpPr>
              <p:nvPr/>
            </p:nvSpPr>
            <p:spPr bwMode="auto">
              <a:xfrm>
                <a:off x="8352" y="1284"/>
                <a:ext cx="126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功能分析</a:t>
                </a:r>
                <a:endParaRPr kumimoji="1" lang="zh-CN" altLang="en-US" sz="2000">
                  <a:latin typeface="Gulim" panose="020B0600000101010101" pitchFamily="34" charset="-127"/>
                  <a:ea typeface="Gulim" panose="020B0600000101010101" pitchFamily="34" charset="-127"/>
                </a:endParaRPr>
              </a:p>
            </p:txBody>
          </p:sp>
          <p:sp>
            <p:nvSpPr>
              <p:cNvPr id="33806" name="Text Box 33">
                <a:extLst>
                  <a:ext uri="{FF2B5EF4-FFF2-40B4-BE49-F238E27FC236}">
                    <a16:creationId xmlns:a16="http://schemas.microsoft.com/office/drawing/2014/main" id="{023DFDC0-8939-6F43-82B5-1671BA528BB7}"/>
                  </a:ext>
                </a:extLst>
              </p:cNvPr>
              <p:cNvSpPr txBox="1">
                <a:spLocks noChangeArrowheads="1"/>
              </p:cNvSpPr>
              <p:nvPr/>
            </p:nvSpPr>
            <p:spPr bwMode="auto">
              <a:xfrm>
                <a:off x="5472" y="2064"/>
                <a:ext cx="162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概念结构设计</a:t>
                </a:r>
                <a:endParaRPr kumimoji="1" lang="zh-CN" altLang="en-US" sz="2000">
                  <a:latin typeface="Gulim" panose="020B0600000101010101" pitchFamily="34" charset="-127"/>
                  <a:ea typeface="Gulim" panose="020B0600000101010101" pitchFamily="34" charset="-127"/>
                </a:endParaRPr>
              </a:p>
            </p:txBody>
          </p:sp>
          <p:sp>
            <p:nvSpPr>
              <p:cNvPr id="33807" name="Text Box 34">
                <a:extLst>
                  <a:ext uri="{FF2B5EF4-FFF2-40B4-BE49-F238E27FC236}">
                    <a16:creationId xmlns:a16="http://schemas.microsoft.com/office/drawing/2014/main" id="{6E1E52C7-FC85-C142-8C0F-E882AE0730A4}"/>
                  </a:ext>
                </a:extLst>
              </p:cNvPr>
              <p:cNvSpPr txBox="1">
                <a:spLocks noChangeArrowheads="1"/>
              </p:cNvSpPr>
              <p:nvPr/>
            </p:nvSpPr>
            <p:spPr bwMode="auto">
              <a:xfrm>
                <a:off x="5472" y="2844"/>
                <a:ext cx="162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逻辑结构设计</a:t>
                </a:r>
                <a:endParaRPr kumimoji="1" lang="zh-CN" altLang="en-US" sz="2000">
                  <a:latin typeface="Gulim" panose="020B0600000101010101" pitchFamily="34" charset="-127"/>
                  <a:ea typeface="Gulim" panose="020B0600000101010101" pitchFamily="34" charset="-127"/>
                </a:endParaRPr>
              </a:p>
            </p:txBody>
          </p:sp>
          <p:sp>
            <p:nvSpPr>
              <p:cNvPr id="33808" name="Text Box 35">
                <a:extLst>
                  <a:ext uri="{FF2B5EF4-FFF2-40B4-BE49-F238E27FC236}">
                    <a16:creationId xmlns:a16="http://schemas.microsoft.com/office/drawing/2014/main" id="{6EB84ACB-3517-C64D-8A02-6C6630C031B2}"/>
                  </a:ext>
                </a:extLst>
              </p:cNvPr>
              <p:cNvSpPr txBox="1">
                <a:spLocks noChangeArrowheads="1"/>
              </p:cNvSpPr>
              <p:nvPr/>
            </p:nvSpPr>
            <p:spPr bwMode="auto">
              <a:xfrm>
                <a:off x="5472" y="3624"/>
                <a:ext cx="180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物理结构设计</a:t>
                </a:r>
                <a:endParaRPr kumimoji="1" lang="zh-CN" altLang="en-US" sz="2000">
                  <a:latin typeface="Gulim" panose="020B0600000101010101" pitchFamily="34" charset="-127"/>
                  <a:ea typeface="Gulim" panose="020B0600000101010101" pitchFamily="34" charset="-127"/>
                </a:endParaRPr>
              </a:p>
            </p:txBody>
          </p:sp>
          <p:sp>
            <p:nvSpPr>
              <p:cNvPr id="33809" name="Text Box 36">
                <a:extLst>
                  <a:ext uri="{FF2B5EF4-FFF2-40B4-BE49-F238E27FC236}">
                    <a16:creationId xmlns:a16="http://schemas.microsoft.com/office/drawing/2014/main" id="{E944C751-0B07-824B-9FEA-544320993887}"/>
                  </a:ext>
                </a:extLst>
              </p:cNvPr>
              <p:cNvSpPr txBox="1">
                <a:spLocks noChangeArrowheads="1"/>
              </p:cNvSpPr>
              <p:nvPr/>
            </p:nvSpPr>
            <p:spPr bwMode="auto">
              <a:xfrm>
                <a:off x="5472" y="4404"/>
                <a:ext cx="162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加载数据</a:t>
                </a:r>
                <a:endParaRPr kumimoji="1" lang="zh-CN" altLang="en-US" sz="2000">
                  <a:latin typeface="Gulim" panose="020B0600000101010101" pitchFamily="34" charset="-127"/>
                  <a:ea typeface="Gulim" panose="020B0600000101010101" pitchFamily="34" charset="-127"/>
                </a:endParaRPr>
              </a:p>
            </p:txBody>
          </p:sp>
          <p:sp>
            <p:nvSpPr>
              <p:cNvPr id="33810" name="Text Box 37">
                <a:extLst>
                  <a:ext uri="{FF2B5EF4-FFF2-40B4-BE49-F238E27FC236}">
                    <a16:creationId xmlns:a16="http://schemas.microsoft.com/office/drawing/2014/main" id="{5F108ADC-2DBC-8C49-B48A-0506166075B6}"/>
                  </a:ext>
                </a:extLst>
              </p:cNvPr>
              <p:cNvSpPr txBox="1">
                <a:spLocks noChangeArrowheads="1"/>
              </p:cNvSpPr>
              <p:nvPr/>
            </p:nvSpPr>
            <p:spPr bwMode="auto">
              <a:xfrm>
                <a:off x="8352" y="2064"/>
                <a:ext cx="126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功能设计</a:t>
                </a:r>
                <a:endParaRPr kumimoji="1" lang="zh-CN" altLang="en-US" sz="2000">
                  <a:latin typeface="Gulim" panose="020B0600000101010101" pitchFamily="34" charset="-127"/>
                  <a:ea typeface="Gulim" panose="020B0600000101010101" pitchFamily="34" charset="-127"/>
                </a:endParaRPr>
              </a:p>
            </p:txBody>
          </p:sp>
          <p:sp>
            <p:nvSpPr>
              <p:cNvPr id="33811" name="Text Box 38">
                <a:extLst>
                  <a:ext uri="{FF2B5EF4-FFF2-40B4-BE49-F238E27FC236}">
                    <a16:creationId xmlns:a16="http://schemas.microsoft.com/office/drawing/2014/main" id="{8AAA7531-CB58-6B4F-9838-786824BD650E}"/>
                  </a:ext>
                </a:extLst>
              </p:cNvPr>
              <p:cNvSpPr txBox="1">
                <a:spLocks noChangeArrowheads="1"/>
              </p:cNvSpPr>
              <p:nvPr/>
            </p:nvSpPr>
            <p:spPr bwMode="auto">
              <a:xfrm>
                <a:off x="8352" y="2844"/>
                <a:ext cx="126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事务设计</a:t>
                </a:r>
                <a:endParaRPr kumimoji="1" lang="zh-CN" altLang="en-US" sz="2000">
                  <a:latin typeface="Gulim" panose="020B0600000101010101" pitchFamily="34" charset="-127"/>
                  <a:ea typeface="Gulim" panose="020B0600000101010101" pitchFamily="34" charset="-127"/>
                </a:endParaRPr>
              </a:p>
            </p:txBody>
          </p:sp>
          <p:sp>
            <p:nvSpPr>
              <p:cNvPr id="33812" name="Text Box 39">
                <a:extLst>
                  <a:ext uri="{FF2B5EF4-FFF2-40B4-BE49-F238E27FC236}">
                    <a16:creationId xmlns:a16="http://schemas.microsoft.com/office/drawing/2014/main" id="{661BEA77-894A-C646-9A51-BCE17CC56820}"/>
                  </a:ext>
                </a:extLst>
              </p:cNvPr>
              <p:cNvSpPr txBox="1">
                <a:spLocks noChangeArrowheads="1"/>
              </p:cNvSpPr>
              <p:nvPr/>
            </p:nvSpPr>
            <p:spPr bwMode="auto">
              <a:xfrm>
                <a:off x="8352" y="3624"/>
                <a:ext cx="126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程序设计</a:t>
                </a:r>
                <a:endParaRPr kumimoji="1" lang="zh-CN" altLang="en-US" sz="2000">
                  <a:latin typeface="Gulim" panose="020B0600000101010101" pitchFamily="34" charset="-127"/>
                  <a:ea typeface="Gulim" panose="020B0600000101010101" pitchFamily="34" charset="-127"/>
                </a:endParaRPr>
              </a:p>
            </p:txBody>
          </p:sp>
          <p:sp>
            <p:nvSpPr>
              <p:cNvPr id="33813" name="Text Box 40">
                <a:extLst>
                  <a:ext uri="{FF2B5EF4-FFF2-40B4-BE49-F238E27FC236}">
                    <a16:creationId xmlns:a16="http://schemas.microsoft.com/office/drawing/2014/main" id="{29FA1E92-9243-3A41-9B26-0DDE82F5830C}"/>
                  </a:ext>
                </a:extLst>
              </p:cNvPr>
              <p:cNvSpPr txBox="1">
                <a:spLocks noChangeArrowheads="1"/>
              </p:cNvSpPr>
              <p:nvPr/>
            </p:nvSpPr>
            <p:spPr bwMode="auto">
              <a:xfrm>
                <a:off x="8352" y="4404"/>
                <a:ext cx="126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调试运行</a:t>
                </a:r>
                <a:endParaRPr kumimoji="1" lang="zh-CN" altLang="en-US" sz="2000">
                  <a:latin typeface="Gulim" panose="020B0600000101010101" pitchFamily="34" charset="-127"/>
                  <a:ea typeface="Gulim" panose="020B0600000101010101" pitchFamily="34" charset="-127"/>
                </a:endParaRPr>
              </a:p>
            </p:txBody>
          </p:sp>
          <p:sp>
            <p:nvSpPr>
              <p:cNvPr id="33814" name="Line 41">
                <a:extLst>
                  <a:ext uri="{FF2B5EF4-FFF2-40B4-BE49-F238E27FC236}">
                    <a16:creationId xmlns:a16="http://schemas.microsoft.com/office/drawing/2014/main" id="{02475B21-B7B4-034D-8811-1B676FA6C50F}"/>
                  </a:ext>
                </a:extLst>
              </p:cNvPr>
              <p:cNvSpPr>
                <a:spLocks noChangeShapeType="1"/>
              </p:cNvSpPr>
              <p:nvPr/>
            </p:nvSpPr>
            <p:spPr bwMode="auto">
              <a:xfrm flipH="1">
                <a:off x="6192" y="975"/>
                <a:ext cx="108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15" name="Line 42">
                <a:extLst>
                  <a:ext uri="{FF2B5EF4-FFF2-40B4-BE49-F238E27FC236}">
                    <a16:creationId xmlns:a16="http://schemas.microsoft.com/office/drawing/2014/main" id="{386624B3-8F1B-6A4E-AF08-C718D46F2509}"/>
                  </a:ext>
                </a:extLst>
              </p:cNvPr>
              <p:cNvSpPr>
                <a:spLocks noChangeShapeType="1"/>
              </p:cNvSpPr>
              <p:nvPr/>
            </p:nvSpPr>
            <p:spPr bwMode="auto">
              <a:xfrm>
                <a:off x="7992" y="975"/>
                <a:ext cx="108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16" name="Line 43">
                <a:extLst>
                  <a:ext uri="{FF2B5EF4-FFF2-40B4-BE49-F238E27FC236}">
                    <a16:creationId xmlns:a16="http://schemas.microsoft.com/office/drawing/2014/main" id="{EF7A6C31-A886-F842-9BC3-5694CD8A7D98}"/>
                  </a:ext>
                </a:extLst>
              </p:cNvPr>
              <p:cNvSpPr>
                <a:spLocks noChangeShapeType="1"/>
              </p:cNvSpPr>
              <p:nvPr/>
            </p:nvSpPr>
            <p:spPr bwMode="auto">
              <a:xfrm flipH="1">
                <a:off x="9072" y="1752"/>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17" name="Line 44">
                <a:extLst>
                  <a:ext uri="{FF2B5EF4-FFF2-40B4-BE49-F238E27FC236}">
                    <a16:creationId xmlns:a16="http://schemas.microsoft.com/office/drawing/2014/main" id="{FB275E54-F5B1-7D42-8951-78156725D026}"/>
                  </a:ext>
                </a:extLst>
              </p:cNvPr>
              <p:cNvSpPr>
                <a:spLocks noChangeShapeType="1"/>
              </p:cNvSpPr>
              <p:nvPr/>
            </p:nvSpPr>
            <p:spPr bwMode="auto">
              <a:xfrm>
                <a:off x="9069" y="2532"/>
                <a:ext cx="3"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18" name="Line 45">
                <a:extLst>
                  <a:ext uri="{FF2B5EF4-FFF2-40B4-BE49-F238E27FC236}">
                    <a16:creationId xmlns:a16="http://schemas.microsoft.com/office/drawing/2014/main" id="{8E9C2805-071C-0546-A136-8039438336BD}"/>
                  </a:ext>
                </a:extLst>
              </p:cNvPr>
              <p:cNvSpPr>
                <a:spLocks noChangeShapeType="1"/>
              </p:cNvSpPr>
              <p:nvPr/>
            </p:nvSpPr>
            <p:spPr bwMode="auto">
              <a:xfrm>
                <a:off x="9075" y="4092"/>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19" name="Line 46">
                <a:extLst>
                  <a:ext uri="{FF2B5EF4-FFF2-40B4-BE49-F238E27FC236}">
                    <a16:creationId xmlns:a16="http://schemas.microsoft.com/office/drawing/2014/main" id="{A7171463-E375-D346-8D44-1CA9CE078A7E}"/>
                  </a:ext>
                </a:extLst>
              </p:cNvPr>
              <p:cNvSpPr>
                <a:spLocks noChangeShapeType="1"/>
              </p:cNvSpPr>
              <p:nvPr/>
            </p:nvSpPr>
            <p:spPr bwMode="auto">
              <a:xfrm>
                <a:off x="6372" y="1752"/>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20" name="Line 47">
                <a:extLst>
                  <a:ext uri="{FF2B5EF4-FFF2-40B4-BE49-F238E27FC236}">
                    <a16:creationId xmlns:a16="http://schemas.microsoft.com/office/drawing/2014/main" id="{457246DC-5E03-1648-AA78-53A299AE63BB}"/>
                  </a:ext>
                </a:extLst>
              </p:cNvPr>
              <p:cNvSpPr>
                <a:spLocks noChangeShapeType="1"/>
              </p:cNvSpPr>
              <p:nvPr/>
            </p:nvSpPr>
            <p:spPr bwMode="auto">
              <a:xfrm>
                <a:off x="6372" y="2532"/>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21" name="Line 48">
                <a:extLst>
                  <a:ext uri="{FF2B5EF4-FFF2-40B4-BE49-F238E27FC236}">
                    <a16:creationId xmlns:a16="http://schemas.microsoft.com/office/drawing/2014/main" id="{AD47DF1A-98C8-864C-90A9-941827AFB78A}"/>
                  </a:ext>
                </a:extLst>
              </p:cNvPr>
              <p:cNvSpPr>
                <a:spLocks noChangeShapeType="1"/>
              </p:cNvSpPr>
              <p:nvPr/>
            </p:nvSpPr>
            <p:spPr bwMode="auto">
              <a:xfrm>
                <a:off x="6372" y="3312"/>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22" name="Line 49">
                <a:extLst>
                  <a:ext uri="{FF2B5EF4-FFF2-40B4-BE49-F238E27FC236}">
                    <a16:creationId xmlns:a16="http://schemas.microsoft.com/office/drawing/2014/main" id="{B7EE0D06-B946-8D4A-9E45-D0ADEF3F5598}"/>
                  </a:ext>
                </a:extLst>
              </p:cNvPr>
              <p:cNvSpPr>
                <a:spLocks noChangeShapeType="1"/>
              </p:cNvSpPr>
              <p:nvPr/>
            </p:nvSpPr>
            <p:spPr bwMode="auto">
              <a:xfrm>
                <a:off x="6372" y="4092"/>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23" name="Line 50">
                <a:extLst>
                  <a:ext uri="{FF2B5EF4-FFF2-40B4-BE49-F238E27FC236}">
                    <a16:creationId xmlns:a16="http://schemas.microsoft.com/office/drawing/2014/main" id="{561805F7-5095-5C42-9A5A-7309988A3D55}"/>
                  </a:ext>
                </a:extLst>
              </p:cNvPr>
              <p:cNvSpPr>
                <a:spLocks noChangeShapeType="1"/>
              </p:cNvSpPr>
              <p:nvPr/>
            </p:nvSpPr>
            <p:spPr bwMode="auto">
              <a:xfrm>
                <a:off x="9075" y="3312"/>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24" name="Rectangle 51">
                <a:extLst>
                  <a:ext uri="{FF2B5EF4-FFF2-40B4-BE49-F238E27FC236}">
                    <a16:creationId xmlns:a16="http://schemas.microsoft.com/office/drawing/2014/main" id="{5A728A28-9F60-C741-BD37-F6D0221FFF6C}"/>
                  </a:ext>
                </a:extLst>
              </p:cNvPr>
              <p:cNvSpPr>
                <a:spLocks noChangeArrowheads="1"/>
              </p:cNvSpPr>
              <p:nvPr/>
            </p:nvSpPr>
            <p:spPr bwMode="auto">
              <a:xfrm>
                <a:off x="5292" y="1128"/>
                <a:ext cx="2160" cy="3120"/>
              </a:xfrm>
              <a:prstGeom prst="rect">
                <a:avLst/>
              </a:prstGeom>
              <a:noFill/>
              <a:ln w="12700">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a:latin typeface="Gulim" panose="020B0600000101010101" pitchFamily="34" charset="-127"/>
                  <a:ea typeface="Gulim" panose="020B0600000101010101" pitchFamily="34" charset="-127"/>
                </a:endParaRPr>
              </a:p>
            </p:txBody>
          </p:sp>
          <p:sp>
            <p:nvSpPr>
              <p:cNvPr id="33825" name="Rectangle 52">
                <a:extLst>
                  <a:ext uri="{FF2B5EF4-FFF2-40B4-BE49-F238E27FC236}">
                    <a16:creationId xmlns:a16="http://schemas.microsoft.com/office/drawing/2014/main" id="{7CA74B56-4650-8245-B641-614585905CC9}"/>
                  </a:ext>
                </a:extLst>
              </p:cNvPr>
              <p:cNvSpPr>
                <a:spLocks noChangeArrowheads="1"/>
              </p:cNvSpPr>
              <p:nvPr/>
            </p:nvSpPr>
            <p:spPr bwMode="auto">
              <a:xfrm>
                <a:off x="8172" y="1128"/>
                <a:ext cx="1620" cy="3120"/>
              </a:xfrm>
              <a:prstGeom prst="rect">
                <a:avLst/>
              </a:prstGeom>
              <a:noFill/>
              <a:ln w="12700">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a:latin typeface="Gulim" panose="020B0600000101010101" pitchFamily="34" charset="-127"/>
                  <a:ea typeface="Gulim" panose="020B0600000101010101" pitchFamily="34" charset="-127"/>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a:extLst>
              <a:ext uri="{FF2B5EF4-FFF2-40B4-BE49-F238E27FC236}">
                <a16:creationId xmlns:a16="http://schemas.microsoft.com/office/drawing/2014/main" id="{E1022D49-EBD5-0441-9700-04DC7358F035}"/>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3E1B2BCB-7CC1-064E-BB53-8EDF8BB8E5F2}" type="slidenum">
              <a:rPr lang="zh-CN" altLang="en-US" sz="2000"/>
              <a:pPr/>
              <a:t>11</a:t>
            </a:fld>
            <a:endParaRPr lang="en-US" altLang="zh-CN" sz="2000"/>
          </a:p>
        </p:txBody>
      </p:sp>
      <p:sp>
        <p:nvSpPr>
          <p:cNvPr id="34819" name="日期占位符 4">
            <a:extLst>
              <a:ext uri="{FF2B5EF4-FFF2-40B4-BE49-F238E27FC236}">
                <a16:creationId xmlns:a16="http://schemas.microsoft.com/office/drawing/2014/main" id="{F3CEACF6-7CAC-9F46-A97F-EF8E3688B641}"/>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EFF1F4F4-2C98-B840-9684-B3A7C3BAA7C4}" type="datetime1">
              <a:rPr lang="zh-CN" altLang="en-US" sz="1800" smtClean="0"/>
              <a:pPr/>
              <a:t>2023/5/16</a:t>
            </a:fld>
            <a:endParaRPr lang="en-US" altLang="zh-CN" sz="1000"/>
          </a:p>
        </p:txBody>
      </p:sp>
      <p:grpSp>
        <p:nvGrpSpPr>
          <p:cNvPr id="34820" name="Group 3">
            <a:extLst>
              <a:ext uri="{FF2B5EF4-FFF2-40B4-BE49-F238E27FC236}">
                <a16:creationId xmlns:a16="http://schemas.microsoft.com/office/drawing/2014/main" id="{F3269445-C227-964B-B655-54DCB383FE68}"/>
              </a:ext>
            </a:extLst>
          </p:cNvPr>
          <p:cNvGrpSpPr>
            <a:grpSpLocks/>
          </p:cNvGrpSpPr>
          <p:nvPr/>
        </p:nvGrpSpPr>
        <p:grpSpPr bwMode="auto">
          <a:xfrm>
            <a:off x="631825" y="3357563"/>
            <a:ext cx="8208963" cy="3500437"/>
            <a:chOff x="340" y="981"/>
            <a:chExt cx="5171" cy="2631"/>
          </a:xfrm>
        </p:grpSpPr>
        <p:sp>
          <p:nvSpPr>
            <p:cNvPr id="34823" name="Text Box 4">
              <a:extLst>
                <a:ext uri="{FF2B5EF4-FFF2-40B4-BE49-F238E27FC236}">
                  <a16:creationId xmlns:a16="http://schemas.microsoft.com/office/drawing/2014/main" id="{F30ACF2E-4FD1-6645-9FF3-ED6E5B581A79}"/>
                </a:ext>
              </a:extLst>
            </p:cNvPr>
            <p:cNvSpPr txBox="1">
              <a:spLocks noChangeArrowheads="1"/>
            </p:cNvSpPr>
            <p:nvPr/>
          </p:nvSpPr>
          <p:spPr bwMode="auto">
            <a:xfrm>
              <a:off x="4468" y="2886"/>
              <a:ext cx="910" cy="3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a:solidFill>
                    <a:srgbClr val="008000"/>
                  </a:solidFill>
                  <a:latin typeface="楷体_GB2312" pitchFamily="49" charset="-122"/>
                  <a:ea typeface="楷体_GB2312" pitchFamily="49" charset="-122"/>
                </a:rPr>
                <a:t>逻辑映象</a:t>
              </a:r>
            </a:p>
          </p:txBody>
        </p:sp>
        <p:sp>
          <p:nvSpPr>
            <p:cNvPr id="34824" name="Text Box 5">
              <a:extLst>
                <a:ext uri="{FF2B5EF4-FFF2-40B4-BE49-F238E27FC236}">
                  <a16:creationId xmlns:a16="http://schemas.microsoft.com/office/drawing/2014/main" id="{58DD871C-7722-DC4F-9D4D-5961119CA7D9}"/>
                </a:ext>
              </a:extLst>
            </p:cNvPr>
            <p:cNvSpPr txBox="1">
              <a:spLocks noChangeArrowheads="1"/>
            </p:cNvSpPr>
            <p:nvPr/>
          </p:nvSpPr>
          <p:spPr bwMode="auto">
            <a:xfrm>
              <a:off x="1579" y="3269"/>
              <a:ext cx="1120" cy="3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a:solidFill>
                    <a:srgbClr val="008000"/>
                  </a:solidFill>
                  <a:latin typeface="楷体_GB2312" pitchFamily="49" charset="-122"/>
                  <a:ea typeface="楷体_GB2312" pitchFamily="49" charset="-122"/>
                </a:rPr>
                <a:t>综合与抽象</a:t>
              </a:r>
            </a:p>
          </p:txBody>
        </p:sp>
        <p:sp>
          <p:nvSpPr>
            <p:cNvPr id="34825" name="Text Box 6">
              <a:extLst>
                <a:ext uri="{FF2B5EF4-FFF2-40B4-BE49-F238E27FC236}">
                  <a16:creationId xmlns:a16="http://schemas.microsoft.com/office/drawing/2014/main" id="{39EBDDF6-530C-FB46-AC4F-1013233525B8}"/>
                </a:ext>
              </a:extLst>
            </p:cNvPr>
            <p:cNvSpPr txBox="1">
              <a:spLocks noChangeArrowheads="1"/>
            </p:cNvSpPr>
            <p:nvPr/>
          </p:nvSpPr>
          <p:spPr bwMode="auto">
            <a:xfrm>
              <a:off x="4181" y="981"/>
              <a:ext cx="372" cy="5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en-US" altLang="zh-CN">
                  <a:solidFill>
                    <a:srgbClr val="FF0000"/>
                  </a:solidFill>
                  <a:latin typeface="Times New Roman" panose="02020603050405020304" pitchFamily="18" charset="0"/>
                  <a:ea typeface="楷体_GB2312" pitchFamily="49" charset="-122"/>
                </a:rPr>
                <a:t>…</a:t>
              </a:r>
              <a:endParaRPr lang="en-US" altLang="zh-CN">
                <a:solidFill>
                  <a:srgbClr val="FF0000"/>
                </a:solidFill>
                <a:latin typeface="楷体_GB2312" pitchFamily="49" charset="-122"/>
                <a:ea typeface="楷体_GB2312" pitchFamily="49" charset="-122"/>
              </a:endParaRPr>
            </a:p>
          </p:txBody>
        </p:sp>
        <p:sp>
          <p:nvSpPr>
            <p:cNvPr id="34826" name="Text Box 7">
              <a:extLst>
                <a:ext uri="{FF2B5EF4-FFF2-40B4-BE49-F238E27FC236}">
                  <a16:creationId xmlns:a16="http://schemas.microsoft.com/office/drawing/2014/main" id="{B7073E9F-051D-ED40-B2FA-6537E96D3A9D}"/>
                </a:ext>
              </a:extLst>
            </p:cNvPr>
            <p:cNvSpPr txBox="1">
              <a:spLocks noChangeArrowheads="1"/>
            </p:cNvSpPr>
            <p:nvPr/>
          </p:nvSpPr>
          <p:spPr bwMode="auto">
            <a:xfrm>
              <a:off x="340" y="1361"/>
              <a:ext cx="991" cy="345"/>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a:solidFill>
                    <a:srgbClr val="FF0000"/>
                  </a:solidFill>
                  <a:latin typeface="楷体_GB2312" pitchFamily="49" charset="-122"/>
                  <a:ea typeface="楷体_GB2312" pitchFamily="49" charset="-122"/>
                </a:rPr>
                <a:t>应用需求</a:t>
              </a:r>
              <a:r>
                <a:rPr lang="en-US" altLang="zh-CN">
                  <a:solidFill>
                    <a:srgbClr val="FF0000"/>
                  </a:solidFill>
                  <a:latin typeface="楷体_GB2312" pitchFamily="49" charset="-122"/>
                  <a:ea typeface="楷体_GB2312" pitchFamily="49" charset="-122"/>
                </a:rPr>
                <a:t>1</a:t>
              </a:r>
            </a:p>
          </p:txBody>
        </p:sp>
        <p:sp>
          <p:nvSpPr>
            <p:cNvPr id="34827" name="Text Box 8">
              <a:extLst>
                <a:ext uri="{FF2B5EF4-FFF2-40B4-BE49-F238E27FC236}">
                  <a16:creationId xmlns:a16="http://schemas.microsoft.com/office/drawing/2014/main" id="{385FB768-8573-8446-9E93-696A2EB51C78}"/>
                </a:ext>
              </a:extLst>
            </p:cNvPr>
            <p:cNvSpPr txBox="1">
              <a:spLocks noChangeArrowheads="1"/>
            </p:cNvSpPr>
            <p:nvPr/>
          </p:nvSpPr>
          <p:spPr bwMode="auto">
            <a:xfrm>
              <a:off x="340" y="2052"/>
              <a:ext cx="991" cy="335"/>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a:solidFill>
                    <a:srgbClr val="FF0000"/>
                  </a:solidFill>
                  <a:latin typeface="楷体_GB2312" pitchFamily="49" charset="-122"/>
                  <a:ea typeface="楷体_GB2312" pitchFamily="49" charset="-122"/>
                </a:rPr>
                <a:t>应用需求</a:t>
              </a:r>
              <a:r>
                <a:rPr lang="en-US" altLang="zh-CN">
                  <a:solidFill>
                    <a:srgbClr val="FF0000"/>
                  </a:solidFill>
                  <a:latin typeface="楷体_GB2312" pitchFamily="49" charset="-122"/>
                  <a:ea typeface="楷体_GB2312" pitchFamily="49" charset="-122"/>
                </a:rPr>
                <a:t>2</a:t>
              </a:r>
            </a:p>
          </p:txBody>
        </p:sp>
        <p:sp>
          <p:nvSpPr>
            <p:cNvPr id="34828" name="Text Box 9">
              <a:extLst>
                <a:ext uri="{FF2B5EF4-FFF2-40B4-BE49-F238E27FC236}">
                  <a16:creationId xmlns:a16="http://schemas.microsoft.com/office/drawing/2014/main" id="{920A5E78-63DA-1242-8EFC-C1E704963776}"/>
                </a:ext>
              </a:extLst>
            </p:cNvPr>
            <p:cNvSpPr txBox="1">
              <a:spLocks noChangeArrowheads="1"/>
            </p:cNvSpPr>
            <p:nvPr/>
          </p:nvSpPr>
          <p:spPr bwMode="auto">
            <a:xfrm>
              <a:off x="340" y="2750"/>
              <a:ext cx="991" cy="35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a:solidFill>
                    <a:srgbClr val="FF0000"/>
                  </a:solidFill>
                  <a:latin typeface="楷体_GB2312" pitchFamily="49" charset="-122"/>
                  <a:ea typeface="楷体_GB2312" pitchFamily="49" charset="-122"/>
                </a:rPr>
                <a:t>应用需求</a:t>
              </a:r>
              <a:r>
                <a:rPr lang="en-US" altLang="zh-CN">
                  <a:solidFill>
                    <a:srgbClr val="FF0000"/>
                  </a:solidFill>
                  <a:latin typeface="楷体_GB2312" pitchFamily="49" charset="-122"/>
                  <a:ea typeface="楷体_GB2312" pitchFamily="49" charset="-122"/>
                </a:rPr>
                <a:t>n</a:t>
              </a:r>
            </a:p>
          </p:txBody>
        </p:sp>
        <p:sp>
          <p:nvSpPr>
            <p:cNvPr id="34829" name="Text Box 10">
              <a:extLst>
                <a:ext uri="{FF2B5EF4-FFF2-40B4-BE49-F238E27FC236}">
                  <a16:creationId xmlns:a16="http://schemas.microsoft.com/office/drawing/2014/main" id="{328A5E90-A8D5-4D4D-A25A-8B7FBF455581}"/>
                </a:ext>
              </a:extLst>
            </p:cNvPr>
            <p:cNvSpPr txBox="1">
              <a:spLocks noChangeArrowheads="1"/>
            </p:cNvSpPr>
            <p:nvPr/>
          </p:nvSpPr>
          <p:spPr bwMode="auto">
            <a:xfrm>
              <a:off x="1827" y="2007"/>
              <a:ext cx="962" cy="380"/>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a:latin typeface="楷体_GB2312" pitchFamily="49" charset="-122"/>
                  <a:ea typeface="楷体_GB2312" pitchFamily="49" charset="-122"/>
                </a:rPr>
                <a:t>概念设计</a:t>
              </a:r>
            </a:p>
          </p:txBody>
        </p:sp>
        <p:sp>
          <p:nvSpPr>
            <p:cNvPr id="34830" name="Text Box 11">
              <a:extLst>
                <a:ext uri="{FF2B5EF4-FFF2-40B4-BE49-F238E27FC236}">
                  <a16:creationId xmlns:a16="http://schemas.microsoft.com/office/drawing/2014/main" id="{DA7E9CF5-6001-184A-BF96-EF25FC2B4247}"/>
                </a:ext>
              </a:extLst>
            </p:cNvPr>
            <p:cNvSpPr txBox="1">
              <a:spLocks noChangeArrowheads="1"/>
            </p:cNvSpPr>
            <p:nvPr/>
          </p:nvSpPr>
          <p:spPr bwMode="auto">
            <a:xfrm>
              <a:off x="3190" y="2024"/>
              <a:ext cx="960" cy="363"/>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a:latin typeface="楷体_GB2312" pitchFamily="49" charset="-122"/>
                  <a:ea typeface="楷体_GB2312" pitchFamily="49" charset="-122"/>
                </a:rPr>
                <a:t>逻辑设计</a:t>
              </a:r>
            </a:p>
          </p:txBody>
        </p:sp>
        <p:sp>
          <p:nvSpPr>
            <p:cNvPr id="34831" name="Text Box 12">
              <a:extLst>
                <a:ext uri="{FF2B5EF4-FFF2-40B4-BE49-F238E27FC236}">
                  <a16:creationId xmlns:a16="http://schemas.microsoft.com/office/drawing/2014/main" id="{463A27A7-4350-9249-9BDE-BBD63E5F6162}"/>
                </a:ext>
              </a:extLst>
            </p:cNvPr>
            <p:cNvSpPr txBox="1">
              <a:spLocks noChangeArrowheads="1"/>
            </p:cNvSpPr>
            <p:nvPr/>
          </p:nvSpPr>
          <p:spPr bwMode="auto">
            <a:xfrm>
              <a:off x="2517" y="1207"/>
              <a:ext cx="797" cy="363"/>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a:solidFill>
                    <a:srgbClr val="FF0000"/>
                  </a:solidFill>
                  <a:latin typeface="楷体_GB2312" pitchFamily="49" charset="-122"/>
                  <a:ea typeface="楷体_GB2312" pitchFamily="49" charset="-122"/>
                </a:rPr>
                <a:t>外模式</a:t>
              </a:r>
              <a:r>
                <a:rPr lang="en-US" altLang="zh-CN">
                  <a:solidFill>
                    <a:srgbClr val="FF0000"/>
                  </a:solidFill>
                  <a:latin typeface="楷体_GB2312" pitchFamily="49" charset="-122"/>
                  <a:ea typeface="楷体_GB2312" pitchFamily="49" charset="-122"/>
                </a:rPr>
                <a:t>1</a:t>
              </a:r>
            </a:p>
          </p:txBody>
        </p:sp>
        <p:sp>
          <p:nvSpPr>
            <p:cNvPr id="34832" name="Text Box 13">
              <a:extLst>
                <a:ext uri="{FF2B5EF4-FFF2-40B4-BE49-F238E27FC236}">
                  <a16:creationId xmlns:a16="http://schemas.microsoft.com/office/drawing/2014/main" id="{60F0392A-DE85-6A42-B91B-20D9109920A3}"/>
                </a:ext>
              </a:extLst>
            </p:cNvPr>
            <p:cNvSpPr txBox="1">
              <a:spLocks noChangeArrowheads="1"/>
            </p:cNvSpPr>
            <p:nvPr/>
          </p:nvSpPr>
          <p:spPr bwMode="auto">
            <a:xfrm>
              <a:off x="3470" y="1207"/>
              <a:ext cx="803" cy="363"/>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a:solidFill>
                    <a:srgbClr val="FF0000"/>
                  </a:solidFill>
                  <a:latin typeface="楷体_GB2312" pitchFamily="49" charset="-122"/>
                  <a:ea typeface="楷体_GB2312" pitchFamily="49" charset="-122"/>
                </a:rPr>
                <a:t>外模式</a:t>
              </a:r>
              <a:r>
                <a:rPr lang="en-US" altLang="zh-CN">
                  <a:solidFill>
                    <a:srgbClr val="FF0000"/>
                  </a:solidFill>
                  <a:latin typeface="楷体_GB2312" pitchFamily="49" charset="-122"/>
                  <a:ea typeface="楷体_GB2312" pitchFamily="49" charset="-122"/>
                </a:rPr>
                <a:t>2</a:t>
              </a:r>
            </a:p>
          </p:txBody>
        </p:sp>
        <p:sp>
          <p:nvSpPr>
            <p:cNvPr id="34833" name="Text Box 14">
              <a:extLst>
                <a:ext uri="{FF2B5EF4-FFF2-40B4-BE49-F238E27FC236}">
                  <a16:creationId xmlns:a16="http://schemas.microsoft.com/office/drawing/2014/main" id="{22A7EFF1-FAA3-204B-84F1-CD0B84ABFDDD}"/>
                </a:ext>
              </a:extLst>
            </p:cNvPr>
            <p:cNvSpPr txBox="1">
              <a:spLocks noChangeArrowheads="1"/>
            </p:cNvSpPr>
            <p:nvPr/>
          </p:nvSpPr>
          <p:spPr bwMode="auto">
            <a:xfrm>
              <a:off x="4422" y="1207"/>
              <a:ext cx="822" cy="363"/>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a:solidFill>
                    <a:srgbClr val="FF0000"/>
                  </a:solidFill>
                  <a:latin typeface="楷体_GB2312" pitchFamily="49" charset="-122"/>
                  <a:ea typeface="楷体_GB2312" pitchFamily="49" charset="-122"/>
                </a:rPr>
                <a:t>外模式</a:t>
              </a:r>
              <a:r>
                <a:rPr lang="en-US" altLang="zh-CN">
                  <a:solidFill>
                    <a:srgbClr val="FF0000"/>
                  </a:solidFill>
                  <a:latin typeface="楷体_GB2312" pitchFamily="49" charset="-122"/>
                  <a:ea typeface="楷体_GB2312" pitchFamily="49" charset="-122"/>
                </a:rPr>
                <a:t>m</a:t>
              </a:r>
            </a:p>
          </p:txBody>
        </p:sp>
        <p:sp>
          <p:nvSpPr>
            <p:cNvPr id="34834" name="AutoShape 15">
              <a:extLst>
                <a:ext uri="{FF2B5EF4-FFF2-40B4-BE49-F238E27FC236}">
                  <a16:creationId xmlns:a16="http://schemas.microsoft.com/office/drawing/2014/main" id="{E2832430-5EF6-9C48-9BD6-D17B52F0A64A}"/>
                </a:ext>
              </a:extLst>
            </p:cNvPr>
            <p:cNvSpPr>
              <a:spLocks noChangeArrowheads="1"/>
            </p:cNvSpPr>
            <p:nvPr/>
          </p:nvSpPr>
          <p:spPr bwMode="auto">
            <a:xfrm>
              <a:off x="4800" y="1888"/>
              <a:ext cx="711" cy="499"/>
            </a:xfrm>
            <a:prstGeom prst="can">
              <a:avLst>
                <a:gd name="adj" fmla="val 25000"/>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a:latin typeface="楷体_GB2312" pitchFamily="49" charset="-122"/>
                  <a:ea typeface="楷体_GB2312" pitchFamily="49" charset="-122"/>
                </a:rPr>
                <a:t>内模式</a:t>
              </a:r>
            </a:p>
          </p:txBody>
        </p:sp>
        <p:sp>
          <p:nvSpPr>
            <p:cNvPr id="34835" name="Line 16">
              <a:extLst>
                <a:ext uri="{FF2B5EF4-FFF2-40B4-BE49-F238E27FC236}">
                  <a16:creationId xmlns:a16="http://schemas.microsoft.com/office/drawing/2014/main" id="{7E711A7E-EE75-B448-AA1E-6D4FAB3B69F4}"/>
                </a:ext>
              </a:extLst>
            </p:cNvPr>
            <p:cNvSpPr>
              <a:spLocks noChangeShapeType="1"/>
            </p:cNvSpPr>
            <p:nvPr/>
          </p:nvSpPr>
          <p:spPr bwMode="auto">
            <a:xfrm>
              <a:off x="1338" y="1525"/>
              <a:ext cx="499" cy="49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6" name="Line 17">
              <a:extLst>
                <a:ext uri="{FF2B5EF4-FFF2-40B4-BE49-F238E27FC236}">
                  <a16:creationId xmlns:a16="http://schemas.microsoft.com/office/drawing/2014/main" id="{B3C39711-9B79-4343-B3D5-3AF60D453817}"/>
                </a:ext>
              </a:extLst>
            </p:cNvPr>
            <p:cNvSpPr>
              <a:spLocks noChangeShapeType="1"/>
            </p:cNvSpPr>
            <p:nvPr/>
          </p:nvSpPr>
          <p:spPr bwMode="auto">
            <a:xfrm>
              <a:off x="1331" y="2205"/>
              <a:ext cx="49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7" name="Line 18">
              <a:extLst>
                <a:ext uri="{FF2B5EF4-FFF2-40B4-BE49-F238E27FC236}">
                  <a16:creationId xmlns:a16="http://schemas.microsoft.com/office/drawing/2014/main" id="{E896A4F4-2D33-C94D-921C-3C832BC32AA5}"/>
                </a:ext>
              </a:extLst>
            </p:cNvPr>
            <p:cNvSpPr>
              <a:spLocks noChangeShapeType="1"/>
            </p:cNvSpPr>
            <p:nvPr/>
          </p:nvSpPr>
          <p:spPr bwMode="auto">
            <a:xfrm flipV="1">
              <a:off x="1331" y="2341"/>
              <a:ext cx="496" cy="58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8" name="Line 19">
              <a:extLst>
                <a:ext uri="{FF2B5EF4-FFF2-40B4-BE49-F238E27FC236}">
                  <a16:creationId xmlns:a16="http://schemas.microsoft.com/office/drawing/2014/main" id="{E0782FED-1965-B74C-A200-F6936AA781C6}"/>
                </a:ext>
              </a:extLst>
            </p:cNvPr>
            <p:cNvSpPr>
              <a:spLocks noChangeShapeType="1"/>
            </p:cNvSpPr>
            <p:nvPr/>
          </p:nvSpPr>
          <p:spPr bwMode="auto">
            <a:xfrm flipH="1" flipV="1">
              <a:off x="2942" y="1570"/>
              <a:ext cx="392" cy="4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9" name="Line 20">
              <a:extLst>
                <a:ext uri="{FF2B5EF4-FFF2-40B4-BE49-F238E27FC236}">
                  <a16:creationId xmlns:a16="http://schemas.microsoft.com/office/drawing/2014/main" id="{9E802F70-D811-6B42-B9C3-4CE41EC2538A}"/>
                </a:ext>
              </a:extLst>
            </p:cNvPr>
            <p:cNvSpPr>
              <a:spLocks noChangeShapeType="1"/>
            </p:cNvSpPr>
            <p:nvPr/>
          </p:nvSpPr>
          <p:spPr bwMode="auto">
            <a:xfrm flipV="1">
              <a:off x="3651" y="1570"/>
              <a:ext cx="136" cy="4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0" name="Line 21">
              <a:extLst>
                <a:ext uri="{FF2B5EF4-FFF2-40B4-BE49-F238E27FC236}">
                  <a16:creationId xmlns:a16="http://schemas.microsoft.com/office/drawing/2014/main" id="{D0DC5A8B-F9F1-E94E-B612-2FD5B30C1FE2}"/>
                </a:ext>
              </a:extLst>
            </p:cNvPr>
            <p:cNvSpPr>
              <a:spLocks noChangeShapeType="1"/>
            </p:cNvSpPr>
            <p:nvPr/>
          </p:nvSpPr>
          <p:spPr bwMode="auto">
            <a:xfrm flipV="1">
              <a:off x="3969" y="1570"/>
              <a:ext cx="816" cy="4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1" name="Line 22">
              <a:extLst>
                <a:ext uri="{FF2B5EF4-FFF2-40B4-BE49-F238E27FC236}">
                  <a16:creationId xmlns:a16="http://schemas.microsoft.com/office/drawing/2014/main" id="{74F7E680-7590-944B-A18E-420C55D0818B}"/>
                </a:ext>
              </a:extLst>
            </p:cNvPr>
            <p:cNvSpPr>
              <a:spLocks noChangeShapeType="1"/>
            </p:cNvSpPr>
            <p:nvPr/>
          </p:nvSpPr>
          <p:spPr bwMode="auto">
            <a:xfrm flipV="1">
              <a:off x="4150" y="2156"/>
              <a:ext cx="650" cy="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2" name="Line 23">
              <a:extLst>
                <a:ext uri="{FF2B5EF4-FFF2-40B4-BE49-F238E27FC236}">
                  <a16:creationId xmlns:a16="http://schemas.microsoft.com/office/drawing/2014/main" id="{883DB9B5-BFF9-3F46-8777-53BBB2DF1B9F}"/>
                </a:ext>
              </a:extLst>
            </p:cNvPr>
            <p:cNvSpPr>
              <a:spLocks noChangeShapeType="1"/>
            </p:cNvSpPr>
            <p:nvPr/>
          </p:nvSpPr>
          <p:spPr bwMode="auto">
            <a:xfrm flipV="1">
              <a:off x="2789" y="2156"/>
              <a:ext cx="401" cy="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3" name="Line 24">
              <a:extLst>
                <a:ext uri="{FF2B5EF4-FFF2-40B4-BE49-F238E27FC236}">
                  <a16:creationId xmlns:a16="http://schemas.microsoft.com/office/drawing/2014/main" id="{E79695A0-B959-0B46-9844-8CD9314DC983}"/>
                </a:ext>
              </a:extLst>
            </p:cNvPr>
            <p:cNvSpPr>
              <a:spLocks noChangeShapeType="1"/>
            </p:cNvSpPr>
            <p:nvPr/>
          </p:nvSpPr>
          <p:spPr bwMode="auto">
            <a:xfrm>
              <a:off x="1579" y="1180"/>
              <a:ext cx="0" cy="2342"/>
            </a:xfrm>
            <a:prstGeom prst="line">
              <a:avLst/>
            </a:prstGeom>
            <a:noFill/>
            <a:ln w="19050">
              <a:solidFill>
                <a:srgbClr val="D60093"/>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4" name="Line 25">
              <a:extLst>
                <a:ext uri="{FF2B5EF4-FFF2-40B4-BE49-F238E27FC236}">
                  <a16:creationId xmlns:a16="http://schemas.microsoft.com/office/drawing/2014/main" id="{6DE3839A-E373-7C4D-8672-129F26F05003}"/>
                </a:ext>
              </a:extLst>
            </p:cNvPr>
            <p:cNvSpPr>
              <a:spLocks noChangeShapeType="1"/>
            </p:cNvSpPr>
            <p:nvPr/>
          </p:nvSpPr>
          <p:spPr bwMode="auto">
            <a:xfrm>
              <a:off x="2942" y="1765"/>
              <a:ext cx="0" cy="1367"/>
            </a:xfrm>
            <a:prstGeom prst="line">
              <a:avLst/>
            </a:prstGeom>
            <a:noFill/>
            <a:ln w="19050">
              <a:solidFill>
                <a:srgbClr val="D60093"/>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5" name="Line 26">
              <a:extLst>
                <a:ext uri="{FF2B5EF4-FFF2-40B4-BE49-F238E27FC236}">
                  <a16:creationId xmlns:a16="http://schemas.microsoft.com/office/drawing/2014/main" id="{792F0FC6-FF0E-CD4B-A8F2-8A33188D144A}"/>
                </a:ext>
              </a:extLst>
            </p:cNvPr>
            <p:cNvSpPr>
              <a:spLocks noChangeShapeType="1"/>
            </p:cNvSpPr>
            <p:nvPr/>
          </p:nvSpPr>
          <p:spPr bwMode="auto">
            <a:xfrm>
              <a:off x="4429" y="1961"/>
              <a:ext cx="0" cy="1171"/>
            </a:xfrm>
            <a:prstGeom prst="line">
              <a:avLst/>
            </a:prstGeom>
            <a:noFill/>
            <a:ln w="19050">
              <a:solidFill>
                <a:srgbClr val="D60093"/>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6" name="Text Box 27">
              <a:extLst>
                <a:ext uri="{FF2B5EF4-FFF2-40B4-BE49-F238E27FC236}">
                  <a16:creationId xmlns:a16="http://schemas.microsoft.com/office/drawing/2014/main" id="{739AFFD2-3049-8E46-85B5-D2B8F67AD3BC}"/>
                </a:ext>
              </a:extLst>
            </p:cNvPr>
            <p:cNvSpPr txBox="1">
              <a:spLocks noChangeArrowheads="1"/>
            </p:cNvSpPr>
            <p:nvPr/>
          </p:nvSpPr>
          <p:spPr bwMode="auto">
            <a:xfrm>
              <a:off x="2966" y="2860"/>
              <a:ext cx="912" cy="3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a:solidFill>
                    <a:srgbClr val="008000"/>
                  </a:solidFill>
                  <a:latin typeface="楷体_GB2312" pitchFamily="49" charset="-122"/>
                  <a:ea typeface="楷体_GB2312" pitchFamily="49" charset="-122"/>
                </a:rPr>
                <a:t>表示转换</a:t>
              </a:r>
            </a:p>
          </p:txBody>
        </p:sp>
      </p:grpSp>
      <p:sp>
        <p:nvSpPr>
          <p:cNvPr id="34821" name="Rectangle 3">
            <a:extLst>
              <a:ext uri="{FF2B5EF4-FFF2-40B4-BE49-F238E27FC236}">
                <a16:creationId xmlns:a16="http://schemas.microsoft.com/office/drawing/2014/main" id="{5DB1B371-269B-0943-BB18-20BCDE86A9EF}"/>
              </a:ext>
            </a:extLst>
          </p:cNvPr>
          <p:cNvSpPr>
            <a:spLocks noGrp="1" noChangeArrowheads="1"/>
          </p:cNvSpPr>
          <p:nvPr>
            <p:ph type="body" idx="1"/>
          </p:nvPr>
        </p:nvSpPr>
        <p:spPr>
          <a:xfrm>
            <a:off x="650875" y="1143000"/>
            <a:ext cx="8820150" cy="2943225"/>
          </a:xfrm>
        </p:spPr>
        <p:txBody>
          <a:bodyPr/>
          <a:lstStyle/>
          <a:p>
            <a:r>
              <a:rPr lang="zh-CN" altLang="en-US" sz="2400"/>
              <a:t>数据库结构设计包括</a:t>
            </a:r>
          </a:p>
          <a:p>
            <a:pPr lvl="1"/>
            <a:r>
              <a:rPr lang="zh-CN" altLang="en-US" sz="2400"/>
              <a:t>需求分析阶段： 综合各个用户的应用需求</a:t>
            </a:r>
          </a:p>
          <a:p>
            <a:pPr lvl="1"/>
            <a:r>
              <a:rPr lang="zh-CN" altLang="en-US" sz="2400"/>
              <a:t>概念结构设计 ：形成独立于各个</a:t>
            </a:r>
            <a:r>
              <a:rPr lang="en-US" altLang="zh-CN" sz="2400"/>
              <a:t>DBMS</a:t>
            </a:r>
            <a:r>
              <a:rPr lang="zh-CN" altLang="en-US" sz="2400"/>
              <a:t>概念模式，如</a:t>
            </a:r>
            <a:r>
              <a:rPr lang="en-US" altLang="zh-CN" sz="2400"/>
              <a:t>E</a:t>
            </a:r>
            <a:r>
              <a:rPr lang="zh-CN" altLang="en-US" sz="2400"/>
              <a:t>－</a:t>
            </a:r>
            <a:r>
              <a:rPr lang="en-US" altLang="zh-CN" sz="2400"/>
              <a:t>R</a:t>
            </a:r>
            <a:r>
              <a:rPr lang="zh-CN" altLang="en-US" sz="2400"/>
              <a:t>图 </a:t>
            </a:r>
          </a:p>
          <a:p>
            <a:pPr lvl="1"/>
            <a:r>
              <a:rPr lang="zh-CN" altLang="en-US" sz="2400"/>
              <a:t>逻辑结构设计 ：形成</a:t>
            </a:r>
            <a:r>
              <a:rPr lang="zh-CN" altLang="en-US" sz="2400">
                <a:solidFill>
                  <a:srgbClr val="0000FF"/>
                </a:solidFill>
              </a:rPr>
              <a:t>数据库逻辑模式</a:t>
            </a:r>
            <a:r>
              <a:rPr lang="zh-CN" altLang="en-US" sz="2400"/>
              <a:t>与</a:t>
            </a:r>
            <a:r>
              <a:rPr lang="zh-CN" altLang="en-US" sz="2400">
                <a:solidFill>
                  <a:srgbClr val="0000FF"/>
                </a:solidFill>
              </a:rPr>
              <a:t>外模式</a:t>
            </a:r>
            <a:r>
              <a:rPr lang="zh-CN" altLang="en-US" sz="2400"/>
              <a:t>，用</a:t>
            </a:r>
            <a:r>
              <a:rPr lang="en-US" altLang="zh-CN" sz="2400"/>
              <a:t>(</a:t>
            </a:r>
            <a:r>
              <a:rPr lang="zh-CN" altLang="en-US" sz="2400"/>
              <a:t>基本</a:t>
            </a:r>
            <a:r>
              <a:rPr lang="en-US" altLang="zh-CN" sz="2400"/>
              <a:t>)</a:t>
            </a:r>
            <a:r>
              <a:rPr lang="zh-CN" altLang="en-US" sz="2400"/>
              <a:t>数据模型描述，例基本表、视图等</a:t>
            </a:r>
          </a:p>
          <a:p>
            <a:pPr lvl="1"/>
            <a:r>
              <a:rPr lang="zh-CN" altLang="en-US" sz="2400"/>
              <a:t>物理结构设计：形成</a:t>
            </a:r>
            <a:r>
              <a:rPr lang="zh-CN" altLang="en-US" sz="2400">
                <a:solidFill>
                  <a:srgbClr val="0000FF"/>
                </a:solidFill>
              </a:rPr>
              <a:t>数据库内模式</a:t>
            </a:r>
            <a:r>
              <a:rPr lang="zh-CN" altLang="en-US" sz="2400"/>
              <a:t>，如</a:t>
            </a:r>
            <a:r>
              <a:rPr lang="en-US" altLang="zh-CN" sz="2400"/>
              <a:t>DB</a:t>
            </a:r>
            <a:r>
              <a:rPr lang="zh-CN" altLang="en-US" sz="2400"/>
              <a:t>文件或目录、索引</a:t>
            </a:r>
          </a:p>
          <a:p>
            <a:endParaRPr lang="zh-CN" altLang="en-US" sz="2400"/>
          </a:p>
        </p:txBody>
      </p:sp>
      <p:sp>
        <p:nvSpPr>
          <p:cNvPr id="2215970" name="Rectangle 34">
            <a:extLst>
              <a:ext uri="{FF2B5EF4-FFF2-40B4-BE49-F238E27FC236}">
                <a16:creationId xmlns:a16="http://schemas.microsoft.com/office/drawing/2014/main" id="{5DDA0D5B-4991-F94A-A553-49A716B83B7B}"/>
              </a:ext>
            </a:extLst>
          </p:cNvPr>
          <p:cNvSpPr>
            <a:spLocks noGrp="1" noChangeArrowheads="1"/>
          </p:cNvSpPr>
          <p:nvPr>
            <p:ph type="title"/>
          </p:nvPr>
        </p:nvSpPr>
        <p:spPr/>
        <p:txBody>
          <a:bodyPr/>
          <a:lstStyle/>
          <a:p>
            <a:r>
              <a:rPr lang="zh-CN" altLang="en-US"/>
              <a:t>数据库各级模式的形成过程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a:extLst>
              <a:ext uri="{FF2B5EF4-FFF2-40B4-BE49-F238E27FC236}">
                <a16:creationId xmlns:a16="http://schemas.microsoft.com/office/drawing/2014/main" id="{31042162-1BCB-5C49-9380-7CF1EEA9D047}"/>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8FDA9297-65A9-C345-B5DF-812A31CBE330}" type="slidenum">
              <a:rPr lang="zh-CN" altLang="en-US" sz="2000"/>
              <a:pPr/>
              <a:t>12</a:t>
            </a:fld>
            <a:endParaRPr lang="en-US" altLang="zh-CN" sz="2000"/>
          </a:p>
        </p:txBody>
      </p:sp>
      <p:sp>
        <p:nvSpPr>
          <p:cNvPr id="36867" name="日期占位符 4">
            <a:extLst>
              <a:ext uri="{FF2B5EF4-FFF2-40B4-BE49-F238E27FC236}">
                <a16:creationId xmlns:a16="http://schemas.microsoft.com/office/drawing/2014/main" id="{AC5924CC-F403-7241-AE3A-0B69D90D6897}"/>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7AB5B2FB-BB5D-0447-AC3E-4361AE7093F3}" type="datetime1">
              <a:rPr lang="zh-CN" altLang="en-US" sz="1800" smtClean="0"/>
              <a:pPr/>
              <a:t>2023/5/16</a:t>
            </a:fld>
            <a:endParaRPr lang="en-US" altLang="zh-CN" sz="1000"/>
          </a:p>
        </p:txBody>
      </p:sp>
      <p:sp>
        <p:nvSpPr>
          <p:cNvPr id="1797122" name="Rectangle 2">
            <a:extLst>
              <a:ext uri="{FF2B5EF4-FFF2-40B4-BE49-F238E27FC236}">
                <a16:creationId xmlns:a16="http://schemas.microsoft.com/office/drawing/2014/main" id="{DBA2D60B-18C3-1048-BB82-9B1BED551F91}"/>
              </a:ext>
            </a:extLst>
          </p:cNvPr>
          <p:cNvSpPr>
            <a:spLocks noGrp="1" noChangeArrowheads="1"/>
          </p:cNvSpPr>
          <p:nvPr>
            <p:ph type="title"/>
          </p:nvPr>
        </p:nvSpPr>
        <p:spPr/>
        <p:txBody>
          <a:bodyPr/>
          <a:lstStyle/>
          <a:p>
            <a:pPr>
              <a:defRPr/>
            </a:pPr>
            <a:r>
              <a:rPr lang="zh-CN" altLang="en-US"/>
              <a:t>一</a:t>
            </a:r>
            <a:r>
              <a:rPr lang="en-US" altLang="zh-CN"/>
              <a:t>. </a:t>
            </a:r>
            <a:r>
              <a:rPr lang="zh-CN" altLang="en-US"/>
              <a:t>需求分析</a:t>
            </a:r>
          </a:p>
        </p:txBody>
      </p:sp>
      <p:sp>
        <p:nvSpPr>
          <p:cNvPr id="36869" name="Rectangle 3">
            <a:extLst>
              <a:ext uri="{FF2B5EF4-FFF2-40B4-BE49-F238E27FC236}">
                <a16:creationId xmlns:a16="http://schemas.microsoft.com/office/drawing/2014/main" id="{9CF7C61C-734A-D642-B3C2-F0CB20802D82}"/>
              </a:ext>
            </a:extLst>
          </p:cNvPr>
          <p:cNvSpPr>
            <a:spLocks noGrp="1" noChangeArrowheads="1"/>
          </p:cNvSpPr>
          <p:nvPr>
            <p:ph type="body" idx="1"/>
          </p:nvPr>
        </p:nvSpPr>
        <p:spPr>
          <a:xfrm>
            <a:off x="631825" y="1268413"/>
            <a:ext cx="8585200" cy="5186362"/>
          </a:xfrm>
        </p:spPr>
        <p:txBody>
          <a:bodyPr/>
          <a:lstStyle/>
          <a:p>
            <a:pPr>
              <a:lnSpc>
                <a:spcPct val="100000"/>
              </a:lnSpc>
            </a:pPr>
            <a:r>
              <a:rPr lang="zh-CN" altLang="en-US"/>
              <a:t>需求分析就是分析用户的需要与要求</a:t>
            </a:r>
          </a:p>
          <a:p>
            <a:pPr lvl="1">
              <a:lnSpc>
                <a:spcPct val="100000"/>
              </a:lnSpc>
            </a:pPr>
            <a:r>
              <a:rPr lang="zh-CN" altLang="en-US"/>
              <a:t>需求分析是设计数据库的起点</a:t>
            </a:r>
          </a:p>
          <a:p>
            <a:pPr lvl="1">
              <a:lnSpc>
                <a:spcPct val="100000"/>
              </a:lnSpc>
            </a:pPr>
            <a:r>
              <a:rPr lang="zh-CN" altLang="en-US">
                <a:solidFill>
                  <a:srgbClr val="FF0000"/>
                </a:solidFill>
              </a:rPr>
              <a:t>需求分析的结果是否准确反映了用户的实际要求，将直接影响到后面各个阶段的设计，并影响到设计结果是否合理和实用</a:t>
            </a:r>
          </a:p>
          <a:p>
            <a:r>
              <a:rPr lang="zh-CN" altLang="en-US"/>
              <a:t>分析和表达用户的需求</a:t>
            </a:r>
            <a:r>
              <a:rPr lang="zh-CN" altLang="zh-CN"/>
              <a:t>的常用方法</a:t>
            </a:r>
          </a:p>
          <a:p>
            <a:pPr lvl="1"/>
            <a:r>
              <a:rPr lang="zh-CN" altLang="en-US"/>
              <a:t>自顶向下的结构化分析方法（</a:t>
            </a:r>
            <a:r>
              <a:rPr lang="en-US" altLang="zh-CN"/>
              <a:t>Structured Analysis</a:t>
            </a:r>
            <a:r>
              <a:rPr lang="zh-CN" altLang="en-US"/>
              <a:t>,简称</a:t>
            </a:r>
            <a:r>
              <a:rPr lang="en-US" altLang="zh-CN"/>
              <a:t>SA</a:t>
            </a:r>
            <a:r>
              <a:rPr lang="zh-CN" altLang="en-US"/>
              <a:t>方法）</a:t>
            </a:r>
          </a:p>
          <a:p>
            <a:pPr lvl="1"/>
            <a:r>
              <a:rPr lang="en-US" altLang="zh-CN"/>
              <a:t>SA</a:t>
            </a:r>
            <a:r>
              <a:rPr lang="zh-CN" altLang="en-US"/>
              <a:t>方法从最上层的系统组织机构入手，采用逐层分解的方式分析系统，并用数据流图和数据字典描述系统</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a:extLst>
              <a:ext uri="{FF2B5EF4-FFF2-40B4-BE49-F238E27FC236}">
                <a16:creationId xmlns:a16="http://schemas.microsoft.com/office/drawing/2014/main" id="{555F716C-F1A7-C341-AA6B-DD8B2E53E6E0}"/>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97474B58-AB19-6343-BECE-59D21DFC9B60}" type="slidenum">
              <a:rPr lang="zh-CN" altLang="en-US" sz="2000"/>
              <a:pPr/>
              <a:t>13</a:t>
            </a:fld>
            <a:endParaRPr lang="en-US" altLang="zh-CN" sz="2000"/>
          </a:p>
        </p:txBody>
      </p:sp>
      <p:sp>
        <p:nvSpPr>
          <p:cNvPr id="37891" name="日期占位符 4">
            <a:extLst>
              <a:ext uri="{FF2B5EF4-FFF2-40B4-BE49-F238E27FC236}">
                <a16:creationId xmlns:a16="http://schemas.microsoft.com/office/drawing/2014/main" id="{473F012C-917B-5E45-BB54-AD3AC55B9DE9}"/>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521A31C-E3E7-8C45-8B07-4BA7CCB5B897}" type="datetime1">
              <a:rPr lang="zh-CN" altLang="en-US" sz="1800" smtClean="0"/>
              <a:pPr/>
              <a:t>2023/5/16</a:t>
            </a:fld>
            <a:endParaRPr lang="en-US" altLang="zh-CN" sz="1000"/>
          </a:p>
        </p:txBody>
      </p:sp>
      <p:sp>
        <p:nvSpPr>
          <p:cNvPr id="2132994" name="Rectangle 2">
            <a:extLst>
              <a:ext uri="{FF2B5EF4-FFF2-40B4-BE49-F238E27FC236}">
                <a16:creationId xmlns:a16="http://schemas.microsoft.com/office/drawing/2014/main" id="{8CB2DC7D-81FC-1D48-8BEF-5D14AC47DB1F}"/>
              </a:ext>
            </a:extLst>
          </p:cNvPr>
          <p:cNvSpPr>
            <a:spLocks noGrp="1" noChangeArrowheads="1"/>
          </p:cNvSpPr>
          <p:nvPr>
            <p:ph type="title"/>
          </p:nvPr>
        </p:nvSpPr>
        <p:spPr>
          <a:xfrm>
            <a:off x="650875" y="311150"/>
            <a:ext cx="8820150" cy="603250"/>
          </a:xfrm>
        </p:spPr>
        <p:txBody>
          <a:bodyPr/>
          <a:lstStyle/>
          <a:p>
            <a:pPr defTabSz="914400"/>
            <a:r>
              <a:rPr lang="zh-CN" altLang="en-US" sz="4400"/>
              <a:t>进一步分析和表达用户需求</a:t>
            </a:r>
          </a:p>
        </p:txBody>
      </p:sp>
      <p:sp>
        <p:nvSpPr>
          <p:cNvPr id="37893" name="Rectangle 3">
            <a:extLst>
              <a:ext uri="{FF2B5EF4-FFF2-40B4-BE49-F238E27FC236}">
                <a16:creationId xmlns:a16="http://schemas.microsoft.com/office/drawing/2014/main" id="{83DAE630-85A3-0A49-9211-9510CE808D81}"/>
              </a:ext>
            </a:extLst>
          </p:cNvPr>
          <p:cNvSpPr>
            <a:spLocks noGrp="1" noChangeArrowheads="1"/>
          </p:cNvSpPr>
          <p:nvPr>
            <p:ph type="body" idx="1"/>
          </p:nvPr>
        </p:nvSpPr>
        <p:spPr>
          <a:xfrm>
            <a:off x="650875" y="1143000"/>
            <a:ext cx="8820150" cy="768350"/>
          </a:xfrm>
        </p:spPr>
        <p:txBody>
          <a:bodyPr/>
          <a:lstStyle/>
          <a:p>
            <a:pPr marL="342900" indent="-342900" defTabSz="914400"/>
            <a:r>
              <a:rPr lang="en-US" altLang="zh-CN"/>
              <a:t>(1</a:t>
            </a:r>
            <a:r>
              <a:rPr lang="zh-CN" altLang="en-US"/>
              <a:t>)</a:t>
            </a:r>
            <a:r>
              <a:rPr kumimoji="1" lang="zh-CN" altLang="en-US"/>
              <a:t>在需求分析中，通过自顶向下、逐步分解的方法分析系统。任何一个系统都可以抽象为数据流图的形式</a:t>
            </a:r>
          </a:p>
        </p:txBody>
      </p:sp>
      <p:grpSp>
        <p:nvGrpSpPr>
          <p:cNvPr id="37894" name="Group 4">
            <a:extLst>
              <a:ext uri="{FF2B5EF4-FFF2-40B4-BE49-F238E27FC236}">
                <a16:creationId xmlns:a16="http://schemas.microsoft.com/office/drawing/2014/main" id="{0A3D1F4E-E904-FB43-835E-2457EA19EE63}"/>
              </a:ext>
            </a:extLst>
          </p:cNvPr>
          <p:cNvGrpSpPr>
            <a:grpSpLocks/>
          </p:cNvGrpSpPr>
          <p:nvPr/>
        </p:nvGrpSpPr>
        <p:grpSpPr bwMode="auto">
          <a:xfrm>
            <a:off x="1042988" y="2997200"/>
            <a:ext cx="6913562" cy="2232025"/>
            <a:chOff x="2738" y="9842"/>
            <a:chExt cx="4822" cy="1560"/>
          </a:xfrm>
        </p:grpSpPr>
        <p:sp>
          <p:nvSpPr>
            <p:cNvPr id="37895" name="Text Box 5">
              <a:extLst>
                <a:ext uri="{FF2B5EF4-FFF2-40B4-BE49-F238E27FC236}">
                  <a16:creationId xmlns:a16="http://schemas.microsoft.com/office/drawing/2014/main" id="{733CE34D-8FCA-4642-B3D9-5DA120F67CCF}"/>
                </a:ext>
              </a:extLst>
            </p:cNvPr>
            <p:cNvSpPr txBox="1">
              <a:spLocks noChangeArrowheads="1"/>
            </p:cNvSpPr>
            <p:nvPr/>
          </p:nvSpPr>
          <p:spPr bwMode="auto">
            <a:xfrm>
              <a:off x="4538" y="10934"/>
              <a:ext cx="16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800" b="0">
                  <a:solidFill>
                    <a:srgbClr val="FF0000"/>
                  </a:solidFill>
                  <a:latin typeface="Times New Roman" panose="02020603050405020304" pitchFamily="18" charset="0"/>
                </a:rPr>
                <a:t>数据存储</a:t>
              </a:r>
              <a:endParaRPr kumimoji="1" lang="zh-CN" altLang="en-US" sz="6000" b="0">
                <a:solidFill>
                  <a:srgbClr val="FF0000"/>
                </a:solidFill>
                <a:latin typeface="Gulim" panose="020B0600000101010101" pitchFamily="34" charset="-127"/>
                <a:ea typeface="Gulim" panose="020B0600000101010101" pitchFamily="34" charset="-127"/>
              </a:endParaRPr>
            </a:p>
          </p:txBody>
        </p:sp>
        <p:sp>
          <p:nvSpPr>
            <p:cNvPr id="37896" name="Text Box 6">
              <a:extLst>
                <a:ext uri="{FF2B5EF4-FFF2-40B4-BE49-F238E27FC236}">
                  <a16:creationId xmlns:a16="http://schemas.microsoft.com/office/drawing/2014/main" id="{34DCB4DA-6A77-E94D-8CD5-FF7213AFA627}"/>
                </a:ext>
              </a:extLst>
            </p:cNvPr>
            <p:cNvSpPr txBox="1">
              <a:spLocks noChangeArrowheads="1"/>
            </p:cNvSpPr>
            <p:nvPr/>
          </p:nvSpPr>
          <p:spPr bwMode="auto">
            <a:xfrm>
              <a:off x="2738" y="9998"/>
              <a:ext cx="108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800" b="0">
                  <a:solidFill>
                    <a:srgbClr val="FF0000"/>
                  </a:solidFill>
                  <a:latin typeface="Times New Roman" panose="02020603050405020304" pitchFamily="18" charset="0"/>
                </a:rPr>
                <a:t>数据源</a:t>
              </a:r>
              <a:endParaRPr kumimoji="1" lang="zh-CN" altLang="en-US" sz="6000" b="0">
                <a:solidFill>
                  <a:srgbClr val="FF0000"/>
                </a:solidFill>
                <a:latin typeface="Gulim" panose="020B0600000101010101" pitchFamily="34" charset="-127"/>
                <a:ea typeface="Gulim" panose="020B0600000101010101" pitchFamily="34" charset="-127"/>
              </a:endParaRPr>
            </a:p>
          </p:txBody>
        </p:sp>
        <p:sp>
          <p:nvSpPr>
            <p:cNvPr id="37897" name="Text Box 7">
              <a:extLst>
                <a:ext uri="{FF2B5EF4-FFF2-40B4-BE49-F238E27FC236}">
                  <a16:creationId xmlns:a16="http://schemas.microsoft.com/office/drawing/2014/main" id="{52475E6B-3B9C-B949-8219-C406CA459B7C}"/>
                </a:ext>
              </a:extLst>
            </p:cNvPr>
            <p:cNvSpPr txBox="1">
              <a:spLocks noChangeArrowheads="1"/>
            </p:cNvSpPr>
            <p:nvPr/>
          </p:nvSpPr>
          <p:spPr bwMode="auto">
            <a:xfrm>
              <a:off x="6338" y="9998"/>
              <a:ext cx="1222"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800" b="0">
                  <a:solidFill>
                    <a:srgbClr val="FF0000"/>
                  </a:solidFill>
                  <a:latin typeface="Times New Roman" panose="02020603050405020304" pitchFamily="18" charset="0"/>
                </a:rPr>
                <a:t>数据输出</a:t>
              </a:r>
              <a:endParaRPr kumimoji="1" lang="zh-CN" altLang="en-US" sz="6000" b="0">
                <a:solidFill>
                  <a:srgbClr val="FF0000"/>
                </a:solidFill>
                <a:latin typeface="Gulim" panose="020B0600000101010101" pitchFamily="34" charset="-127"/>
                <a:ea typeface="Gulim" panose="020B0600000101010101" pitchFamily="34" charset="-127"/>
              </a:endParaRPr>
            </a:p>
          </p:txBody>
        </p:sp>
        <p:sp>
          <p:nvSpPr>
            <p:cNvPr id="37898" name="Oval 8">
              <a:extLst>
                <a:ext uri="{FF2B5EF4-FFF2-40B4-BE49-F238E27FC236}">
                  <a16:creationId xmlns:a16="http://schemas.microsoft.com/office/drawing/2014/main" id="{3D9A6EDB-D87D-6045-9533-2DE6E2C8D925}"/>
                </a:ext>
              </a:extLst>
            </p:cNvPr>
            <p:cNvSpPr>
              <a:spLocks noChangeArrowheads="1"/>
            </p:cNvSpPr>
            <p:nvPr/>
          </p:nvSpPr>
          <p:spPr bwMode="auto">
            <a:xfrm>
              <a:off x="4538" y="9842"/>
              <a:ext cx="1260" cy="6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800" b="0">
                  <a:solidFill>
                    <a:srgbClr val="FF0000"/>
                  </a:solidFill>
                  <a:latin typeface="Times New Roman" panose="02020603050405020304" pitchFamily="18" charset="0"/>
                </a:rPr>
                <a:t>处理</a:t>
              </a:r>
              <a:endParaRPr kumimoji="1" lang="zh-CN" altLang="en-US" sz="6000" b="0">
                <a:solidFill>
                  <a:srgbClr val="FF0000"/>
                </a:solidFill>
                <a:latin typeface="Gulim" panose="020B0600000101010101" pitchFamily="34" charset="-127"/>
                <a:ea typeface="Gulim" panose="020B0600000101010101" pitchFamily="34" charset="-127"/>
              </a:endParaRPr>
            </a:p>
          </p:txBody>
        </p:sp>
        <p:sp>
          <p:nvSpPr>
            <p:cNvPr id="37899" name="Line 9">
              <a:extLst>
                <a:ext uri="{FF2B5EF4-FFF2-40B4-BE49-F238E27FC236}">
                  <a16:creationId xmlns:a16="http://schemas.microsoft.com/office/drawing/2014/main" id="{6C71DE7C-657A-B340-91FC-4B3D7374B0B6}"/>
                </a:ext>
              </a:extLst>
            </p:cNvPr>
            <p:cNvSpPr>
              <a:spLocks noChangeShapeType="1"/>
            </p:cNvSpPr>
            <p:nvPr/>
          </p:nvSpPr>
          <p:spPr bwMode="auto">
            <a:xfrm>
              <a:off x="3818" y="10154"/>
              <a:ext cx="72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00" name="Line 10">
              <a:extLst>
                <a:ext uri="{FF2B5EF4-FFF2-40B4-BE49-F238E27FC236}">
                  <a16:creationId xmlns:a16="http://schemas.microsoft.com/office/drawing/2014/main" id="{60EF5F9A-E07D-EB47-8816-F74C6FEFF421}"/>
                </a:ext>
              </a:extLst>
            </p:cNvPr>
            <p:cNvSpPr>
              <a:spLocks noChangeShapeType="1"/>
            </p:cNvSpPr>
            <p:nvPr/>
          </p:nvSpPr>
          <p:spPr bwMode="auto">
            <a:xfrm>
              <a:off x="5798" y="10154"/>
              <a:ext cx="54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01" name="Line 11">
              <a:extLst>
                <a:ext uri="{FF2B5EF4-FFF2-40B4-BE49-F238E27FC236}">
                  <a16:creationId xmlns:a16="http://schemas.microsoft.com/office/drawing/2014/main" id="{0D95D99E-E88E-544F-8A7E-FD6FC2BC599D}"/>
                </a:ext>
              </a:extLst>
            </p:cNvPr>
            <p:cNvSpPr>
              <a:spLocks noChangeShapeType="1"/>
            </p:cNvSpPr>
            <p:nvPr/>
          </p:nvSpPr>
          <p:spPr bwMode="auto">
            <a:xfrm>
              <a:off x="5258" y="10466"/>
              <a:ext cx="0" cy="468"/>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02" name="Line 12">
              <a:extLst>
                <a:ext uri="{FF2B5EF4-FFF2-40B4-BE49-F238E27FC236}">
                  <a16:creationId xmlns:a16="http://schemas.microsoft.com/office/drawing/2014/main" id="{09F9F2F8-CC1B-4542-9AEB-0E5FA3A7309B}"/>
                </a:ext>
              </a:extLst>
            </p:cNvPr>
            <p:cNvSpPr>
              <a:spLocks noChangeShapeType="1"/>
            </p:cNvSpPr>
            <p:nvPr/>
          </p:nvSpPr>
          <p:spPr bwMode="auto">
            <a:xfrm>
              <a:off x="4538" y="10934"/>
              <a:ext cx="16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3" name="Line 13">
              <a:extLst>
                <a:ext uri="{FF2B5EF4-FFF2-40B4-BE49-F238E27FC236}">
                  <a16:creationId xmlns:a16="http://schemas.microsoft.com/office/drawing/2014/main" id="{180D9AD3-E0EA-954E-8AD4-4425668706F6}"/>
                </a:ext>
              </a:extLst>
            </p:cNvPr>
            <p:cNvSpPr>
              <a:spLocks noChangeShapeType="1"/>
            </p:cNvSpPr>
            <p:nvPr/>
          </p:nvSpPr>
          <p:spPr bwMode="auto">
            <a:xfrm>
              <a:off x="4538" y="11402"/>
              <a:ext cx="16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灯片编号占位符 3">
            <a:extLst>
              <a:ext uri="{FF2B5EF4-FFF2-40B4-BE49-F238E27FC236}">
                <a16:creationId xmlns:a16="http://schemas.microsoft.com/office/drawing/2014/main" id="{B544431E-93D2-0543-B8E5-3D085FB8594F}"/>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68F91964-1362-AA4D-9E41-B9F7A795490B}" type="slidenum">
              <a:rPr lang="zh-CN" altLang="en-US" sz="2000"/>
              <a:pPr/>
              <a:t>14</a:t>
            </a:fld>
            <a:endParaRPr lang="en-US" altLang="zh-CN" sz="2000"/>
          </a:p>
        </p:txBody>
      </p:sp>
      <p:sp>
        <p:nvSpPr>
          <p:cNvPr id="38915" name="日期占位符 4">
            <a:extLst>
              <a:ext uri="{FF2B5EF4-FFF2-40B4-BE49-F238E27FC236}">
                <a16:creationId xmlns:a16="http://schemas.microsoft.com/office/drawing/2014/main" id="{2869A96B-5B32-0D42-AB0C-CC9F2E32E4BC}"/>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A63D035-7A29-2E46-B7AA-BDCD884AE560}" type="datetime1">
              <a:rPr lang="zh-CN" altLang="en-US" sz="1800" smtClean="0"/>
              <a:pPr/>
              <a:t>2023/5/16</a:t>
            </a:fld>
            <a:endParaRPr lang="en-US" altLang="zh-CN" sz="1000"/>
          </a:p>
        </p:txBody>
      </p:sp>
      <p:sp>
        <p:nvSpPr>
          <p:cNvPr id="2134018" name="Rectangle 2">
            <a:extLst>
              <a:ext uri="{FF2B5EF4-FFF2-40B4-BE49-F238E27FC236}">
                <a16:creationId xmlns:a16="http://schemas.microsoft.com/office/drawing/2014/main" id="{3A2A5355-0961-5040-B4C9-F5CF17702D35}"/>
              </a:ext>
            </a:extLst>
          </p:cNvPr>
          <p:cNvSpPr>
            <a:spLocks noGrp="1" noChangeArrowheads="1"/>
          </p:cNvSpPr>
          <p:nvPr>
            <p:ph type="title"/>
          </p:nvPr>
        </p:nvSpPr>
        <p:spPr/>
        <p:txBody>
          <a:bodyPr/>
          <a:lstStyle/>
          <a:p>
            <a:pPr defTabSz="914400"/>
            <a:r>
              <a:rPr lang="zh-CN" altLang="en-US" sz="4400"/>
              <a:t>进一步分析和表达用户需求（续）</a:t>
            </a:r>
          </a:p>
        </p:txBody>
      </p:sp>
      <p:sp>
        <p:nvSpPr>
          <p:cNvPr id="2134019" name="Rectangle 3">
            <a:extLst>
              <a:ext uri="{FF2B5EF4-FFF2-40B4-BE49-F238E27FC236}">
                <a16:creationId xmlns:a16="http://schemas.microsoft.com/office/drawing/2014/main" id="{ED603522-98BB-EB40-959B-AA93BDC126A0}"/>
              </a:ext>
            </a:extLst>
          </p:cNvPr>
          <p:cNvSpPr>
            <a:spLocks noGrp="1" noChangeArrowheads="1"/>
          </p:cNvSpPr>
          <p:nvPr>
            <p:ph type="body" idx="1"/>
          </p:nvPr>
        </p:nvSpPr>
        <p:spPr>
          <a:xfrm>
            <a:off x="200025" y="1196975"/>
            <a:ext cx="9490075" cy="5289550"/>
          </a:xfrm>
        </p:spPr>
        <p:txBody>
          <a:bodyPr/>
          <a:lstStyle/>
          <a:p>
            <a:pPr marL="342900" indent="-342900" defTabSz="914400">
              <a:lnSpc>
                <a:spcPct val="80000"/>
              </a:lnSpc>
            </a:pPr>
            <a:r>
              <a:rPr lang="en-US" altLang="zh-CN"/>
              <a:t>(2</a:t>
            </a:r>
            <a:r>
              <a:rPr lang="zh-CN" altLang="en-US"/>
              <a:t>)分解处理功能和数据</a:t>
            </a:r>
          </a:p>
          <a:p>
            <a:pPr marL="742950" lvl="1" indent="-285750" defTabSz="914400">
              <a:lnSpc>
                <a:spcPct val="80000"/>
              </a:lnSpc>
            </a:pPr>
            <a:r>
              <a:rPr lang="zh-CN" altLang="en-US"/>
              <a:t>分解处理功能</a:t>
            </a:r>
          </a:p>
          <a:p>
            <a:pPr marL="1162050" lvl="2" indent="-228600" defTabSz="914400">
              <a:lnSpc>
                <a:spcPct val="80000"/>
              </a:lnSpc>
            </a:pPr>
            <a:r>
              <a:rPr lang="zh-CN" altLang="en-US"/>
              <a:t>将处理功能的具体内容分解为若干子功能，再将每个子功能继续分解，直到把系统的工作过程表达清楚。</a:t>
            </a:r>
          </a:p>
          <a:p>
            <a:pPr marL="742950" lvl="1" indent="-285750" defTabSz="914400">
              <a:lnSpc>
                <a:spcPct val="80000"/>
              </a:lnSpc>
            </a:pPr>
            <a:r>
              <a:rPr lang="zh-CN" altLang="en-US"/>
              <a:t>分解数据</a:t>
            </a:r>
          </a:p>
          <a:p>
            <a:pPr marL="1162050" lvl="2" indent="-228600" defTabSz="914400">
              <a:lnSpc>
                <a:spcPct val="80000"/>
              </a:lnSpc>
            </a:pPr>
            <a:r>
              <a:rPr lang="zh-CN" altLang="en-US"/>
              <a:t>在处理功能逐步分解的同时，其所用的数据也逐级分解,形成若干层次的数据流图。 数据流图表达了数据和处理过程的关系</a:t>
            </a:r>
          </a:p>
          <a:p>
            <a:pPr marL="742950" lvl="1" indent="-285750" defTabSz="914400">
              <a:lnSpc>
                <a:spcPct val="80000"/>
              </a:lnSpc>
            </a:pPr>
            <a:r>
              <a:rPr lang="zh-CN" altLang="en-US"/>
              <a:t>表达方法</a:t>
            </a:r>
          </a:p>
          <a:p>
            <a:pPr marL="1162050" lvl="2" indent="-228600" defTabSz="914400">
              <a:lnSpc>
                <a:spcPct val="80000"/>
              </a:lnSpc>
            </a:pPr>
            <a:r>
              <a:rPr lang="zh-CN" altLang="en-US"/>
              <a:t> 处理过程：用判定表或判定树来描述</a:t>
            </a:r>
          </a:p>
          <a:p>
            <a:pPr marL="1162050" lvl="2" indent="-228600" defTabSz="914400">
              <a:lnSpc>
                <a:spcPct val="80000"/>
              </a:lnSpc>
            </a:pPr>
            <a:r>
              <a:rPr lang="zh-CN" altLang="en-US"/>
              <a:t> 数据：用数据字典来描述</a:t>
            </a:r>
          </a:p>
          <a:p>
            <a:pPr marL="342900" indent="-342900" defTabSz="914400">
              <a:lnSpc>
                <a:spcPct val="80000"/>
              </a:lnSpc>
            </a:pPr>
            <a:r>
              <a:rPr lang="en-US" altLang="zh-CN"/>
              <a:t>(3</a:t>
            </a:r>
            <a:r>
              <a:rPr lang="zh-CN" altLang="en-US"/>
              <a:t>) 将分析结果再次提交给用户，征得用户的认可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134019">
                                            <p:txEl>
                                              <p:pRg st="0" end="0"/>
                                            </p:txEl>
                                          </p:spTgt>
                                        </p:tgtEl>
                                        <p:attrNameLst>
                                          <p:attrName>style.visibility</p:attrName>
                                        </p:attrNameLst>
                                      </p:cBhvr>
                                      <p:to>
                                        <p:strVal val="visible"/>
                                      </p:to>
                                    </p:set>
                                    <p:animEffect transition="in" filter="wipe(up)">
                                      <p:cBhvr>
                                        <p:cTn id="7" dur="500"/>
                                        <p:tgtEl>
                                          <p:spTgt spid="21340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134019">
                                            <p:txEl>
                                              <p:pRg st="1" end="1"/>
                                            </p:txEl>
                                          </p:spTgt>
                                        </p:tgtEl>
                                        <p:attrNameLst>
                                          <p:attrName>style.visibility</p:attrName>
                                        </p:attrNameLst>
                                      </p:cBhvr>
                                      <p:to>
                                        <p:strVal val="visible"/>
                                      </p:to>
                                    </p:set>
                                    <p:animEffect transition="in" filter="wipe(up)">
                                      <p:cBhvr>
                                        <p:cTn id="12" dur="500"/>
                                        <p:tgtEl>
                                          <p:spTgt spid="2134019">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134019">
                                            <p:txEl>
                                              <p:pRg st="2" end="2"/>
                                            </p:txEl>
                                          </p:spTgt>
                                        </p:tgtEl>
                                        <p:attrNameLst>
                                          <p:attrName>style.visibility</p:attrName>
                                        </p:attrNameLst>
                                      </p:cBhvr>
                                      <p:to>
                                        <p:strVal val="visible"/>
                                      </p:to>
                                    </p:set>
                                    <p:animEffect transition="in" filter="wipe(up)">
                                      <p:cBhvr>
                                        <p:cTn id="15" dur="500"/>
                                        <p:tgtEl>
                                          <p:spTgt spid="213401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2134019">
                                            <p:txEl>
                                              <p:pRg st="3" end="3"/>
                                            </p:txEl>
                                          </p:spTgt>
                                        </p:tgtEl>
                                        <p:attrNameLst>
                                          <p:attrName>style.visibility</p:attrName>
                                        </p:attrNameLst>
                                      </p:cBhvr>
                                      <p:to>
                                        <p:strVal val="visible"/>
                                      </p:to>
                                    </p:set>
                                    <p:animEffect transition="in" filter="wipe(up)">
                                      <p:cBhvr>
                                        <p:cTn id="20" dur="500"/>
                                        <p:tgtEl>
                                          <p:spTgt spid="2134019">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134019">
                                            <p:txEl>
                                              <p:pRg st="4" end="4"/>
                                            </p:txEl>
                                          </p:spTgt>
                                        </p:tgtEl>
                                        <p:attrNameLst>
                                          <p:attrName>style.visibility</p:attrName>
                                        </p:attrNameLst>
                                      </p:cBhvr>
                                      <p:to>
                                        <p:strVal val="visible"/>
                                      </p:to>
                                    </p:set>
                                    <p:animEffect transition="in" filter="wipe(up)">
                                      <p:cBhvr>
                                        <p:cTn id="23" dur="500"/>
                                        <p:tgtEl>
                                          <p:spTgt spid="2134019">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134019">
                                            <p:txEl>
                                              <p:pRg st="5" end="5"/>
                                            </p:txEl>
                                          </p:spTgt>
                                        </p:tgtEl>
                                        <p:attrNameLst>
                                          <p:attrName>style.visibility</p:attrName>
                                        </p:attrNameLst>
                                      </p:cBhvr>
                                      <p:to>
                                        <p:strVal val="visible"/>
                                      </p:to>
                                    </p:set>
                                    <p:animEffect transition="in" filter="wipe(up)">
                                      <p:cBhvr>
                                        <p:cTn id="28" dur="500"/>
                                        <p:tgtEl>
                                          <p:spTgt spid="2134019">
                                            <p:txEl>
                                              <p:pRg st="5" end="5"/>
                                            </p:tx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2134019">
                                            <p:txEl>
                                              <p:pRg st="6" end="6"/>
                                            </p:txEl>
                                          </p:spTgt>
                                        </p:tgtEl>
                                        <p:attrNameLst>
                                          <p:attrName>style.visibility</p:attrName>
                                        </p:attrNameLst>
                                      </p:cBhvr>
                                      <p:to>
                                        <p:strVal val="visible"/>
                                      </p:to>
                                    </p:set>
                                    <p:animEffect transition="in" filter="wipe(up)">
                                      <p:cBhvr>
                                        <p:cTn id="31" dur="500"/>
                                        <p:tgtEl>
                                          <p:spTgt spid="2134019">
                                            <p:txEl>
                                              <p:pRg st="6" end="6"/>
                                            </p:txEl>
                                          </p:spTgt>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2134019">
                                            <p:txEl>
                                              <p:pRg st="7" end="7"/>
                                            </p:txEl>
                                          </p:spTgt>
                                        </p:tgtEl>
                                        <p:attrNameLst>
                                          <p:attrName>style.visibility</p:attrName>
                                        </p:attrNameLst>
                                      </p:cBhvr>
                                      <p:to>
                                        <p:strVal val="visible"/>
                                      </p:to>
                                    </p:set>
                                    <p:animEffect transition="in" filter="wipe(up)">
                                      <p:cBhvr>
                                        <p:cTn id="34" dur="500"/>
                                        <p:tgtEl>
                                          <p:spTgt spid="2134019">
                                            <p:txEl>
                                              <p:pRg st="7" end="7"/>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134019">
                                            <p:txEl>
                                              <p:pRg st="8" end="8"/>
                                            </p:txEl>
                                          </p:spTgt>
                                        </p:tgtEl>
                                        <p:attrNameLst>
                                          <p:attrName>style.visibility</p:attrName>
                                        </p:attrNameLst>
                                      </p:cBhvr>
                                      <p:to>
                                        <p:strVal val="visible"/>
                                      </p:to>
                                    </p:set>
                                    <p:animEffect transition="in" filter="wipe(up)">
                                      <p:cBhvr>
                                        <p:cTn id="39" dur="500"/>
                                        <p:tgtEl>
                                          <p:spTgt spid="21340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4019" grpId="0"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a:extLst>
              <a:ext uri="{FF2B5EF4-FFF2-40B4-BE49-F238E27FC236}">
                <a16:creationId xmlns:a16="http://schemas.microsoft.com/office/drawing/2014/main" id="{594D825A-4E2F-084B-B367-A77869E6D3D7}"/>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ECDFFD0-8740-FA4B-90E0-B6A0740204C8}" type="slidenum">
              <a:rPr lang="zh-CN" altLang="en-US" sz="2000"/>
              <a:pPr/>
              <a:t>15</a:t>
            </a:fld>
            <a:endParaRPr lang="en-US" altLang="zh-CN" sz="2000"/>
          </a:p>
        </p:txBody>
      </p:sp>
      <p:sp>
        <p:nvSpPr>
          <p:cNvPr id="39939" name="日期占位符 4">
            <a:extLst>
              <a:ext uri="{FF2B5EF4-FFF2-40B4-BE49-F238E27FC236}">
                <a16:creationId xmlns:a16="http://schemas.microsoft.com/office/drawing/2014/main" id="{E362FB34-8416-EA40-B8D9-FCA28F948A58}"/>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95E7D82-5DB0-AC44-998D-76D80D5E8F99}" type="datetime1">
              <a:rPr lang="zh-CN" altLang="en-US" sz="1800" smtClean="0"/>
              <a:pPr/>
              <a:t>2023/5/16</a:t>
            </a:fld>
            <a:endParaRPr lang="en-US" altLang="zh-CN" sz="1000"/>
          </a:p>
        </p:txBody>
      </p:sp>
      <p:sp>
        <p:nvSpPr>
          <p:cNvPr id="1831938" name="Rectangle 2">
            <a:extLst>
              <a:ext uri="{FF2B5EF4-FFF2-40B4-BE49-F238E27FC236}">
                <a16:creationId xmlns:a16="http://schemas.microsoft.com/office/drawing/2014/main" id="{20CFEEC6-A46B-E348-98EA-2F270F1F9892}"/>
              </a:ext>
            </a:extLst>
          </p:cNvPr>
          <p:cNvSpPr>
            <a:spLocks noGrp="1" noChangeArrowheads="1"/>
          </p:cNvSpPr>
          <p:nvPr>
            <p:ph type="title"/>
          </p:nvPr>
        </p:nvSpPr>
        <p:spPr/>
        <p:txBody>
          <a:bodyPr/>
          <a:lstStyle/>
          <a:p>
            <a:pPr>
              <a:defRPr/>
            </a:pPr>
            <a:r>
              <a:rPr lang="zh-CN" altLang="en-US"/>
              <a:t>一</a:t>
            </a:r>
            <a:r>
              <a:rPr lang="en-US" altLang="zh-CN"/>
              <a:t>.</a:t>
            </a:r>
            <a:r>
              <a:rPr lang="zh-CN" altLang="en-US"/>
              <a:t>需求分析</a:t>
            </a:r>
          </a:p>
        </p:txBody>
      </p:sp>
      <p:sp>
        <p:nvSpPr>
          <p:cNvPr id="39941" name="Rectangle 3">
            <a:extLst>
              <a:ext uri="{FF2B5EF4-FFF2-40B4-BE49-F238E27FC236}">
                <a16:creationId xmlns:a16="http://schemas.microsoft.com/office/drawing/2014/main" id="{E7ED08CB-764A-C44E-8628-540F2C61F5CC}"/>
              </a:ext>
            </a:extLst>
          </p:cNvPr>
          <p:cNvSpPr>
            <a:spLocks noGrp="1" noChangeArrowheads="1"/>
          </p:cNvSpPr>
          <p:nvPr>
            <p:ph type="body" idx="1"/>
          </p:nvPr>
        </p:nvSpPr>
        <p:spPr>
          <a:xfrm>
            <a:off x="650875" y="1143000"/>
            <a:ext cx="8820150" cy="438150"/>
          </a:xfrm>
        </p:spPr>
        <p:txBody>
          <a:bodyPr/>
          <a:lstStyle/>
          <a:p>
            <a:r>
              <a:rPr lang="zh-CN" altLang="en-US" sz="3200"/>
              <a:t>下图描述了需求分析的过程</a:t>
            </a:r>
          </a:p>
        </p:txBody>
      </p:sp>
      <p:pic>
        <p:nvPicPr>
          <p:cNvPr id="39942" name="Picture 4" descr="6">
            <a:extLst>
              <a:ext uri="{FF2B5EF4-FFF2-40B4-BE49-F238E27FC236}">
                <a16:creationId xmlns:a16="http://schemas.microsoft.com/office/drawing/2014/main" id="{239085A4-9F78-0C4F-A8A8-C2A35E9F3D2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5925" y="1557338"/>
            <a:ext cx="9274175" cy="585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a:extLst>
              <a:ext uri="{FF2B5EF4-FFF2-40B4-BE49-F238E27FC236}">
                <a16:creationId xmlns:a16="http://schemas.microsoft.com/office/drawing/2014/main" id="{9C478ACB-B120-4D4C-BA48-9431A38FC1FE}"/>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73EF150-E4A6-D24D-A418-D13B982822A6}" type="slidenum">
              <a:rPr lang="zh-CN" altLang="en-US" sz="2000"/>
              <a:pPr/>
              <a:t>16</a:t>
            </a:fld>
            <a:endParaRPr lang="en-US" altLang="zh-CN" sz="2000"/>
          </a:p>
        </p:txBody>
      </p:sp>
      <p:sp>
        <p:nvSpPr>
          <p:cNvPr id="40963" name="日期占位符 4">
            <a:extLst>
              <a:ext uri="{FF2B5EF4-FFF2-40B4-BE49-F238E27FC236}">
                <a16:creationId xmlns:a16="http://schemas.microsoft.com/office/drawing/2014/main" id="{14637820-CE85-1144-8B9D-986707F11294}"/>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EA664AE-E6C3-4B4F-AEFF-FA4F355232D6}" type="datetime1">
              <a:rPr lang="zh-CN" altLang="en-US" sz="1800" smtClean="0"/>
              <a:pPr/>
              <a:t>2023/5/16</a:t>
            </a:fld>
            <a:endParaRPr lang="en-US" altLang="zh-CN" sz="1000"/>
          </a:p>
        </p:txBody>
      </p:sp>
      <p:sp>
        <p:nvSpPr>
          <p:cNvPr id="2143234" name="Rectangle 2">
            <a:extLst>
              <a:ext uri="{FF2B5EF4-FFF2-40B4-BE49-F238E27FC236}">
                <a16:creationId xmlns:a16="http://schemas.microsoft.com/office/drawing/2014/main" id="{F34E0A80-2819-8546-B6EC-A1A2DD91371F}"/>
              </a:ext>
            </a:extLst>
          </p:cNvPr>
          <p:cNvSpPr>
            <a:spLocks noGrp="1" noChangeArrowheads="1"/>
          </p:cNvSpPr>
          <p:nvPr>
            <p:ph type="title"/>
          </p:nvPr>
        </p:nvSpPr>
        <p:spPr/>
        <p:txBody>
          <a:bodyPr/>
          <a:lstStyle/>
          <a:p>
            <a:r>
              <a:rPr lang="zh-CN" altLang="en-US"/>
              <a:t>数据流图设计示例</a:t>
            </a:r>
            <a:endParaRPr lang="en-US" altLang="zh-CN"/>
          </a:p>
        </p:txBody>
      </p:sp>
      <p:sp>
        <p:nvSpPr>
          <p:cNvPr id="40965" name="Rectangle 3">
            <a:extLst>
              <a:ext uri="{FF2B5EF4-FFF2-40B4-BE49-F238E27FC236}">
                <a16:creationId xmlns:a16="http://schemas.microsoft.com/office/drawing/2014/main" id="{B2DC36FE-8481-2743-910E-A295A837D262}"/>
              </a:ext>
            </a:extLst>
          </p:cNvPr>
          <p:cNvSpPr>
            <a:spLocks noGrp="1" noChangeArrowheads="1"/>
          </p:cNvSpPr>
          <p:nvPr>
            <p:ph type="body" idx="1"/>
          </p:nvPr>
        </p:nvSpPr>
        <p:spPr/>
        <p:txBody>
          <a:bodyPr/>
          <a:lstStyle/>
          <a:p>
            <a:endParaRPr lang="zh-CN" altLang="en-US"/>
          </a:p>
        </p:txBody>
      </p:sp>
      <p:pic>
        <p:nvPicPr>
          <p:cNvPr id="40966" name="Picture 4">
            <a:extLst>
              <a:ext uri="{FF2B5EF4-FFF2-40B4-BE49-F238E27FC236}">
                <a16:creationId xmlns:a16="http://schemas.microsoft.com/office/drawing/2014/main" id="{1E30ED9C-2921-0249-A171-E17E4D3E5E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68413"/>
            <a:ext cx="9936163" cy="213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a:extLst>
              <a:ext uri="{FF2B5EF4-FFF2-40B4-BE49-F238E27FC236}">
                <a16:creationId xmlns:a16="http://schemas.microsoft.com/office/drawing/2014/main" id="{0A6265CA-56F0-6F4A-B410-29E047811B41}"/>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1F4A225-440A-3244-962C-5652551631E5}" type="slidenum">
              <a:rPr lang="zh-CN" altLang="en-US" sz="2000"/>
              <a:pPr/>
              <a:t>17</a:t>
            </a:fld>
            <a:endParaRPr lang="en-US" altLang="zh-CN" sz="2000"/>
          </a:p>
        </p:txBody>
      </p:sp>
      <p:sp>
        <p:nvSpPr>
          <p:cNvPr id="41987" name="日期占位符 4">
            <a:extLst>
              <a:ext uri="{FF2B5EF4-FFF2-40B4-BE49-F238E27FC236}">
                <a16:creationId xmlns:a16="http://schemas.microsoft.com/office/drawing/2014/main" id="{DE4AEC76-196C-4C43-860B-8C4CD5A50BBC}"/>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38761D66-FB00-2B4C-90B9-2B46B7C7693C}" type="datetime1">
              <a:rPr lang="zh-CN" altLang="en-US" sz="1800" smtClean="0"/>
              <a:pPr/>
              <a:t>2023/5/16</a:t>
            </a:fld>
            <a:endParaRPr lang="en-US" altLang="zh-CN" sz="1000"/>
          </a:p>
        </p:txBody>
      </p:sp>
      <p:pic>
        <p:nvPicPr>
          <p:cNvPr id="41988" name="Picture 2">
            <a:extLst>
              <a:ext uri="{FF2B5EF4-FFF2-40B4-BE49-F238E27FC236}">
                <a16:creationId xmlns:a16="http://schemas.microsoft.com/office/drawing/2014/main" id="{6DBECDC5-439C-ED42-BDBA-8658A47103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288" y="1671638"/>
            <a:ext cx="8448675" cy="5186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84195" name="Rectangle 3">
            <a:extLst>
              <a:ext uri="{FF2B5EF4-FFF2-40B4-BE49-F238E27FC236}">
                <a16:creationId xmlns:a16="http://schemas.microsoft.com/office/drawing/2014/main" id="{8507001B-B73F-AA40-A01D-48C291A839B8}"/>
              </a:ext>
            </a:extLst>
          </p:cNvPr>
          <p:cNvSpPr>
            <a:spLocks noGrp="1" noChangeArrowheads="1"/>
          </p:cNvSpPr>
          <p:nvPr>
            <p:ph type="title"/>
          </p:nvPr>
        </p:nvSpPr>
        <p:spPr/>
        <p:txBody>
          <a:bodyPr/>
          <a:lstStyle/>
          <a:p>
            <a:r>
              <a:rPr lang="zh-CN" altLang="en-US"/>
              <a:t>第一层数据流图</a:t>
            </a:r>
          </a:p>
        </p:txBody>
      </p:sp>
      <p:sp>
        <p:nvSpPr>
          <p:cNvPr id="41990" name="Rectangle 4">
            <a:extLst>
              <a:ext uri="{FF2B5EF4-FFF2-40B4-BE49-F238E27FC236}">
                <a16:creationId xmlns:a16="http://schemas.microsoft.com/office/drawing/2014/main" id="{066A0DF2-3011-D84B-8F3E-58BCD97D1679}"/>
              </a:ext>
            </a:extLst>
          </p:cNvPr>
          <p:cNvSpPr>
            <a:spLocks noGrp="1" noChangeArrowheads="1"/>
          </p:cNvSpPr>
          <p:nvPr>
            <p:ph type="body" idx="1"/>
          </p:nvPr>
        </p:nvSpPr>
        <p:spPr>
          <a:xfrm>
            <a:off x="650875" y="1143000"/>
            <a:ext cx="8820150" cy="384175"/>
          </a:xfrm>
        </p:spPr>
        <p:txBody>
          <a:bodyPr/>
          <a:lstStyle/>
          <a:p>
            <a:r>
              <a:rPr lang="zh-CN" altLang="en-US"/>
              <a:t>第一层数据流图，虚线为系统边界</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a:extLst>
              <a:ext uri="{FF2B5EF4-FFF2-40B4-BE49-F238E27FC236}">
                <a16:creationId xmlns:a16="http://schemas.microsoft.com/office/drawing/2014/main" id="{E7E88848-0E34-2E4D-89FD-6762C16CD612}"/>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1D0C946-BB9E-B34B-B665-99CFBE64805E}" type="slidenum">
              <a:rPr lang="zh-CN" altLang="en-US" sz="2000"/>
              <a:pPr/>
              <a:t>18</a:t>
            </a:fld>
            <a:endParaRPr lang="en-US" altLang="zh-CN" sz="2000"/>
          </a:p>
        </p:txBody>
      </p:sp>
      <p:sp>
        <p:nvSpPr>
          <p:cNvPr id="43011" name="日期占位符 4">
            <a:extLst>
              <a:ext uri="{FF2B5EF4-FFF2-40B4-BE49-F238E27FC236}">
                <a16:creationId xmlns:a16="http://schemas.microsoft.com/office/drawing/2014/main" id="{FCAC2303-0833-F145-8338-2A1A27E3FEF1}"/>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C6AB4BAB-58A3-9147-A8DB-33AA918A5E4B}" type="datetime1">
              <a:rPr lang="zh-CN" altLang="en-US" sz="1800" smtClean="0"/>
              <a:pPr/>
              <a:t>2023/5/16</a:t>
            </a:fld>
            <a:endParaRPr lang="en-US" altLang="zh-CN" sz="1000"/>
          </a:p>
        </p:txBody>
      </p:sp>
      <p:sp>
        <p:nvSpPr>
          <p:cNvPr id="2144258" name="Rectangle 2">
            <a:extLst>
              <a:ext uri="{FF2B5EF4-FFF2-40B4-BE49-F238E27FC236}">
                <a16:creationId xmlns:a16="http://schemas.microsoft.com/office/drawing/2014/main" id="{4BAC691E-F16D-284E-B7F4-49756891B5A0}"/>
              </a:ext>
            </a:extLst>
          </p:cNvPr>
          <p:cNvSpPr>
            <a:spLocks noGrp="1" noChangeArrowheads="1"/>
          </p:cNvSpPr>
          <p:nvPr>
            <p:ph type="title"/>
          </p:nvPr>
        </p:nvSpPr>
        <p:spPr/>
        <p:txBody>
          <a:bodyPr/>
          <a:lstStyle/>
          <a:p>
            <a:r>
              <a:rPr lang="zh-CN" altLang="en-US"/>
              <a:t>第二层数据流图</a:t>
            </a:r>
          </a:p>
        </p:txBody>
      </p:sp>
      <p:sp>
        <p:nvSpPr>
          <p:cNvPr id="43013" name="Rectangle 3">
            <a:extLst>
              <a:ext uri="{FF2B5EF4-FFF2-40B4-BE49-F238E27FC236}">
                <a16:creationId xmlns:a16="http://schemas.microsoft.com/office/drawing/2014/main" id="{09038454-91CB-A54F-AB7E-A5513358675E}"/>
              </a:ext>
            </a:extLst>
          </p:cNvPr>
          <p:cNvSpPr>
            <a:spLocks noGrp="1" noChangeArrowheads="1"/>
          </p:cNvSpPr>
          <p:nvPr>
            <p:ph type="body" idx="1"/>
          </p:nvPr>
        </p:nvSpPr>
        <p:spPr/>
        <p:txBody>
          <a:bodyPr/>
          <a:lstStyle/>
          <a:p>
            <a:endParaRPr lang="zh-CN" altLang="en-US"/>
          </a:p>
        </p:txBody>
      </p:sp>
      <p:graphicFrame>
        <p:nvGraphicFramePr>
          <p:cNvPr id="43014" name="Object 6">
            <a:extLst>
              <a:ext uri="{FF2B5EF4-FFF2-40B4-BE49-F238E27FC236}">
                <a16:creationId xmlns:a16="http://schemas.microsoft.com/office/drawing/2014/main" id="{4806FB78-D2D3-AC4A-93FF-29B87308C2C6}"/>
              </a:ext>
            </a:extLst>
          </p:cNvPr>
          <p:cNvGraphicFramePr>
            <a:graphicFrameLocks noChangeAspect="1"/>
          </p:cNvGraphicFramePr>
          <p:nvPr/>
        </p:nvGraphicFramePr>
        <p:xfrm>
          <a:off x="992188" y="1138238"/>
          <a:ext cx="7273925" cy="5719762"/>
        </p:xfrm>
        <a:graphic>
          <a:graphicData uri="http://schemas.openxmlformats.org/presentationml/2006/ole">
            <mc:AlternateContent xmlns:mc="http://schemas.openxmlformats.org/markup-compatibility/2006">
              <mc:Choice xmlns:v="urn:schemas-microsoft-com:vml" Requires="v">
                <p:oleObj spid="_x0000_s43023" name="位图图像" r:id="rId3" imgW="3803650" imgH="2990850" progId="Paint.Picture">
                  <p:embed/>
                </p:oleObj>
              </mc:Choice>
              <mc:Fallback>
                <p:oleObj name="位图图像" r:id="rId3" imgW="3803650" imgH="2990850" progId="Paint.Picture">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188" y="1138238"/>
                        <a:ext cx="7273925" cy="571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a:extLst>
              <a:ext uri="{FF2B5EF4-FFF2-40B4-BE49-F238E27FC236}">
                <a16:creationId xmlns:a16="http://schemas.microsoft.com/office/drawing/2014/main" id="{46E3757A-8169-2542-A975-8E8D5E019DAD}"/>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01BE78C-E294-0943-8ECD-E734E00A098C}" type="slidenum">
              <a:rPr lang="zh-CN" altLang="en-US" sz="2000"/>
              <a:pPr/>
              <a:t>19</a:t>
            </a:fld>
            <a:endParaRPr lang="en-US" altLang="zh-CN" sz="2000"/>
          </a:p>
        </p:txBody>
      </p:sp>
      <p:sp>
        <p:nvSpPr>
          <p:cNvPr id="44035" name="日期占位符 4">
            <a:extLst>
              <a:ext uri="{FF2B5EF4-FFF2-40B4-BE49-F238E27FC236}">
                <a16:creationId xmlns:a16="http://schemas.microsoft.com/office/drawing/2014/main" id="{A47FAA27-7EF7-9C4E-8016-C1CC7D0FFF84}"/>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7B8002B-CD61-F847-9E5C-59AB90DBF833}" type="datetime1">
              <a:rPr lang="zh-CN" altLang="en-US" sz="1800" smtClean="0"/>
              <a:pPr/>
              <a:t>2023/5/16</a:t>
            </a:fld>
            <a:endParaRPr lang="en-US" altLang="zh-CN" sz="1000"/>
          </a:p>
        </p:txBody>
      </p:sp>
      <p:sp>
        <p:nvSpPr>
          <p:cNvPr id="2145282" name="Rectangle 2">
            <a:extLst>
              <a:ext uri="{FF2B5EF4-FFF2-40B4-BE49-F238E27FC236}">
                <a16:creationId xmlns:a16="http://schemas.microsoft.com/office/drawing/2014/main" id="{0B7594A4-1F49-7F41-A166-CA336AA87093}"/>
              </a:ext>
            </a:extLst>
          </p:cNvPr>
          <p:cNvSpPr>
            <a:spLocks noGrp="1" noChangeArrowheads="1"/>
          </p:cNvSpPr>
          <p:nvPr>
            <p:ph type="title"/>
          </p:nvPr>
        </p:nvSpPr>
        <p:spPr/>
        <p:txBody>
          <a:bodyPr/>
          <a:lstStyle/>
          <a:p>
            <a:r>
              <a:rPr lang="zh-CN" altLang="en-US"/>
              <a:t>第二层数据流图</a:t>
            </a:r>
          </a:p>
        </p:txBody>
      </p:sp>
      <p:sp>
        <p:nvSpPr>
          <p:cNvPr id="44037" name="Rectangle 3">
            <a:extLst>
              <a:ext uri="{FF2B5EF4-FFF2-40B4-BE49-F238E27FC236}">
                <a16:creationId xmlns:a16="http://schemas.microsoft.com/office/drawing/2014/main" id="{8D418C06-56B0-7442-886F-D6B3F57E9C7B}"/>
              </a:ext>
            </a:extLst>
          </p:cNvPr>
          <p:cNvSpPr>
            <a:spLocks noGrp="1" noChangeArrowheads="1"/>
          </p:cNvSpPr>
          <p:nvPr>
            <p:ph type="body" idx="1"/>
          </p:nvPr>
        </p:nvSpPr>
        <p:spPr/>
        <p:txBody>
          <a:bodyPr/>
          <a:lstStyle/>
          <a:p>
            <a:endParaRPr lang="zh-CN" altLang="en-US"/>
          </a:p>
        </p:txBody>
      </p:sp>
      <p:pic>
        <p:nvPicPr>
          <p:cNvPr id="44038" name="Picture 4">
            <a:extLst>
              <a:ext uri="{FF2B5EF4-FFF2-40B4-BE49-F238E27FC236}">
                <a16:creationId xmlns:a16="http://schemas.microsoft.com/office/drawing/2014/main" id="{AD07EFA7-4D90-EE4E-805A-9994137F5F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6650" y="1087438"/>
            <a:ext cx="6696075" cy="577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a:extLst>
              <a:ext uri="{FF2B5EF4-FFF2-40B4-BE49-F238E27FC236}">
                <a16:creationId xmlns:a16="http://schemas.microsoft.com/office/drawing/2014/main" id="{1D30AF8D-C5FB-484E-BE88-8AF9021123C3}"/>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95D36C75-9765-6143-B8B5-FEA48AC56017}" type="slidenum">
              <a:rPr lang="zh-CN" altLang="en-US" sz="2000"/>
              <a:pPr/>
              <a:t>20</a:t>
            </a:fld>
            <a:endParaRPr lang="en-US" altLang="zh-CN" sz="2000"/>
          </a:p>
        </p:txBody>
      </p:sp>
      <p:sp>
        <p:nvSpPr>
          <p:cNvPr id="45059" name="日期占位符 4">
            <a:extLst>
              <a:ext uri="{FF2B5EF4-FFF2-40B4-BE49-F238E27FC236}">
                <a16:creationId xmlns:a16="http://schemas.microsoft.com/office/drawing/2014/main" id="{94016FBA-8BC8-0D42-8936-228CD5A6BAA3}"/>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7C2F4AE-9064-5147-8920-194CFF9E3FEC}" type="datetime1">
              <a:rPr lang="zh-CN" altLang="en-US" sz="1800" smtClean="0"/>
              <a:pPr/>
              <a:t>2023/5/16</a:t>
            </a:fld>
            <a:endParaRPr lang="en-US" altLang="zh-CN" sz="1000"/>
          </a:p>
        </p:txBody>
      </p:sp>
      <p:sp>
        <p:nvSpPr>
          <p:cNvPr id="2146306" name="Rectangle 2">
            <a:extLst>
              <a:ext uri="{FF2B5EF4-FFF2-40B4-BE49-F238E27FC236}">
                <a16:creationId xmlns:a16="http://schemas.microsoft.com/office/drawing/2014/main" id="{12567894-7FD4-4C44-8C31-3A69CEA59809}"/>
              </a:ext>
            </a:extLst>
          </p:cNvPr>
          <p:cNvSpPr>
            <a:spLocks noGrp="1" noChangeArrowheads="1"/>
          </p:cNvSpPr>
          <p:nvPr>
            <p:ph type="title"/>
          </p:nvPr>
        </p:nvSpPr>
        <p:spPr/>
        <p:txBody>
          <a:bodyPr/>
          <a:lstStyle/>
          <a:p>
            <a:r>
              <a:rPr lang="zh-CN" altLang="en-US"/>
              <a:t>第二层数据流图</a:t>
            </a:r>
          </a:p>
        </p:txBody>
      </p:sp>
      <p:sp>
        <p:nvSpPr>
          <p:cNvPr id="45061" name="Rectangle 3">
            <a:extLst>
              <a:ext uri="{FF2B5EF4-FFF2-40B4-BE49-F238E27FC236}">
                <a16:creationId xmlns:a16="http://schemas.microsoft.com/office/drawing/2014/main" id="{0C5DFF18-43F9-A447-95A5-1CB5DC65323D}"/>
              </a:ext>
            </a:extLst>
          </p:cNvPr>
          <p:cNvSpPr>
            <a:spLocks noGrp="1" noChangeArrowheads="1"/>
          </p:cNvSpPr>
          <p:nvPr>
            <p:ph type="body" idx="1"/>
          </p:nvPr>
        </p:nvSpPr>
        <p:spPr/>
        <p:txBody>
          <a:bodyPr/>
          <a:lstStyle/>
          <a:p>
            <a:endParaRPr lang="zh-CN" altLang="en-US"/>
          </a:p>
        </p:txBody>
      </p:sp>
      <p:pic>
        <p:nvPicPr>
          <p:cNvPr id="45062" name="Picture 4">
            <a:extLst>
              <a:ext uri="{FF2B5EF4-FFF2-40B4-BE49-F238E27FC236}">
                <a16:creationId xmlns:a16="http://schemas.microsoft.com/office/drawing/2014/main" id="{7F7F1D29-C5E3-1345-91C1-7C873CAF4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750" y="1196975"/>
            <a:ext cx="7921625" cy="454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a:extLst>
              <a:ext uri="{FF2B5EF4-FFF2-40B4-BE49-F238E27FC236}">
                <a16:creationId xmlns:a16="http://schemas.microsoft.com/office/drawing/2014/main" id="{F58D2CA4-627E-584D-865E-971985004CEB}"/>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7AE905B6-B451-6A43-A881-D9B40724805E}" type="slidenum">
              <a:rPr lang="zh-CN" altLang="en-US" sz="2000"/>
              <a:pPr/>
              <a:t>21</a:t>
            </a:fld>
            <a:endParaRPr lang="en-US" altLang="zh-CN" sz="2000"/>
          </a:p>
        </p:txBody>
      </p:sp>
      <p:sp>
        <p:nvSpPr>
          <p:cNvPr id="46083" name="日期占位符 4">
            <a:extLst>
              <a:ext uri="{FF2B5EF4-FFF2-40B4-BE49-F238E27FC236}">
                <a16:creationId xmlns:a16="http://schemas.microsoft.com/office/drawing/2014/main" id="{BE86C2F5-085F-4A4D-ADCA-DCF3D3E57F4B}"/>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6D9E0B06-362C-544A-9667-A410603B6BA8}" type="datetime1">
              <a:rPr lang="zh-CN" altLang="en-US" sz="1800" smtClean="0"/>
              <a:pPr/>
              <a:t>2023/5/16</a:t>
            </a:fld>
            <a:endParaRPr lang="en-US" altLang="zh-CN" sz="1000"/>
          </a:p>
        </p:txBody>
      </p:sp>
      <p:sp>
        <p:nvSpPr>
          <p:cNvPr id="2147330" name="Rectangle 2">
            <a:extLst>
              <a:ext uri="{FF2B5EF4-FFF2-40B4-BE49-F238E27FC236}">
                <a16:creationId xmlns:a16="http://schemas.microsoft.com/office/drawing/2014/main" id="{762E4EA8-C3D2-154C-9146-010BF58E1A39}"/>
              </a:ext>
            </a:extLst>
          </p:cNvPr>
          <p:cNvSpPr>
            <a:spLocks noGrp="1" noChangeArrowheads="1"/>
          </p:cNvSpPr>
          <p:nvPr>
            <p:ph type="title"/>
          </p:nvPr>
        </p:nvSpPr>
        <p:spPr/>
        <p:txBody>
          <a:bodyPr/>
          <a:lstStyle/>
          <a:p>
            <a:r>
              <a:rPr lang="zh-CN" altLang="en-US"/>
              <a:t>第二层数据流图</a:t>
            </a:r>
          </a:p>
        </p:txBody>
      </p:sp>
      <p:sp>
        <p:nvSpPr>
          <p:cNvPr id="46085" name="Rectangle 3">
            <a:extLst>
              <a:ext uri="{FF2B5EF4-FFF2-40B4-BE49-F238E27FC236}">
                <a16:creationId xmlns:a16="http://schemas.microsoft.com/office/drawing/2014/main" id="{DCBF8442-2FD5-4745-8016-A1B5A459F53A}"/>
              </a:ext>
            </a:extLst>
          </p:cNvPr>
          <p:cNvSpPr>
            <a:spLocks noGrp="1" noChangeArrowheads="1"/>
          </p:cNvSpPr>
          <p:nvPr>
            <p:ph type="body" idx="1"/>
          </p:nvPr>
        </p:nvSpPr>
        <p:spPr/>
        <p:txBody>
          <a:bodyPr/>
          <a:lstStyle/>
          <a:p>
            <a:endParaRPr lang="zh-CN" altLang="en-US"/>
          </a:p>
        </p:txBody>
      </p:sp>
      <p:pic>
        <p:nvPicPr>
          <p:cNvPr id="46086" name="Picture 5">
            <a:extLst>
              <a:ext uri="{FF2B5EF4-FFF2-40B4-BE49-F238E27FC236}">
                <a16:creationId xmlns:a16="http://schemas.microsoft.com/office/drawing/2014/main" id="{04E8E0A7-5645-5643-8A02-EEE9073661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750" y="1125538"/>
            <a:ext cx="7056438"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a:extLst>
              <a:ext uri="{FF2B5EF4-FFF2-40B4-BE49-F238E27FC236}">
                <a16:creationId xmlns:a16="http://schemas.microsoft.com/office/drawing/2014/main" id="{CE5A556F-A29B-3E4B-8F4F-A3042C8E4D66}"/>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8A0E103C-488C-EA46-AEC7-B3DC8E6063D8}" type="slidenum">
              <a:rPr lang="zh-CN" altLang="en-US" sz="2000"/>
              <a:pPr/>
              <a:t>22</a:t>
            </a:fld>
            <a:endParaRPr lang="en-US" altLang="zh-CN" sz="2000"/>
          </a:p>
        </p:txBody>
      </p:sp>
      <p:sp>
        <p:nvSpPr>
          <p:cNvPr id="47107" name="日期占位符 4">
            <a:extLst>
              <a:ext uri="{FF2B5EF4-FFF2-40B4-BE49-F238E27FC236}">
                <a16:creationId xmlns:a16="http://schemas.microsoft.com/office/drawing/2014/main" id="{9A52E83A-6FA1-2A46-841D-BC7A4DDF7DC2}"/>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D76D8F00-D71F-2B4C-9206-87623744994A}" type="datetime1">
              <a:rPr lang="zh-CN" altLang="en-US" sz="1800" smtClean="0"/>
              <a:pPr/>
              <a:t>2023/5/16</a:t>
            </a:fld>
            <a:endParaRPr lang="en-US" altLang="zh-CN" sz="1000"/>
          </a:p>
        </p:txBody>
      </p:sp>
      <p:sp>
        <p:nvSpPr>
          <p:cNvPr id="1857538" name="Rectangle 2">
            <a:extLst>
              <a:ext uri="{FF2B5EF4-FFF2-40B4-BE49-F238E27FC236}">
                <a16:creationId xmlns:a16="http://schemas.microsoft.com/office/drawing/2014/main" id="{2FE68846-5285-EC44-B82D-09AA404B2C51}"/>
              </a:ext>
            </a:extLst>
          </p:cNvPr>
          <p:cNvSpPr>
            <a:spLocks noGrp="1" noChangeArrowheads="1"/>
          </p:cNvSpPr>
          <p:nvPr>
            <p:ph type="title"/>
          </p:nvPr>
        </p:nvSpPr>
        <p:spPr/>
        <p:txBody>
          <a:bodyPr/>
          <a:lstStyle/>
          <a:p>
            <a:r>
              <a:rPr lang="zh-CN" altLang="en-US"/>
              <a:t>二</a:t>
            </a:r>
            <a:r>
              <a:rPr lang="en-US" altLang="zh-CN"/>
              <a:t>. </a:t>
            </a:r>
            <a:r>
              <a:rPr lang="zh-CN" altLang="en-US"/>
              <a:t>概念设计</a:t>
            </a:r>
          </a:p>
        </p:txBody>
      </p:sp>
      <p:sp>
        <p:nvSpPr>
          <p:cNvPr id="47109" name="Rectangle 3">
            <a:extLst>
              <a:ext uri="{FF2B5EF4-FFF2-40B4-BE49-F238E27FC236}">
                <a16:creationId xmlns:a16="http://schemas.microsoft.com/office/drawing/2014/main" id="{4F1362AE-BF5A-1040-9E07-92DAA773A280}"/>
              </a:ext>
            </a:extLst>
          </p:cNvPr>
          <p:cNvSpPr>
            <a:spLocks noGrp="1" noChangeArrowheads="1"/>
          </p:cNvSpPr>
          <p:nvPr>
            <p:ph type="body" idx="1"/>
          </p:nvPr>
        </p:nvSpPr>
        <p:spPr>
          <a:xfrm>
            <a:off x="650875" y="1143000"/>
            <a:ext cx="8820150" cy="5095875"/>
          </a:xfrm>
        </p:spPr>
        <p:txBody>
          <a:bodyPr/>
          <a:lstStyle/>
          <a:p>
            <a:pPr marL="342900" indent="-342900" defTabSz="914400">
              <a:lnSpc>
                <a:spcPct val="80000"/>
              </a:lnSpc>
            </a:pPr>
            <a:r>
              <a:rPr lang="zh-CN" altLang="en-US"/>
              <a:t>将需求分析得到的用户需求抽象为信息结构即概念模型的过程就是概念结构设计。</a:t>
            </a:r>
          </a:p>
          <a:p>
            <a:pPr marL="342900" indent="-342900" defTabSz="914400">
              <a:lnSpc>
                <a:spcPct val="80000"/>
              </a:lnSpc>
            </a:pPr>
            <a:r>
              <a:rPr lang="zh-CN" altLang="en-US"/>
              <a:t>概念结构是对现实世界的一种抽象</a:t>
            </a:r>
          </a:p>
          <a:p>
            <a:pPr marL="742950" lvl="1" indent="-285750" defTabSz="914400">
              <a:lnSpc>
                <a:spcPct val="80000"/>
              </a:lnSpc>
            </a:pPr>
            <a:r>
              <a:rPr lang="zh-CN" altLang="en-US"/>
              <a:t>独立于数据模型（层次、网状、关系），更与采用的</a:t>
            </a:r>
            <a:r>
              <a:rPr lang="en-US" altLang="zh-CN"/>
              <a:t>DBMS</a:t>
            </a:r>
            <a:r>
              <a:rPr lang="zh-CN" altLang="en-US"/>
              <a:t>无关。</a:t>
            </a:r>
          </a:p>
          <a:p>
            <a:pPr marL="342900" indent="-342900" defTabSz="914400">
              <a:lnSpc>
                <a:spcPct val="60000"/>
              </a:lnSpc>
            </a:pPr>
            <a:r>
              <a:rPr lang="zh-CN" altLang="en-US"/>
              <a:t>对需求分析阶段收集的数据进行分类、组织，形成</a:t>
            </a:r>
          </a:p>
          <a:p>
            <a:pPr marL="742950" lvl="1" indent="-285750" defTabSz="914400">
              <a:lnSpc>
                <a:spcPct val="60000"/>
              </a:lnSpc>
            </a:pPr>
            <a:r>
              <a:rPr lang="zh-CN" altLang="en-US"/>
              <a:t>实体</a:t>
            </a:r>
          </a:p>
          <a:p>
            <a:pPr marL="742950" lvl="1" indent="-285750" defTabSz="914400">
              <a:lnSpc>
                <a:spcPct val="60000"/>
              </a:lnSpc>
            </a:pPr>
            <a:r>
              <a:rPr lang="zh-CN" altLang="en-US"/>
              <a:t>实体的属性</a:t>
            </a:r>
          </a:p>
          <a:p>
            <a:pPr marL="742950" lvl="1" indent="-285750" defTabSz="914400">
              <a:lnSpc>
                <a:spcPct val="60000"/>
              </a:lnSpc>
            </a:pPr>
            <a:r>
              <a:rPr lang="zh-CN" altLang="en-US"/>
              <a:t>确定实体之间的联系类型</a:t>
            </a:r>
          </a:p>
          <a:p>
            <a:pPr marL="342900" indent="-342900" defTabSz="914400">
              <a:lnSpc>
                <a:spcPct val="80000"/>
              </a:lnSpc>
            </a:pPr>
            <a:endParaRPr lang="zh-CN" altLang="en-US"/>
          </a:p>
          <a:p>
            <a:pPr marL="342900" indent="-342900" defTabSz="914400">
              <a:lnSpc>
                <a:spcPct val="80000"/>
              </a:lnSpc>
            </a:pPr>
            <a:r>
              <a:rPr lang="zh-CN" altLang="en-US"/>
              <a:t>描述概念模型的工具</a:t>
            </a:r>
          </a:p>
          <a:p>
            <a:pPr marL="742950" lvl="1" indent="-285750" defTabSz="914400">
              <a:lnSpc>
                <a:spcPct val="80000"/>
              </a:lnSpc>
            </a:pPr>
            <a:r>
              <a:rPr lang="en-US" altLang="zh-CN"/>
              <a:t>E-R</a:t>
            </a:r>
            <a:r>
              <a:rPr lang="zh-CN" altLang="en-US"/>
              <a:t>模型</a:t>
            </a:r>
          </a:p>
        </p:txBody>
      </p:sp>
      <p:sp>
        <p:nvSpPr>
          <p:cNvPr id="47110" name="Text Box 6">
            <a:extLst>
              <a:ext uri="{FF2B5EF4-FFF2-40B4-BE49-F238E27FC236}">
                <a16:creationId xmlns:a16="http://schemas.microsoft.com/office/drawing/2014/main" id="{373E62AC-8EE1-F643-935E-F1C54EC1C5BA}"/>
              </a:ext>
            </a:extLst>
          </p:cNvPr>
          <p:cNvSpPr txBox="1">
            <a:spLocks noChangeArrowheads="1"/>
          </p:cNvSpPr>
          <p:nvPr/>
        </p:nvSpPr>
        <p:spPr bwMode="auto">
          <a:xfrm>
            <a:off x="5745163" y="4221163"/>
            <a:ext cx="1868487" cy="495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zh-CN" altLang="en-US" sz="2800">
                <a:latin typeface="Times New Roman" panose="02020603050405020304" pitchFamily="18" charset="0"/>
              </a:rPr>
              <a:t>现实世界</a:t>
            </a:r>
          </a:p>
        </p:txBody>
      </p:sp>
      <p:sp>
        <p:nvSpPr>
          <p:cNvPr id="47111" name="Text Box 7">
            <a:extLst>
              <a:ext uri="{FF2B5EF4-FFF2-40B4-BE49-F238E27FC236}">
                <a16:creationId xmlns:a16="http://schemas.microsoft.com/office/drawing/2014/main" id="{92748DB9-3E75-DD4E-8B48-16B715187650}"/>
              </a:ext>
            </a:extLst>
          </p:cNvPr>
          <p:cNvSpPr txBox="1">
            <a:spLocks noChangeArrowheads="1"/>
          </p:cNvSpPr>
          <p:nvPr/>
        </p:nvSpPr>
        <p:spPr bwMode="auto">
          <a:xfrm>
            <a:off x="5745163" y="6002338"/>
            <a:ext cx="1868487" cy="495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zh-CN" altLang="en-US" sz="2800">
                <a:latin typeface="Times New Roman" panose="02020603050405020304" pitchFamily="18" charset="0"/>
              </a:rPr>
              <a:t>机器世界</a:t>
            </a:r>
            <a:endParaRPr lang="zh-CN" altLang="en-US" b="0">
              <a:latin typeface="Times New Roman" panose="02020603050405020304" pitchFamily="18" charset="0"/>
            </a:endParaRPr>
          </a:p>
        </p:txBody>
      </p:sp>
      <p:sp>
        <p:nvSpPr>
          <p:cNvPr id="47112" name="Text Box 8">
            <a:extLst>
              <a:ext uri="{FF2B5EF4-FFF2-40B4-BE49-F238E27FC236}">
                <a16:creationId xmlns:a16="http://schemas.microsoft.com/office/drawing/2014/main" id="{CC3ACE34-2A44-4749-ABF8-35CC47F4B538}"/>
              </a:ext>
            </a:extLst>
          </p:cNvPr>
          <p:cNvSpPr txBox="1">
            <a:spLocks noChangeArrowheads="1"/>
          </p:cNvSpPr>
          <p:nvPr/>
        </p:nvSpPr>
        <p:spPr bwMode="auto">
          <a:xfrm>
            <a:off x="5745163" y="5111750"/>
            <a:ext cx="1868487" cy="495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zh-CN" altLang="en-US" sz="2800">
                <a:latin typeface="Times New Roman" panose="02020603050405020304" pitchFamily="18" charset="0"/>
              </a:rPr>
              <a:t>信息世界</a:t>
            </a:r>
            <a:endParaRPr lang="zh-CN" altLang="en-US" b="0">
              <a:latin typeface="Times New Roman" panose="02020603050405020304" pitchFamily="18" charset="0"/>
            </a:endParaRPr>
          </a:p>
        </p:txBody>
      </p:sp>
      <p:sp>
        <p:nvSpPr>
          <p:cNvPr id="47113" name="Line 9">
            <a:extLst>
              <a:ext uri="{FF2B5EF4-FFF2-40B4-BE49-F238E27FC236}">
                <a16:creationId xmlns:a16="http://schemas.microsoft.com/office/drawing/2014/main" id="{6BCCC225-BE7C-EE46-B576-A0C6E315C810}"/>
              </a:ext>
            </a:extLst>
          </p:cNvPr>
          <p:cNvSpPr>
            <a:spLocks noChangeShapeType="1"/>
          </p:cNvSpPr>
          <p:nvPr/>
        </p:nvSpPr>
        <p:spPr bwMode="auto">
          <a:xfrm>
            <a:off x="6523038" y="4716463"/>
            <a:ext cx="0" cy="395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4" name="Line 10">
            <a:extLst>
              <a:ext uri="{FF2B5EF4-FFF2-40B4-BE49-F238E27FC236}">
                <a16:creationId xmlns:a16="http://schemas.microsoft.com/office/drawing/2014/main" id="{8EF865CA-77EF-3D4D-B49B-59DB221C2747}"/>
              </a:ext>
            </a:extLst>
          </p:cNvPr>
          <p:cNvSpPr>
            <a:spLocks noChangeShapeType="1"/>
          </p:cNvSpPr>
          <p:nvPr/>
        </p:nvSpPr>
        <p:spPr bwMode="auto">
          <a:xfrm>
            <a:off x="6523038" y="5607050"/>
            <a:ext cx="0" cy="3952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5" name="Text Box 11">
            <a:extLst>
              <a:ext uri="{FF2B5EF4-FFF2-40B4-BE49-F238E27FC236}">
                <a16:creationId xmlns:a16="http://schemas.microsoft.com/office/drawing/2014/main" id="{9DF41D30-4118-9647-9559-7066AD534D88}"/>
              </a:ext>
            </a:extLst>
          </p:cNvPr>
          <p:cNvSpPr txBox="1">
            <a:spLocks noChangeArrowheads="1"/>
          </p:cNvSpPr>
          <p:nvPr/>
        </p:nvSpPr>
        <p:spPr bwMode="auto">
          <a:xfrm>
            <a:off x="7618413" y="4221163"/>
            <a:ext cx="171291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800">
                <a:latin typeface="Times New Roman" panose="02020603050405020304" pitchFamily="18" charset="0"/>
              </a:rPr>
              <a:t>需求分析</a:t>
            </a:r>
            <a:endParaRPr lang="zh-CN" altLang="en-US">
              <a:latin typeface="Times New Roman" panose="02020603050405020304" pitchFamily="18" charset="0"/>
            </a:endParaRPr>
          </a:p>
        </p:txBody>
      </p:sp>
      <p:sp>
        <p:nvSpPr>
          <p:cNvPr id="47116" name="Text Box 12">
            <a:extLst>
              <a:ext uri="{FF2B5EF4-FFF2-40B4-BE49-F238E27FC236}">
                <a16:creationId xmlns:a16="http://schemas.microsoft.com/office/drawing/2014/main" id="{6050AEEC-6D89-C141-9F81-2FF652E282A6}"/>
              </a:ext>
            </a:extLst>
          </p:cNvPr>
          <p:cNvSpPr txBox="1">
            <a:spLocks noChangeArrowheads="1"/>
          </p:cNvSpPr>
          <p:nvPr/>
        </p:nvSpPr>
        <p:spPr bwMode="auto">
          <a:xfrm>
            <a:off x="7618413" y="5157788"/>
            <a:ext cx="2646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800">
                <a:latin typeface="Times New Roman" panose="02020603050405020304" pitchFamily="18" charset="0"/>
              </a:rPr>
              <a:t>概念结构设计</a:t>
            </a:r>
            <a:endParaRPr lang="zh-CN" altLang="en-US">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a:extLst>
              <a:ext uri="{FF2B5EF4-FFF2-40B4-BE49-F238E27FC236}">
                <a16:creationId xmlns:a16="http://schemas.microsoft.com/office/drawing/2014/main" id="{EDF3980E-3A4C-A542-B23F-F3C4E9928969}"/>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713FDE06-C380-AD4F-A2D5-0162E040506A}" type="slidenum">
              <a:rPr lang="zh-CN" altLang="en-US" sz="2000"/>
              <a:pPr/>
              <a:t>23</a:t>
            </a:fld>
            <a:endParaRPr lang="en-US" altLang="zh-CN" sz="2000"/>
          </a:p>
        </p:txBody>
      </p:sp>
      <p:sp>
        <p:nvSpPr>
          <p:cNvPr id="49155" name="日期占位符 4">
            <a:extLst>
              <a:ext uri="{FF2B5EF4-FFF2-40B4-BE49-F238E27FC236}">
                <a16:creationId xmlns:a16="http://schemas.microsoft.com/office/drawing/2014/main" id="{31C4515E-E31C-9D42-95D8-17D0B65D5B24}"/>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717E92DE-2787-434F-8852-5CBE7B49A4B0}" type="datetime1">
              <a:rPr lang="zh-CN" altLang="en-US" sz="1800" smtClean="0"/>
              <a:pPr/>
              <a:t>2023/5/16</a:t>
            </a:fld>
            <a:endParaRPr lang="en-US" altLang="zh-CN" sz="1000"/>
          </a:p>
        </p:txBody>
      </p:sp>
      <p:sp>
        <p:nvSpPr>
          <p:cNvPr id="1863682" name="Rectangle 2">
            <a:extLst>
              <a:ext uri="{FF2B5EF4-FFF2-40B4-BE49-F238E27FC236}">
                <a16:creationId xmlns:a16="http://schemas.microsoft.com/office/drawing/2014/main" id="{091C839B-5540-D148-9BC7-89999F695E5C}"/>
              </a:ext>
            </a:extLst>
          </p:cNvPr>
          <p:cNvSpPr>
            <a:spLocks noGrp="1" noChangeArrowheads="1"/>
          </p:cNvSpPr>
          <p:nvPr>
            <p:ph type="title"/>
          </p:nvPr>
        </p:nvSpPr>
        <p:spPr/>
        <p:txBody>
          <a:bodyPr/>
          <a:lstStyle/>
          <a:p>
            <a:pPr defTabSz="914400"/>
            <a:r>
              <a:rPr lang="zh-CN" altLang="en-US"/>
              <a:t>二</a:t>
            </a:r>
            <a:r>
              <a:rPr lang="en-US" altLang="zh-CN"/>
              <a:t>.</a:t>
            </a:r>
            <a:r>
              <a:rPr lang="zh-CN" altLang="en-US"/>
              <a:t>概念设计</a:t>
            </a:r>
          </a:p>
        </p:txBody>
      </p:sp>
      <p:sp>
        <p:nvSpPr>
          <p:cNvPr id="49157" name="Rectangle 3">
            <a:extLst>
              <a:ext uri="{FF2B5EF4-FFF2-40B4-BE49-F238E27FC236}">
                <a16:creationId xmlns:a16="http://schemas.microsoft.com/office/drawing/2014/main" id="{774482C5-E211-064B-B2F5-25F1B69E7E66}"/>
              </a:ext>
            </a:extLst>
          </p:cNvPr>
          <p:cNvSpPr>
            <a:spLocks noGrp="1" noChangeArrowheads="1"/>
          </p:cNvSpPr>
          <p:nvPr>
            <p:ph type="body" idx="1"/>
          </p:nvPr>
        </p:nvSpPr>
        <p:spPr>
          <a:xfrm>
            <a:off x="650875" y="1143000"/>
            <a:ext cx="8820150" cy="1450975"/>
          </a:xfrm>
        </p:spPr>
        <p:txBody>
          <a:bodyPr/>
          <a:lstStyle/>
          <a:p>
            <a:r>
              <a:rPr lang="zh-CN" altLang="en-US"/>
              <a:t>设计概念结构的四类方法</a:t>
            </a:r>
          </a:p>
          <a:p>
            <a:pPr lvl="1"/>
            <a:r>
              <a:rPr lang="zh-CN" altLang="en-US"/>
              <a:t>自顶向下</a:t>
            </a:r>
          </a:p>
          <a:p>
            <a:pPr lvl="2"/>
            <a:r>
              <a:rPr lang="zh-CN" altLang="en-US"/>
              <a:t> 首先定义全局概念结构的框架，然后逐步细化</a:t>
            </a:r>
          </a:p>
        </p:txBody>
      </p:sp>
      <p:pic>
        <p:nvPicPr>
          <p:cNvPr id="49158" name="Picture 6" descr="63">
            <a:extLst>
              <a:ext uri="{FF2B5EF4-FFF2-40B4-BE49-F238E27FC236}">
                <a16:creationId xmlns:a16="http://schemas.microsoft.com/office/drawing/2014/main" id="{FAAA4A21-0082-0648-A409-A30AEF1241E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39888" y="2636838"/>
            <a:ext cx="7489825"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a:extLst>
              <a:ext uri="{FF2B5EF4-FFF2-40B4-BE49-F238E27FC236}">
                <a16:creationId xmlns:a16="http://schemas.microsoft.com/office/drawing/2014/main" id="{1B57A9FE-A9DA-C442-B442-C3D3BF391182}"/>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FAE581E-8291-C145-AEA2-383D07076D09}" type="slidenum">
              <a:rPr lang="zh-CN" altLang="en-US" sz="2000"/>
              <a:pPr/>
              <a:t>24</a:t>
            </a:fld>
            <a:endParaRPr lang="en-US" altLang="zh-CN" sz="2000"/>
          </a:p>
        </p:txBody>
      </p:sp>
      <p:sp>
        <p:nvSpPr>
          <p:cNvPr id="50179" name="日期占位符 4">
            <a:extLst>
              <a:ext uri="{FF2B5EF4-FFF2-40B4-BE49-F238E27FC236}">
                <a16:creationId xmlns:a16="http://schemas.microsoft.com/office/drawing/2014/main" id="{75AB4CCC-3ABF-4742-8899-85B6BE4C6AA0}"/>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2F59035-9BF4-2647-9164-94123B523183}" type="datetime1">
              <a:rPr lang="zh-CN" altLang="en-US" sz="1800" smtClean="0"/>
              <a:pPr/>
              <a:t>2023/5/16</a:t>
            </a:fld>
            <a:endParaRPr lang="en-US" altLang="zh-CN" sz="1000"/>
          </a:p>
        </p:txBody>
      </p:sp>
      <p:sp>
        <p:nvSpPr>
          <p:cNvPr id="1958914" name="Rectangle 2">
            <a:extLst>
              <a:ext uri="{FF2B5EF4-FFF2-40B4-BE49-F238E27FC236}">
                <a16:creationId xmlns:a16="http://schemas.microsoft.com/office/drawing/2014/main" id="{E0277756-D3A2-4B4F-8C07-174202F602A2}"/>
              </a:ext>
            </a:extLst>
          </p:cNvPr>
          <p:cNvSpPr>
            <a:spLocks noGrp="1" noChangeArrowheads="1"/>
          </p:cNvSpPr>
          <p:nvPr>
            <p:ph type="title"/>
          </p:nvPr>
        </p:nvSpPr>
        <p:spPr/>
        <p:txBody>
          <a:bodyPr/>
          <a:lstStyle/>
          <a:p>
            <a:pPr defTabSz="914400"/>
            <a:r>
              <a:rPr lang="zh-CN" altLang="en-US"/>
              <a:t>设计概念结构的四类方法</a:t>
            </a:r>
          </a:p>
        </p:txBody>
      </p:sp>
      <p:sp>
        <p:nvSpPr>
          <p:cNvPr id="50181" name="Rectangle 3">
            <a:extLst>
              <a:ext uri="{FF2B5EF4-FFF2-40B4-BE49-F238E27FC236}">
                <a16:creationId xmlns:a16="http://schemas.microsoft.com/office/drawing/2014/main" id="{0688583E-91D3-9245-8CC8-EA874EF1FA6B}"/>
              </a:ext>
            </a:extLst>
          </p:cNvPr>
          <p:cNvSpPr>
            <a:spLocks noGrp="1" noChangeArrowheads="1"/>
          </p:cNvSpPr>
          <p:nvPr>
            <p:ph type="body" idx="1"/>
          </p:nvPr>
        </p:nvSpPr>
        <p:spPr>
          <a:xfrm>
            <a:off x="650875" y="1143000"/>
            <a:ext cx="8820150" cy="1301750"/>
          </a:xfrm>
        </p:spPr>
        <p:txBody>
          <a:bodyPr/>
          <a:lstStyle/>
          <a:p>
            <a:pPr lvl="1"/>
            <a:r>
              <a:rPr lang="zh-CN" altLang="en-US"/>
              <a:t>自底向上</a:t>
            </a:r>
          </a:p>
          <a:p>
            <a:pPr lvl="2"/>
            <a:r>
              <a:rPr lang="zh-CN" altLang="en-US"/>
              <a:t> 首先定义各局部应用的概念结构，然后将它们集成起来，得到全局概念结构</a:t>
            </a:r>
          </a:p>
        </p:txBody>
      </p:sp>
      <p:pic>
        <p:nvPicPr>
          <p:cNvPr id="50182" name="Picture 4" descr="631">
            <a:extLst>
              <a:ext uri="{FF2B5EF4-FFF2-40B4-BE49-F238E27FC236}">
                <a16:creationId xmlns:a16="http://schemas.microsoft.com/office/drawing/2014/main" id="{2C859138-651E-EA49-ABF6-362F57CE768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84350" y="2349500"/>
            <a:ext cx="7345363"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a:extLst>
              <a:ext uri="{FF2B5EF4-FFF2-40B4-BE49-F238E27FC236}">
                <a16:creationId xmlns:a16="http://schemas.microsoft.com/office/drawing/2014/main" id="{8D6D98A9-8C74-944B-87B4-3BE8C5ED276A}"/>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3D7F467-CAF8-C24F-B238-C0157D857946}" type="slidenum">
              <a:rPr lang="zh-CN" altLang="en-US" sz="2000"/>
              <a:pPr/>
              <a:t>25</a:t>
            </a:fld>
            <a:endParaRPr lang="en-US" altLang="zh-CN" sz="2000"/>
          </a:p>
        </p:txBody>
      </p:sp>
      <p:sp>
        <p:nvSpPr>
          <p:cNvPr id="51203" name="日期占位符 4">
            <a:extLst>
              <a:ext uri="{FF2B5EF4-FFF2-40B4-BE49-F238E27FC236}">
                <a16:creationId xmlns:a16="http://schemas.microsoft.com/office/drawing/2014/main" id="{C5C0E086-45B1-8846-B323-09D1582AF64A}"/>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601903C-8A40-6547-9C21-4342D80B877C}" type="datetime1">
              <a:rPr lang="zh-CN" altLang="en-US" sz="1800" smtClean="0"/>
              <a:pPr/>
              <a:t>2023/5/16</a:t>
            </a:fld>
            <a:endParaRPr lang="en-US" altLang="zh-CN" sz="1000"/>
          </a:p>
        </p:txBody>
      </p:sp>
      <p:sp>
        <p:nvSpPr>
          <p:cNvPr id="1864706" name="Rectangle 2">
            <a:extLst>
              <a:ext uri="{FF2B5EF4-FFF2-40B4-BE49-F238E27FC236}">
                <a16:creationId xmlns:a16="http://schemas.microsoft.com/office/drawing/2014/main" id="{39FE9EE1-DF01-2744-BAF2-2E3C03D1AE40}"/>
              </a:ext>
            </a:extLst>
          </p:cNvPr>
          <p:cNvSpPr>
            <a:spLocks noGrp="1" noChangeArrowheads="1"/>
          </p:cNvSpPr>
          <p:nvPr>
            <p:ph type="title"/>
          </p:nvPr>
        </p:nvSpPr>
        <p:spPr>
          <a:xfrm>
            <a:off x="650875" y="304800"/>
            <a:ext cx="8820150" cy="609600"/>
          </a:xfrm>
        </p:spPr>
        <p:txBody>
          <a:bodyPr/>
          <a:lstStyle/>
          <a:p>
            <a:r>
              <a:rPr lang="zh-CN" altLang="en-US" sz="4400"/>
              <a:t>设计概念结构的四类方法</a:t>
            </a:r>
          </a:p>
        </p:txBody>
      </p:sp>
      <p:sp>
        <p:nvSpPr>
          <p:cNvPr id="51205" name="Rectangle 3">
            <a:extLst>
              <a:ext uri="{FF2B5EF4-FFF2-40B4-BE49-F238E27FC236}">
                <a16:creationId xmlns:a16="http://schemas.microsoft.com/office/drawing/2014/main" id="{ED07D16B-EDBC-F042-8AA8-56612A571AC9}"/>
              </a:ext>
            </a:extLst>
          </p:cNvPr>
          <p:cNvSpPr>
            <a:spLocks noGrp="1" noChangeArrowheads="1"/>
          </p:cNvSpPr>
          <p:nvPr>
            <p:ph type="body" idx="1"/>
          </p:nvPr>
        </p:nvSpPr>
        <p:spPr>
          <a:xfrm>
            <a:off x="650875" y="1143000"/>
            <a:ext cx="8820150" cy="5121275"/>
          </a:xfrm>
        </p:spPr>
        <p:txBody>
          <a:bodyPr/>
          <a:lstStyle/>
          <a:p>
            <a:pPr lvl="1"/>
            <a:r>
              <a:rPr lang="zh-CN" altLang="en-US"/>
              <a:t>逐步扩张</a:t>
            </a:r>
          </a:p>
          <a:p>
            <a:pPr lvl="2"/>
            <a:r>
              <a:rPr lang="zh-CN" altLang="en-US"/>
              <a:t> 首先定义最重要的核心概念结构，然后向外扩充,以滚雪球的方式逐步生成其他概念结构，直至总体概念结构</a:t>
            </a:r>
          </a:p>
          <a:p>
            <a:pPr lvl="2"/>
            <a:endParaRPr lang="zh-CN" altLang="en-US"/>
          </a:p>
          <a:p>
            <a:pPr lvl="2"/>
            <a:endParaRPr lang="zh-CN" altLang="en-US"/>
          </a:p>
          <a:p>
            <a:pPr lvl="2"/>
            <a:endParaRPr lang="zh-CN" altLang="en-US"/>
          </a:p>
          <a:p>
            <a:pPr lvl="1"/>
            <a:r>
              <a:rPr lang="zh-CN" altLang="en-US"/>
              <a:t>混合策略</a:t>
            </a:r>
          </a:p>
          <a:p>
            <a:pPr lvl="2"/>
            <a:r>
              <a:rPr lang="zh-CN" altLang="en-US"/>
              <a:t> 将自顶向下和自底向上相结合，用自顶向下策略设计一个全局概念结构的框架，以它为骨架集成由自底向上策略中设计的各局部概念结构。</a:t>
            </a:r>
          </a:p>
        </p:txBody>
      </p:sp>
      <p:pic>
        <p:nvPicPr>
          <p:cNvPr id="51206" name="Picture 6" descr="62">
            <a:extLst>
              <a:ext uri="{FF2B5EF4-FFF2-40B4-BE49-F238E27FC236}">
                <a16:creationId xmlns:a16="http://schemas.microsoft.com/office/drawing/2014/main" id="{94994D15-0C46-B74E-ADAD-FC11AD22C35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29038" y="2492375"/>
            <a:ext cx="5943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a:extLst>
              <a:ext uri="{FF2B5EF4-FFF2-40B4-BE49-F238E27FC236}">
                <a16:creationId xmlns:a16="http://schemas.microsoft.com/office/drawing/2014/main" id="{D4949181-9341-734F-B8FA-13524EBFA0C3}"/>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FDF8120E-A832-DB44-87AA-4193FAA6B2E5}" type="slidenum">
              <a:rPr lang="zh-CN" altLang="en-US" sz="2000"/>
              <a:pPr/>
              <a:t>26</a:t>
            </a:fld>
            <a:endParaRPr lang="en-US" altLang="zh-CN" sz="2000"/>
          </a:p>
        </p:txBody>
      </p:sp>
      <p:sp>
        <p:nvSpPr>
          <p:cNvPr id="52227" name="日期占位符 4">
            <a:extLst>
              <a:ext uri="{FF2B5EF4-FFF2-40B4-BE49-F238E27FC236}">
                <a16:creationId xmlns:a16="http://schemas.microsoft.com/office/drawing/2014/main" id="{ABC7B428-7DAD-D941-A753-C561EA5CFE1B}"/>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614388F5-3DBA-A847-B19A-975D66DDAC04}" type="datetime1">
              <a:rPr lang="zh-CN" altLang="en-US" sz="1800" smtClean="0"/>
              <a:pPr/>
              <a:t>2023/5/16</a:t>
            </a:fld>
            <a:endParaRPr lang="en-US" altLang="zh-CN" sz="1000"/>
          </a:p>
        </p:txBody>
      </p:sp>
      <p:sp>
        <p:nvSpPr>
          <p:cNvPr id="1874946" name="Rectangle 2">
            <a:extLst>
              <a:ext uri="{FF2B5EF4-FFF2-40B4-BE49-F238E27FC236}">
                <a16:creationId xmlns:a16="http://schemas.microsoft.com/office/drawing/2014/main" id="{9E96C686-93E7-574C-841D-60904EDCB661}"/>
              </a:ext>
            </a:extLst>
          </p:cNvPr>
          <p:cNvSpPr>
            <a:spLocks noGrp="1" noChangeArrowheads="1"/>
          </p:cNvSpPr>
          <p:nvPr>
            <p:ph type="title"/>
          </p:nvPr>
        </p:nvSpPr>
        <p:spPr/>
        <p:txBody>
          <a:bodyPr/>
          <a:lstStyle/>
          <a:p>
            <a:pPr defTabSz="914400"/>
            <a:r>
              <a:rPr lang="zh-CN" altLang="en-US"/>
              <a:t>二</a:t>
            </a:r>
            <a:r>
              <a:rPr lang="en-US" altLang="zh-CN"/>
              <a:t>.</a:t>
            </a:r>
            <a:r>
              <a:rPr lang="zh-CN" altLang="en-US"/>
              <a:t>概念设计</a:t>
            </a:r>
          </a:p>
        </p:txBody>
      </p:sp>
      <p:pic>
        <p:nvPicPr>
          <p:cNvPr id="52229" name="Picture 4" descr="未命名">
            <a:extLst>
              <a:ext uri="{FF2B5EF4-FFF2-40B4-BE49-F238E27FC236}">
                <a16:creationId xmlns:a16="http://schemas.microsoft.com/office/drawing/2014/main" id="{B83AF9AE-DAA6-654D-8C0F-67E5661F9A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254" b="9683"/>
          <a:stretch>
            <a:fillRect/>
          </a:stretch>
        </p:blipFill>
        <p:spPr bwMode="auto">
          <a:xfrm>
            <a:off x="2133600" y="1025525"/>
            <a:ext cx="7772400"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0" name="Rectangle 3">
            <a:extLst>
              <a:ext uri="{FF2B5EF4-FFF2-40B4-BE49-F238E27FC236}">
                <a16:creationId xmlns:a16="http://schemas.microsoft.com/office/drawing/2014/main" id="{727D740E-1234-F64C-847C-A68347E3970C}"/>
              </a:ext>
            </a:extLst>
          </p:cNvPr>
          <p:cNvSpPr>
            <a:spLocks noGrp="1" noChangeArrowheads="1"/>
          </p:cNvSpPr>
          <p:nvPr>
            <p:ph type="body" idx="1"/>
          </p:nvPr>
        </p:nvSpPr>
        <p:spPr>
          <a:xfrm>
            <a:off x="0" y="1916113"/>
            <a:ext cx="2432050" cy="2219325"/>
          </a:xfrm>
        </p:spPr>
        <p:txBody>
          <a:bodyPr/>
          <a:lstStyle/>
          <a:p>
            <a:pPr>
              <a:buFont typeface="Wingdings" pitchFamily="2" charset="2"/>
              <a:buNone/>
            </a:pPr>
            <a:r>
              <a:rPr lang="zh-CN" altLang="en-US"/>
              <a:t>常用策略</a:t>
            </a:r>
          </a:p>
          <a:p>
            <a:r>
              <a:rPr lang="zh-CN" altLang="en-US"/>
              <a:t>自顶向下进行需求分析</a:t>
            </a:r>
          </a:p>
          <a:p>
            <a:r>
              <a:rPr lang="zh-CN" altLang="en-US"/>
              <a:t>自底向上设计概念结构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a:extLst>
              <a:ext uri="{FF2B5EF4-FFF2-40B4-BE49-F238E27FC236}">
                <a16:creationId xmlns:a16="http://schemas.microsoft.com/office/drawing/2014/main" id="{98E23F50-F186-D148-8E9C-EC6A36FC708C}"/>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C25EB8BF-8CA4-2549-8BEF-7356034AF4EB}" type="slidenum">
              <a:rPr lang="zh-CN" altLang="en-US" sz="2000"/>
              <a:pPr/>
              <a:t>27</a:t>
            </a:fld>
            <a:endParaRPr lang="en-US" altLang="zh-CN" sz="2000"/>
          </a:p>
        </p:txBody>
      </p:sp>
      <p:sp>
        <p:nvSpPr>
          <p:cNvPr id="53251" name="日期占位符 4">
            <a:extLst>
              <a:ext uri="{FF2B5EF4-FFF2-40B4-BE49-F238E27FC236}">
                <a16:creationId xmlns:a16="http://schemas.microsoft.com/office/drawing/2014/main" id="{B1CBB53A-FF1C-6D4E-A589-3AC01B1B5786}"/>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EC6B8195-05C2-F249-9517-25A91DCCCBE2}" type="datetime1">
              <a:rPr lang="zh-CN" altLang="en-US" sz="1800" smtClean="0"/>
              <a:pPr/>
              <a:t>2023/5/16</a:t>
            </a:fld>
            <a:endParaRPr lang="en-US" altLang="zh-CN" sz="1000"/>
          </a:p>
        </p:txBody>
      </p:sp>
      <p:sp>
        <p:nvSpPr>
          <p:cNvPr id="2269186" name="Rectangle 2">
            <a:extLst>
              <a:ext uri="{FF2B5EF4-FFF2-40B4-BE49-F238E27FC236}">
                <a16:creationId xmlns:a16="http://schemas.microsoft.com/office/drawing/2014/main" id="{A45353E9-1477-E747-9C92-2AF58758C79E}"/>
              </a:ext>
            </a:extLst>
          </p:cNvPr>
          <p:cNvSpPr>
            <a:spLocks noGrp="1" noChangeArrowheads="1"/>
          </p:cNvSpPr>
          <p:nvPr>
            <p:ph type="title"/>
          </p:nvPr>
        </p:nvSpPr>
        <p:spPr>
          <a:xfrm>
            <a:off x="650875" y="365125"/>
            <a:ext cx="8820150" cy="549275"/>
          </a:xfrm>
        </p:spPr>
        <p:txBody>
          <a:bodyPr/>
          <a:lstStyle/>
          <a:p>
            <a:r>
              <a:rPr lang="zh-CN" altLang="en-US" sz="4000">
                <a:ea typeface="宋体" panose="02010600030101010101" pitchFamily="2" charset="-122"/>
              </a:rPr>
              <a:t>采用</a:t>
            </a:r>
            <a:r>
              <a:rPr lang="en-US" altLang="zh-CN" sz="4000">
                <a:ea typeface="宋体" panose="02010600030101010101" pitchFamily="2" charset="-122"/>
              </a:rPr>
              <a:t>E-R</a:t>
            </a:r>
            <a:r>
              <a:rPr lang="zh-CN" altLang="en-US" sz="4000">
                <a:ea typeface="宋体" panose="02010600030101010101" pitchFamily="2" charset="-122"/>
              </a:rPr>
              <a:t>模型方法的概念结构设计</a:t>
            </a:r>
          </a:p>
        </p:txBody>
      </p:sp>
      <p:sp>
        <p:nvSpPr>
          <p:cNvPr id="47109" name="Rectangle 3">
            <a:extLst>
              <a:ext uri="{FF2B5EF4-FFF2-40B4-BE49-F238E27FC236}">
                <a16:creationId xmlns:a16="http://schemas.microsoft.com/office/drawing/2014/main" id="{81151B26-1635-6F40-868E-41EF3CD92B98}"/>
              </a:ext>
            </a:extLst>
          </p:cNvPr>
          <p:cNvSpPr>
            <a:spLocks noGrp="1" noChangeArrowheads="1"/>
          </p:cNvSpPr>
          <p:nvPr>
            <p:ph type="body" idx="1"/>
          </p:nvPr>
        </p:nvSpPr>
        <p:spPr>
          <a:xfrm>
            <a:off x="650875" y="1143000"/>
            <a:ext cx="8820150" cy="3819525"/>
          </a:xfrm>
        </p:spPr>
        <p:txBody>
          <a:bodyPr/>
          <a:lstStyle/>
          <a:p>
            <a:pPr marL="0" indent="0">
              <a:buFont typeface="Wingdings" pitchFamily="2" charset="2"/>
              <a:buNone/>
            </a:pPr>
            <a:r>
              <a:rPr lang="en-US" altLang="zh-CN"/>
              <a:t> </a:t>
            </a:r>
            <a:r>
              <a:rPr lang="zh-CN" altLang="en-US"/>
              <a:t>①设计局部</a:t>
            </a:r>
            <a:r>
              <a:rPr lang="en-US" altLang="zh-CN"/>
              <a:t>E-R</a:t>
            </a:r>
            <a:r>
              <a:rPr lang="zh-CN" altLang="en-US"/>
              <a:t>模型</a:t>
            </a:r>
          </a:p>
          <a:p>
            <a:pPr lvl="1"/>
            <a:r>
              <a:rPr lang="en-US" altLang="zh-CN"/>
              <a:t>E-R</a:t>
            </a:r>
            <a:r>
              <a:rPr lang="zh-CN" altLang="en-US"/>
              <a:t>模型的设计内容包括确定局部</a:t>
            </a:r>
            <a:r>
              <a:rPr lang="en-US" altLang="zh-CN"/>
              <a:t>E-R</a:t>
            </a:r>
            <a:r>
              <a:rPr lang="zh-CN" altLang="en-US"/>
              <a:t>模型的范围、定义实体、联系以及它们的属性。</a:t>
            </a:r>
          </a:p>
          <a:p>
            <a:pPr marL="0" indent="0">
              <a:buFont typeface="Wingdings" pitchFamily="2" charset="2"/>
              <a:buNone/>
            </a:pPr>
            <a:r>
              <a:rPr lang="en-US" altLang="zh-CN"/>
              <a:t>② </a:t>
            </a:r>
            <a:r>
              <a:rPr lang="zh-CN" altLang="en-US"/>
              <a:t>设计全局</a:t>
            </a:r>
            <a:r>
              <a:rPr lang="en-US" altLang="zh-CN"/>
              <a:t>E-R</a:t>
            </a:r>
            <a:r>
              <a:rPr lang="zh-CN" altLang="en-US"/>
              <a:t>模型</a:t>
            </a:r>
          </a:p>
          <a:p>
            <a:pPr lvl="1"/>
            <a:r>
              <a:rPr lang="zh-CN" altLang="en-US"/>
              <a:t>将所有局部</a:t>
            </a:r>
            <a:r>
              <a:rPr lang="en-US" altLang="zh-CN"/>
              <a:t>E-R</a:t>
            </a:r>
            <a:r>
              <a:rPr lang="zh-CN" altLang="en-US"/>
              <a:t>图集成为一个全局</a:t>
            </a:r>
            <a:r>
              <a:rPr lang="en-US" altLang="zh-CN"/>
              <a:t>E-R</a:t>
            </a:r>
            <a:r>
              <a:rPr lang="zh-CN" altLang="en-US"/>
              <a:t>图，即全局</a:t>
            </a:r>
            <a:r>
              <a:rPr lang="en-US" altLang="zh-CN"/>
              <a:t>E-R</a:t>
            </a:r>
            <a:r>
              <a:rPr lang="zh-CN" altLang="en-US"/>
              <a:t>模型。</a:t>
            </a:r>
          </a:p>
          <a:p>
            <a:pPr marL="0" indent="0">
              <a:buSzPct val="100000"/>
              <a:buFont typeface="黑体" panose="02010609060101010101" pitchFamily="49" charset="-122"/>
              <a:buAutoNum type="circleNumDbPlain" startAt="3"/>
            </a:pPr>
            <a:r>
              <a:rPr lang="zh-CN" altLang="en-US"/>
              <a:t>优化全局</a:t>
            </a:r>
            <a:r>
              <a:rPr lang="en-US" altLang="zh-CN"/>
              <a:t>E-R</a:t>
            </a:r>
            <a:r>
              <a:rPr lang="zh-CN" altLang="en-US"/>
              <a:t>模型</a:t>
            </a:r>
          </a:p>
          <a:p>
            <a:pPr marL="0" indent="0"/>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a:extLst>
              <a:ext uri="{FF2B5EF4-FFF2-40B4-BE49-F238E27FC236}">
                <a16:creationId xmlns:a16="http://schemas.microsoft.com/office/drawing/2014/main" id="{A0C5393E-2333-9A43-B5EC-80447BCFCDF9}"/>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E83AE01A-235F-EA43-8034-D449D6783090}" type="slidenum">
              <a:rPr lang="zh-CN" altLang="en-US" sz="2000"/>
              <a:pPr/>
              <a:t>28</a:t>
            </a:fld>
            <a:endParaRPr lang="en-US" altLang="zh-CN" sz="2000"/>
          </a:p>
        </p:txBody>
      </p:sp>
      <p:sp>
        <p:nvSpPr>
          <p:cNvPr id="54275" name="日期占位符 4">
            <a:extLst>
              <a:ext uri="{FF2B5EF4-FFF2-40B4-BE49-F238E27FC236}">
                <a16:creationId xmlns:a16="http://schemas.microsoft.com/office/drawing/2014/main" id="{38D72526-179A-BC40-A049-721D1966157B}"/>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209ED08-E15B-0C40-8A48-280F36500997}" type="datetime1">
              <a:rPr lang="zh-CN" altLang="en-US" sz="1800" smtClean="0"/>
              <a:pPr/>
              <a:t>2023/5/16</a:t>
            </a:fld>
            <a:endParaRPr lang="en-US" altLang="zh-CN" sz="1000"/>
          </a:p>
        </p:txBody>
      </p:sp>
      <p:sp>
        <p:nvSpPr>
          <p:cNvPr id="2140162" name="Rectangle 2">
            <a:extLst>
              <a:ext uri="{FF2B5EF4-FFF2-40B4-BE49-F238E27FC236}">
                <a16:creationId xmlns:a16="http://schemas.microsoft.com/office/drawing/2014/main" id="{4B8B8FE0-DE5E-A24F-8BB5-72014A3E40E9}"/>
              </a:ext>
            </a:extLst>
          </p:cNvPr>
          <p:cNvSpPr>
            <a:spLocks noGrp="1" noChangeArrowheads="1"/>
          </p:cNvSpPr>
          <p:nvPr>
            <p:ph type="title"/>
          </p:nvPr>
        </p:nvSpPr>
        <p:spPr/>
        <p:txBody>
          <a:bodyPr/>
          <a:lstStyle/>
          <a:p>
            <a:r>
              <a:rPr lang="zh-CN" altLang="en-US"/>
              <a:t>概念设计过程</a:t>
            </a:r>
            <a:r>
              <a:rPr lang="en-US" altLang="zh-CN"/>
              <a:t>- </a:t>
            </a:r>
            <a:r>
              <a:rPr lang="zh-CN" altLang="en-US"/>
              <a:t>①设计分</a:t>
            </a:r>
            <a:r>
              <a:rPr lang="en-US" altLang="zh-CN"/>
              <a:t>E-R</a:t>
            </a:r>
            <a:r>
              <a:rPr lang="zh-CN" altLang="en-US"/>
              <a:t>图</a:t>
            </a:r>
            <a:endParaRPr lang="en-US" altLang="zh-CN"/>
          </a:p>
        </p:txBody>
      </p:sp>
      <p:sp>
        <p:nvSpPr>
          <p:cNvPr id="54277" name="Rectangle 3">
            <a:extLst>
              <a:ext uri="{FF2B5EF4-FFF2-40B4-BE49-F238E27FC236}">
                <a16:creationId xmlns:a16="http://schemas.microsoft.com/office/drawing/2014/main" id="{33635CC5-6B72-4F4D-96CD-F76C3871671B}"/>
              </a:ext>
            </a:extLst>
          </p:cNvPr>
          <p:cNvSpPr>
            <a:spLocks noGrp="1" noChangeArrowheads="1"/>
          </p:cNvSpPr>
          <p:nvPr>
            <p:ph type="body" idx="1"/>
          </p:nvPr>
        </p:nvSpPr>
        <p:spPr>
          <a:xfrm>
            <a:off x="650875" y="1143000"/>
            <a:ext cx="8820150" cy="4927600"/>
          </a:xfrm>
        </p:spPr>
        <p:txBody>
          <a:bodyPr/>
          <a:lstStyle/>
          <a:p>
            <a:pPr>
              <a:spcBef>
                <a:spcPct val="15000"/>
              </a:spcBef>
            </a:pPr>
            <a:r>
              <a:rPr lang="zh-CN" altLang="en-US"/>
              <a:t>① 选择局部应用、逐一</a:t>
            </a:r>
            <a:r>
              <a:rPr lang="zh-CN" altLang="en-US">
                <a:solidFill>
                  <a:srgbClr val="FF0000"/>
                </a:solidFill>
              </a:rPr>
              <a:t>设计分</a:t>
            </a:r>
            <a:r>
              <a:rPr lang="en-US" altLang="zh-CN">
                <a:solidFill>
                  <a:srgbClr val="FF0000"/>
                </a:solidFill>
              </a:rPr>
              <a:t>E-R</a:t>
            </a:r>
            <a:r>
              <a:rPr lang="zh-CN" altLang="en-US">
                <a:solidFill>
                  <a:srgbClr val="FF0000"/>
                </a:solidFill>
              </a:rPr>
              <a:t>图</a:t>
            </a:r>
          </a:p>
          <a:p>
            <a:pPr lvl="1">
              <a:spcBef>
                <a:spcPct val="15000"/>
              </a:spcBef>
            </a:pPr>
            <a:r>
              <a:rPr lang="zh-CN" altLang="en-US"/>
              <a:t>需求分析阶段已用多层数据流图和数据字典描述了整个系统；</a:t>
            </a:r>
          </a:p>
          <a:p>
            <a:pPr lvl="1">
              <a:spcBef>
                <a:spcPct val="15000"/>
              </a:spcBef>
            </a:pPr>
            <a:r>
              <a:rPr lang="zh-CN" altLang="en-US"/>
              <a:t>根据系统的具体情况，在多层的数据流图中选择一个适当层次的数据流图，让这组图中每一部分对应一个局部应用，然后以这一层次的数据流图为出发点，设计分</a:t>
            </a:r>
            <a:r>
              <a:rPr lang="en-US" altLang="zh-CN"/>
              <a:t>E-R</a:t>
            </a:r>
            <a:r>
              <a:rPr lang="zh-CN" altLang="en-US"/>
              <a:t>图。</a:t>
            </a:r>
          </a:p>
          <a:p>
            <a:pPr lvl="2">
              <a:spcBef>
                <a:spcPct val="15000"/>
              </a:spcBef>
            </a:pPr>
            <a:r>
              <a:rPr lang="zh-CN" altLang="en-US"/>
              <a:t>将各局部应用涉及的数据分别从数据字典中抽取出来，</a:t>
            </a:r>
          </a:p>
          <a:p>
            <a:pPr lvl="2">
              <a:spcBef>
                <a:spcPct val="15000"/>
              </a:spcBef>
            </a:pPr>
            <a:r>
              <a:rPr lang="zh-CN" altLang="en-US"/>
              <a:t>参照数据流图，标定各局部应用中的实体、实体的属性、标识实体的码，</a:t>
            </a:r>
          </a:p>
          <a:p>
            <a:pPr lvl="2">
              <a:spcBef>
                <a:spcPct val="15000"/>
              </a:spcBef>
            </a:pPr>
            <a:r>
              <a:rPr lang="zh-CN" altLang="en-US"/>
              <a:t>确定实体之间的联系及其类型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a:extLst>
              <a:ext uri="{FF2B5EF4-FFF2-40B4-BE49-F238E27FC236}">
                <a16:creationId xmlns:a16="http://schemas.microsoft.com/office/drawing/2014/main" id="{8D306D8D-3AE5-4B4F-A59E-C821FC383632}"/>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E219DD2-0AFB-8D41-83F1-A326524AAA51}" type="slidenum">
              <a:rPr lang="zh-CN" altLang="en-US" sz="2000"/>
              <a:pPr/>
              <a:t>29</a:t>
            </a:fld>
            <a:endParaRPr lang="en-US" altLang="zh-CN" sz="2000"/>
          </a:p>
        </p:txBody>
      </p:sp>
      <p:sp>
        <p:nvSpPr>
          <p:cNvPr id="55299" name="日期占位符 4">
            <a:extLst>
              <a:ext uri="{FF2B5EF4-FFF2-40B4-BE49-F238E27FC236}">
                <a16:creationId xmlns:a16="http://schemas.microsoft.com/office/drawing/2014/main" id="{C95F6C69-159C-D54A-97D0-2C7B26D4023C}"/>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F6848EE-7CF3-E845-AAC6-3728654EB4E6}" type="datetime1">
              <a:rPr lang="zh-CN" altLang="en-US" sz="1800" smtClean="0"/>
              <a:pPr/>
              <a:t>2023/5/16</a:t>
            </a:fld>
            <a:endParaRPr lang="en-US" altLang="zh-CN" sz="1000"/>
          </a:p>
        </p:txBody>
      </p:sp>
      <p:sp>
        <p:nvSpPr>
          <p:cNvPr id="2141186" name="Rectangle 2">
            <a:extLst>
              <a:ext uri="{FF2B5EF4-FFF2-40B4-BE49-F238E27FC236}">
                <a16:creationId xmlns:a16="http://schemas.microsoft.com/office/drawing/2014/main" id="{560519AA-8BE4-D94B-A655-F8CD09B0BB7E}"/>
              </a:ext>
            </a:extLst>
          </p:cNvPr>
          <p:cNvSpPr>
            <a:spLocks noGrp="1" noChangeArrowheads="1"/>
          </p:cNvSpPr>
          <p:nvPr>
            <p:ph type="title"/>
          </p:nvPr>
        </p:nvSpPr>
        <p:spPr/>
        <p:txBody>
          <a:bodyPr/>
          <a:lstStyle/>
          <a:p>
            <a:r>
              <a:rPr lang="zh-CN" altLang="en-US"/>
              <a:t>概念设计过程</a:t>
            </a:r>
          </a:p>
        </p:txBody>
      </p:sp>
      <p:sp>
        <p:nvSpPr>
          <p:cNvPr id="55301" name="Rectangle 3">
            <a:extLst>
              <a:ext uri="{FF2B5EF4-FFF2-40B4-BE49-F238E27FC236}">
                <a16:creationId xmlns:a16="http://schemas.microsoft.com/office/drawing/2014/main" id="{63539AC2-A5AF-7C43-A073-C6BA56C96D5C}"/>
              </a:ext>
            </a:extLst>
          </p:cNvPr>
          <p:cNvSpPr>
            <a:spLocks noGrp="1" noChangeArrowheads="1"/>
          </p:cNvSpPr>
          <p:nvPr>
            <p:ph type="body" idx="1"/>
          </p:nvPr>
        </p:nvSpPr>
        <p:spPr>
          <a:xfrm>
            <a:off x="650875" y="1143000"/>
            <a:ext cx="8820150" cy="4757738"/>
          </a:xfrm>
        </p:spPr>
        <p:txBody>
          <a:bodyPr/>
          <a:lstStyle/>
          <a:p>
            <a:pPr>
              <a:spcBef>
                <a:spcPct val="25000"/>
              </a:spcBef>
              <a:buClr>
                <a:srgbClr val="2C376C"/>
              </a:buClr>
              <a:buSzTx/>
              <a:buFont typeface="Wingdings" pitchFamily="2" charset="2"/>
              <a:buChar char="§"/>
            </a:pPr>
            <a:r>
              <a:rPr lang="zh-CN" altLang="en-US"/>
              <a:t>如何抽象实体和属性?</a:t>
            </a:r>
          </a:p>
          <a:p>
            <a:pPr lvl="1">
              <a:spcBef>
                <a:spcPct val="25000"/>
              </a:spcBef>
              <a:buClr>
                <a:srgbClr val="2C376C"/>
              </a:buClr>
              <a:buFont typeface="Symbol" pitchFamily="2" charset="2"/>
              <a:buChar char="-"/>
            </a:pPr>
            <a:r>
              <a:rPr lang="zh-CN" altLang="en-US"/>
              <a:t>实体：现实世界中一组具有某些共同特性和行为的对象就可以抽象为一个实体。</a:t>
            </a:r>
          </a:p>
          <a:p>
            <a:pPr lvl="1">
              <a:spcBef>
                <a:spcPct val="25000"/>
              </a:spcBef>
              <a:buClr>
                <a:srgbClr val="2C376C"/>
              </a:buClr>
              <a:buFont typeface="Symbol" pitchFamily="2" charset="2"/>
              <a:buChar char="-"/>
            </a:pPr>
            <a:r>
              <a:rPr lang="zh-CN" altLang="en-US"/>
              <a:t>属性：对象类型的组成成分可以抽象为实体的属性</a:t>
            </a:r>
          </a:p>
          <a:p>
            <a:pPr lvl="1">
              <a:spcBef>
                <a:spcPct val="25000"/>
              </a:spcBef>
            </a:pPr>
            <a:r>
              <a:rPr lang="zh-CN" altLang="en-US"/>
              <a:t>实体与属性是相对而言的。同一事物，在一种应用环境中作为“属性”，在另一种应用环境中就必须作为“实体”。</a:t>
            </a:r>
          </a:p>
          <a:p>
            <a:pPr lvl="2">
              <a:spcBef>
                <a:spcPct val="25000"/>
              </a:spcBef>
            </a:pPr>
            <a:r>
              <a:rPr lang="zh-CN" altLang="en-US"/>
              <a:t>例：学校中的系在某种应用环境中，它只是作为“学生”实体的一个属性，表明一个学生属于哪个系</a:t>
            </a:r>
          </a:p>
          <a:p>
            <a:pPr lvl="2">
              <a:spcBef>
                <a:spcPct val="25000"/>
              </a:spcBef>
            </a:pPr>
            <a:r>
              <a:rPr lang="zh-CN" altLang="en-US"/>
              <a:t>在另一种环境中，需要考虑一个系的系主任、教师人数、办公地点等，就需要作为实体</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a:extLst>
              <a:ext uri="{FF2B5EF4-FFF2-40B4-BE49-F238E27FC236}">
                <a16:creationId xmlns:a16="http://schemas.microsoft.com/office/drawing/2014/main" id="{99C79E6D-F2CF-C444-B83B-65466DF19D21}"/>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ADC329C-688F-6C43-AC04-5769B440A13F}" type="slidenum">
              <a:rPr lang="zh-CN" altLang="en-US" sz="2000"/>
              <a:pPr/>
              <a:t>30</a:t>
            </a:fld>
            <a:endParaRPr lang="en-US" altLang="zh-CN" sz="2000"/>
          </a:p>
        </p:txBody>
      </p:sp>
      <p:sp>
        <p:nvSpPr>
          <p:cNvPr id="56323" name="日期占位符 4">
            <a:extLst>
              <a:ext uri="{FF2B5EF4-FFF2-40B4-BE49-F238E27FC236}">
                <a16:creationId xmlns:a16="http://schemas.microsoft.com/office/drawing/2014/main" id="{3AA8AB99-E45F-B846-86B0-E56839E75B2C}"/>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3382A2D8-B725-2B4A-974E-A60473A09BA8}" type="datetime1">
              <a:rPr lang="zh-CN" altLang="en-US" sz="1800" smtClean="0"/>
              <a:pPr/>
              <a:t>2023/5/16</a:t>
            </a:fld>
            <a:endParaRPr lang="en-US" altLang="zh-CN" sz="1000"/>
          </a:p>
        </p:txBody>
      </p:sp>
      <p:sp>
        <p:nvSpPr>
          <p:cNvPr id="2142210" name="Rectangle 2">
            <a:extLst>
              <a:ext uri="{FF2B5EF4-FFF2-40B4-BE49-F238E27FC236}">
                <a16:creationId xmlns:a16="http://schemas.microsoft.com/office/drawing/2014/main" id="{5475A1FF-4AFB-1F4D-9973-0EF792A10282}"/>
              </a:ext>
            </a:extLst>
          </p:cNvPr>
          <p:cNvSpPr>
            <a:spLocks noGrp="1" noChangeArrowheads="1"/>
          </p:cNvSpPr>
          <p:nvPr>
            <p:ph type="title"/>
          </p:nvPr>
        </p:nvSpPr>
        <p:spPr/>
        <p:txBody>
          <a:bodyPr/>
          <a:lstStyle/>
          <a:p>
            <a:r>
              <a:rPr lang="zh-CN" altLang="en-US"/>
              <a:t>如何抽象实体和属性示例</a:t>
            </a:r>
          </a:p>
        </p:txBody>
      </p:sp>
      <p:sp>
        <p:nvSpPr>
          <p:cNvPr id="56325" name="Rectangle 3">
            <a:extLst>
              <a:ext uri="{FF2B5EF4-FFF2-40B4-BE49-F238E27FC236}">
                <a16:creationId xmlns:a16="http://schemas.microsoft.com/office/drawing/2014/main" id="{DEEE05B5-BCD8-304A-B3C7-C2AC71102D25}"/>
              </a:ext>
            </a:extLst>
          </p:cNvPr>
          <p:cNvSpPr>
            <a:spLocks noGrp="1" noChangeArrowheads="1"/>
          </p:cNvSpPr>
          <p:nvPr>
            <p:ph type="body" idx="1"/>
          </p:nvPr>
        </p:nvSpPr>
        <p:spPr/>
        <p:txBody>
          <a:bodyPr/>
          <a:lstStyle/>
          <a:p>
            <a:endParaRPr lang="zh-CN" altLang="en-US"/>
          </a:p>
        </p:txBody>
      </p:sp>
      <p:pic>
        <p:nvPicPr>
          <p:cNvPr id="56326" name="Picture 6">
            <a:extLst>
              <a:ext uri="{FF2B5EF4-FFF2-40B4-BE49-F238E27FC236}">
                <a16:creationId xmlns:a16="http://schemas.microsoft.com/office/drawing/2014/main" id="{8F5B1C0D-3982-7E4E-91FE-415531387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1113" y="1196975"/>
            <a:ext cx="7850187" cy="516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a:extLst>
              <a:ext uri="{FF2B5EF4-FFF2-40B4-BE49-F238E27FC236}">
                <a16:creationId xmlns:a16="http://schemas.microsoft.com/office/drawing/2014/main" id="{1734A6C5-D2CC-B844-9E16-CC8EE5FF8E1C}"/>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0E0D8D3-706D-F048-A4FB-18448ACEFD77}" type="slidenum">
              <a:rPr lang="zh-CN" altLang="en-US" sz="2000"/>
              <a:pPr/>
              <a:t>31</a:t>
            </a:fld>
            <a:endParaRPr lang="en-US" altLang="zh-CN" sz="2000"/>
          </a:p>
        </p:txBody>
      </p:sp>
      <p:sp>
        <p:nvSpPr>
          <p:cNvPr id="57347" name="日期占位符 4">
            <a:extLst>
              <a:ext uri="{FF2B5EF4-FFF2-40B4-BE49-F238E27FC236}">
                <a16:creationId xmlns:a16="http://schemas.microsoft.com/office/drawing/2014/main" id="{8A5F2BEA-08FC-5945-B2B2-0D04191CBE56}"/>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C40EADDB-5CDF-1D46-9269-B84AC54473BA}" type="datetime1">
              <a:rPr lang="zh-CN" altLang="en-US" sz="1800" smtClean="0"/>
              <a:pPr/>
              <a:t>2023/5/16</a:t>
            </a:fld>
            <a:endParaRPr lang="en-US" altLang="zh-CN" sz="1000"/>
          </a:p>
        </p:txBody>
      </p:sp>
      <p:sp>
        <p:nvSpPr>
          <p:cNvPr id="2185218" name="Rectangle 2">
            <a:extLst>
              <a:ext uri="{FF2B5EF4-FFF2-40B4-BE49-F238E27FC236}">
                <a16:creationId xmlns:a16="http://schemas.microsoft.com/office/drawing/2014/main" id="{240A33CC-AE27-BE4E-8044-1E4FA63BD591}"/>
              </a:ext>
            </a:extLst>
          </p:cNvPr>
          <p:cNvSpPr>
            <a:spLocks noGrp="1" noChangeArrowheads="1"/>
          </p:cNvSpPr>
          <p:nvPr>
            <p:ph type="title"/>
          </p:nvPr>
        </p:nvSpPr>
        <p:spPr/>
        <p:txBody>
          <a:bodyPr/>
          <a:lstStyle/>
          <a:p>
            <a:r>
              <a:rPr lang="zh-CN" altLang="en-US"/>
              <a:t>如何抽象实体和属性示例</a:t>
            </a:r>
          </a:p>
        </p:txBody>
      </p:sp>
      <p:sp>
        <p:nvSpPr>
          <p:cNvPr id="57349" name="Rectangle 3">
            <a:extLst>
              <a:ext uri="{FF2B5EF4-FFF2-40B4-BE49-F238E27FC236}">
                <a16:creationId xmlns:a16="http://schemas.microsoft.com/office/drawing/2014/main" id="{C626F1A9-74AD-3445-98AD-855E67129FD9}"/>
              </a:ext>
            </a:extLst>
          </p:cNvPr>
          <p:cNvSpPr>
            <a:spLocks noGrp="1" noChangeArrowheads="1"/>
          </p:cNvSpPr>
          <p:nvPr>
            <p:ph type="body" idx="1"/>
          </p:nvPr>
        </p:nvSpPr>
        <p:spPr/>
        <p:txBody>
          <a:bodyPr/>
          <a:lstStyle/>
          <a:p>
            <a:endParaRPr lang="zh-CN" altLang="en-US"/>
          </a:p>
        </p:txBody>
      </p:sp>
      <p:graphicFrame>
        <p:nvGraphicFramePr>
          <p:cNvPr id="57350" name="Object 4">
            <a:extLst>
              <a:ext uri="{FF2B5EF4-FFF2-40B4-BE49-F238E27FC236}">
                <a16:creationId xmlns:a16="http://schemas.microsoft.com/office/drawing/2014/main" id="{1031EB11-6F7A-0A4C-A234-F9BB73C79F0D}"/>
              </a:ext>
            </a:extLst>
          </p:cNvPr>
          <p:cNvGraphicFramePr>
            <a:graphicFrameLocks noChangeAspect="1"/>
          </p:cNvGraphicFramePr>
          <p:nvPr/>
        </p:nvGraphicFramePr>
        <p:xfrm>
          <a:off x="304800" y="1295400"/>
          <a:ext cx="8991600" cy="4283075"/>
        </p:xfrm>
        <a:graphic>
          <a:graphicData uri="http://schemas.openxmlformats.org/presentationml/2006/ole">
            <mc:AlternateContent xmlns:mc="http://schemas.openxmlformats.org/markup-compatibility/2006">
              <mc:Choice xmlns:v="urn:schemas-microsoft-com:vml" Requires="v">
                <p:oleObj spid="_x0000_s57359" name="位图图像" r:id="rId3" imgW="3879850" imgH="1847850" progId="Paint.Picture">
                  <p:embed/>
                </p:oleObj>
              </mc:Choice>
              <mc:Fallback>
                <p:oleObj name="位图图像" r:id="rId3" imgW="3879850" imgH="1847850"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295400"/>
                        <a:ext cx="8991600" cy="428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a:extLst>
              <a:ext uri="{FF2B5EF4-FFF2-40B4-BE49-F238E27FC236}">
                <a16:creationId xmlns:a16="http://schemas.microsoft.com/office/drawing/2014/main" id="{DA599C1C-D572-D243-9269-BB58BD066E5C}"/>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02D07B8-9888-7749-BE43-653DBEDEB1FE}" type="slidenum">
              <a:rPr lang="zh-CN" altLang="en-US" sz="2000"/>
              <a:pPr/>
              <a:t>32</a:t>
            </a:fld>
            <a:endParaRPr lang="en-US" altLang="zh-CN" sz="2000"/>
          </a:p>
        </p:txBody>
      </p:sp>
      <p:sp>
        <p:nvSpPr>
          <p:cNvPr id="58371" name="日期占位符 4">
            <a:extLst>
              <a:ext uri="{FF2B5EF4-FFF2-40B4-BE49-F238E27FC236}">
                <a16:creationId xmlns:a16="http://schemas.microsoft.com/office/drawing/2014/main" id="{66E3C91B-E961-C048-A871-5B72568537D9}"/>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E05456B1-4D6F-B142-99C7-C258EF376644}" type="datetime1">
              <a:rPr lang="zh-CN" altLang="en-US" sz="1800" smtClean="0"/>
              <a:pPr/>
              <a:t>2023/5/16</a:t>
            </a:fld>
            <a:endParaRPr lang="en-US" altLang="zh-CN" sz="1000"/>
          </a:p>
        </p:txBody>
      </p:sp>
      <p:pic>
        <p:nvPicPr>
          <p:cNvPr id="58372" name="Picture 4">
            <a:extLst>
              <a:ext uri="{FF2B5EF4-FFF2-40B4-BE49-F238E27FC236}">
                <a16:creationId xmlns:a16="http://schemas.microsoft.com/office/drawing/2014/main" id="{8AAD2185-BAFC-9949-9D9C-8BF15D1384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6650" y="2084388"/>
            <a:ext cx="7775575" cy="477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86242" name="Rectangle 2">
            <a:extLst>
              <a:ext uri="{FF2B5EF4-FFF2-40B4-BE49-F238E27FC236}">
                <a16:creationId xmlns:a16="http://schemas.microsoft.com/office/drawing/2014/main" id="{5674BBA2-A43E-8B46-8BEE-4EEEB685AB4B}"/>
              </a:ext>
            </a:extLst>
          </p:cNvPr>
          <p:cNvSpPr>
            <a:spLocks noGrp="1" noChangeArrowheads="1"/>
          </p:cNvSpPr>
          <p:nvPr>
            <p:ph type="title"/>
          </p:nvPr>
        </p:nvSpPr>
        <p:spPr/>
        <p:txBody>
          <a:bodyPr/>
          <a:lstStyle/>
          <a:p>
            <a:r>
              <a:rPr lang="zh-CN" altLang="en-US"/>
              <a:t>分</a:t>
            </a:r>
            <a:r>
              <a:rPr lang="en-US" altLang="zh-CN"/>
              <a:t>E-R</a:t>
            </a:r>
            <a:r>
              <a:rPr lang="zh-CN" altLang="en-US"/>
              <a:t>图设计示例</a:t>
            </a:r>
          </a:p>
        </p:txBody>
      </p:sp>
      <p:sp>
        <p:nvSpPr>
          <p:cNvPr id="58374" name="Rectangle 3">
            <a:extLst>
              <a:ext uri="{FF2B5EF4-FFF2-40B4-BE49-F238E27FC236}">
                <a16:creationId xmlns:a16="http://schemas.microsoft.com/office/drawing/2014/main" id="{B4233D6E-B35A-A64B-BE09-687F0F614AD7}"/>
              </a:ext>
            </a:extLst>
          </p:cNvPr>
          <p:cNvSpPr>
            <a:spLocks noGrp="1" noChangeArrowheads="1"/>
          </p:cNvSpPr>
          <p:nvPr>
            <p:ph type="body" idx="1"/>
          </p:nvPr>
        </p:nvSpPr>
        <p:spPr>
          <a:xfrm>
            <a:off x="650875" y="1143000"/>
            <a:ext cx="8820150" cy="1301750"/>
          </a:xfrm>
        </p:spPr>
        <p:txBody>
          <a:bodyPr/>
          <a:lstStyle/>
          <a:p>
            <a:r>
              <a:rPr lang="zh-CN" altLang="en-US"/>
              <a:t>示例系统不复杂，从第一层数据流图入手</a:t>
            </a:r>
          </a:p>
          <a:p>
            <a:pPr lvl="1"/>
            <a:r>
              <a:rPr lang="zh-CN" altLang="en-US"/>
              <a:t>若某一局部应用仍较复杂，则可以从更下层的数据流图入手</a:t>
            </a:r>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a:extLst>
              <a:ext uri="{FF2B5EF4-FFF2-40B4-BE49-F238E27FC236}">
                <a16:creationId xmlns:a16="http://schemas.microsoft.com/office/drawing/2014/main" id="{8894277A-9C0F-9A49-989F-E5657C018109}"/>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95D2D54-450B-3149-8EA1-56E4BDAF2036}" type="slidenum">
              <a:rPr lang="zh-CN" altLang="en-US" sz="2000"/>
              <a:pPr/>
              <a:t>33</a:t>
            </a:fld>
            <a:endParaRPr lang="en-US" altLang="zh-CN" sz="2000"/>
          </a:p>
        </p:txBody>
      </p:sp>
      <p:sp>
        <p:nvSpPr>
          <p:cNvPr id="59395" name="日期占位符 4">
            <a:extLst>
              <a:ext uri="{FF2B5EF4-FFF2-40B4-BE49-F238E27FC236}">
                <a16:creationId xmlns:a16="http://schemas.microsoft.com/office/drawing/2014/main" id="{E56F0B19-3A71-3D4E-BE08-4977D5DA4A00}"/>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5FDF8F7-8057-7F46-A84F-E4ECC3D90FA3}" type="datetime1">
              <a:rPr lang="zh-CN" altLang="en-US" sz="1800" smtClean="0"/>
              <a:pPr/>
              <a:t>2023/5/16</a:t>
            </a:fld>
            <a:endParaRPr lang="en-US" altLang="zh-CN" sz="1000"/>
          </a:p>
        </p:txBody>
      </p:sp>
      <p:sp>
        <p:nvSpPr>
          <p:cNvPr id="2148354" name="Rectangle 2">
            <a:extLst>
              <a:ext uri="{FF2B5EF4-FFF2-40B4-BE49-F238E27FC236}">
                <a16:creationId xmlns:a16="http://schemas.microsoft.com/office/drawing/2014/main" id="{D77CD977-8754-E844-994C-42F01E095B01}"/>
              </a:ext>
            </a:extLst>
          </p:cNvPr>
          <p:cNvSpPr>
            <a:spLocks noGrp="1" noChangeArrowheads="1"/>
          </p:cNvSpPr>
          <p:nvPr>
            <p:ph type="title"/>
          </p:nvPr>
        </p:nvSpPr>
        <p:spPr/>
        <p:txBody>
          <a:bodyPr/>
          <a:lstStyle/>
          <a:p>
            <a:r>
              <a:rPr lang="zh-CN" altLang="en-US"/>
              <a:t>概念设计过程</a:t>
            </a:r>
          </a:p>
        </p:txBody>
      </p:sp>
      <p:sp>
        <p:nvSpPr>
          <p:cNvPr id="59397" name="Rectangle 3">
            <a:extLst>
              <a:ext uri="{FF2B5EF4-FFF2-40B4-BE49-F238E27FC236}">
                <a16:creationId xmlns:a16="http://schemas.microsoft.com/office/drawing/2014/main" id="{F90289E5-87B3-D64F-9B0B-A468C5128B2C}"/>
              </a:ext>
            </a:extLst>
          </p:cNvPr>
          <p:cNvSpPr>
            <a:spLocks noGrp="1" noChangeArrowheads="1"/>
          </p:cNvSpPr>
          <p:nvPr>
            <p:ph type="body" idx="1"/>
          </p:nvPr>
        </p:nvSpPr>
        <p:spPr/>
        <p:txBody>
          <a:bodyPr/>
          <a:lstStyle/>
          <a:p>
            <a:endParaRPr lang="zh-CN" altLang="en-US"/>
          </a:p>
        </p:txBody>
      </p:sp>
      <p:pic>
        <p:nvPicPr>
          <p:cNvPr id="59398" name="Picture 4">
            <a:extLst>
              <a:ext uri="{FF2B5EF4-FFF2-40B4-BE49-F238E27FC236}">
                <a16:creationId xmlns:a16="http://schemas.microsoft.com/office/drawing/2014/main" id="{DAE84449-8F8C-5E4B-8F6A-0EB18443D4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750" y="1484313"/>
            <a:ext cx="8001000" cy="405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399" name="Picture 5">
            <a:extLst>
              <a:ext uri="{FF2B5EF4-FFF2-40B4-BE49-F238E27FC236}">
                <a16:creationId xmlns:a16="http://schemas.microsoft.com/office/drawing/2014/main" id="{3E5116AE-0933-C646-A68E-A982A42631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6600" y="5949950"/>
            <a:ext cx="268922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a:extLst>
              <a:ext uri="{FF2B5EF4-FFF2-40B4-BE49-F238E27FC236}">
                <a16:creationId xmlns:a16="http://schemas.microsoft.com/office/drawing/2014/main" id="{EE8ABB57-B89D-7D4C-8293-7672A41A348F}"/>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E54C198E-5867-5347-B236-1C0F69B53A39}" type="slidenum">
              <a:rPr lang="zh-CN" altLang="en-US" sz="2000"/>
              <a:pPr/>
              <a:t>34</a:t>
            </a:fld>
            <a:endParaRPr lang="en-US" altLang="zh-CN" sz="2000"/>
          </a:p>
        </p:txBody>
      </p:sp>
      <p:sp>
        <p:nvSpPr>
          <p:cNvPr id="60419" name="日期占位符 4">
            <a:extLst>
              <a:ext uri="{FF2B5EF4-FFF2-40B4-BE49-F238E27FC236}">
                <a16:creationId xmlns:a16="http://schemas.microsoft.com/office/drawing/2014/main" id="{F6D4EF10-063E-4744-A815-0C1338C05361}"/>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DB560F26-3E60-E040-A3C9-A4A15D22E9C0}" type="datetime1">
              <a:rPr lang="zh-CN" altLang="en-US" sz="1800" smtClean="0"/>
              <a:pPr/>
              <a:t>2023/5/16</a:t>
            </a:fld>
            <a:endParaRPr lang="en-US" altLang="zh-CN" sz="1000"/>
          </a:p>
        </p:txBody>
      </p:sp>
      <p:sp>
        <p:nvSpPr>
          <p:cNvPr id="2180098" name="Rectangle 2">
            <a:extLst>
              <a:ext uri="{FF2B5EF4-FFF2-40B4-BE49-F238E27FC236}">
                <a16:creationId xmlns:a16="http://schemas.microsoft.com/office/drawing/2014/main" id="{1FA3A3A5-D6FF-B446-A15E-1029C4353F8E}"/>
              </a:ext>
            </a:extLst>
          </p:cNvPr>
          <p:cNvSpPr>
            <a:spLocks noGrp="1" noChangeArrowheads="1"/>
          </p:cNvSpPr>
          <p:nvPr>
            <p:ph type="title"/>
          </p:nvPr>
        </p:nvSpPr>
        <p:spPr/>
        <p:txBody>
          <a:bodyPr/>
          <a:lstStyle/>
          <a:p>
            <a:r>
              <a:rPr lang="zh-CN" altLang="en-US"/>
              <a:t>概念设计过程</a:t>
            </a:r>
            <a:r>
              <a:rPr lang="en-US" altLang="zh-CN"/>
              <a:t>-②</a:t>
            </a:r>
            <a:r>
              <a:rPr lang="zh-CN" altLang="en-US"/>
              <a:t>集成局部</a:t>
            </a:r>
            <a:r>
              <a:rPr lang="en-US" altLang="zh-CN"/>
              <a:t>E-R</a:t>
            </a:r>
            <a:r>
              <a:rPr lang="zh-CN" altLang="en-US"/>
              <a:t>图</a:t>
            </a:r>
            <a:endParaRPr lang="en-US" altLang="zh-CN"/>
          </a:p>
        </p:txBody>
      </p:sp>
      <p:sp>
        <p:nvSpPr>
          <p:cNvPr id="60421" name="Rectangle 3">
            <a:extLst>
              <a:ext uri="{FF2B5EF4-FFF2-40B4-BE49-F238E27FC236}">
                <a16:creationId xmlns:a16="http://schemas.microsoft.com/office/drawing/2014/main" id="{CA921BA8-CEE0-7D44-BDAA-43B02C95D0B5}"/>
              </a:ext>
            </a:extLst>
          </p:cNvPr>
          <p:cNvSpPr>
            <a:spLocks noGrp="1" noChangeArrowheads="1"/>
          </p:cNvSpPr>
          <p:nvPr>
            <p:ph type="body" idx="1"/>
          </p:nvPr>
        </p:nvSpPr>
        <p:spPr>
          <a:xfrm>
            <a:off x="650875" y="1143000"/>
            <a:ext cx="8820150" cy="3133725"/>
          </a:xfrm>
        </p:spPr>
        <p:txBody>
          <a:bodyPr/>
          <a:lstStyle/>
          <a:p>
            <a:pPr>
              <a:lnSpc>
                <a:spcPct val="115000"/>
              </a:lnSpc>
              <a:spcBef>
                <a:spcPct val="15000"/>
              </a:spcBef>
            </a:pPr>
            <a:r>
              <a:rPr lang="zh-CN" altLang="en-US"/>
              <a:t>各个局部视图即分</a:t>
            </a:r>
            <a:r>
              <a:rPr lang="en-US" altLang="zh-CN"/>
              <a:t>E-R</a:t>
            </a:r>
            <a:r>
              <a:rPr lang="zh-CN" altLang="en-US"/>
              <a:t>图建立好后，还需要对它们进行合并，集成为一个整体的数据概念结构即总</a:t>
            </a:r>
            <a:r>
              <a:rPr lang="en-US" altLang="zh-CN"/>
              <a:t>E-R</a:t>
            </a:r>
            <a:r>
              <a:rPr lang="zh-CN" altLang="en-US"/>
              <a:t>图。</a:t>
            </a:r>
          </a:p>
          <a:p>
            <a:pPr lvl="1">
              <a:lnSpc>
                <a:spcPct val="115000"/>
              </a:lnSpc>
              <a:spcBef>
                <a:spcPct val="15000"/>
              </a:spcBef>
            </a:pPr>
            <a:r>
              <a:rPr lang="zh-CN" altLang="en-US"/>
              <a:t>逐步累积式 </a:t>
            </a:r>
          </a:p>
          <a:p>
            <a:pPr lvl="2">
              <a:lnSpc>
                <a:spcPct val="115000"/>
              </a:lnSpc>
              <a:spcBef>
                <a:spcPct val="15000"/>
              </a:spcBef>
            </a:pPr>
            <a:r>
              <a:rPr lang="zh-CN" altLang="en-US"/>
              <a:t>首先集成两个局部视图（通常是比较关键的两个局部视图），</a:t>
            </a:r>
          </a:p>
          <a:p>
            <a:pPr lvl="2">
              <a:lnSpc>
                <a:spcPct val="115000"/>
              </a:lnSpc>
              <a:spcBef>
                <a:spcPct val="15000"/>
              </a:spcBef>
            </a:pPr>
            <a:r>
              <a:rPr lang="zh-CN" altLang="en-US"/>
              <a:t>以后每次将一个新的局部视图集成进来</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a:extLst>
              <a:ext uri="{FF2B5EF4-FFF2-40B4-BE49-F238E27FC236}">
                <a16:creationId xmlns:a16="http://schemas.microsoft.com/office/drawing/2014/main" id="{A1E690AE-6A57-E94B-8242-521D3236B583}"/>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EDE2BC08-C89E-A04F-850F-BF94346066D9}" type="slidenum">
              <a:rPr lang="zh-CN" altLang="en-US" sz="2000"/>
              <a:pPr/>
              <a:t>35</a:t>
            </a:fld>
            <a:endParaRPr lang="en-US" altLang="zh-CN" sz="2000"/>
          </a:p>
        </p:txBody>
      </p:sp>
      <p:sp>
        <p:nvSpPr>
          <p:cNvPr id="61443" name="日期占位符 4">
            <a:extLst>
              <a:ext uri="{FF2B5EF4-FFF2-40B4-BE49-F238E27FC236}">
                <a16:creationId xmlns:a16="http://schemas.microsoft.com/office/drawing/2014/main" id="{8756A51D-15F7-1E45-97F0-391D8F3B1956}"/>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2C459115-8FD0-8F41-A406-BD23A75FB37B}" type="datetime1">
              <a:rPr lang="zh-CN" altLang="en-US" sz="1800" smtClean="0"/>
              <a:pPr/>
              <a:t>2023/5/16</a:t>
            </a:fld>
            <a:endParaRPr lang="en-US" altLang="zh-CN" sz="1000"/>
          </a:p>
        </p:txBody>
      </p:sp>
      <p:sp>
        <p:nvSpPr>
          <p:cNvPr id="2187266" name="Rectangle 2">
            <a:extLst>
              <a:ext uri="{FF2B5EF4-FFF2-40B4-BE49-F238E27FC236}">
                <a16:creationId xmlns:a16="http://schemas.microsoft.com/office/drawing/2014/main" id="{D0E39C02-BAB1-A145-997E-8325542C5211}"/>
              </a:ext>
            </a:extLst>
          </p:cNvPr>
          <p:cNvSpPr>
            <a:spLocks noGrp="1" noChangeArrowheads="1"/>
          </p:cNvSpPr>
          <p:nvPr>
            <p:ph type="title"/>
          </p:nvPr>
        </p:nvSpPr>
        <p:spPr/>
        <p:txBody>
          <a:bodyPr/>
          <a:lstStyle/>
          <a:p>
            <a:r>
              <a:rPr lang="zh-CN" altLang="en-US"/>
              <a:t>概念设计过程</a:t>
            </a:r>
            <a:r>
              <a:rPr lang="en-US" altLang="zh-CN"/>
              <a:t>-②</a:t>
            </a:r>
            <a:r>
              <a:rPr lang="zh-CN" altLang="en-US"/>
              <a:t>集成局部</a:t>
            </a:r>
            <a:r>
              <a:rPr lang="en-US" altLang="zh-CN"/>
              <a:t>E-R</a:t>
            </a:r>
            <a:r>
              <a:rPr lang="zh-CN" altLang="en-US"/>
              <a:t>图</a:t>
            </a:r>
            <a:endParaRPr lang="en-US" altLang="zh-CN"/>
          </a:p>
        </p:txBody>
      </p:sp>
      <p:sp>
        <p:nvSpPr>
          <p:cNvPr id="61445" name="Rectangle 3">
            <a:extLst>
              <a:ext uri="{FF2B5EF4-FFF2-40B4-BE49-F238E27FC236}">
                <a16:creationId xmlns:a16="http://schemas.microsoft.com/office/drawing/2014/main" id="{A47C577C-6BEC-F848-8EE0-C2613DD584D2}"/>
              </a:ext>
            </a:extLst>
          </p:cNvPr>
          <p:cNvSpPr>
            <a:spLocks noGrp="1" noChangeArrowheads="1"/>
          </p:cNvSpPr>
          <p:nvPr>
            <p:ph type="body" idx="1"/>
          </p:nvPr>
        </p:nvSpPr>
        <p:spPr>
          <a:xfrm>
            <a:off x="650875" y="1143000"/>
            <a:ext cx="8820150" cy="5380038"/>
          </a:xfrm>
        </p:spPr>
        <p:txBody>
          <a:bodyPr/>
          <a:lstStyle/>
          <a:p>
            <a:pPr>
              <a:lnSpc>
                <a:spcPct val="105000"/>
              </a:lnSpc>
              <a:spcBef>
                <a:spcPct val="15000"/>
              </a:spcBef>
            </a:pPr>
            <a:r>
              <a:rPr lang="zh-CN" altLang="en-US" sz="2400"/>
              <a:t>集成局部</a:t>
            </a:r>
            <a:r>
              <a:rPr lang="en-US" altLang="zh-CN" sz="2400"/>
              <a:t>E-R</a:t>
            </a:r>
            <a:r>
              <a:rPr lang="zh-CN" altLang="en-US" sz="2400"/>
              <a:t>图的步骤</a:t>
            </a:r>
          </a:p>
          <a:p>
            <a:pPr lvl="1">
              <a:lnSpc>
                <a:spcPct val="105000"/>
              </a:lnSpc>
              <a:spcBef>
                <a:spcPct val="15000"/>
              </a:spcBef>
            </a:pPr>
            <a:r>
              <a:rPr lang="zh-CN" altLang="en-US" sz="2400"/>
              <a:t>合并：解决各分</a:t>
            </a:r>
            <a:r>
              <a:rPr lang="en-US" altLang="zh-CN" sz="2400"/>
              <a:t>E-R</a:t>
            </a:r>
            <a:r>
              <a:rPr lang="zh-CN" altLang="en-US" sz="2400"/>
              <a:t>图之间的冲突，将各分</a:t>
            </a:r>
            <a:r>
              <a:rPr lang="en-US" altLang="zh-CN" sz="2400"/>
              <a:t>E-R</a:t>
            </a:r>
            <a:r>
              <a:rPr lang="zh-CN" altLang="en-US" sz="2400"/>
              <a:t>合成初步</a:t>
            </a:r>
            <a:r>
              <a:rPr lang="en-US" altLang="zh-CN" sz="2400"/>
              <a:t>E-R</a:t>
            </a:r>
            <a:r>
              <a:rPr lang="zh-CN" altLang="en-US" sz="2400"/>
              <a:t>图，解决冲突是合并</a:t>
            </a:r>
            <a:r>
              <a:rPr lang="en-US" altLang="zh-CN" sz="2400"/>
              <a:t>E-R</a:t>
            </a:r>
            <a:r>
              <a:rPr lang="zh-CN" altLang="en-US" sz="2400"/>
              <a:t>图的主要工作和关键所在。</a:t>
            </a:r>
          </a:p>
          <a:p>
            <a:pPr lvl="2">
              <a:lnSpc>
                <a:spcPct val="105000"/>
              </a:lnSpc>
              <a:spcBef>
                <a:spcPct val="15000"/>
              </a:spcBef>
            </a:pPr>
            <a:r>
              <a:rPr lang="zh-CN" altLang="en-US" sz="2400"/>
              <a:t>冲突主要有三类</a:t>
            </a:r>
          </a:p>
          <a:p>
            <a:pPr lvl="3" eaLnBrk="1" hangingPunct="1"/>
            <a:r>
              <a:rPr lang="zh-CN" altLang="en-US" sz="2400"/>
              <a:t>属性冲突：属性域冲突、属性取值单位冲突</a:t>
            </a:r>
          </a:p>
          <a:p>
            <a:pPr lvl="3" eaLnBrk="1" hangingPunct="1"/>
            <a:r>
              <a:rPr lang="zh-CN" altLang="en-US" sz="2400"/>
              <a:t>命名冲突：同名异义和异名同义 </a:t>
            </a:r>
          </a:p>
          <a:p>
            <a:pPr lvl="3" eaLnBrk="1" hangingPunct="1"/>
            <a:r>
              <a:rPr lang="zh-CN" altLang="en-US" sz="2400"/>
              <a:t>结构冲突：同一对象在不同应用中具有不同的抽象、同一实体在不同的局部</a:t>
            </a:r>
            <a:r>
              <a:rPr lang="en-US" altLang="zh-CN" sz="2400"/>
              <a:t>E-R</a:t>
            </a:r>
            <a:r>
              <a:rPr lang="zh-CN" altLang="en-US" sz="2400"/>
              <a:t>图中所包含的属性个数和属性的排列次序不完全相同</a:t>
            </a:r>
          </a:p>
          <a:p>
            <a:pPr lvl="1">
              <a:lnSpc>
                <a:spcPct val="105000"/>
              </a:lnSpc>
              <a:spcBef>
                <a:spcPct val="15000"/>
              </a:spcBef>
            </a:pPr>
            <a:r>
              <a:rPr lang="zh-CN" altLang="en-US" sz="2400"/>
              <a:t>修改与重构：消除不必要的冗余，生成基本</a:t>
            </a:r>
            <a:r>
              <a:rPr lang="en-US" altLang="zh-CN" sz="2400"/>
              <a:t>E-R</a:t>
            </a:r>
            <a:r>
              <a:rPr lang="zh-CN" altLang="en-US" sz="2400"/>
              <a:t>图</a:t>
            </a:r>
          </a:p>
          <a:p>
            <a:pPr lvl="2">
              <a:lnSpc>
                <a:spcPct val="105000"/>
              </a:lnSpc>
              <a:spcBef>
                <a:spcPct val="15000"/>
              </a:spcBef>
            </a:pPr>
            <a:r>
              <a:rPr lang="zh-CN" altLang="en-US" sz="2400"/>
              <a:t>采用分析方法</a:t>
            </a:r>
          </a:p>
          <a:p>
            <a:pPr lvl="2">
              <a:lnSpc>
                <a:spcPct val="105000"/>
              </a:lnSpc>
              <a:spcBef>
                <a:spcPct val="15000"/>
              </a:spcBef>
            </a:pPr>
            <a:r>
              <a:rPr lang="zh-CN" altLang="en-US" sz="2400"/>
              <a:t>规范化理论中函数依赖的概念提供了消除冗余联系的形式化工具</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a:extLst>
              <a:ext uri="{FF2B5EF4-FFF2-40B4-BE49-F238E27FC236}">
                <a16:creationId xmlns:a16="http://schemas.microsoft.com/office/drawing/2014/main" id="{D804F8A7-66F7-A745-A77F-41B6CD6E2972}"/>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F742CCE3-8FD2-7146-BDDD-CAA660EB5C16}" type="slidenum">
              <a:rPr lang="zh-CN" altLang="en-US" sz="2000"/>
              <a:pPr/>
              <a:t>36</a:t>
            </a:fld>
            <a:endParaRPr lang="en-US" altLang="zh-CN" sz="2000"/>
          </a:p>
        </p:txBody>
      </p:sp>
      <p:sp>
        <p:nvSpPr>
          <p:cNvPr id="63491" name="日期占位符 4">
            <a:extLst>
              <a:ext uri="{FF2B5EF4-FFF2-40B4-BE49-F238E27FC236}">
                <a16:creationId xmlns:a16="http://schemas.microsoft.com/office/drawing/2014/main" id="{0B8A27C1-F684-A04E-B045-A29945518685}"/>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3E55E4DC-FC5A-D84A-888B-8F6E379F5040}" type="datetime1">
              <a:rPr lang="zh-CN" altLang="en-US" sz="1800" smtClean="0"/>
              <a:pPr/>
              <a:t>2023/5/16</a:t>
            </a:fld>
            <a:endParaRPr lang="en-US" altLang="zh-CN" sz="1000"/>
          </a:p>
        </p:txBody>
      </p:sp>
      <p:sp>
        <p:nvSpPr>
          <p:cNvPr id="2220034" name="Rectangle 2">
            <a:extLst>
              <a:ext uri="{FF2B5EF4-FFF2-40B4-BE49-F238E27FC236}">
                <a16:creationId xmlns:a16="http://schemas.microsoft.com/office/drawing/2014/main" id="{9EAB41A1-1325-8542-9D4D-955F515B0864}"/>
              </a:ext>
            </a:extLst>
          </p:cNvPr>
          <p:cNvSpPr>
            <a:spLocks noGrp="1" noChangeArrowheads="1"/>
          </p:cNvSpPr>
          <p:nvPr>
            <p:ph type="title"/>
          </p:nvPr>
        </p:nvSpPr>
        <p:spPr/>
        <p:txBody>
          <a:bodyPr/>
          <a:lstStyle/>
          <a:p>
            <a:pPr marL="914400" indent="-914400">
              <a:buFont typeface="黑体" panose="02010609060101010101" pitchFamily="49" charset="-122"/>
              <a:buAutoNum type="circleNumDbPlain" startAt="3"/>
            </a:pPr>
            <a:r>
              <a:rPr lang="zh-CN" altLang="en-US"/>
              <a:t>优化全局</a:t>
            </a:r>
            <a:r>
              <a:rPr lang="en-US" altLang="zh-CN"/>
              <a:t>E-R</a:t>
            </a:r>
            <a:r>
              <a:rPr lang="zh-CN" altLang="en-US"/>
              <a:t>模型 </a:t>
            </a:r>
          </a:p>
        </p:txBody>
      </p:sp>
      <p:sp>
        <p:nvSpPr>
          <p:cNvPr id="63493" name="Rectangle 3">
            <a:extLst>
              <a:ext uri="{FF2B5EF4-FFF2-40B4-BE49-F238E27FC236}">
                <a16:creationId xmlns:a16="http://schemas.microsoft.com/office/drawing/2014/main" id="{73EB6546-29E8-8142-B5B3-61018BF32357}"/>
              </a:ext>
            </a:extLst>
          </p:cNvPr>
          <p:cNvSpPr>
            <a:spLocks noGrp="1" noChangeArrowheads="1"/>
          </p:cNvSpPr>
          <p:nvPr>
            <p:ph type="body" idx="1"/>
          </p:nvPr>
        </p:nvSpPr>
        <p:spPr>
          <a:xfrm>
            <a:off x="849313" y="1989138"/>
            <a:ext cx="8820150" cy="1450975"/>
          </a:xfrm>
        </p:spPr>
        <p:txBody>
          <a:bodyPr/>
          <a:lstStyle/>
          <a:p>
            <a:r>
              <a:rPr lang="zh-CN" altLang="en-US"/>
              <a:t>实体个数尽可能少；</a:t>
            </a:r>
          </a:p>
          <a:p>
            <a:r>
              <a:rPr lang="zh-CN" altLang="en-US"/>
              <a:t>实体所包含的属性尽可能少；</a:t>
            </a:r>
          </a:p>
          <a:p>
            <a:r>
              <a:rPr lang="zh-CN" altLang="en-US"/>
              <a:t>实体间联系无冗余</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a:extLst>
              <a:ext uri="{FF2B5EF4-FFF2-40B4-BE49-F238E27FC236}">
                <a16:creationId xmlns:a16="http://schemas.microsoft.com/office/drawing/2014/main" id="{3E9FDF45-80F9-B346-8009-810DCE21601F}"/>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3F227DC3-FAA5-4B41-907E-A2C0584961A4}" type="slidenum">
              <a:rPr lang="zh-CN" altLang="en-US" sz="2000"/>
              <a:pPr/>
              <a:t>37</a:t>
            </a:fld>
            <a:endParaRPr lang="en-US" altLang="zh-CN" sz="2000"/>
          </a:p>
        </p:txBody>
      </p:sp>
      <p:sp>
        <p:nvSpPr>
          <p:cNvPr id="64515" name="日期占位符 4">
            <a:extLst>
              <a:ext uri="{FF2B5EF4-FFF2-40B4-BE49-F238E27FC236}">
                <a16:creationId xmlns:a16="http://schemas.microsoft.com/office/drawing/2014/main" id="{E6B4C090-0178-1C41-8932-9AAEE57DE902}"/>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AFD97EF-0305-F745-A371-C73DE3BDCC64}" type="datetime1">
              <a:rPr lang="zh-CN" altLang="en-US" sz="1800" smtClean="0"/>
              <a:pPr/>
              <a:t>2023/5/16</a:t>
            </a:fld>
            <a:endParaRPr lang="en-US" altLang="zh-CN" sz="1000"/>
          </a:p>
        </p:txBody>
      </p:sp>
      <p:pic>
        <p:nvPicPr>
          <p:cNvPr id="64516" name="Picture 4">
            <a:extLst>
              <a:ext uri="{FF2B5EF4-FFF2-40B4-BE49-F238E27FC236}">
                <a16:creationId xmlns:a16="http://schemas.microsoft.com/office/drawing/2014/main" id="{3D908E74-E69D-9549-BC62-9F728A6EE6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476250"/>
            <a:ext cx="9144000" cy="615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a:extLst>
              <a:ext uri="{FF2B5EF4-FFF2-40B4-BE49-F238E27FC236}">
                <a16:creationId xmlns:a16="http://schemas.microsoft.com/office/drawing/2014/main" id="{4D3783BF-1B45-7D48-AB26-69C1CAC9984C}"/>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30CA8AEF-84C4-284B-AB9C-2D39321E6725}" type="slidenum">
              <a:rPr lang="zh-CN" altLang="en-US" sz="2000"/>
              <a:pPr/>
              <a:t>38</a:t>
            </a:fld>
            <a:endParaRPr lang="en-US" altLang="zh-CN" sz="2000"/>
          </a:p>
        </p:txBody>
      </p:sp>
      <p:sp>
        <p:nvSpPr>
          <p:cNvPr id="65539" name="日期占位符 4">
            <a:extLst>
              <a:ext uri="{FF2B5EF4-FFF2-40B4-BE49-F238E27FC236}">
                <a16:creationId xmlns:a16="http://schemas.microsoft.com/office/drawing/2014/main" id="{E10E34E2-DA89-6949-BD85-640F026A544F}"/>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737AEF31-6284-ED4B-BD15-EAA2574F1D6B}" type="datetime1">
              <a:rPr lang="zh-CN" altLang="en-US" sz="1800" smtClean="0"/>
              <a:pPr/>
              <a:t>2023/5/16</a:t>
            </a:fld>
            <a:endParaRPr lang="en-US" altLang="zh-CN" sz="1000"/>
          </a:p>
        </p:txBody>
      </p:sp>
      <p:sp>
        <p:nvSpPr>
          <p:cNvPr id="2272258" name="Rectangle 2">
            <a:extLst>
              <a:ext uri="{FF2B5EF4-FFF2-40B4-BE49-F238E27FC236}">
                <a16:creationId xmlns:a16="http://schemas.microsoft.com/office/drawing/2014/main" id="{5B855570-AA82-1342-9F7B-2ED26A3115D8}"/>
              </a:ext>
            </a:extLst>
          </p:cNvPr>
          <p:cNvSpPr>
            <a:spLocks noGrp="1" noChangeArrowheads="1"/>
          </p:cNvSpPr>
          <p:nvPr>
            <p:ph type="title"/>
          </p:nvPr>
        </p:nvSpPr>
        <p:spPr/>
        <p:txBody>
          <a:bodyPr/>
          <a:lstStyle/>
          <a:p>
            <a:pPr>
              <a:defRPr/>
            </a:pPr>
            <a:r>
              <a:rPr lang="zh-CN" altLang="en-US"/>
              <a:t>局部</a:t>
            </a:r>
            <a:r>
              <a:rPr lang="en-US" altLang="zh-CN"/>
              <a:t>E-R</a:t>
            </a:r>
            <a:r>
              <a:rPr lang="zh-CN" altLang="en-US"/>
              <a:t>图</a:t>
            </a:r>
          </a:p>
        </p:txBody>
      </p:sp>
      <p:sp>
        <p:nvSpPr>
          <p:cNvPr id="65541" name="Rectangle 3">
            <a:extLst>
              <a:ext uri="{FF2B5EF4-FFF2-40B4-BE49-F238E27FC236}">
                <a16:creationId xmlns:a16="http://schemas.microsoft.com/office/drawing/2014/main" id="{75008E2D-C1C1-E545-8453-DEEDF36B460F}"/>
              </a:ext>
            </a:extLst>
          </p:cNvPr>
          <p:cNvSpPr>
            <a:spLocks noGrp="1" noChangeArrowheads="1"/>
          </p:cNvSpPr>
          <p:nvPr>
            <p:ph type="body" idx="1"/>
          </p:nvPr>
        </p:nvSpPr>
        <p:spPr/>
        <p:txBody>
          <a:bodyPr/>
          <a:lstStyle/>
          <a:p>
            <a:endParaRPr lang="zh-CN" altLang="en-US"/>
          </a:p>
        </p:txBody>
      </p:sp>
      <p:grpSp>
        <p:nvGrpSpPr>
          <p:cNvPr id="65542" name="Group 4">
            <a:extLst>
              <a:ext uri="{FF2B5EF4-FFF2-40B4-BE49-F238E27FC236}">
                <a16:creationId xmlns:a16="http://schemas.microsoft.com/office/drawing/2014/main" id="{9B647A6E-019D-824B-9FFD-56289E9FFAF8}"/>
              </a:ext>
            </a:extLst>
          </p:cNvPr>
          <p:cNvGrpSpPr>
            <a:grpSpLocks/>
          </p:cNvGrpSpPr>
          <p:nvPr/>
        </p:nvGrpSpPr>
        <p:grpSpPr bwMode="auto">
          <a:xfrm>
            <a:off x="250825" y="1557338"/>
            <a:ext cx="8569325" cy="1584325"/>
            <a:chOff x="2160" y="1596"/>
            <a:chExt cx="6480" cy="1404"/>
          </a:xfrm>
        </p:grpSpPr>
        <p:sp>
          <p:nvSpPr>
            <p:cNvPr id="65563" name="Text Box 5">
              <a:extLst>
                <a:ext uri="{FF2B5EF4-FFF2-40B4-BE49-F238E27FC236}">
                  <a16:creationId xmlns:a16="http://schemas.microsoft.com/office/drawing/2014/main" id="{9B490806-CFE9-5047-801F-5B8DAE8C7294}"/>
                </a:ext>
              </a:extLst>
            </p:cNvPr>
            <p:cNvSpPr txBox="1">
              <a:spLocks noChangeArrowheads="1"/>
            </p:cNvSpPr>
            <p:nvPr/>
          </p:nvSpPr>
          <p:spPr bwMode="auto">
            <a:xfrm>
              <a:off x="6660" y="1596"/>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sz="2200">
                  <a:latin typeface="Times New Roman" panose="02020603050405020304" pitchFamily="18" charset="0"/>
                </a:rPr>
                <a:t>n</a:t>
              </a:r>
              <a:endParaRPr kumimoji="1" lang="en-US" altLang="zh-CN" sz="2200">
                <a:latin typeface="Gulim" panose="020B0600000101010101" pitchFamily="34" charset="-127"/>
                <a:ea typeface="Gulim" panose="020B0600000101010101" pitchFamily="34" charset="-127"/>
              </a:endParaRPr>
            </a:p>
          </p:txBody>
        </p:sp>
        <p:sp>
          <p:nvSpPr>
            <p:cNvPr id="65564" name="Text Box 6">
              <a:extLst>
                <a:ext uri="{FF2B5EF4-FFF2-40B4-BE49-F238E27FC236}">
                  <a16:creationId xmlns:a16="http://schemas.microsoft.com/office/drawing/2014/main" id="{E9810CC8-D881-8C43-9912-FAA44A224768}"/>
                </a:ext>
              </a:extLst>
            </p:cNvPr>
            <p:cNvSpPr txBox="1">
              <a:spLocks noChangeArrowheads="1"/>
            </p:cNvSpPr>
            <p:nvPr/>
          </p:nvSpPr>
          <p:spPr bwMode="auto">
            <a:xfrm>
              <a:off x="3600" y="1596"/>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sz="2200">
                  <a:latin typeface="Times New Roman" panose="02020603050405020304" pitchFamily="18" charset="0"/>
                </a:rPr>
                <a:t>m</a:t>
              </a:r>
              <a:endParaRPr kumimoji="1" lang="en-US" altLang="zh-CN" sz="2200">
                <a:latin typeface="Gulim" panose="020B0600000101010101" pitchFamily="34" charset="-127"/>
                <a:ea typeface="Gulim" panose="020B0600000101010101" pitchFamily="34" charset="-127"/>
              </a:endParaRPr>
            </a:p>
          </p:txBody>
        </p:sp>
        <p:sp>
          <p:nvSpPr>
            <p:cNvPr id="65565" name="Text Box 7">
              <a:extLst>
                <a:ext uri="{FF2B5EF4-FFF2-40B4-BE49-F238E27FC236}">
                  <a16:creationId xmlns:a16="http://schemas.microsoft.com/office/drawing/2014/main" id="{01554D22-1EE4-7144-8954-705C0DF176C4}"/>
                </a:ext>
              </a:extLst>
            </p:cNvPr>
            <p:cNvSpPr txBox="1">
              <a:spLocks noChangeArrowheads="1"/>
            </p:cNvSpPr>
            <p:nvPr/>
          </p:nvSpPr>
          <p:spPr bwMode="auto">
            <a:xfrm>
              <a:off x="2880" y="1596"/>
              <a:ext cx="72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200">
                  <a:solidFill>
                    <a:srgbClr val="009900"/>
                  </a:solidFill>
                  <a:latin typeface="Times New Roman" panose="02020603050405020304" pitchFamily="18" charset="0"/>
                </a:rPr>
                <a:t>产品</a:t>
              </a:r>
              <a:endParaRPr kumimoji="1" lang="zh-CN" altLang="en-US" sz="2200">
                <a:solidFill>
                  <a:srgbClr val="009900"/>
                </a:solidFill>
                <a:latin typeface="Gulim" panose="020B0600000101010101" pitchFamily="34" charset="-127"/>
                <a:ea typeface="Gulim" panose="020B0600000101010101" pitchFamily="34" charset="-127"/>
              </a:endParaRPr>
            </a:p>
          </p:txBody>
        </p:sp>
        <p:sp>
          <p:nvSpPr>
            <p:cNvPr id="65566" name="AutoShape 8">
              <a:extLst>
                <a:ext uri="{FF2B5EF4-FFF2-40B4-BE49-F238E27FC236}">
                  <a16:creationId xmlns:a16="http://schemas.microsoft.com/office/drawing/2014/main" id="{0FDE18FC-047F-E148-B575-FA2802E77437}"/>
                </a:ext>
              </a:extLst>
            </p:cNvPr>
            <p:cNvSpPr>
              <a:spLocks noChangeArrowheads="1"/>
            </p:cNvSpPr>
            <p:nvPr/>
          </p:nvSpPr>
          <p:spPr bwMode="auto">
            <a:xfrm>
              <a:off x="2160" y="2532"/>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200">
                  <a:latin typeface="Times New Roman" panose="02020603050405020304" pitchFamily="18" charset="0"/>
                </a:rPr>
                <a:t>产品号</a:t>
              </a:r>
              <a:endParaRPr kumimoji="1" lang="zh-CN" altLang="en-US" sz="2200">
                <a:latin typeface="Gulim" panose="020B0600000101010101" pitchFamily="34" charset="-127"/>
                <a:ea typeface="Gulim" panose="020B0600000101010101" pitchFamily="34" charset="-127"/>
              </a:endParaRPr>
            </a:p>
          </p:txBody>
        </p:sp>
        <p:sp>
          <p:nvSpPr>
            <p:cNvPr id="65567" name="AutoShape 9">
              <a:extLst>
                <a:ext uri="{FF2B5EF4-FFF2-40B4-BE49-F238E27FC236}">
                  <a16:creationId xmlns:a16="http://schemas.microsoft.com/office/drawing/2014/main" id="{387D6336-062D-5D47-9C21-16943F39556E}"/>
                </a:ext>
              </a:extLst>
            </p:cNvPr>
            <p:cNvSpPr>
              <a:spLocks noChangeArrowheads="1"/>
            </p:cNvSpPr>
            <p:nvPr/>
          </p:nvSpPr>
          <p:spPr bwMode="auto">
            <a:xfrm>
              <a:off x="3240" y="2532"/>
              <a:ext cx="108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200">
                  <a:latin typeface="Times New Roman" panose="02020603050405020304" pitchFamily="18" charset="0"/>
                </a:rPr>
                <a:t>性能参数</a:t>
              </a:r>
              <a:endParaRPr kumimoji="1" lang="zh-CN" altLang="en-US" sz="2200">
                <a:latin typeface="Gulim" panose="020B0600000101010101" pitchFamily="34" charset="-127"/>
                <a:ea typeface="Gulim" panose="020B0600000101010101" pitchFamily="34" charset="-127"/>
              </a:endParaRPr>
            </a:p>
          </p:txBody>
        </p:sp>
        <p:sp>
          <p:nvSpPr>
            <p:cNvPr id="65568" name="Line 10">
              <a:extLst>
                <a:ext uri="{FF2B5EF4-FFF2-40B4-BE49-F238E27FC236}">
                  <a16:creationId xmlns:a16="http://schemas.microsoft.com/office/drawing/2014/main" id="{F212C19E-1FD2-364D-BBA5-CBC763040383}"/>
                </a:ext>
              </a:extLst>
            </p:cNvPr>
            <p:cNvSpPr>
              <a:spLocks noChangeShapeType="1"/>
            </p:cNvSpPr>
            <p:nvPr/>
          </p:nvSpPr>
          <p:spPr bwMode="auto">
            <a:xfrm flipH="1">
              <a:off x="2700" y="2064"/>
              <a:ext cx="36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9" name="Line 11">
              <a:extLst>
                <a:ext uri="{FF2B5EF4-FFF2-40B4-BE49-F238E27FC236}">
                  <a16:creationId xmlns:a16="http://schemas.microsoft.com/office/drawing/2014/main" id="{6BD65A95-E557-0141-8DAB-1613D2B5CA6D}"/>
                </a:ext>
              </a:extLst>
            </p:cNvPr>
            <p:cNvSpPr>
              <a:spLocks noChangeShapeType="1"/>
            </p:cNvSpPr>
            <p:nvPr/>
          </p:nvSpPr>
          <p:spPr bwMode="auto">
            <a:xfrm>
              <a:off x="3420" y="2064"/>
              <a:ext cx="36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0" name="Text Box 12">
              <a:extLst>
                <a:ext uri="{FF2B5EF4-FFF2-40B4-BE49-F238E27FC236}">
                  <a16:creationId xmlns:a16="http://schemas.microsoft.com/office/drawing/2014/main" id="{936F7929-44A2-4E49-9908-CBE5592EAE64}"/>
                </a:ext>
              </a:extLst>
            </p:cNvPr>
            <p:cNvSpPr txBox="1">
              <a:spLocks noChangeArrowheads="1"/>
            </p:cNvSpPr>
            <p:nvPr/>
          </p:nvSpPr>
          <p:spPr bwMode="auto">
            <a:xfrm>
              <a:off x="7200" y="1596"/>
              <a:ext cx="72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200">
                  <a:solidFill>
                    <a:srgbClr val="009900"/>
                  </a:solidFill>
                  <a:latin typeface="Times New Roman" panose="02020603050405020304" pitchFamily="18" charset="0"/>
                </a:rPr>
                <a:t>零件</a:t>
              </a:r>
            </a:p>
          </p:txBody>
        </p:sp>
        <p:sp>
          <p:nvSpPr>
            <p:cNvPr id="65571" name="AutoShape 13">
              <a:extLst>
                <a:ext uri="{FF2B5EF4-FFF2-40B4-BE49-F238E27FC236}">
                  <a16:creationId xmlns:a16="http://schemas.microsoft.com/office/drawing/2014/main" id="{004437A2-FDE9-0A4C-8A7F-C803435D3863}"/>
                </a:ext>
              </a:extLst>
            </p:cNvPr>
            <p:cNvSpPr>
              <a:spLocks noChangeArrowheads="1"/>
            </p:cNvSpPr>
            <p:nvPr/>
          </p:nvSpPr>
          <p:spPr bwMode="auto">
            <a:xfrm>
              <a:off x="6480" y="2532"/>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200">
                  <a:latin typeface="Times New Roman" panose="02020603050405020304" pitchFamily="18" charset="0"/>
                </a:rPr>
                <a:t>零件号</a:t>
              </a:r>
              <a:endParaRPr kumimoji="1" lang="zh-CN" altLang="en-US" sz="2200">
                <a:latin typeface="Gulim" panose="020B0600000101010101" pitchFamily="34" charset="-127"/>
                <a:ea typeface="Gulim" panose="020B0600000101010101" pitchFamily="34" charset="-127"/>
              </a:endParaRPr>
            </a:p>
          </p:txBody>
        </p:sp>
        <p:sp>
          <p:nvSpPr>
            <p:cNvPr id="65572" name="AutoShape 14">
              <a:extLst>
                <a:ext uri="{FF2B5EF4-FFF2-40B4-BE49-F238E27FC236}">
                  <a16:creationId xmlns:a16="http://schemas.microsoft.com/office/drawing/2014/main" id="{2D74D1BA-013C-834B-BABF-454822D60921}"/>
                </a:ext>
              </a:extLst>
            </p:cNvPr>
            <p:cNvSpPr>
              <a:spLocks noChangeArrowheads="1"/>
            </p:cNvSpPr>
            <p:nvPr/>
          </p:nvSpPr>
          <p:spPr bwMode="auto">
            <a:xfrm>
              <a:off x="7740" y="2532"/>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200">
                  <a:latin typeface="Times New Roman" panose="02020603050405020304" pitchFamily="18" charset="0"/>
                </a:rPr>
                <a:t>价格</a:t>
              </a:r>
              <a:endParaRPr kumimoji="1" lang="zh-CN" altLang="en-US" sz="2200">
                <a:latin typeface="Gulim" panose="020B0600000101010101" pitchFamily="34" charset="-127"/>
                <a:ea typeface="Gulim" panose="020B0600000101010101" pitchFamily="34" charset="-127"/>
              </a:endParaRPr>
            </a:p>
          </p:txBody>
        </p:sp>
        <p:sp>
          <p:nvSpPr>
            <p:cNvPr id="65573" name="Line 15">
              <a:extLst>
                <a:ext uri="{FF2B5EF4-FFF2-40B4-BE49-F238E27FC236}">
                  <a16:creationId xmlns:a16="http://schemas.microsoft.com/office/drawing/2014/main" id="{E6FBCCC8-CBA5-8C48-88A6-03E51A910E72}"/>
                </a:ext>
              </a:extLst>
            </p:cNvPr>
            <p:cNvSpPr>
              <a:spLocks noChangeShapeType="1"/>
            </p:cNvSpPr>
            <p:nvPr/>
          </p:nvSpPr>
          <p:spPr bwMode="auto">
            <a:xfrm flipH="1">
              <a:off x="7020" y="2064"/>
              <a:ext cx="36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4" name="Line 16">
              <a:extLst>
                <a:ext uri="{FF2B5EF4-FFF2-40B4-BE49-F238E27FC236}">
                  <a16:creationId xmlns:a16="http://schemas.microsoft.com/office/drawing/2014/main" id="{3107F072-B766-964A-BAD1-672D9EE560AE}"/>
                </a:ext>
              </a:extLst>
            </p:cNvPr>
            <p:cNvSpPr>
              <a:spLocks noChangeShapeType="1"/>
            </p:cNvSpPr>
            <p:nvPr/>
          </p:nvSpPr>
          <p:spPr bwMode="auto">
            <a:xfrm>
              <a:off x="7740" y="2064"/>
              <a:ext cx="36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5" name="AutoShape 17">
              <a:extLst>
                <a:ext uri="{FF2B5EF4-FFF2-40B4-BE49-F238E27FC236}">
                  <a16:creationId xmlns:a16="http://schemas.microsoft.com/office/drawing/2014/main" id="{192EB396-6604-D845-BD7D-A717C606BEF7}"/>
                </a:ext>
              </a:extLst>
            </p:cNvPr>
            <p:cNvSpPr>
              <a:spLocks noChangeArrowheads="1"/>
            </p:cNvSpPr>
            <p:nvPr/>
          </p:nvSpPr>
          <p:spPr bwMode="auto">
            <a:xfrm>
              <a:off x="4680" y="1596"/>
              <a:ext cx="1260" cy="624"/>
            </a:xfrm>
            <a:prstGeom prst="diamond">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200">
                  <a:solidFill>
                    <a:srgbClr val="FF0000"/>
                  </a:solidFill>
                  <a:latin typeface="Times New Roman" panose="02020603050405020304" pitchFamily="18" charset="0"/>
                </a:rPr>
                <a:t>组成</a:t>
              </a:r>
              <a:endParaRPr kumimoji="1" lang="zh-CN" altLang="en-US" sz="2200">
                <a:solidFill>
                  <a:srgbClr val="FF0000"/>
                </a:solidFill>
                <a:latin typeface="Gulim" panose="020B0600000101010101" pitchFamily="34" charset="-127"/>
                <a:ea typeface="Gulim" panose="020B0600000101010101" pitchFamily="34" charset="-127"/>
              </a:endParaRPr>
            </a:p>
          </p:txBody>
        </p:sp>
        <p:sp>
          <p:nvSpPr>
            <p:cNvPr id="65576" name="Line 18">
              <a:extLst>
                <a:ext uri="{FF2B5EF4-FFF2-40B4-BE49-F238E27FC236}">
                  <a16:creationId xmlns:a16="http://schemas.microsoft.com/office/drawing/2014/main" id="{3D56BEB9-AF2A-CA4E-99B0-22BE438E1E24}"/>
                </a:ext>
              </a:extLst>
            </p:cNvPr>
            <p:cNvSpPr>
              <a:spLocks noChangeShapeType="1"/>
            </p:cNvSpPr>
            <p:nvPr/>
          </p:nvSpPr>
          <p:spPr bwMode="auto">
            <a:xfrm>
              <a:off x="3600" y="1908"/>
              <a:ext cx="10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7" name="Line 19">
              <a:extLst>
                <a:ext uri="{FF2B5EF4-FFF2-40B4-BE49-F238E27FC236}">
                  <a16:creationId xmlns:a16="http://schemas.microsoft.com/office/drawing/2014/main" id="{04FEE98F-11A0-164E-9133-877CB44DAF63}"/>
                </a:ext>
              </a:extLst>
            </p:cNvPr>
            <p:cNvSpPr>
              <a:spLocks noChangeShapeType="1"/>
            </p:cNvSpPr>
            <p:nvPr/>
          </p:nvSpPr>
          <p:spPr bwMode="auto">
            <a:xfrm>
              <a:off x="5940" y="1908"/>
              <a:ext cx="12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8" name="AutoShape 20">
              <a:extLst>
                <a:ext uri="{FF2B5EF4-FFF2-40B4-BE49-F238E27FC236}">
                  <a16:creationId xmlns:a16="http://schemas.microsoft.com/office/drawing/2014/main" id="{E73ACCA2-6943-FE40-9BD6-B7C7751BF202}"/>
                </a:ext>
              </a:extLst>
            </p:cNvPr>
            <p:cNvSpPr>
              <a:spLocks noChangeArrowheads="1"/>
            </p:cNvSpPr>
            <p:nvPr/>
          </p:nvSpPr>
          <p:spPr bwMode="auto">
            <a:xfrm>
              <a:off x="4860" y="2532"/>
              <a:ext cx="108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200">
                  <a:latin typeface="Times New Roman" panose="02020603050405020304" pitchFamily="18" charset="0"/>
                </a:rPr>
                <a:t>零件个数</a:t>
              </a:r>
              <a:endParaRPr kumimoji="1" lang="zh-CN" altLang="en-US" sz="2200">
                <a:latin typeface="Gulim" panose="020B0600000101010101" pitchFamily="34" charset="-127"/>
                <a:ea typeface="Gulim" panose="020B0600000101010101" pitchFamily="34" charset="-127"/>
              </a:endParaRPr>
            </a:p>
          </p:txBody>
        </p:sp>
        <p:sp>
          <p:nvSpPr>
            <p:cNvPr id="65579" name="Line 21">
              <a:extLst>
                <a:ext uri="{FF2B5EF4-FFF2-40B4-BE49-F238E27FC236}">
                  <a16:creationId xmlns:a16="http://schemas.microsoft.com/office/drawing/2014/main" id="{00CF5EE2-26CA-DD46-A407-7A132798D6E1}"/>
                </a:ext>
              </a:extLst>
            </p:cNvPr>
            <p:cNvSpPr>
              <a:spLocks noChangeShapeType="1"/>
            </p:cNvSpPr>
            <p:nvPr/>
          </p:nvSpPr>
          <p:spPr bwMode="auto">
            <a:xfrm>
              <a:off x="5400" y="2220"/>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5543" name="Group 22">
            <a:extLst>
              <a:ext uri="{FF2B5EF4-FFF2-40B4-BE49-F238E27FC236}">
                <a16:creationId xmlns:a16="http://schemas.microsoft.com/office/drawing/2014/main" id="{76626DC5-C486-4D4B-B037-5CB96348E9C8}"/>
              </a:ext>
            </a:extLst>
          </p:cNvPr>
          <p:cNvGrpSpPr>
            <a:grpSpLocks/>
          </p:cNvGrpSpPr>
          <p:nvPr/>
        </p:nvGrpSpPr>
        <p:grpSpPr bwMode="auto">
          <a:xfrm>
            <a:off x="179388" y="4005263"/>
            <a:ext cx="8713787" cy="1655762"/>
            <a:chOff x="1980" y="3468"/>
            <a:chExt cx="7380" cy="1404"/>
          </a:xfrm>
        </p:grpSpPr>
        <p:sp>
          <p:nvSpPr>
            <p:cNvPr id="65544" name="Text Box 23">
              <a:extLst>
                <a:ext uri="{FF2B5EF4-FFF2-40B4-BE49-F238E27FC236}">
                  <a16:creationId xmlns:a16="http://schemas.microsoft.com/office/drawing/2014/main" id="{A8A0B65D-68C8-E04B-8315-C3059957405F}"/>
                </a:ext>
              </a:extLst>
            </p:cNvPr>
            <p:cNvSpPr txBox="1">
              <a:spLocks noChangeArrowheads="1"/>
            </p:cNvSpPr>
            <p:nvPr/>
          </p:nvSpPr>
          <p:spPr bwMode="auto">
            <a:xfrm>
              <a:off x="7380" y="3468"/>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sz="2000">
                  <a:latin typeface="Times New Roman" panose="02020603050405020304" pitchFamily="18" charset="0"/>
                </a:rPr>
                <a:t>n</a:t>
              </a:r>
              <a:endParaRPr kumimoji="1" lang="en-US" altLang="zh-CN" sz="2000">
                <a:latin typeface="Gulim" panose="020B0600000101010101" pitchFamily="34" charset="-127"/>
                <a:ea typeface="Gulim" panose="020B0600000101010101" pitchFamily="34" charset="-127"/>
              </a:endParaRPr>
            </a:p>
          </p:txBody>
        </p:sp>
        <p:sp>
          <p:nvSpPr>
            <p:cNvPr id="65545" name="Text Box 24">
              <a:extLst>
                <a:ext uri="{FF2B5EF4-FFF2-40B4-BE49-F238E27FC236}">
                  <a16:creationId xmlns:a16="http://schemas.microsoft.com/office/drawing/2014/main" id="{DD0778A7-AC8B-F04A-9AB1-0B636DD6A396}"/>
                </a:ext>
              </a:extLst>
            </p:cNvPr>
            <p:cNvSpPr txBox="1">
              <a:spLocks noChangeArrowheads="1"/>
            </p:cNvSpPr>
            <p:nvPr/>
          </p:nvSpPr>
          <p:spPr bwMode="auto">
            <a:xfrm>
              <a:off x="3600" y="3468"/>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sz="2000">
                  <a:latin typeface="Times New Roman" panose="02020603050405020304" pitchFamily="18" charset="0"/>
                </a:rPr>
                <a:t>m</a:t>
              </a:r>
              <a:endParaRPr kumimoji="1" lang="en-US" altLang="zh-CN" sz="2000">
                <a:latin typeface="Gulim" panose="020B0600000101010101" pitchFamily="34" charset="-127"/>
                <a:ea typeface="Gulim" panose="020B0600000101010101" pitchFamily="34" charset="-127"/>
              </a:endParaRPr>
            </a:p>
          </p:txBody>
        </p:sp>
        <p:sp>
          <p:nvSpPr>
            <p:cNvPr id="65546" name="Text Box 25">
              <a:extLst>
                <a:ext uri="{FF2B5EF4-FFF2-40B4-BE49-F238E27FC236}">
                  <a16:creationId xmlns:a16="http://schemas.microsoft.com/office/drawing/2014/main" id="{A02FDAF8-9920-584C-8FB6-7B0BD617E2A9}"/>
                </a:ext>
              </a:extLst>
            </p:cNvPr>
            <p:cNvSpPr txBox="1">
              <a:spLocks noChangeArrowheads="1"/>
            </p:cNvSpPr>
            <p:nvPr/>
          </p:nvSpPr>
          <p:spPr bwMode="auto">
            <a:xfrm>
              <a:off x="2880" y="3468"/>
              <a:ext cx="72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200">
                  <a:solidFill>
                    <a:srgbClr val="009900"/>
                  </a:solidFill>
                  <a:latin typeface="Times New Roman" panose="02020603050405020304" pitchFamily="18" charset="0"/>
                </a:rPr>
                <a:t>材料</a:t>
              </a:r>
            </a:p>
          </p:txBody>
        </p:sp>
        <p:sp>
          <p:nvSpPr>
            <p:cNvPr id="65547" name="AutoShape 26">
              <a:extLst>
                <a:ext uri="{FF2B5EF4-FFF2-40B4-BE49-F238E27FC236}">
                  <a16:creationId xmlns:a16="http://schemas.microsoft.com/office/drawing/2014/main" id="{C29E9682-B11C-3143-A8A9-30BE4EEC4674}"/>
                </a:ext>
              </a:extLst>
            </p:cNvPr>
            <p:cNvSpPr>
              <a:spLocks noChangeArrowheads="1"/>
            </p:cNvSpPr>
            <p:nvPr/>
          </p:nvSpPr>
          <p:spPr bwMode="auto">
            <a:xfrm>
              <a:off x="1980" y="4404"/>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材料号</a:t>
              </a:r>
              <a:endParaRPr kumimoji="1" lang="zh-CN" altLang="en-US" sz="2000">
                <a:latin typeface="Gulim" panose="020B0600000101010101" pitchFamily="34" charset="-127"/>
                <a:ea typeface="Gulim" panose="020B0600000101010101" pitchFamily="34" charset="-127"/>
              </a:endParaRPr>
            </a:p>
          </p:txBody>
        </p:sp>
        <p:sp>
          <p:nvSpPr>
            <p:cNvPr id="65548" name="AutoShape 27">
              <a:extLst>
                <a:ext uri="{FF2B5EF4-FFF2-40B4-BE49-F238E27FC236}">
                  <a16:creationId xmlns:a16="http://schemas.microsoft.com/office/drawing/2014/main" id="{51C9FB3E-EF14-D74C-869B-7F831AE07290}"/>
                </a:ext>
              </a:extLst>
            </p:cNvPr>
            <p:cNvSpPr>
              <a:spLocks noChangeArrowheads="1"/>
            </p:cNvSpPr>
            <p:nvPr/>
          </p:nvSpPr>
          <p:spPr bwMode="auto">
            <a:xfrm>
              <a:off x="3060" y="4404"/>
              <a:ext cx="108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Gulim" panose="020B0600000101010101" pitchFamily="34" charset="-127"/>
                  <a:ea typeface="Gulim" panose="020B0600000101010101" pitchFamily="34" charset="-127"/>
                </a:rPr>
                <a:t>材料类型</a:t>
              </a:r>
            </a:p>
          </p:txBody>
        </p:sp>
        <p:sp>
          <p:nvSpPr>
            <p:cNvPr id="65549" name="Line 28">
              <a:extLst>
                <a:ext uri="{FF2B5EF4-FFF2-40B4-BE49-F238E27FC236}">
                  <a16:creationId xmlns:a16="http://schemas.microsoft.com/office/drawing/2014/main" id="{2249FB55-69BA-2148-87B7-0204D62062A4}"/>
                </a:ext>
              </a:extLst>
            </p:cNvPr>
            <p:cNvSpPr>
              <a:spLocks noChangeShapeType="1"/>
            </p:cNvSpPr>
            <p:nvPr/>
          </p:nvSpPr>
          <p:spPr bwMode="auto">
            <a:xfrm flipH="1">
              <a:off x="2520" y="3936"/>
              <a:ext cx="54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0" name="Line 29">
              <a:extLst>
                <a:ext uri="{FF2B5EF4-FFF2-40B4-BE49-F238E27FC236}">
                  <a16:creationId xmlns:a16="http://schemas.microsoft.com/office/drawing/2014/main" id="{BA7EB311-DACC-2B4B-A7FB-3255829806DF}"/>
                </a:ext>
              </a:extLst>
            </p:cNvPr>
            <p:cNvSpPr>
              <a:spLocks noChangeShapeType="1"/>
            </p:cNvSpPr>
            <p:nvPr/>
          </p:nvSpPr>
          <p:spPr bwMode="auto">
            <a:xfrm>
              <a:off x="3240" y="3936"/>
              <a:ext cx="18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1" name="Text Box 30">
              <a:extLst>
                <a:ext uri="{FF2B5EF4-FFF2-40B4-BE49-F238E27FC236}">
                  <a16:creationId xmlns:a16="http://schemas.microsoft.com/office/drawing/2014/main" id="{A157A8E4-2FA5-034D-A3A8-5851A2AB0432}"/>
                </a:ext>
              </a:extLst>
            </p:cNvPr>
            <p:cNvSpPr txBox="1">
              <a:spLocks noChangeArrowheads="1"/>
            </p:cNvSpPr>
            <p:nvPr/>
          </p:nvSpPr>
          <p:spPr bwMode="auto">
            <a:xfrm>
              <a:off x="7920" y="3468"/>
              <a:ext cx="72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200">
                  <a:solidFill>
                    <a:srgbClr val="009900"/>
                  </a:solidFill>
                  <a:latin typeface="Times New Roman" panose="02020603050405020304" pitchFamily="18" charset="0"/>
                </a:rPr>
                <a:t>产品</a:t>
              </a:r>
            </a:p>
          </p:txBody>
        </p:sp>
        <p:sp>
          <p:nvSpPr>
            <p:cNvPr id="65552" name="AutoShape 31">
              <a:extLst>
                <a:ext uri="{FF2B5EF4-FFF2-40B4-BE49-F238E27FC236}">
                  <a16:creationId xmlns:a16="http://schemas.microsoft.com/office/drawing/2014/main" id="{9941684B-7BF1-2F4E-9ADC-BD81BFEFE302}"/>
                </a:ext>
              </a:extLst>
            </p:cNvPr>
            <p:cNvSpPr>
              <a:spLocks noChangeArrowheads="1"/>
            </p:cNvSpPr>
            <p:nvPr/>
          </p:nvSpPr>
          <p:spPr bwMode="auto">
            <a:xfrm>
              <a:off x="7200" y="4404"/>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零件号</a:t>
              </a:r>
              <a:endParaRPr kumimoji="1" lang="zh-CN" altLang="en-US" sz="2000">
                <a:latin typeface="Gulim" panose="020B0600000101010101" pitchFamily="34" charset="-127"/>
                <a:ea typeface="Gulim" panose="020B0600000101010101" pitchFamily="34" charset="-127"/>
              </a:endParaRPr>
            </a:p>
          </p:txBody>
        </p:sp>
        <p:sp>
          <p:nvSpPr>
            <p:cNvPr id="65553" name="AutoShape 32">
              <a:extLst>
                <a:ext uri="{FF2B5EF4-FFF2-40B4-BE49-F238E27FC236}">
                  <a16:creationId xmlns:a16="http://schemas.microsoft.com/office/drawing/2014/main" id="{374E9EAA-08D1-2E41-9186-2307A4DE8E6B}"/>
                </a:ext>
              </a:extLst>
            </p:cNvPr>
            <p:cNvSpPr>
              <a:spLocks noChangeArrowheads="1"/>
            </p:cNvSpPr>
            <p:nvPr/>
          </p:nvSpPr>
          <p:spPr bwMode="auto">
            <a:xfrm>
              <a:off x="8460" y="4404"/>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规格</a:t>
              </a:r>
              <a:endParaRPr kumimoji="1" lang="zh-CN" altLang="en-US" sz="2000">
                <a:latin typeface="Gulim" panose="020B0600000101010101" pitchFamily="34" charset="-127"/>
                <a:ea typeface="Gulim" panose="020B0600000101010101" pitchFamily="34" charset="-127"/>
              </a:endParaRPr>
            </a:p>
          </p:txBody>
        </p:sp>
        <p:sp>
          <p:nvSpPr>
            <p:cNvPr id="65554" name="Line 33">
              <a:extLst>
                <a:ext uri="{FF2B5EF4-FFF2-40B4-BE49-F238E27FC236}">
                  <a16:creationId xmlns:a16="http://schemas.microsoft.com/office/drawing/2014/main" id="{B216806D-E6DE-1449-A00A-1CF0D38307EB}"/>
                </a:ext>
              </a:extLst>
            </p:cNvPr>
            <p:cNvSpPr>
              <a:spLocks noChangeShapeType="1"/>
            </p:cNvSpPr>
            <p:nvPr/>
          </p:nvSpPr>
          <p:spPr bwMode="auto">
            <a:xfrm flipH="1">
              <a:off x="7740" y="3936"/>
              <a:ext cx="36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5" name="Line 34">
              <a:extLst>
                <a:ext uri="{FF2B5EF4-FFF2-40B4-BE49-F238E27FC236}">
                  <a16:creationId xmlns:a16="http://schemas.microsoft.com/office/drawing/2014/main" id="{E3FB9CEA-4669-6548-B17D-B95A9D37D6FC}"/>
                </a:ext>
              </a:extLst>
            </p:cNvPr>
            <p:cNvSpPr>
              <a:spLocks noChangeShapeType="1"/>
            </p:cNvSpPr>
            <p:nvPr/>
          </p:nvSpPr>
          <p:spPr bwMode="auto">
            <a:xfrm>
              <a:off x="8460" y="3936"/>
              <a:ext cx="36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6" name="AutoShape 35">
              <a:extLst>
                <a:ext uri="{FF2B5EF4-FFF2-40B4-BE49-F238E27FC236}">
                  <a16:creationId xmlns:a16="http://schemas.microsoft.com/office/drawing/2014/main" id="{6FAF4801-9374-DC4C-836E-1F3868DB96A3}"/>
                </a:ext>
              </a:extLst>
            </p:cNvPr>
            <p:cNvSpPr>
              <a:spLocks noChangeArrowheads="1"/>
            </p:cNvSpPr>
            <p:nvPr/>
          </p:nvSpPr>
          <p:spPr bwMode="auto">
            <a:xfrm>
              <a:off x="5400" y="3468"/>
              <a:ext cx="1260" cy="624"/>
            </a:xfrm>
            <a:prstGeom prst="diamond">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solidFill>
                    <a:srgbClr val="FF0000"/>
                  </a:solidFill>
                  <a:latin typeface="Times New Roman" panose="02020603050405020304" pitchFamily="18" charset="0"/>
                </a:rPr>
                <a:t>使用</a:t>
              </a:r>
              <a:endParaRPr kumimoji="1" lang="zh-CN" altLang="en-US" sz="2000">
                <a:solidFill>
                  <a:srgbClr val="FF0000"/>
                </a:solidFill>
                <a:latin typeface="Gulim" panose="020B0600000101010101" pitchFamily="34" charset="-127"/>
                <a:ea typeface="Gulim" panose="020B0600000101010101" pitchFamily="34" charset="-127"/>
              </a:endParaRPr>
            </a:p>
          </p:txBody>
        </p:sp>
        <p:sp>
          <p:nvSpPr>
            <p:cNvPr id="65557" name="Line 36">
              <a:extLst>
                <a:ext uri="{FF2B5EF4-FFF2-40B4-BE49-F238E27FC236}">
                  <a16:creationId xmlns:a16="http://schemas.microsoft.com/office/drawing/2014/main" id="{68E0AE03-5B2D-8544-AE3C-398BC6D6C33F}"/>
                </a:ext>
              </a:extLst>
            </p:cNvPr>
            <p:cNvSpPr>
              <a:spLocks noChangeShapeType="1"/>
            </p:cNvSpPr>
            <p:nvPr/>
          </p:nvSpPr>
          <p:spPr bwMode="auto">
            <a:xfrm>
              <a:off x="3600" y="3780"/>
              <a:ext cx="1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8" name="Line 37">
              <a:extLst>
                <a:ext uri="{FF2B5EF4-FFF2-40B4-BE49-F238E27FC236}">
                  <a16:creationId xmlns:a16="http://schemas.microsoft.com/office/drawing/2014/main" id="{4DE9397C-9099-6741-8847-45D775EEB0A7}"/>
                </a:ext>
              </a:extLst>
            </p:cNvPr>
            <p:cNvSpPr>
              <a:spLocks noChangeShapeType="1"/>
            </p:cNvSpPr>
            <p:nvPr/>
          </p:nvSpPr>
          <p:spPr bwMode="auto">
            <a:xfrm>
              <a:off x="6660" y="3780"/>
              <a:ext cx="12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9" name="AutoShape 38">
              <a:extLst>
                <a:ext uri="{FF2B5EF4-FFF2-40B4-BE49-F238E27FC236}">
                  <a16:creationId xmlns:a16="http://schemas.microsoft.com/office/drawing/2014/main" id="{2AEA06E1-25DF-D34F-AEC4-BE859AA994B4}"/>
                </a:ext>
              </a:extLst>
            </p:cNvPr>
            <p:cNvSpPr>
              <a:spLocks noChangeArrowheads="1"/>
            </p:cNvSpPr>
            <p:nvPr/>
          </p:nvSpPr>
          <p:spPr bwMode="auto">
            <a:xfrm>
              <a:off x="5580" y="4404"/>
              <a:ext cx="108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使用量</a:t>
              </a:r>
              <a:endParaRPr kumimoji="1" lang="zh-CN" altLang="en-US" sz="2000">
                <a:latin typeface="Gulim" panose="020B0600000101010101" pitchFamily="34" charset="-127"/>
                <a:ea typeface="Gulim" panose="020B0600000101010101" pitchFamily="34" charset="-127"/>
              </a:endParaRPr>
            </a:p>
          </p:txBody>
        </p:sp>
        <p:sp>
          <p:nvSpPr>
            <p:cNvPr id="65560" name="Line 39">
              <a:extLst>
                <a:ext uri="{FF2B5EF4-FFF2-40B4-BE49-F238E27FC236}">
                  <a16:creationId xmlns:a16="http://schemas.microsoft.com/office/drawing/2014/main" id="{9903E808-04DF-3845-8608-BE44C85D032D}"/>
                </a:ext>
              </a:extLst>
            </p:cNvPr>
            <p:cNvSpPr>
              <a:spLocks noChangeShapeType="1"/>
            </p:cNvSpPr>
            <p:nvPr/>
          </p:nvSpPr>
          <p:spPr bwMode="auto">
            <a:xfrm>
              <a:off x="6120" y="4092"/>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1" name="AutoShape 40">
              <a:extLst>
                <a:ext uri="{FF2B5EF4-FFF2-40B4-BE49-F238E27FC236}">
                  <a16:creationId xmlns:a16="http://schemas.microsoft.com/office/drawing/2014/main" id="{AFFF743D-EB1B-D64D-B90C-5A2EC0A508FB}"/>
                </a:ext>
              </a:extLst>
            </p:cNvPr>
            <p:cNvSpPr>
              <a:spLocks noChangeArrowheads="1"/>
            </p:cNvSpPr>
            <p:nvPr/>
          </p:nvSpPr>
          <p:spPr bwMode="auto">
            <a:xfrm>
              <a:off x="4320" y="4404"/>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库存量</a:t>
              </a:r>
              <a:endParaRPr kumimoji="1" lang="zh-CN" altLang="en-US" sz="2000">
                <a:latin typeface="Gulim" panose="020B0600000101010101" pitchFamily="34" charset="-127"/>
                <a:ea typeface="Gulim" panose="020B0600000101010101" pitchFamily="34" charset="-127"/>
              </a:endParaRPr>
            </a:p>
          </p:txBody>
        </p:sp>
        <p:sp>
          <p:nvSpPr>
            <p:cNvPr id="65562" name="Line 41">
              <a:extLst>
                <a:ext uri="{FF2B5EF4-FFF2-40B4-BE49-F238E27FC236}">
                  <a16:creationId xmlns:a16="http://schemas.microsoft.com/office/drawing/2014/main" id="{DA20E71B-F5C8-1748-A12A-5D780A896004}"/>
                </a:ext>
              </a:extLst>
            </p:cNvPr>
            <p:cNvSpPr>
              <a:spLocks noChangeShapeType="1"/>
            </p:cNvSpPr>
            <p:nvPr/>
          </p:nvSpPr>
          <p:spPr bwMode="auto">
            <a:xfrm>
              <a:off x="3600" y="3936"/>
              <a:ext cx="126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a:extLst>
              <a:ext uri="{FF2B5EF4-FFF2-40B4-BE49-F238E27FC236}">
                <a16:creationId xmlns:a16="http://schemas.microsoft.com/office/drawing/2014/main" id="{49FB1D52-A0AD-8642-B8E9-5E4D5F70A21D}"/>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D74689F-271E-1248-A457-324CAF9EE7CB}" type="slidenum">
              <a:rPr lang="zh-CN" altLang="en-US" sz="2000"/>
              <a:pPr/>
              <a:t>39</a:t>
            </a:fld>
            <a:endParaRPr lang="en-US" altLang="zh-CN" sz="2000"/>
          </a:p>
        </p:txBody>
      </p:sp>
      <p:sp>
        <p:nvSpPr>
          <p:cNvPr id="66563" name="日期占位符 4">
            <a:extLst>
              <a:ext uri="{FF2B5EF4-FFF2-40B4-BE49-F238E27FC236}">
                <a16:creationId xmlns:a16="http://schemas.microsoft.com/office/drawing/2014/main" id="{E5CDB9E9-5F66-0B4B-8A93-DC7211A6ACAA}"/>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5ACDFDB-6C65-9943-A03D-4538C37FFAD6}" type="datetime1">
              <a:rPr lang="zh-CN" altLang="en-US" sz="1800" smtClean="0"/>
              <a:pPr/>
              <a:t>2023/5/16</a:t>
            </a:fld>
            <a:endParaRPr lang="en-US" altLang="zh-CN" sz="1000"/>
          </a:p>
        </p:txBody>
      </p:sp>
      <p:sp>
        <p:nvSpPr>
          <p:cNvPr id="2273282" name="Rectangle 2">
            <a:extLst>
              <a:ext uri="{FF2B5EF4-FFF2-40B4-BE49-F238E27FC236}">
                <a16:creationId xmlns:a16="http://schemas.microsoft.com/office/drawing/2014/main" id="{867F77C7-1965-834D-AE33-8D0E5561F997}"/>
              </a:ext>
            </a:extLst>
          </p:cNvPr>
          <p:cNvSpPr>
            <a:spLocks noGrp="1" noChangeArrowheads="1"/>
          </p:cNvSpPr>
          <p:nvPr>
            <p:ph type="title"/>
          </p:nvPr>
        </p:nvSpPr>
        <p:spPr/>
        <p:txBody>
          <a:bodyPr/>
          <a:lstStyle/>
          <a:p>
            <a:pPr>
              <a:defRPr/>
            </a:pPr>
            <a:r>
              <a:rPr lang="zh-CN" altLang="en-US"/>
              <a:t>合并示例</a:t>
            </a:r>
          </a:p>
        </p:txBody>
      </p:sp>
      <p:sp>
        <p:nvSpPr>
          <p:cNvPr id="66565" name="Rectangle 3">
            <a:extLst>
              <a:ext uri="{FF2B5EF4-FFF2-40B4-BE49-F238E27FC236}">
                <a16:creationId xmlns:a16="http://schemas.microsoft.com/office/drawing/2014/main" id="{34CB7A66-E680-FA43-9E4F-0A677CD59E98}"/>
              </a:ext>
            </a:extLst>
          </p:cNvPr>
          <p:cNvSpPr>
            <a:spLocks noGrp="1" noChangeArrowheads="1"/>
          </p:cNvSpPr>
          <p:nvPr>
            <p:ph type="body" idx="1"/>
          </p:nvPr>
        </p:nvSpPr>
        <p:spPr/>
        <p:txBody>
          <a:bodyPr/>
          <a:lstStyle/>
          <a:p>
            <a:endParaRPr lang="zh-CN" altLang="en-US"/>
          </a:p>
        </p:txBody>
      </p:sp>
      <p:grpSp>
        <p:nvGrpSpPr>
          <p:cNvPr id="66566" name="Group 5">
            <a:extLst>
              <a:ext uri="{FF2B5EF4-FFF2-40B4-BE49-F238E27FC236}">
                <a16:creationId xmlns:a16="http://schemas.microsoft.com/office/drawing/2014/main" id="{87E7B687-3413-8043-A328-4872829702C3}"/>
              </a:ext>
            </a:extLst>
          </p:cNvPr>
          <p:cNvGrpSpPr>
            <a:grpSpLocks/>
          </p:cNvGrpSpPr>
          <p:nvPr/>
        </p:nvGrpSpPr>
        <p:grpSpPr bwMode="auto">
          <a:xfrm>
            <a:off x="395288" y="1341438"/>
            <a:ext cx="7993062" cy="4611687"/>
            <a:chOff x="1778" y="5318"/>
            <a:chExt cx="6840" cy="4056"/>
          </a:xfrm>
        </p:grpSpPr>
        <p:sp>
          <p:nvSpPr>
            <p:cNvPr id="66567" name="Text Box 6">
              <a:extLst>
                <a:ext uri="{FF2B5EF4-FFF2-40B4-BE49-F238E27FC236}">
                  <a16:creationId xmlns:a16="http://schemas.microsoft.com/office/drawing/2014/main" id="{A787E6C9-DA1D-B44E-9B3D-AA4D52158CDC}"/>
                </a:ext>
              </a:extLst>
            </p:cNvPr>
            <p:cNvSpPr txBox="1">
              <a:spLocks noChangeArrowheads="1"/>
            </p:cNvSpPr>
            <p:nvPr/>
          </p:nvSpPr>
          <p:spPr bwMode="auto">
            <a:xfrm>
              <a:off x="5378" y="7970"/>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sz="2000">
                  <a:latin typeface="Times New Roman" panose="02020603050405020304" pitchFamily="18" charset="0"/>
                </a:rPr>
                <a:t>n</a:t>
              </a:r>
              <a:endParaRPr kumimoji="1" lang="en-US" altLang="zh-CN" sz="2000">
                <a:latin typeface="楷体_GB2312" pitchFamily="49" charset="-122"/>
                <a:ea typeface="楷体_GB2312" pitchFamily="49" charset="-122"/>
              </a:endParaRPr>
            </a:p>
          </p:txBody>
        </p:sp>
        <p:sp>
          <p:nvSpPr>
            <p:cNvPr id="66568" name="Text Box 7">
              <a:extLst>
                <a:ext uri="{FF2B5EF4-FFF2-40B4-BE49-F238E27FC236}">
                  <a16:creationId xmlns:a16="http://schemas.microsoft.com/office/drawing/2014/main" id="{0C1A5B14-96CF-204E-8BEA-CB43E2D4C442}"/>
                </a:ext>
              </a:extLst>
            </p:cNvPr>
            <p:cNvSpPr txBox="1">
              <a:spLocks noChangeArrowheads="1"/>
            </p:cNvSpPr>
            <p:nvPr/>
          </p:nvSpPr>
          <p:spPr bwMode="auto">
            <a:xfrm>
              <a:off x="6278" y="5942"/>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sz="2000">
                  <a:latin typeface="Times New Roman" panose="02020603050405020304" pitchFamily="18" charset="0"/>
                </a:rPr>
                <a:t>n</a:t>
              </a:r>
              <a:endParaRPr kumimoji="1" lang="en-US" altLang="zh-CN" sz="2000">
                <a:latin typeface="楷体_GB2312" pitchFamily="49" charset="-122"/>
                <a:ea typeface="楷体_GB2312" pitchFamily="49" charset="-122"/>
              </a:endParaRPr>
            </a:p>
          </p:txBody>
        </p:sp>
        <p:sp>
          <p:nvSpPr>
            <p:cNvPr id="66569" name="Text Box 8">
              <a:extLst>
                <a:ext uri="{FF2B5EF4-FFF2-40B4-BE49-F238E27FC236}">
                  <a16:creationId xmlns:a16="http://schemas.microsoft.com/office/drawing/2014/main" id="{8E63DEFE-5E04-1B41-A7A4-F46616DC3B30}"/>
                </a:ext>
              </a:extLst>
            </p:cNvPr>
            <p:cNvSpPr txBox="1">
              <a:spLocks noChangeArrowheads="1"/>
            </p:cNvSpPr>
            <p:nvPr/>
          </p:nvSpPr>
          <p:spPr bwMode="auto">
            <a:xfrm>
              <a:off x="3938" y="5942"/>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sz="2000">
                  <a:latin typeface="Times New Roman" panose="02020603050405020304" pitchFamily="18" charset="0"/>
                </a:rPr>
                <a:t>m</a:t>
              </a:r>
              <a:endParaRPr kumimoji="1" lang="en-US" altLang="zh-CN" sz="2000">
                <a:latin typeface="楷体_GB2312" pitchFamily="49" charset="-122"/>
                <a:ea typeface="楷体_GB2312" pitchFamily="49" charset="-122"/>
              </a:endParaRPr>
            </a:p>
          </p:txBody>
        </p:sp>
        <p:sp>
          <p:nvSpPr>
            <p:cNvPr id="66570" name="Text Box 9">
              <a:extLst>
                <a:ext uri="{FF2B5EF4-FFF2-40B4-BE49-F238E27FC236}">
                  <a16:creationId xmlns:a16="http://schemas.microsoft.com/office/drawing/2014/main" id="{A8E4593E-9178-F84A-8A7A-5F3C442E8E51}"/>
                </a:ext>
              </a:extLst>
            </p:cNvPr>
            <p:cNvSpPr txBox="1">
              <a:spLocks noChangeArrowheads="1"/>
            </p:cNvSpPr>
            <p:nvPr/>
          </p:nvSpPr>
          <p:spPr bwMode="auto">
            <a:xfrm>
              <a:off x="3218" y="5942"/>
              <a:ext cx="72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solidFill>
                    <a:srgbClr val="00CC00"/>
                  </a:solidFill>
                  <a:latin typeface="Times New Roman" panose="02020603050405020304" pitchFamily="18" charset="0"/>
                </a:rPr>
                <a:t>产品</a:t>
              </a:r>
              <a:endParaRPr kumimoji="1" lang="zh-CN" altLang="en-US" sz="2000">
                <a:solidFill>
                  <a:srgbClr val="00CC00"/>
                </a:solidFill>
                <a:latin typeface="楷体_GB2312" pitchFamily="49" charset="-122"/>
                <a:ea typeface="楷体_GB2312" pitchFamily="49" charset="-122"/>
              </a:endParaRPr>
            </a:p>
          </p:txBody>
        </p:sp>
        <p:sp>
          <p:nvSpPr>
            <p:cNvPr id="66571" name="AutoShape 10">
              <a:extLst>
                <a:ext uri="{FF2B5EF4-FFF2-40B4-BE49-F238E27FC236}">
                  <a16:creationId xmlns:a16="http://schemas.microsoft.com/office/drawing/2014/main" id="{D62534AB-2BF9-A844-9548-61DC7E379683}"/>
                </a:ext>
              </a:extLst>
            </p:cNvPr>
            <p:cNvSpPr>
              <a:spLocks noChangeArrowheads="1"/>
            </p:cNvSpPr>
            <p:nvPr/>
          </p:nvSpPr>
          <p:spPr bwMode="auto">
            <a:xfrm>
              <a:off x="1958" y="5630"/>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产品号</a:t>
              </a:r>
              <a:endParaRPr kumimoji="1" lang="zh-CN" altLang="en-US" sz="2000">
                <a:latin typeface="楷体_GB2312" pitchFamily="49" charset="-122"/>
                <a:ea typeface="楷体_GB2312" pitchFamily="49" charset="-122"/>
              </a:endParaRPr>
            </a:p>
          </p:txBody>
        </p:sp>
        <p:sp>
          <p:nvSpPr>
            <p:cNvPr id="66572" name="AutoShape 11">
              <a:extLst>
                <a:ext uri="{FF2B5EF4-FFF2-40B4-BE49-F238E27FC236}">
                  <a16:creationId xmlns:a16="http://schemas.microsoft.com/office/drawing/2014/main" id="{EB2805A0-94C0-D142-B6A8-29794C961B18}"/>
                </a:ext>
              </a:extLst>
            </p:cNvPr>
            <p:cNvSpPr>
              <a:spLocks noChangeArrowheads="1"/>
            </p:cNvSpPr>
            <p:nvPr/>
          </p:nvSpPr>
          <p:spPr bwMode="auto">
            <a:xfrm>
              <a:off x="1778" y="6254"/>
              <a:ext cx="108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性能参数</a:t>
              </a:r>
              <a:endParaRPr kumimoji="1" lang="zh-CN" altLang="en-US" sz="2000">
                <a:latin typeface="楷体_GB2312" pitchFamily="49" charset="-122"/>
                <a:ea typeface="楷体_GB2312" pitchFamily="49" charset="-122"/>
              </a:endParaRPr>
            </a:p>
          </p:txBody>
        </p:sp>
        <p:sp>
          <p:nvSpPr>
            <p:cNvPr id="66573" name="Text Box 12">
              <a:extLst>
                <a:ext uri="{FF2B5EF4-FFF2-40B4-BE49-F238E27FC236}">
                  <a16:creationId xmlns:a16="http://schemas.microsoft.com/office/drawing/2014/main" id="{CA36C525-C646-F044-A247-0FB140996DF4}"/>
                </a:ext>
              </a:extLst>
            </p:cNvPr>
            <p:cNvSpPr txBox="1">
              <a:spLocks noChangeArrowheads="1"/>
            </p:cNvSpPr>
            <p:nvPr/>
          </p:nvSpPr>
          <p:spPr bwMode="auto">
            <a:xfrm>
              <a:off x="6638" y="5942"/>
              <a:ext cx="72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solidFill>
                    <a:srgbClr val="00CC00"/>
                  </a:solidFill>
                  <a:latin typeface="Times New Roman" panose="02020603050405020304" pitchFamily="18" charset="0"/>
                </a:rPr>
                <a:t>零件</a:t>
              </a:r>
              <a:endParaRPr kumimoji="1" lang="zh-CN" altLang="en-US" sz="2000">
                <a:solidFill>
                  <a:srgbClr val="00CC00"/>
                </a:solidFill>
                <a:latin typeface="楷体_GB2312" pitchFamily="49" charset="-122"/>
                <a:ea typeface="楷体_GB2312" pitchFamily="49" charset="-122"/>
              </a:endParaRPr>
            </a:p>
          </p:txBody>
        </p:sp>
        <p:sp>
          <p:nvSpPr>
            <p:cNvPr id="66574" name="AutoShape 13">
              <a:extLst>
                <a:ext uri="{FF2B5EF4-FFF2-40B4-BE49-F238E27FC236}">
                  <a16:creationId xmlns:a16="http://schemas.microsoft.com/office/drawing/2014/main" id="{ECE3BA6F-C079-1C4F-A240-4BF8A3C93148}"/>
                </a:ext>
              </a:extLst>
            </p:cNvPr>
            <p:cNvSpPr>
              <a:spLocks noChangeArrowheads="1"/>
            </p:cNvSpPr>
            <p:nvPr/>
          </p:nvSpPr>
          <p:spPr bwMode="auto">
            <a:xfrm>
              <a:off x="7718" y="5318"/>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零件号</a:t>
              </a:r>
              <a:endParaRPr kumimoji="1" lang="zh-CN" altLang="en-US" sz="2000">
                <a:latin typeface="楷体_GB2312" pitchFamily="49" charset="-122"/>
                <a:ea typeface="楷体_GB2312" pitchFamily="49" charset="-122"/>
              </a:endParaRPr>
            </a:p>
          </p:txBody>
        </p:sp>
        <p:sp>
          <p:nvSpPr>
            <p:cNvPr id="66575" name="AutoShape 14">
              <a:extLst>
                <a:ext uri="{FF2B5EF4-FFF2-40B4-BE49-F238E27FC236}">
                  <a16:creationId xmlns:a16="http://schemas.microsoft.com/office/drawing/2014/main" id="{0B5A99B1-6360-394A-876C-43C6B103C40A}"/>
                </a:ext>
              </a:extLst>
            </p:cNvPr>
            <p:cNvSpPr>
              <a:spLocks noChangeArrowheads="1"/>
            </p:cNvSpPr>
            <p:nvPr/>
          </p:nvSpPr>
          <p:spPr bwMode="auto">
            <a:xfrm>
              <a:off x="7718" y="5942"/>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规格</a:t>
              </a:r>
              <a:endParaRPr kumimoji="1" lang="zh-CN" altLang="en-US" sz="2000">
                <a:latin typeface="楷体_GB2312" pitchFamily="49" charset="-122"/>
                <a:ea typeface="楷体_GB2312" pitchFamily="49" charset="-122"/>
              </a:endParaRPr>
            </a:p>
          </p:txBody>
        </p:sp>
        <p:sp>
          <p:nvSpPr>
            <p:cNvPr id="66576" name="AutoShape 15">
              <a:extLst>
                <a:ext uri="{FF2B5EF4-FFF2-40B4-BE49-F238E27FC236}">
                  <a16:creationId xmlns:a16="http://schemas.microsoft.com/office/drawing/2014/main" id="{E78774EA-662B-6046-B6C2-51546BA144A1}"/>
                </a:ext>
              </a:extLst>
            </p:cNvPr>
            <p:cNvSpPr>
              <a:spLocks noChangeArrowheads="1"/>
            </p:cNvSpPr>
            <p:nvPr/>
          </p:nvSpPr>
          <p:spPr bwMode="auto">
            <a:xfrm>
              <a:off x="4658" y="5942"/>
              <a:ext cx="1260" cy="624"/>
            </a:xfrm>
            <a:prstGeom prst="diamond">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solidFill>
                    <a:srgbClr val="FF0000"/>
                  </a:solidFill>
                  <a:latin typeface="Times New Roman" panose="02020603050405020304" pitchFamily="18" charset="0"/>
                </a:rPr>
                <a:t>组成</a:t>
              </a:r>
              <a:endParaRPr kumimoji="1" lang="zh-CN" altLang="en-US" sz="2000">
                <a:solidFill>
                  <a:srgbClr val="FF0000"/>
                </a:solidFill>
                <a:latin typeface="楷体_GB2312" pitchFamily="49" charset="-122"/>
                <a:ea typeface="楷体_GB2312" pitchFamily="49" charset="-122"/>
              </a:endParaRPr>
            </a:p>
          </p:txBody>
        </p:sp>
        <p:sp>
          <p:nvSpPr>
            <p:cNvPr id="66577" name="Line 16">
              <a:extLst>
                <a:ext uri="{FF2B5EF4-FFF2-40B4-BE49-F238E27FC236}">
                  <a16:creationId xmlns:a16="http://schemas.microsoft.com/office/drawing/2014/main" id="{A2FC14EA-C515-2A42-ADC9-9277594D728D}"/>
                </a:ext>
              </a:extLst>
            </p:cNvPr>
            <p:cNvSpPr>
              <a:spLocks noChangeShapeType="1"/>
            </p:cNvSpPr>
            <p:nvPr/>
          </p:nvSpPr>
          <p:spPr bwMode="auto">
            <a:xfrm>
              <a:off x="3938" y="6254"/>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78" name="Line 17">
              <a:extLst>
                <a:ext uri="{FF2B5EF4-FFF2-40B4-BE49-F238E27FC236}">
                  <a16:creationId xmlns:a16="http://schemas.microsoft.com/office/drawing/2014/main" id="{7C56DBBD-F32B-8449-B3CB-C38E9CD7AA9A}"/>
                </a:ext>
              </a:extLst>
            </p:cNvPr>
            <p:cNvSpPr>
              <a:spLocks noChangeShapeType="1"/>
            </p:cNvSpPr>
            <p:nvPr/>
          </p:nvSpPr>
          <p:spPr bwMode="auto">
            <a:xfrm>
              <a:off x="5918" y="6254"/>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79" name="AutoShape 18">
              <a:extLst>
                <a:ext uri="{FF2B5EF4-FFF2-40B4-BE49-F238E27FC236}">
                  <a16:creationId xmlns:a16="http://schemas.microsoft.com/office/drawing/2014/main" id="{7867E360-5348-3649-8098-8C4BCE6C8EDF}"/>
                </a:ext>
              </a:extLst>
            </p:cNvPr>
            <p:cNvSpPr>
              <a:spLocks noChangeArrowheads="1"/>
            </p:cNvSpPr>
            <p:nvPr/>
          </p:nvSpPr>
          <p:spPr bwMode="auto">
            <a:xfrm>
              <a:off x="4658" y="6878"/>
              <a:ext cx="108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零件个数</a:t>
              </a:r>
              <a:endParaRPr kumimoji="1" lang="zh-CN" altLang="en-US" sz="2000">
                <a:latin typeface="楷体_GB2312" pitchFamily="49" charset="-122"/>
                <a:ea typeface="楷体_GB2312" pitchFamily="49" charset="-122"/>
              </a:endParaRPr>
            </a:p>
          </p:txBody>
        </p:sp>
        <p:sp>
          <p:nvSpPr>
            <p:cNvPr id="66580" name="Line 19">
              <a:extLst>
                <a:ext uri="{FF2B5EF4-FFF2-40B4-BE49-F238E27FC236}">
                  <a16:creationId xmlns:a16="http://schemas.microsoft.com/office/drawing/2014/main" id="{329B118E-5CE7-014D-AA89-F3124986987A}"/>
                </a:ext>
              </a:extLst>
            </p:cNvPr>
            <p:cNvSpPr>
              <a:spLocks noChangeShapeType="1"/>
            </p:cNvSpPr>
            <p:nvPr/>
          </p:nvSpPr>
          <p:spPr bwMode="auto">
            <a:xfrm>
              <a:off x="5198" y="6566"/>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1" name="Line 20">
              <a:extLst>
                <a:ext uri="{FF2B5EF4-FFF2-40B4-BE49-F238E27FC236}">
                  <a16:creationId xmlns:a16="http://schemas.microsoft.com/office/drawing/2014/main" id="{1E45D1FD-68D8-B94B-BDE8-972D66E2F272}"/>
                </a:ext>
              </a:extLst>
            </p:cNvPr>
            <p:cNvSpPr>
              <a:spLocks noChangeShapeType="1"/>
            </p:cNvSpPr>
            <p:nvPr/>
          </p:nvSpPr>
          <p:spPr bwMode="auto">
            <a:xfrm>
              <a:off x="2858" y="578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2" name="Line 21">
              <a:extLst>
                <a:ext uri="{FF2B5EF4-FFF2-40B4-BE49-F238E27FC236}">
                  <a16:creationId xmlns:a16="http://schemas.microsoft.com/office/drawing/2014/main" id="{10CCA28E-F6FF-754A-A25D-D47077054D53}"/>
                </a:ext>
              </a:extLst>
            </p:cNvPr>
            <p:cNvSpPr>
              <a:spLocks noChangeShapeType="1"/>
            </p:cNvSpPr>
            <p:nvPr/>
          </p:nvSpPr>
          <p:spPr bwMode="auto">
            <a:xfrm flipV="1">
              <a:off x="2858" y="6254"/>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3" name="AutoShape 22">
              <a:extLst>
                <a:ext uri="{FF2B5EF4-FFF2-40B4-BE49-F238E27FC236}">
                  <a16:creationId xmlns:a16="http://schemas.microsoft.com/office/drawing/2014/main" id="{222A0255-2B50-514E-96E1-7C8648A5448D}"/>
                </a:ext>
              </a:extLst>
            </p:cNvPr>
            <p:cNvSpPr>
              <a:spLocks noChangeArrowheads="1"/>
            </p:cNvSpPr>
            <p:nvPr/>
          </p:nvSpPr>
          <p:spPr bwMode="auto">
            <a:xfrm>
              <a:off x="7718" y="6566"/>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价格</a:t>
              </a:r>
              <a:endParaRPr kumimoji="1" lang="zh-CN" altLang="en-US" sz="2000">
                <a:latin typeface="楷体_GB2312" pitchFamily="49" charset="-122"/>
                <a:ea typeface="楷体_GB2312" pitchFamily="49" charset="-122"/>
              </a:endParaRPr>
            </a:p>
          </p:txBody>
        </p:sp>
        <p:sp>
          <p:nvSpPr>
            <p:cNvPr id="66584" name="Line 23">
              <a:extLst>
                <a:ext uri="{FF2B5EF4-FFF2-40B4-BE49-F238E27FC236}">
                  <a16:creationId xmlns:a16="http://schemas.microsoft.com/office/drawing/2014/main" id="{1201FECB-A6C9-1F4C-9F5A-FF984DB846F1}"/>
                </a:ext>
              </a:extLst>
            </p:cNvPr>
            <p:cNvSpPr>
              <a:spLocks noChangeShapeType="1"/>
            </p:cNvSpPr>
            <p:nvPr/>
          </p:nvSpPr>
          <p:spPr bwMode="auto">
            <a:xfrm flipH="1">
              <a:off x="7358" y="563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5" name="Line 24">
              <a:extLst>
                <a:ext uri="{FF2B5EF4-FFF2-40B4-BE49-F238E27FC236}">
                  <a16:creationId xmlns:a16="http://schemas.microsoft.com/office/drawing/2014/main" id="{0F785067-4764-4945-A877-232B34EB3F29}"/>
                </a:ext>
              </a:extLst>
            </p:cNvPr>
            <p:cNvSpPr>
              <a:spLocks noChangeShapeType="1"/>
            </p:cNvSpPr>
            <p:nvPr/>
          </p:nvSpPr>
          <p:spPr bwMode="auto">
            <a:xfrm>
              <a:off x="7358" y="6098"/>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6" name="Line 25">
              <a:extLst>
                <a:ext uri="{FF2B5EF4-FFF2-40B4-BE49-F238E27FC236}">
                  <a16:creationId xmlns:a16="http://schemas.microsoft.com/office/drawing/2014/main" id="{C6227A2E-0A2A-7940-B8F6-5775A92A7A90}"/>
                </a:ext>
              </a:extLst>
            </p:cNvPr>
            <p:cNvSpPr>
              <a:spLocks noChangeShapeType="1"/>
            </p:cNvSpPr>
            <p:nvPr/>
          </p:nvSpPr>
          <p:spPr bwMode="auto">
            <a:xfrm>
              <a:off x="7358" y="6254"/>
              <a:ext cx="36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7" name="AutoShape 26">
              <a:extLst>
                <a:ext uri="{FF2B5EF4-FFF2-40B4-BE49-F238E27FC236}">
                  <a16:creationId xmlns:a16="http://schemas.microsoft.com/office/drawing/2014/main" id="{9E75E8D6-AF3A-F844-9D44-D6A547E324E1}"/>
                </a:ext>
              </a:extLst>
            </p:cNvPr>
            <p:cNvSpPr>
              <a:spLocks noChangeArrowheads="1"/>
            </p:cNvSpPr>
            <p:nvPr/>
          </p:nvSpPr>
          <p:spPr bwMode="auto">
            <a:xfrm>
              <a:off x="6458" y="7190"/>
              <a:ext cx="1156" cy="624"/>
            </a:xfrm>
            <a:prstGeom prst="diamond">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1800">
                  <a:solidFill>
                    <a:srgbClr val="FF0000"/>
                  </a:solidFill>
                  <a:latin typeface="Times New Roman" panose="02020603050405020304" pitchFamily="18" charset="0"/>
                </a:rPr>
                <a:t>使用</a:t>
              </a:r>
              <a:endParaRPr kumimoji="1" lang="zh-CN" altLang="en-US" sz="1800">
                <a:solidFill>
                  <a:srgbClr val="FF0000"/>
                </a:solidFill>
                <a:latin typeface="楷体_GB2312" pitchFamily="49" charset="-122"/>
                <a:ea typeface="楷体_GB2312" pitchFamily="49" charset="-122"/>
              </a:endParaRPr>
            </a:p>
          </p:txBody>
        </p:sp>
        <p:sp>
          <p:nvSpPr>
            <p:cNvPr id="66588" name="AutoShape 27">
              <a:extLst>
                <a:ext uri="{FF2B5EF4-FFF2-40B4-BE49-F238E27FC236}">
                  <a16:creationId xmlns:a16="http://schemas.microsoft.com/office/drawing/2014/main" id="{27C083D7-B1E2-3C4B-B327-4CCAF8FCA616}"/>
                </a:ext>
              </a:extLst>
            </p:cNvPr>
            <p:cNvSpPr>
              <a:spLocks noChangeArrowheads="1"/>
            </p:cNvSpPr>
            <p:nvPr/>
          </p:nvSpPr>
          <p:spPr bwMode="auto">
            <a:xfrm>
              <a:off x="7538" y="8126"/>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使用量</a:t>
              </a:r>
              <a:endParaRPr kumimoji="1" lang="zh-CN" altLang="en-US" sz="2000">
                <a:latin typeface="楷体_GB2312" pitchFamily="49" charset="-122"/>
                <a:ea typeface="楷体_GB2312" pitchFamily="49" charset="-122"/>
              </a:endParaRPr>
            </a:p>
          </p:txBody>
        </p:sp>
        <p:sp>
          <p:nvSpPr>
            <p:cNvPr id="66589" name="Line 28">
              <a:extLst>
                <a:ext uri="{FF2B5EF4-FFF2-40B4-BE49-F238E27FC236}">
                  <a16:creationId xmlns:a16="http://schemas.microsoft.com/office/drawing/2014/main" id="{ADEDED7A-E6A4-9242-89EC-2E12EAE6CE89}"/>
                </a:ext>
              </a:extLst>
            </p:cNvPr>
            <p:cNvSpPr>
              <a:spLocks noChangeShapeType="1"/>
            </p:cNvSpPr>
            <p:nvPr/>
          </p:nvSpPr>
          <p:spPr bwMode="auto">
            <a:xfrm>
              <a:off x="6998" y="6410"/>
              <a:ext cx="0" cy="7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90" name="Line 29">
              <a:extLst>
                <a:ext uri="{FF2B5EF4-FFF2-40B4-BE49-F238E27FC236}">
                  <a16:creationId xmlns:a16="http://schemas.microsoft.com/office/drawing/2014/main" id="{219A05B0-5983-2747-B990-5DE215286039}"/>
                </a:ext>
              </a:extLst>
            </p:cNvPr>
            <p:cNvSpPr>
              <a:spLocks noChangeShapeType="1"/>
            </p:cNvSpPr>
            <p:nvPr/>
          </p:nvSpPr>
          <p:spPr bwMode="auto">
            <a:xfrm>
              <a:off x="7614" y="7531"/>
              <a:ext cx="464" cy="5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91" name="AutoShape 30">
              <a:extLst>
                <a:ext uri="{FF2B5EF4-FFF2-40B4-BE49-F238E27FC236}">
                  <a16:creationId xmlns:a16="http://schemas.microsoft.com/office/drawing/2014/main" id="{35C22B2D-3107-1948-951E-5FA4FC4CE414}"/>
                </a:ext>
              </a:extLst>
            </p:cNvPr>
            <p:cNvSpPr>
              <a:spLocks noChangeArrowheads="1"/>
            </p:cNvSpPr>
            <p:nvPr/>
          </p:nvSpPr>
          <p:spPr bwMode="auto">
            <a:xfrm>
              <a:off x="3758" y="7658"/>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材料号</a:t>
              </a:r>
              <a:endParaRPr kumimoji="1" lang="zh-CN" altLang="en-US" sz="2000">
                <a:latin typeface="楷体_GB2312" pitchFamily="49" charset="-122"/>
                <a:ea typeface="楷体_GB2312" pitchFamily="49" charset="-122"/>
              </a:endParaRPr>
            </a:p>
          </p:txBody>
        </p:sp>
        <p:sp>
          <p:nvSpPr>
            <p:cNvPr id="66592" name="AutoShape 31">
              <a:extLst>
                <a:ext uri="{FF2B5EF4-FFF2-40B4-BE49-F238E27FC236}">
                  <a16:creationId xmlns:a16="http://schemas.microsoft.com/office/drawing/2014/main" id="{0779F72B-AFE9-194E-B73C-7D69D9235DF4}"/>
                </a:ext>
              </a:extLst>
            </p:cNvPr>
            <p:cNvSpPr>
              <a:spLocks noChangeArrowheads="1"/>
            </p:cNvSpPr>
            <p:nvPr/>
          </p:nvSpPr>
          <p:spPr bwMode="auto">
            <a:xfrm>
              <a:off x="3578" y="8282"/>
              <a:ext cx="108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材料类型</a:t>
              </a:r>
              <a:endParaRPr kumimoji="1" lang="zh-CN" altLang="en-US" sz="2000">
                <a:latin typeface="楷体_GB2312" pitchFamily="49" charset="-122"/>
                <a:ea typeface="楷体_GB2312" pitchFamily="49" charset="-122"/>
              </a:endParaRPr>
            </a:p>
          </p:txBody>
        </p:sp>
        <p:sp>
          <p:nvSpPr>
            <p:cNvPr id="66593" name="AutoShape 32">
              <a:extLst>
                <a:ext uri="{FF2B5EF4-FFF2-40B4-BE49-F238E27FC236}">
                  <a16:creationId xmlns:a16="http://schemas.microsoft.com/office/drawing/2014/main" id="{6B3E08A5-7922-FF4B-AFDB-018626B7DD68}"/>
                </a:ext>
              </a:extLst>
            </p:cNvPr>
            <p:cNvSpPr>
              <a:spLocks noChangeArrowheads="1"/>
            </p:cNvSpPr>
            <p:nvPr/>
          </p:nvSpPr>
          <p:spPr bwMode="auto">
            <a:xfrm>
              <a:off x="3758" y="8906"/>
              <a:ext cx="900" cy="468"/>
            </a:xfrm>
            <a:prstGeom prst="roundRect">
              <a:avLst>
                <a:gd name="adj" fmla="val 16667"/>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latin typeface="Times New Roman" panose="02020603050405020304" pitchFamily="18" charset="0"/>
                </a:rPr>
                <a:t>库存量</a:t>
              </a:r>
              <a:endParaRPr kumimoji="1" lang="zh-CN" altLang="en-US" sz="2000">
                <a:latin typeface="楷体_GB2312" pitchFamily="49" charset="-122"/>
                <a:ea typeface="楷体_GB2312" pitchFamily="49" charset="-122"/>
              </a:endParaRPr>
            </a:p>
          </p:txBody>
        </p:sp>
        <p:sp>
          <p:nvSpPr>
            <p:cNvPr id="66594" name="Text Box 33">
              <a:extLst>
                <a:ext uri="{FF2B5EF4-FFF2-40B4-BE49-F238E27FC236}">
                  <a16:creationId xmlns:a16="http://schemas.microsoft.com/office/drawing/2014/main" id="{DA9D660D-A81B-DA46-904F-70B39EBFA9D0}"/>
                </a:ext>
              </a:extLst>
            </p:cNvPr>
            <p:cNvSpPr txBox="1">
              <a:spLocks noChangeArrowheads="1"/>
            </p:cNvSpPr>
            <p:nvPr/>
          </p:nvSpPr>
          <p:spPr bwMode="auto">
            <a:xfrm>
              <a:off x="5558" y="8282"/>
              <a:ext cx="720" cy="46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sz="2000">
                  <a:solidFill>
                    <a:srgbClr val="00CC00"/>
                  </a:solidFill>
                  <a:latin typeface="Times New Roman" panose="02020603050405020304" pitchFamily="18" charset="0"/>
                </a:rPr>
                <a:t>材料</a:t>
              </a:r>
              <a:endParaRPr kumimoji="1" lang="zh-CN" altLang="en-US" sz="2000">
                <a:solidFill>
                  <a:srgbClr val="00CC00"/>
                </a:solidFill>
                <a:latin typeface="楷体_GB2312" pitchFamily="49" charset="-122"/>
                <a:ea typeface="楷体_GB2312" pitchFamily="49" charset="-122"/>
              </a:endParaRPr>
            </a:p>
          </p:txBody>
        </p:sp>
        <p:sp>
          <p:nvSpPr>
            <p:cNvPr id="66595" name="Line 34">
              <a:extLst>
                <a:ext uri="{FF2B5EF4-FFF2-40B4-BE49-F238E27FC236}">
                  <a16:creationId xmlns:a16="http://schemas.microsoft.com/office/drawing/2014/main" id="{DF5CB734-CA54-B547-96BE-34F160A2A0C1}"/>
                </a:ext>
              </a:extLst>
            </p:cNvPr>
            <p:cNvSpPr>
              <a:spLocks noChangeShapeType="1"/>
            </p:cNvSpPr>
            <p:nvPr/>
          </p:nvSpPr>
          <p:spPr bwMode="auto">
            <a:xfrm flipH="1">
              <a:off x="5918" y="7502"/>
              <a:ext cx="540" cy="7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96" name="Line 35">
              <a:extLst>
                <a:ext uri="{FF2B5EF4-FFF2-40B4-BE49-F238E27FC236}">
                  <a16:creationId xmlns:a16="http://schemas.microsoft.com/office/drawing/2014/main" id="{11A2B401-6A86-A943-A5DD-94B52FF9184A}"/>
                </a:ext>
              </a:extLst>
            </p:cNvPr>
            <p:cNvSpPr>
              <a:spLocks noChangeShapeType="1"/>
            </p:cNvSpPr>
            <p:nvPr/>
          </p:nvSpPr>
          <p:spPr bwMode="auto">
            <a:xfrm>
              <a:off x="4658" y="7814"/>
              <a:ext cx="90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97" name="Line 36">
              <a:extLst>
                <a:ext uri="{FF2B5EF4-FFF2-40B4-BE49-F238E27FC236}">
                  <a16:creationId xmlns:a16="http://schemas.microsoft.com/office/drawing/2014/main" id="{6D40F046-A83B-A24E-91A1-CDFDDBC30D50}"/>
                </a:ext>
              </a:extLst>
            </p:cNvPr>
            <p:cNvSpPr>
              <a:spLocks noChangeShapeType="1"/>
            </p:cNvSpPr>
            <p:nvPr/>
          </p:nvSpPr>
          <p:spPr bwMode="auto">
            <a:xfrm>
              <a:off x="4658" y="8438"/>
              <a:ext cx="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98" name="Line 37">
              <a:extLst>
                <a:ext uri="{FF2B5EF4-FFF2-40B4-BE49-F238E27FC236}">
                  <a16:creationId xmlns:a16="http://schemas.microsoft.com/office/drawing/2014/main" id="{B06429AF-E281-9645-B581-A9C563456BE9}"/>
                </a:ext>
              </a:extLst>
            </p:cNvPr>
            <p:cNvSpPr>
              <a:spLocks noChangeShapeType="1"/>
            </p:cNvSpPr>
            <p:nvPr/>
          </p:nvSpPr>
          <p:spPr bwMode="auto">
            <a:xfrm flipV="1">
              <a:off x="4658" y="8750"/>
              <a:ext cx="90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3">
            <a:extLst>
              <a:ext uri="{FF2B5EF4-FFF2-40B4-BE49-F238E27FC236}">
                <a16:creationId xmlns:a16="http://schemas.microsoft.com/office/drawing/2014/main" id="{D2D87F05-0399-2B40-8594-7F2DC8D75C19}"/>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EEEDD648-5842-A946-9618-EAA398CCEB34}" type="slidenum">
              <a:rPr lang="zh-CN" altLang="en-US" sz="2000"/>
              <a:pPr/>
              <a:t>40</a:t>
            </a:fld>
            <a:endParaRPr lang="en-US" altLang="zh-CN" sz="2000"/>
          </a:p>
        </p:txBody>
      </p:sp>
      <p:sp>
        <p:nvSpPr>
          <p:cNvPr id="67587" name="日期占位符 4">
            <a:extLst>
              <a:ext uri="{FF2B5EF4-FFF2-40B4-BE49-F238E27FC236}">
                <a16:creationId xmlns:a16="http://schemas.microsoft.com/office/drawing/2014/main" id="{FD8AC157-A69C-F24E-B4D7-F103EE7AA618}"/>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43737D1-36D3-2E48-82B3-2754BD948252}" type="datetime1">
              <a:rPr lang="zh-CN" altLang="en-US" sz="1800" smtClean="0"/>
              <a:pPr/>
              <a:t>2023/5/16</a:t>
            </a:fld>
            <a:endParaRPr lang="en-US" altLang="zh-CN" sz="1000"/>
          </a:p>
        </p:txBody>
      </p:sp>
      <p:sp>
        <p:nvSpPr>
          <p:cNvPr id="1963010" name="Rectangle 2">
            <a:extLst>
              <a:ext uri="{FF2B5EF4-FFF2-40B4-BE49-F238E27FC236}">
                <a16:creationId xmlns:a16="http://schemas.microsoft.com/office/drawing/2014/main" id="{3BE33DE6-9A15-A64C-9728-9F9E566B0A09}"/>
              </a:ext>
            </a:extLst>
          </p:cNvPr>
          <p:cNvSpPr>
            <a:spLocks noGrp="1" noChangeArrowheads="1"/>
          </p:cNvSpPr>
          <p:nvPr>
            <p:ph type="title"/>
          </p:nvPr>
        </p:nvSpPr>
        <p:spPr/>
        <p:txBody>
          <a:bodyPr/>
          <a:lstStyle/>
          <a:p>
            <a:r>
              <a:rPr lang="zh-CN" altLang="en-US"/>
              <a:t>三</a:t>
            </a:r>
            <a:r>
              <a:rPr lang="en-US" altLang="zh-CN"/>
              <a:t>. </a:t>
            </a:r>
            <a:r>
              <a:rPr lang="zh-CN" altLang="en-US"/>
              <a:t>逻辑结构设计</a:t>
            </a:r>
          </a:p>
        </p:txBody>
      </p:sp>
      <p:sp>
        <p:nvSpPr>
          <p:cNvPr id="67589" name="Rectangle 3">
            <a:extLst>
              <a:ext uri="{FF2B5EF4-FFF2-40B4-BE49-F238E27FC236}">
                <a16:creationId xmlns:a16="http://schemas.microsoft.com/office/drawing/2014/main" id="{3C43EC65-358E-AF4D-B158-DAAF7294594D}"/>
              </a:ext>
            </a:extLst>
          </p:cNvPr>
          <p:cNvSpPr>
            <a:spLocks noGrp="1" noChangeArrowheads="1"/>
          </p:cNvSpPr>
          <p:nvPr>
            <p:ph type="body" idx="1"/>
          </p:nvPr>
        </p:nvSpPr>
        <p:spPr>
          <a:xfrm>
            <a:off x="650875" y="1143000"/>
            <a:ext cx="8982075" cy="4160838"/>
          </a:xfrm>
        </p:spPr>
        <p:txBody>
          <a:bodyPr/>
          <a:lstStyle/>
          <a:p>
            <a:pPr>
              <a:spcBef>
                <a:spcPct val="60000"/>
              </a:spcBef>
            </a:pPr>
            <a:r>
              <a:rPr lang="zh-CN" altLang="en-US"/>
              <a:t>把概念结构设计阶段设计好的基本</a:t>
            </a:r>
            <a:r>
              <a:rPr lang="en-US" altLang="zh-CN"/>
              <a:t>E-R</a:t>
            </a:r>
            <a:r>
              <a:rPr lang="zh-CN" altLang="en-US"/>
              <a:t>模型转换为具体的数据库管理系统支持的数据模型，</a:t>
            </a:r>
          </a:p>
          <a:p>
            <a:pPr lvl="1">
              <a:spcBef>
                <a:spcPct val="60000"/>
              </a:spcBef>
            </a:pPr>
            <a:r>
              <a:rPr lang="zh-CN" altLang="en-US"/>
              <a:t>也就是导出特定的</a:t>
            </a:r>
            <a:r>
              <a:rPr lang="en-US" altLang="zh-CN"/>
              <a:t>DBMS</a:t>
            </a:r>
            <a:r>
              <a:rPr lang="zh-CN" altLang="en-US"/>
              <a:t>可以处理的数据库逻辑结构（数据库的模式和外模式），这些模式在功能、性能、完整性和一致性约束方面满足应用要求。</a:t>
            </a:r>
          </a:p>
          <a:p>
            <a:r>
              <a:rPr lang="zh-CN" altLang="en-US"/>
              <a:t>逻辑结构设计的步骤</a:t>
            </a:r>
          </a:p>
          <a:p>
            <a:pPr lvl="1" algn="just"/>
            <a:r>
              <a:rPr lang="zh-CN" altLang="en-US"/>
              <a:t>将概念结构转化为特定</a:t>
            </a:r>
            <a:r>
              <a:rPr lang="en-US" altLang="zh-CN"/>
              <a:t>DBMS</a:t>
            </a:r>
            <a:r>
              <a:rPr lang="zh-CN" altLang="en-US"/>
              <a:t>支持的数据模型</a:t>
            </a:r>
            <a:r>
              <a:rPr lang="en-US" altLang="zh-CN"/>
              <a:t>(</a:t>
            </a:r>
            <a:r>
              <a:rPr lang="zh-CN" altLang="en-US"/>
              <a:t>关系、网状、层次模型</a:t>
            </a:r>
            <a:r>
              <a:rPr lang="en-US" altLang="zh-CN"/>
              <a:t>)</a:t>
            </a:r>
          </a:p>
          <a:p>
            <a:pPr lvl="1" algn="just"/>
            <a:r>
              <a:rPr lang="zh-CN" altLang="en-US"/>
              <a:t>对数据模型进行优化</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a:extLst>
              <a:ext uri="{FF2B5EF4-FFF2-40B4-BE49-F238E27FC236}">
                <a16:creationId xmlns:a16="http://schemas.microsoft.com/office/drawing/2014/main" id="{2AB188E0-8358-924E-91A6-0497096B3CB0}"/>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DA68E6D-C0DB-CE47-A281-AD24DF467C47}" type="slidenum">
              <a:rPr lang="zh-CN" altLang="en-US" sz="2000"/>
              <a:pPr/>
              <a:t>41</a:t>
            </a:fld>
            <a:endParaRPr lang="en-US" altLang="zh-CN" sz="2000"/>
          </a:p>
        </p:txBody>
      </p:sp>
      <p:sp>
        <p:nvSpPr>
          <p:cNvPr id="69635" name="日期占位符 4">
            <a:extLst>
              <a:ext uri="{FF2B5EF4-FFF2-40B4-BE49-F238E27FC236}">
                <a16:creationId xmlns:a16="http://schemas.microsoft.com/office/drawing/2014/main" id="{977EEC14-727C-E040-862E-C0F15ADB2DBC}"/>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3362D17-0466-2240-8DD0-B3C7FBC234A7}" type="datetime1">
              <a:rPr lang="zh-CN" altLang="en-US" sz="1800" smtClean="0"/>
              <a:pPr/>
              <a:t>2023/5/16</a:t>
            </a:fld>
            <a:endParaRPr lang="en-US" altLang="zh-CN" sz="1000"/>
          </a:p>
        </p:txBody>
      </p:sp>
      <p:sp>
        <p:nvSpPr>
          <p:cNvPr id="1965058" name="Rectangle 2">
            <a:extLst>
              <a:ext uri="{FF2B5EF4-FFF2-40B4-BE49-F238E27FC236}">
                <a16:creationId xmlns:a16="http://schemas.microsoft.com/office/drawing/2014/main" id="{AD9B03F4-EC23-484E-9928-592DE8125C7E}"/>
              </a:ext>
            </a:extLst>
          </p:cNvPr>
          <p:cNvSpPr>
            <a:spLocks noGrp="1" noChangeArrowheads="1"/>
          </p:cNvSpPr>
          <p:nvPr>
            <p:ph type="title"/>
          </p:nvPr>
        </p:nvSpPr>
        <p:spPr/>
        <p:txBody>
          <a:bodyPr/>
          <a:lstStyle/>
          <a:p>
            <a:pPr>
              <a:defRPr/>
            </a:pPr>
            <a:endParaRPr lang="zh-CN" altLang="en-US"/>
          </a:p>
        </p:txBody>
      </p:sp>
      <p:sp>
        <p:nvSpPr>
          <p:cNvPr id="69637" name="Rectangle 3">
            <a:extLst>
              <a:ext uri="{FF2B5EF4-FFF2-40B4-BE49-F238E27FC236}">
                <a16:creationId xmlns:a16="http://schemas.microsoft.com/office/drawing/2014/main" id="{CFBC6367-38BC-AA48-807C-C4AD6089B862}"/>
              </a:ext>
            </a:extLst>
          </p:cNvPr>
          <p:cNvSpPr>
            <a:spLocks noGrp="1" noChangeArrowheads="1"/>
          </p:cNvSpPr>
          <p:nvPr>
            <p:ph type="body" idx="1"/>
          </p:nvPr>
        </p:nvSpPr>
        <p:spPr/>
        <p:txBody>
          <a:bodyPr/>
          <a:lstStyle/>
          <a:p>
            <a:pPr>
              <a:buFont typeface="Wingdings" pitchFamily="2" charset="2"/>
              <a:buNone/>
            </a:pPr>
            <a:r>
              <a:rPr lang="zh-CN" altLang="en-US"/>
              <a:t> </a:t>
            </a:r>
          </a:p>
        </p:txBody>
      </p:sp>
      <p:grpSp>
        <p:nvGrpSpPr>
          <p:cNvPr id="69638" name="Group 4">
            <a:extLst>
              <a:ext uri="{FF2B5EF4-FFF2-40B4-BE49-F238E27FC236}">
                <a16:creationId xmlns:a16="http://schemas.microsoft.com/office/drawing/2014/main" id="{A7A5279B-1A15-5746-B244-51FDF99251E2}"/>
              </a:ext>
            </a:extLst>
          </p:cNvPr>
          <p:cNvGrpSpPr>
            <a:grpSpLocks/>
          </p:cNvGrpSpPr>
          <p:nvPr/>
        </p:nvGrpSpPr>
        <p:grpSpPr bwMode="auto">
          <a:xfrm>
            <a:off x="0" y="692150"/>
            <a:ext cx="10282238" cy="5784850"/>
            <a:chOff x="624" y="1008"/>
            <a:chExt cx="4848" cy="3072"/>
          </a:xfrm>
        </p:grpSpPr>
        <p:grpSp>
          <p:nvGrpSpPr>
            <p:cNvPr id="69639" name="Group 5">
              <a:extLst>
                <a:ext uri="{FF2B5EF4-FFF2-40B4-BE49-F238E27FC236}">
                  <a16:creationId xmlns:a16="http://schemas.microsoft.com/office/drawing/2014/main" id="{AE8AF932-3A54-A34A-9FC9-7BD639962290}"/>
                </a:ext>
              </a:extLst>
            </p:cNvPr>
            <p:cNvGrpSpPr>
              <a:grpSpLocks/>
            </p:cNvGrpSpPr>
            <p:nvPr/>
          </p:nvGrpSpPr>
          <p:grpSpPr bwMode="auto">
            <a:xfrm>
              <a:off x="624" y="1008"/>
              <a:ext cx="4848" cy="3072"/>
              <a:chOff x="624" y="1008"/>
              <a:chExt cx="4848" cy="3072"/>
            </a:xfrm>
          </p:grpSpPr>
          <p:sp>
            <p:nvSpPr>
              <p:cNvPr id="69642" name="Rectangle 6">
                <a:extLst>
                  <a:ext uri="{FF2B5EF4-FFF2-40B4-BE49-F238E27FC236}">
                    <a16:creationId xmlns:a16="http://schemas.microsoft.com/office/drawing/2014/main" id="{B4377E34-EC9E-CF44-A249-0CD3929F0114}"/>
                  </a:ext>
                </a:extLst>
              </p:cNvPr>
              <p:cNvSpPr>
                <a:spLocks noChangeArrowheads="1"/>
              </p:cNvSpPr>
              <p:nvPr/>
            </p:nvSpPr>
            <p:spPr bwMode="auto">
              <a:xfrm>
                <a:off x="1432" y="1008"/>
                <a:ext cx="3142" cy="1638"/>
              </a:xfrm>
              <a:prstGeom prst="rect">
                <a:avLst/>
              </a:prstGeom>
              <a:solidFill>
                <a:schemeClr val="bg1"/>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a:latin typeface="Times New Roman" panose="02020603050405020304" pitchFamily="18" charset="0"/>
                  </a:rPr>
                  <a:t>逻辑结构设计</a:t>
                </a:r>
              </a:p>
            </p:txBody>
          </p:sp>
          <p:sp>
            <p:nvSpPr>
              <p:cNvPr id="69643" name="Line 7">
                <a:extLst>
                  <a:ext uri="{FF2B5EF4-FFF2-40B4-BE49-F238E27FC236}">
                    <a16:creationId xmlns:a16="http://schemas.microsoft.com/office/drawing/2014/main" id="{85EC4BF5-D713-4E49-B6DF-9BCE0819EFB9}"/>
                  </a:ext>
                </a:extLst>
              </p:cNvPr>
              <p:cNvSpPr>
                <a:spLocks noChangeShapeType="1"/>
              </p:cNvSpPr>
              <p:nvPr/>
            </p:nvSpPr>
            <p:spPr bwMode="auto">
              <a:xfrm>
                <a:off x="983" y="1827"/>
                <a:ext cx="71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4" name="Oval 8">
                <a:extLst>
                  <a:ext uri="{FF2B5EF4-FFF2-40B4-BE49-F238E27FC236}">
                    <a16:creationId xmlns:a16="http://schemas.microsoft.com/office/drawing/2014/main" id="{A92D4893-BA87-6046-A415-D1A2ECCA9CF1}"/>
                  </a:ext>
                </a:extLst>
              </p:cNvPr>
              <p:cNvSpPr>
                <a:spLocks noChangeArrowheads="1"/>
              </p:cNvSpPr>
              <p:nvPr/>
            </p:nvSpPr>
            <p:spPr bwMode="auto">
              <a:xfrm>
                <a:off x="1679" y="1418"/>
                <a:ext cx="762" cy="921"/>
              </a:xfrm>
              <a:prstGeom prst="ellipse">
                <a:avLst/>
              </a:prstGeom>
              <a:solidFill>
                <a:schemeClr val="bg1"/>
              </a:solidFill>
              <a:ln w="9525">
                <a:solidFill>
                  <a:srgbClr val="000000"/>
                </a:solidFill>
                <a:round/>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latin typeface="Times New Roman" panose="02020603050405020304" pitchFamily="18" charset="0"/>
                  </a:rPr>
                  <a:t>转化为一般数据模型</a:t>
                </a:r>
              </a:p>
            </p:txBody>
          </p:sp>
          <p:sp>
            <p:nvSpPr>
              <p:cNvPr id="69645" name="Line 9">
                <a:extLst>
                  <a:ext uri="{FF2B5EF4-FFF2-40B4-BE49-F238E27FC236}">
                    <a16:creationId xmlns:a16="http://schemas.microsoft.com/office/drawing/2014/main" id="{9C674089-0DF7-8B4F-A707-59CC7C3C36FB}"/>
                  </a:ext>
                </a:extLst>
              </p:cNvPr>
              <p:cNvSpPr>
                <a:spLocks noChangeShapeType="1"/>
              </p:cNvSpPr>
              <p:nvPr/>
            </p:nvSpPr>
            <p:spPr bwMode="auto">
              <a:xfrm>
                <a:off x="2414" y="1827"/>
                <a:ext cx="191"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6" name="Oval 10">
                <a:extLst>
                  <a:ext uri="{FF2B5EF4-FFF2-40B4-BE49-F238E27FC236}">
                    <a16:creationId xmlns:a16="http://schemas.microsoft.com/office/drawing/2014/main" id="{35E3889B-A580-254B-A144-BF2E9C237E94}"/>
                  </a:ext>
                </a:extLst>
              </p:cNvPr>
              <p:cNvSpPr>
                <a:spLocks noChangeArrowheads="1"/>
              </p:cNvSpPr>
              <p:nvPr/>
            </p:nvSpPr>
            <p:spPr bwMode="auto">
              <a:xfrm>
                <a:off x="2575" y="1418"/>
                <a:ext cx="857" cy="921"/>
              </a:xfrm>
              <a:prstGeom prst="ellipse">
                <a:avLst/>
              </a:prstGeom>
              <a:solidFill>
                <a:schemeClr val="bg1"/>
              </a:solidFill>
              <a:ln w="9525">
                <a:solidFill>
                  <a:srgbClr val="000000"/>
                </a:solidFill>
                <a:round/>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lnSpc>
                    <a:spcPct val="70000"/>
                  </a:lnSpc>
                </a:pPr>
                <a:r>
                  <a:rPr kumimoji="1" lang="zh-CN" altLang="en-US">
                    <a:latin typeface="Times New Roman" panose="02020603050405020304" pitchFamily="18" charset="0"/>
                  </a:rPr>
                  <a:t>转化为特定</a:t>
                </a:r>
                <a:r>
                  <a:rPr kumimoji="1" lang="en-US" altLang="zh-CN">
                    <a:latin typeface="Times New Roman" panose="02020603050405020304" pitchFamily="18" charset="0"/>
                  </a:rPr>
                  <a:t>DBMS</a:t>
                </a:r>
                <a:r>
                  <a:rPr kumimoji="1" lang="zh-CN" altLang="en-US">
                    <a:latin typeface="Times New Roman" panose="02020603050405020304" pitchFamily="18" charset="0"/>
                  </a:rPr>
                  <a:t>支持下的数据模型</a:t>
                </a:r>
                <a:endParaRPr kumimoji="1" lang="zh-CN" altLang="en-US" b="0">
                  <a:latin typeface="Times New Roman" panose="02020603050405020304" pitchFamily="18" charset="0"/>
                </a:endParaRPr>
              </a:p>
            </p:txBody>
          </p:sp>
          <p:sp>
            <p:nvSpPr>
              <p:cNvPr id="69647" name="Line 11">
                <a:extLst>
                  <a:ext uri="{FF2B5EF4-FFF2-40B4-BE49-F238E27FC236}">
                    <a16:creationId xmlns:a16="http://schemas.microsoft.com/office/drawing/2014/main" id="{5D1F5991-FC85-844E-8295-DD9EC6C2A6F3}"/>
                  </a:ext>
                </a:extLst>
              </p:cNvPr>
              <p:cNvSpPr>
                <a:spLocks noChangeShapeType="1"/>
              </p:cNvSpPr>
              <p:nvPr/>
            </p:nvSpPr>
            <p:spPr bwMode="auto">
              <a:xfrm>
                <a:off x="3402" y="1827"/>
                <a:ext cx="19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8" name="Oval 12">
                <a:extLst>
                  <a:ext uri="{FF2B5EF4-FFF2-40B4-BE49-F238E27FC236}">
                    <a16:creationId xmlns:a16="http://schemas.microsoft.com/office/drawing/2014/main" id="{E8AB767B-6DB0-4B42-BA1B-2AC749F0CF30}"/>
                  </a:ext>
                </a:extLst>
              </p:cNvPr>
              <p:cNvSpPr>
                <a:spLocks noChangeArrowheads="1"/>
              </p:cNvSpPr>
              <p:nvPr/>
            </p:nvSpPr>
            <p:spPr bwMode="auto">
              <a:xfrm>
                <a:off x="3565" y="1418"/>
                <a:ext cx="761" cy="921"/>
              </a:xfrm>
              <a:prstGeom prst="ellipse">
                <a:avLst/>
              </a:prstGeom>
              <a:solidFill>
                <a:schemeClr val="bg1"/>
              </a:solidFill>
              <a:ln w="9525">
                <a:solidFill>
                  <a:srgbClr val="000000"/>
                </a:solidFill>
                <a:round/>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endParaRPr kumimoji="1" lang="zh-CN" altLang="en-US" sz="1000" b="0">
                  <a:latin typeface="Times New Roman" panose="02020603050405020304" pitchFamily="18" charset="0"/>
                </a:endParaRPr>
              </a:p>
              <a:p>
                <a:pPr algn="ctr" eaLnBrk="1" hangingPunct="1"/>
                <a:r>
                  <a:rPr kumimoji="1" lang="zh-CN" altLang="en-US" sz="1000" b="0">
                    <a:latin typeface="Times New Roman" panose="02020603050405020304" pitchFamily="18" charset="0"/>
                  </a:rPr>
                  <a:t> </a:t>
                </a:r>
                <a:r>
                  <a:rPr kumimoji="1" lang="zh-CN" altLang="en-US">
                    <a:latin typeface="Times New Roman" panose="02020603050405020304" pitchFamily="18" charset="0"/>
                  </a:rPr>
                  <a:t>优化模型</a:t>
                </a:r>
                <a:endParaRPr kumimoji="1" lang="zh-CN" altLang="en-US" b="0">
                  <a:latin typeface="Times New Roman" panose="02020603050405020304" pitchFamily="18" charset="0"/>
                </a:endParaRPr>
              </a:p>
            </p:txBody>
          </p:sp>
          <p:sp>
            <p:nvSpPr>
              <p:cNvPr id="69649" name="Line 13">
                <a:extLst>
                  <a:ext uri="{FF2B5EF4-FFF2-40B4-BE49-F238E27FC236}">
                    <a16:creationId xmlns:a16="http://schemas.microsoft.com/office/drawing/2014/main" id="{FCB130ED-99CD-8E48-AC95-11B3B62E986C}"/>
                  </a:ext>
                </a:extLst>
              </p:cNvPr>
              <p:cNvSpPr>
                <a:spLocks noChangeShapeType="1"/>
              </p:cNvSpPr>
              <p:nvPr/>
            </p:nvSpPr>
            <p:spPr bwMode="auto">
              <a:xfrm>
                <a:off x="4305" y="1827"/>
                <a:ext cx="53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0" name="Line 14">
                <a:extLst>
                  <a:ext uri="{FF2B5EF4-FFF2-40B4-BE49-F238E27FC236}">
                    <a16:creationId xmlns:a16="http://schemas.microsoft.com/office/drawing/2014/main" id="{3E59660D-F999-1946-81AC-10913D9B3918}"/>
                  </a:ext>
                </a:extLst>
              </p:cNvPr>
              <p:cNvSpPr>
                <a:spLocks noChangeShapeType="1"/>
              </p:cNvSpPr>
              <p:nvPr/>
            </p:nvSpPr>
            <p:spPr bwMode="auto">
              <a:xfrm>
                <a:off x="4664" y="1725"/>
                <a:ext cx="0" cy="2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1" name="Line 15">
                <a:extLst>
                  <a:ext uri="{FF2B5EF4-FFF2-40B4-BE49-F238E27FC236}">
                    <a16:creationId xmlns:a16="http://schemas.microsoft.com/office/drawing/2014/main" id="{1D7D1B3B-E37A-4F40-AB6E-278795834CDF}"/>
                  </a:ext>
                </a:extLst>
              </p:cNvPr>
              <p:cNvSpPr>
                <a:spLocks noChangeShapeType="1"/>
              </p:cNvSpPr>
              <p:nvPr/>
            </p:nvSpPr>
            <p:spPr bwMode="auto">
              <a:xfrm>
                <a:off x="1296" y="1728"/>
                <a:ext cx="1" cy="2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2" name="Text Box 16">
                <a:extLst>
                  <a:ext uri="{FF2B5EF4-FFF2-40B4-BE49-F238E27FC236}">
                    <a16:creationId xmlns:a16="http://schemas.microsoft.com/office/drawing/2014/main" id="{21B44BE0-A7C7-E64B-B9B0-8E7C690DFE39}"/>
                  </a:ext>
                </a:extLst>
              </p:cNvPr>
              <p:cNvSpPr txBox="1">
                <a:spLocks noChangeArrowheads="1"/>
              </p:cNvSpPr>
              <p:nvPr/>
            </p:nvSpPr>
            <p:spPr bwMode="auto">
              <a:xfrm>
                <a:off x="624" y="1930"/>
                <a:ext cx="718" cy="3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a:latin typeface="Times New Roman" panose="02020603050405020304" pitchFamily="18" charset="0"/>
                  </a:rPr>
                  <a:t>概念结</a:t>
                </a:r>
              </a:p>
              <a:p>
                <a:pPr algn="just" eaLnBrk="1" hangingPunct="1"/>
                <a:r>
                  <a:rPr kumimoji="1" lang="zh-CN" altLang="en-US">
                    <a:latin typeface="Times New Roman" panose="02020603050405020304" pitchFamily="18" charset="0"/>
                  </a:rPr>
                  <a:t>构设计</a:t>
                </a:r>
              </a:p>
            </p:txBody>
          </p:sp>
          <p:sp>
            <p:nvSpPr>
              <p:cNvPr id="69653" name="Text Box 17">
                <a:extLst>
                  <a:ext uri="{FF2B5EF4-FFF2-40B4-BE49-F238E27FC236}">
                    <a16:creationId xmlns:a16="http://schemas.microsoft.com/office/drawing/2014/main" id="{79CD5AB9-CABD-2849-BD14-47351FF6518B}"/>
                  </a:ext>
                </a:extLst>
              </p:cNvPr>
              <p:cNvSpPr txBox="1">
                <a:spLocks noChangeArrowheads="1"/>
              </p:cNvSpPr>
              <p:nvPr/>
            </p:nvSpPr>
            <p:spPr bwMode="auto">
              <a:xfrm>
                <a:off x="4664" y="1930"/>
                <a:ext cx="808" cy="3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a:latin typeface="Times New Roman" panose="02020603050405020304" pitchFamily="18" charset="0"/>
                  </a:rPr>
                  <a:t>数据库</a:t>
                </a:r>
              </a:p>
              <a:p>
                <a:pPr algn="just" eaLnBrk="1" hangingPunct="1"/>
                <a:r>
                  <a:rPr kumimoji="1" lang="zh-CN" altLang="en-US">
                    <a:latin typeface="Times New Roman" panose="02020603050405020304" pitchFamily="18" charset="0"/>
                  </a:rPr>
                  <a:t>物理设计</a:t>
                </a:r>
              </a:p>
            </p:txBody>
          </p:sp>
          <p:sp>
            <p:nvSpPr>
              <p:cNvPr id="69654" name="AutoShape 18">
                <a:extLst>
                  <a:ext uri="{FF2B5EF4-FFF2-40B4-BE49-F238E27FC236}">
                    <a16:creationId xmlns:a16="http://schemas.microsoft.com/office/drawing/2014/main" id="{32159C81-B2ED-3E40-BC83-2F5A8817F3F8}"/>
                  </a:ext>
                </a:extLst>
              </p:cNvPr>
              <p:cNvSpPr>
                <a:spLocks noChangeArrowheads="1"/>
              </p:cNvSpPr>
              <p:nvPr/>
            </p:nvSpPr>
            <p:spPr bwMode="auto">
              <a:xfrm>
                <a:off x="893" y="2954"/>
                <a:ext cx="629" cy="614"/>
              </a:xfrm>
              <a:prstGeom prst="flowChartDocument">
                <a:avLst/>
              </a:prstGeom>
              <a:solidFill>
                <a:schemeClr val="bg1"/>
              </a:solidFill>
              <a:ln w="9525">
                <a:solidFill>
                  <a:srgbClr val="000000"/>
                </a:solidFill>
                <a:miter lim="800000"/>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endParaRPr kumimoji="1" lang="zh-CN" altLang="en-US" sz="1000" b="0">
                  <a:latin typeface="Times New Roman" panose="02020603050405020304" pitchFamily="18" charset="0"/>
                </a:endParaRPr>
              </a:p>
              <a:p>
                <a:pPr algn="ctr" eaLnBrk="1" hangingPunct="1"/>
                <a:r>
                  <a:rPr kumimoji="1" lang="zh-CN" altLang="en-US">
                    <a:latin typeface="Times New Roman" panose="02020603050405020304" pitchFamily="18" charset="0"/>
                  </a:rPr>
                  <a:t>基本</a:t>
                </a:r>
                <a:r>
                  <a:rPr kumimoji="1" lang="en-US" altLang="zh-CN">
                    <a:latin typeface="Times New Roman" panose="02020603050405020304" pitchFamily="18" charset="0"/>
                  </a:rPr>
                  <a:t>E-R</a:t>
                </a:r>
                <a:r>
                  <a:rPr kumimoji="1" lang="zh-CN" altLang="en-US">
                    <a:latin typeface="Times New Roman" panose="02020603050405020304" pitchFamily="18" charset="0"/>
                  </a:rPr>
                  <a:t>图</a:t>
                </a:r>
              </a:p>
            </p:txBody>
          </p:sp>
          <p:sp>
            <p:nvSpPr>
              <p:cNvPr id="69655" name="AutoShape 19">
                <a:extLst>
                  <a:ext uri="{FF2B5EF4-FFF2-40B4-BE49-F238E27FC236}">
                    <a16:creationId xmlns:a16="http://schemas.microsoft.com/office/drawing/2014/main" id="{4B6B1239-5BD0-824F-8371-A192D337CA53}"/>
                  </a:ext>
                </a:extLst>
              </p:cNvPr>
              <p:cNvSpPr>
                <a:spLocks noChangeArrowheads="1"/>
              </p:cNvSpPr>
              <p:nvPr/>
            </p:nvSpPr>
            <p:spPr bwMode="auto">
              <a:xfrm>
                <a:off x="1612" y="2954"/>
                <a:ext cx="809" cy="819"/>
              </a:xfrm>
              <a:prstGeom prst="irregularSeal1">
                <a:avLst/>
              </a:prstGeom>
              <a:solidFill>
                <a:schemeClr val="bg1"/>
              </a:solidFill>
              <a:ln w="9525">
                <a:solidFill>
                  <a:srgbClr val="000000"/>
                </a:solidFill>
                <a:miter lim="800000"/>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latin typeface="Times New Roman" panose="02020603050405020304" pitchFamily="18" charset="0"/>
                  </a:rPr>
                  <a:t>转换规则</a:t>
                </a:r>
              </a:p>
            </p:txBody>
          </p:sp>
          <p:sp>
            <p:nvSpPr>
              <p:cNvPr id="69656" name="Line 20">
                <a:extLst>
                  <a:ext uri="{FF2B5EF4-FFF2-40B4-BE49-F238E27FC236}">
                    <a16:creationId xmlns:a16="http://schemas.microsoft.com/office/drawing/2014/main" id="{3B9918A2-F367-7B4D-979C-1318A69A72B2}"/>
                  </a:ext>
                </a:extLst>
              </p:cNvPr>
              <p:cNvSpPr>
                <a:spLocks noChangeShapeType="1"/>
              </p:cNvSpPr>
              <p:nvPr/>
            </p:nvSpPr>
            <p:spPr bwMode="auto">
              <a:xfrm flipV="1">
                <a:off x="2060" y="2339"/>
                <a:ext cx="0" cy="61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7" name="AutoShape 21">
                <a:extLst>
                  <a:ext uri="{FF2B5EF4-FFF2-40B4-BE49-F238E27FC236}">
                    <a16:creationId xmlns:a16="http://schemas.microsoft.com/office/drawing/2014/main" id="{8EAA80E7-2B94-BE48-878B-9DA7059A6240}"/>
                  </a:ext>
                </a:extLst>
              </p:cNvPr>
              <p:cNvSpPr>
                <a:spLocks noChangeArrowheads="1"/>
              </p:cNvSpPr>
              <p:nvPr/>
            </p:nvSpPr>
            <p:spPr bwMode="auto">
              <a:xfrm>
                <a:off x="2509" y="2851"/>
                <a:ext cx="988" cy="1229"/>
              </a:xfrm>
              <a:prstGeom prst="irregularSeal1">
                <a:avLst/>
              </a:prstGeom>
              <a:solidFill>
                <a:schemeClr val="bg1"/>
              </a:solidFill>
              <a:ln w="9525">
                <a:solidFill>
                  <a:srgbClr val="000000"/>
                </a:solidFill>
                <a:miter lim="800000"/>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kumimoji="1" lang="zh-CN" altLang="en-US">
                    <a:latin typeface="Times New Roman" panose="02020603050405020304" pitchFamily="18" charset="0"/>
                  </a:rPr>
                  <a:t>特定</a:t>
                </a:r>
                <a:r>
                  <a:rPr kumimoji="1" lang="en-US" altLang="zh-CN">
                    <a:latin typeface="Times New Roman" panose="02020603050405020304" pitchFamily="18" charset="0"/>
                  </a:rPr>
                  <a:t>DBMS</a:t>
                </a:r>
                <a:r>
                  <a:rPr kumimoji="1" lang="zh-CN" altLang="en-US">
                    <a:latin typeface="Times New Roman" panose="02020603050405020304" pitchFamily="18" charset="0"/>
                  </a:rPr>
                  <a:t>的特点与限制</a:t>
                </a:r>
              </a:p>
            </p:txBody>
          </p:sp>
          <p:sp>
            <p:nvSpPr>
              <p:cNvPr id="69658" name="Line 22">
                <a:extLst>
                  <a:ext uri="{FF2B5EF4-FFF2-40B4-BE49-F238E27FC236}">
                    <a16:creationId xmlns:a16="http://schemas.microsoft.com/office/drawing/2014/main" id="{3100421A-A101-0C49-9335-88F0A484EA04}"/>
                  </a:ext>
                </a:extLst>
              </p:cNvPr>
              <p:cNvSpPr>
                <a:spLocks noChangeShapeType="1"/>
              </p:cNvSpPr>
              <p:nvPr/>
            </p:nvSpPr>
            <p:spPr bwMode="auto">
              <a:xfrm flipV="1">
                <a:off x="3048" y="2339"/>
                <a:ext cx="0" cy="61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9" name="AutoShape 23">
                <a:extLst>
                  <a:ext uri="{FF2B5EF4-FFF2-40B4-BE49-F238E27FC236}">
                    <a16:creationId xmlns:a16="http://schemas.microsoft.com/office/drawing/2014/main" id="{25391880-44D1-3B47-8D2C-AFE2B4E51942}"/>
                  </a:ext>
                </a:extLst>
              </p:cNvPr>
              <p:cNvSpPr>
                <a:spLocks noChangeArrowheads="1"/>
              </p:cNvSpPr>
              <p:nvPr/>
            </p:nvSpPr>
            <p:spPr bwMode="auto">
              <a:xfrm>
                <a:off x="3587" y="2749"/>
                <a:ext cx="897" cy="1331"/>
              </a:xfrm>
              <a:prstGeom prst="irregularSeal1">
                <a:avLst/>
              </a:prstGeom>
              <a:solidFill>
                <a:schemeClr val="bg1"/>
              </a:solidFill>
              <a:ln w="9525">
                <a:solidFill>
                  <a:srgbClr val="000000"/>
                </a:solidFill>
                <a:miter lim="800000"/>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kumimoji="1" lang="zh-CN" altLang="en-US">
                    <a:latin typeface="Times New Roman" panose="02020603050405020304" pitchFamily="18" charset="0"/>
                  </a:rPr>
                  <a:t>优化方法如规范化理论</a:t>
                </a:r>
              </a:p>
            </p:txBody>
          </p:sp>
          <p:sp>
            <p:nvSpPr>
              <p:cNvPr id="69660" name="Line 24">
                <a:extLst>
                  <a:ext uri="{FF2B5EF4-FFF2-40B4-BE49-F238E27FC236}">
                    <a16:creationId xmlns:a16="http://schemas.microsoft.com/office/drawing/2014/main" id="{28459AD9-A455-7D4B-8F50-7ECEA85146F6}"/>
                  </a:ext>
                </a:extLst>
              </p:cNvPr>
              <p:cNvSpPr>
                <a:spLocks noChangeShapeType="1"/>
              </p:cNvSpPr>
              <p:nvPr/>
            </p:nvSpPr>
            <p:spPr bwMode="auto">
              <a:xfrm flipV="1">
                <a:off x="3946" y="2339"/>
                <a:ext cx="0" cy="61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1" name="AutoShape 25">
                <a:extLst>
                  <a:ext uri="{FF2B5EF4-FFF2-40B4-BE49-F238E27FC236}">
                    <a16:creationId xmlns:a16="http://schemas.microsoft.com/office/drawing/2014/main" id="{BC6326FD-FA72-9040-9904-87E10513FA9E}"/>
                  </a:ext>
                </a:extLst>
              </p:cNvPr>
              <p:cNvSpPr>
                <a:spLocks noChangeArrowheads="1"/>
              </p:cNvSpPr>
              <p:nvPr/>
            </p:nvSpPr>
            <p:spPr bwMode="auto">
              <a:xfrm>
                <a:off x="4574" y="3056"/>
                <a:ext cx="449" cy="614"/>
              </a:xfrm>
              <a:prstGeom prst="octagon">
                <a:avLst>
                  <a:gd name="adj" fmla="val 29287"/>
                </a:avLst>
              </a:prstGeom>
              <a:solidFill>
                <a:schemeClr val="bg1"/>
              </a:solidFill>
              <a:ln w="9525">
                <a:solidFill>
                  <a:srgbClr val="000000"/>
                </a:solidFill>
                <a:miter lim="800000"/>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latin typeface="Times New Roman" panose="02020603050405020304" pitchFamily="18" charset="0"/>
                  </a:rPr>
                  <a:t>逻辑</a:t>
                </a:r>
              </a:p>
              <a:p>
                <a:pPr algn="ctr" eaLnBrk="1" hangingPunct="1"/>
                <a:r>
                  <a:rPr kumimoji="1" lang="zh-CN" altLang="en-US">
                    <a:latin typeface="Times New Roman" panose="02020603050405020304" pitchFamily="18" charset="0"/>
                  </a:rPr>
                  <a:t>模型</a:t>
                </a:r>
              </a:p>
            </p:txBody>
          </p:sp>
          <p:sp>
            <p:nvSpPr>
              <p:cNvPr id="69662" name="AutoShape 26">
                <a:extLst>
                  <a:ext uri="{FF2B5EF4-FFF2-40B4-BE49-F238E27FC236}">
                    <a16:creationId xmlns:a16="http://schemas.microsoft.com/office/drawing/2014/main" id="{A27EFD3E-6F0C-3548-89DC-17EB159F60D5}"/>
                  </a:ext>
                </a:extLst>
              </p:cNvPr>
              <p:cNvSpPr>
                <a:spLocks noChangeArrowheads="1"/>
              </p:cNvSpPr>
              <p:nvPr/>
            </p:nvSpPr>
            <p:spPr bwMode="auto">
              <a:xfrm rot="3331037">
                <a:off x="647" y="2553"/>
                <a:ext cx="651" cy="126"/>
              </a:xfrm>
              <a:prstGeom prst="rightArrow">
                <a:avLst>
                  <a:gd name="adj1" fmla="val 50000"/>
                  <a:gd name="adj2" fmla="val 129167"/>
                </a:avLst>
              </a:prstGeom>
              <a:solidFill>
                <a:schemeClr val="bg1"/>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9663" name="AutoShape 27">
                <a:extLst>
                  <a:ext uri="{FF2B5EF4-FFF2-40B4-BE49-F238E27FC236}">
                    <a16:creationId xmlns:a16="http://schemas.microsoft.com/office/drawing/2014/main" id="{AC35BEB0-5F7B-5A4E-AEA2-1E6374EE304E}"/>
                  </a:ext>
                </a:extLst>
              </p:cNvPr>
              <p:cNvSpPr>
                <a:spLocks noChangeArrowheads="1"/>
              </p:cNvSpPr>
              <p:nvPr/>
            </p:nvSpPr>
            <p:spPr bwMode="auto">
              <a:xfrm rot="2916161">
                <a:off x="4003" y="2643"/>
                <a:ext cx="922" cy="89"/>
              </a:xfrm>
              <a:prstGeom prst="rightArrow">
                <a:avLst>
                  <a:gd name="adj1" fmla="val 50000"/>
                  <a:gd name="adj2" fmla="val 258989"/>
                </a:avLst>
              </a:prstGeom>
              <a:solidFill>
                <a:schemeClr val="bg1"/>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9664" name="AutoShape 28">
                <a:extLst>
                  <a:ext uri="{FF2B5EF4-FFF2-40B4-BE49-F238E27FC236}">
                    <a16:creationId xmlns:a16="http://schemas.microsoft.com/office/drawing/2014/main" id="{93880AE4-EA92-DE43-A202-9C160439BDD6}"/>
                  </a:ext>
                </a:extLst>
              </p:cNvPr>
              <p:cNvSpPr>
                <a:spLocks noChangeArrowheads="1"/>
              </p:cNvSpPr>
              <p:nvPr/>
            </p:nvSpPr>
            <p:spPr bwMode="auto">
              <a:xfrm rot="-2736863">
                <a:off x="1156" y="2500"/>
                <a:ext cx="827" cy="95"/>
              </a:xfrm>
              <a:prstGeom prst="rightArrow">
                <a:avLst>
                  <a:gd name="adj1" fmla="val 50000"/>
                  <a:gd name="adj2" fmla="val 217632"/>
                </a:avLst>
              </a:prstGeom>
              <a:solidFill>
                <a:schemeClr val="bg1"/>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grpSp>
        <p:sp>
          <p:nvSpPr>
            <p:cNvPr id="69640" name="Freeform 29">
              <a:extLst>
                <a:ext uri="{FF2B5EF4-FFF2-40B4-BE49-F238E27FC236}">
                  <a16:creationId xmlns:a16="http://schemas.microsoft.com/office/drawing/2014/main" id="{F774D8DD-5A2B-814E-A592-B0CD47EEF7A9}"/>
                </a:ext>
              </a:extLst>
            </p:cNvPr>
            <p:cNvSpPr>
              <a:spLocks/>
            </p:cNvSpPr>
            <p:nvPr/>
          </p:nvSpPr>
          <p:spPr bwMode="auto">
            <a:xfrm>
              <a:off x="3072" y="1243"/>
              <a:ext cx="816" cy="197"/>
            </a:xfrm>
            <a:custGeom>
              <a:avLst/>
              <a:gdLst>
                <a:gd name="T0" fmla="*/ 816 w 816"/>
                <a:gd name="T1" fmla="*/ 197 h 197"/>
                <a:gd name="T2" fmla="*/ 658 w 816"/>
                <a:gd name="T3" fmla="*/ 61 h 197"/>
                <a:gd name="T4" fmla="*/ 501 w 816"/>
                <a:gd name="T5" fmla="*/ 9 h 197"/>
                <a:gd name="T6" fmla="*/ 336 w 816"/>
                <a:gd name="T7" fmla="*/ 5 h 197"/>
                <a:gd name="T8" fmla="*/ 228 w 816"/>
                <a:gd name="T9" fmla="*/ 22 h 197"/>
                <a:gd name="T10" fmla="*/ 97 w 816"/>
                <a:gd name="T11" fmla="*/ 75 h 197"/>
                <a:gd name="T12" fmla="*/ 0 w 816"/>
                <a:gd name="T13" fmla="*/ 149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6" h="197">
                  <a:moveTo>
                    <a:pt x="816" y="197"/>
                  </a:moveTo>
                  <a:cubicBezTo>
                    <a:pt x="790" y="174"/>
                    <a:pt x="711" y="92"/>
                    <a:pt x="658" y="61"/>
                  </a:cubicBezTo>
                  <a:cubicBezTo>
                    <a:pt x="605" y="30"/>
                    <a:pt x="555" y="18"/>
                    <a:pt x="501" y="9"/>
                  </a:cubicBezTo>
                  <a:cubicBezTo>
                    <a:pt x="447" y="0"/>
                    <a:pt x="381" y="3"/>
                    <a:pt x="336" y="5"/>
                  </a:cubicBezTo>
                  <a:cubicBezTo>
                    <a:pt x="291" y="7"/>
                    <a:pt x="268" y="10"/>
                    <a:pt x="228" y="22"/>
                  </a:cubicBezTo>
                  <a:cubicBezTo>
                    <a:pt x="188" y="34"/>
                    <a:pt x="135" y="54"/>
                    <a:pt x="97" y="75"/>
                  </a:cubicBezTo>
                  <a:cubicBezTo>
                    <a:pt x="59" y="96"/>
                    <a:pt x="20" y="134"/>
                    <a:pt x="0" y="149"/>
                  </a:cubicBezTo>
                </a:path>
              </a:pathLst>
            </a:custGeom>
            <a:noFill/>
            <a:ln w="9525" cap="flat" cmpd="sng">
              <a:solidFill>
                <a:srgbClr val="000000"/>
              </a:solidFill>
              <a:prstDash val="sysDot"/>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641" name="Freeform 30">
              <a:extLst>
                <a:ext uri="{FF2B5EF4-FFF2-40B4-BE49-F238E27FC236}">
                  <a16:creationId xmlns:a16="http://schemas.microsoft.com/office/drawing/2014/main" id="{AB3E5617-EA3F-4F4E-AD6A-97429B073713}"/>
                </a:ext>
              </a:extLst>
            </p:cNvPr>
            <p:cNvSpPr>
              <a:spLocks/>
            </p:cNvSpPr>
            <p:nvPr/>
          </p:nvSpPr>
          <p:spPr bwMode="auto">
            <a:xfrm>
              <a:off x="2304" y="1076"/>
              <a:ext cx="1713" cy="391"/>
            </a:xfrm>
            <a:custGeom>
              <a:avLst/>
              <a:gdLst>
                <a:gd name="T0" fmla="*/ 1713 w 1713"/>
                <a:gd name="T1" fmla="*/ 359 h 391"/>
                <a:gd name="T2" fmla="*/ 1452 w 1713"/>
                <a:gd name="T3" fmla="*/ 124 h 391"/>
                <a:gd name="T4" fmla="*/ 1230 w 1713"/>
                <a:gd name="T5" fmla="*/ 20 h 391"/>
                <a:gd name="T6" fmla="*/ 1087 w 1713"/>
                <a:gd name="T7" fmla="*/ 7 h 391"/>
                <a:gd name="T8" fmla="*/ 735 w 1713"/>
                <a:gd name="T9" fmla="*/ 20 h 391"/>
                <a:gd name="T10" fmla="*/ 469 w 1713"/>
                <a:gd name="T11" fmla="*/ 82 h 391"/>
                <a:gd name="T12" fmla="*/ 200 w 1713"/>
                <a:gd name="T13" fmla="*/ 211 h 391"/>
                <a:gd name="T14" fmla="*/ 0 w 1713"/>
                <a:gd name="T15" fmla="*/ 391 h 39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13" h="391">
                  <a:moveTo>
                    <a:pt x="1713" y="359"/>
                  </a:moveTo>
                  <a:cubicBezTo>
                    <a:pt x="1670" y="320"/>
                    <a:pt x="1532" y="180"/>
                    <a:pt x="1452" y="124"/>
                  </a:cubicBezTo>
                  <a:cubicBezTo>
                    <a:pt x="1372" y="68"/>
                    <a:pt x="1291" y="40"/>
                    <a:pt x="1230" y="20"/>
                  </a:cubicBezTo>
                  <a:cubicBezTo>
                    <a:pt x="1169" y="0"/>
                    <a:pt x="1169" y="7"/>
                    <a:pt x="1087" y="7"/>
                  </a:cubicBezTo>
                  <a:cubicBezTo>
                    <a:pt x="1005" y="7"/>
                    <a:pt x="838" y="8"/>
                    <a:pt x="735" y="20"/>
                  </a:cubicBezTo>
                  <a:cubicBezTo>
                    <a:pt x="632" y="32"/>
                    <a:pt x="558" y="50"/>
                    <a:pt x="469" y="82"/>
                  </a:cubicBezTo>
                  <a:cubicBezTo>
                    <a:pt x="380" y="114"/>
                    <a:pt x="278" y="160"/>
                    <a:pt x="200" y="211"/>
                  </a:cubicBezTo>
                  <a:cubicBezTo>
                    <a:pt x="121" y="262"/>
                    <a:pt x="41" y="354"/>
                    <a:pt x="0" y="391"/>
                  </a:cubicBezTo>
                </a:path>
              </a:pathLst>
            </a:custGeom>
            <a:noFill/>
            <a:ln w="9525" cap="flat" cmpd="sng">
              <a:solidFill>
                <a:srgbClr val="000000"/>
              </a:solidFill>
              <a:prstDash val="sysDot"/>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a:extLst>
              <a:ext uri="{FF2B5EF4-FFF2-40B4-BE49-F238E27FC236}">
                <a16:creationId xmlns:a16="http://schemas.microsoft.com/office/drawing/2014/main" id="{DA7DC411-E8CE-3C48-9599-D4DA864D8681}"/>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D6737557-C5B0-F243-A392-287668ED84A7}" type="slidenum">
              <a:rPr lang="zh-CN" altLang="en-US" sz="2000"/>
              <a:pPr/>
              <a:t>42</a:t>
            </a:fld>
            <a:endParaRPr lang="en-US" altLang="zh-CN" sz="2000"/>
          </a:p>
        </p:txBody>
      </p:sp>
      <p:sp>
        <p:nvSpPr>
          <p:cNvPr id="70659" name="日期占位符 4">
            <a:extLst>
              <a:ext uri="{FF2B5EF4-FFF2-40B4-BE49-F238E27FC236}">
                <a16:creationId xmlns:a16="http://schemas.microsoft.com/office/drawing/2014/main" id="{C156CE51-5F0A-B540-83D4-564AD45946C8}"/>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F4C64CD9-5786-9941-80FA-11A6B726F6AF}" type="datetime1">
              <a:rPr lang="zh-CN" altLang="en-US" sz="1800" smtClean="0"/>
              <a:pPr/>
              <a:t>2023/5/16</a:t>
            </a:fld>
            <a:endParaRPr lang="en-US" altLang="zh-CN" sz="1000"/>
          </a:p>
        </p:txBody>
      </p:sp>
      <p:sp>
        <p:nvSpPr>
          <p:cNvPr id="2221058" name="Rectangle 2">
            <a:extLst>
              <a:ext uri="{FF2B5EF4-FFF2-40B4-BE49-F238E27FC236}">
                <a16:creationId xmlns:a16="http://schemas.microsoft.com/office/drawing/2014/main" id="{7C9752DD-E220-954D-B1E7-2A9B7B01256E}"/>
              </a:ext>
            </a:extLst>
          </p:cNvPr>
          <p:cNvSpPr>
            <a:spLocks noGrp="1" noChangeArrowheads="1"/>
          </p:cNvSpPr>
          <p:nvPr>
            <p:ph type="title"/>
          </p:nvPr>
        </p:nvSpPr>
        <p:spPr/>
        <p:txBody>
          <a:bodyPr/>
          <a:lstStyle/>
          <a:p>
            <a:r>
              <a:rPr lang="en-US" altLang="zh-CN" b="0"/>
              <a:t>E-R</a:t>
            </a:r>
            <a:r>
              <a:rPr lang="zh-CN" altLang="en-US" b="0"/>
              <a:t>模型向关系模型的转换</a:t>
            </a:r>
          </a:p>
        </p:txBody>
      </p:sp>
      <p:sp>
        <p:nvSpPr>
          <p:cNvPr id="70661" name="Rectangle 3">
            <a:extLst>
              <a:ext uri="{FF2B5EF4-FFF2-40B4-BE49-F238E27FC236}">
                <a16:creationId xmlns:a16="http://schemas.microsoft.com/office/drawing/2014/main" id="{31B41BE8-B428-8A44-B4FD-82ABE574694C}"/>
              </a:ext>
            </a:extLst>
          </p:cNvPr>
          <p:cNvSpPr>
            <a:spLocks noGrp="1" noChangeArrowheads="1"/>
          </p:cNvSpPr>
          <p:nvPr>
            <p:ph type="body" idx="1"/>
          </p:nvPr>
        </p:nvSpPr>
        <p:spPr>
          <a:xfrm>
            <a:off x="650875" y="1143000"/>
            <a:ext cx="8820150" cy="5246688"/>
          </a:xfrm>
        </p:spPr>
        <p:txBody>
          <a:bodyPr/>
          <a:lstStyle/>
          <a:p>
            <a:pPr eaLnBrk="1" hangingPunct="1"/>
            <a:r>
              <a:rPr lang="zh-CN" altLang="en-US">
                <a:solidFill>
                  <a:srgbClr val="FF0000"/>
                </a:solidFill>
              </a:rPr>
              <a:t>一个实体转换为一个关系模式</a:t>
            </a:r>
            <a:r>
              <a:rPr lang="zh-CN" altLang="en-US"/>
              <a:t>。实体的属性就是关系的属性，实体的标识符就是关系的码。</a:t>
            </a:r>
          </a:p>
          <a:p>
            <a:pPr eaLnBrk="1" hangingPunct="1"/>
            <a:r>
              <a:rPr lang="zh-CN" altLang="en-US">
                <a:solidFill>
                  <a:srgbClr val="FF0000"/>
                </a:solidFill>
              </a:rPr>
              <a:t>对于实体间的联系有以下不同的情况</a:t>
            </a:r>
            <a:r>
              <a:rPr lang="zh-CN" altLang="en-US"/>
              <a:t>：</a:t>
            </a:r>
          </a:p>
          <a:p>
            <a:pPr lvl="1" eaLnBrk="1" hangingPunct="1"/>
            <a:r>
              <a:rPr lang="zh-CN" altLang="en-US" sz="2900"/>
              <a:t>一个</a:t>
            </a:r>
            <a:r>
              <a:rPr lang="en-US" altLang="zh-CN" sz="2900">
                <a:solidFill>
                  <a:srgbClr val="0000FF"/>
                </a:solidFill>
              </a:rPr>
              <a:t>1</a:t>
            </a:r>
            <a:r>
              <a:rPr lang="zh-CN" altLang="en-US" sz="2900">
                <a:solidFill>
                  <a:srgbClr val="0000FF"/>
                </a:solidFill>
              </a:rPr>
              <a:t>：</a:t>
            </a:r>
            <a:r>
              <a:rPr lang="en-US" altLang="zh-CN" sz="2900">
                <a:solidFill>
                  <a:srgbClr val="0000FF"/>
                </a:solidFill>
              </a:rPr>
              <a:t>1</a:t>
            </a:r>
            <a:r>
              <a:rPr lang="zh-CN" altLang="en-US" sz="2900">
                <a:solidFill>
                  <a:srgbClr val="0000FF"/>
                </a:solidFill>
              </a:rPr>
              <a:t>联系</a:t>
            </a:r>
            <a:r>
              <a:rPr lang="zh-CN" altLang="en-US" sz="2900"/>
              <a:t>可以转换为一个独立的关系模式，也可以与任意一端所对应的关系模式合并。</a:t>
            </a:r>
          </a:p>
          <a:p>
            <a:pPr lvl="1" eaLnBrk="1" hangingPunct="1"/>
            <a:r>
              <a:rPr lang="zh-CN" altLang="en-US" sz="2900"/>
              <a:t>一个</a:t>
            </a:r>
            <a:r>
              <a:rPr lang="en-US" altLang="zh-CN" sz="2900">
                <a:solidFill>
                  <a:srgbClr val="0000FF"/>
                </a:solidFill>
              </a:rPr>
              <a:t>1</a:t>
            </a:r>
            <a:r>
              <a:rPr lang="zh-CN" altLang="en-US" sz="2900">
                <a:solidFill>
                  <a:srgbClr val="0000FF"/>
                </a:solidFill>
              </a:rPr>
              <a:t>：</a:t>
            </a:r>
            <a:r>
              <a:rPr lang="en-US" altLang="zh-CN" sz="2900">
                <a:solidFill>
                  <a:srgbClr val="0000FF"/>
                </a:solidFill>
              </a:rPr>
              <a:t>n</a:t>
            </a:r>
            <a:r>
              <a:rPr lang="zh-CN" altLang="en-US" sz="2900">
                <a:solidFill>
                  <a:srgbClr val="0000FF"/>
                </a:solidFill>
              </a:rPr>
              <a:t>联系</a:t>
            </a:r>
            <a:r>
              <a:rPr lang="zh-CN" altLang="en-US" sz="2900"/>
              <a:t>可以转换为一个独立的关系模式，也可以与</a:t>
            </a:r>
            <a:r>
              <a:rPr lang="en-US" altLang="zh-CN" sz="2900"/>
              <a:t>n</a:t>
            </a:r>
            <a:r>
              <a:rPr lang="zh-CN" altLang="en-US" sz="2900"/>
              <a:t>端所对应的关系模式合并。</a:t>
            </a:r>
          </a:p>
          <a:p>
            <a:pPr lvl="1" eaLnBrk="1" hangingPunct="1"/>
            <a:r>
              <a:rPr lang="zh-CN" altLang="en-US" sz="2900"/>
              <a:t>一个</a:t>
            </a:r>
            <a:r>
              <a:rPr lang="en-US" altLang="zh-CN" sz="2900">
                <a:solidFill>
                  <a:srgbClr val="0000FF"/>
                </a:solidFill>
              </a:rPr>
              <a:t>m</a:t>
            </a:r>
            <a:r>
              <a:rPr lang="zh-CN" altLang="en-US" sz="2900">
                <a:solidFill>
                  <a:srgbClr val="0000FF"/>
                </a:solidFill>
              </a:rPr>
              <a:t>：</a:t>
            </a:r>
            <a:r>
              <a:rPr lang="en-US" altLang="zh-CN" sz="2900">
                <a:solidFill>
                  <a:srgbClr val="0000FF"/>
                </a:solidFill>
              </a:rPr>
              <a:t>n</a:t>
            </a:r>
            <a:r>
              <a:rPr lang="zh-CN" altLang="en-US" sz="2900">
                <a:solidFill>
                  <a:srgbClr val="0000FF"/>
                </a:solidFill>
              </a:rPr>
              <a:t>联系</a:t>
            </a:r>
            <a:r>
              <a:rPr lang="zh-CN" altLang="en-US" sz="2900"/>
              <a:t>转换为一个独立的关系模式。 </a:t>
            </a:r>
          </a:p>
          <a:p>
            <a:pPr lvl="1" eaLnBrk="1" hangingPunct="1"/>
            <a:r>
              <a:rPr lang="zh-CN" altLang="en-US" sz="2900"/>
              <a:t>三个或三个以上实体间的一个多元联系可以转换为一个关系模式。 </a:t>
            </a:r>
          </a:p>
          <a:p>
            <a:pPr lvl="1" eaLnBrk="1" hangingPunct="1"/>
            <a:r>
              <a:rPr lang="zh-CN" altLang="en-US" sz="2900"/>
              <a:t>具有相同码的关系模式可以合并</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a:extLst>
              <a:ext uri="{FF2B5EF4-FFF2-40B4-BE49-F238E27FC236}">
                <a16:creationId xmlns:a16="http://schemas.microsoft.com/office/drawing/2014/main" id="{D47B9153-42D1-8E45-9263-53E7C733F4FB}"/>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5A14EC6-2174-9C49-B5DD-63AE7E737BAF}" type="slidenum">
              <a:rPr lang="zh-CN" altLang="en-US" sz="2000"/>
              <a:pPr/>
              <a:t>43</a:t>
            </a:fld>
            <a:endParaRPr lang="en-US" altLang="zh-CN" sz="2000"/>
          </a:p>
        </p:txBody>
      </p:sp>
      <p:sp>
        <p:nvSpPr>
          <p:cNvPr id="71683" name="日期占位符 4">
            <a:extLst>
              <a:ext uri="{FF2B5EF4-FFF2-40B4-BE49-F238E27FC236}">
                <a16:creationId xmlns:a16="http://schemas.microsoft.com/office/drawing/2014/main" id="{CD42AA0C-AEDB-0A45-ACAA-8FEB952EC428}"/>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DE981813-1A7A-E841-9758-E5B9A84E0833}" type="datetime1">
              <a:rPr lang="zh-CN" altLang="en-US" sz="1800" smtClean="0"/>
              <a:pPr/>
              <a:t>2023/5/16</a:t>
            </a:fld>
            <a:endParaRPr lang="en-US" altLang="zh-CN" sz="1000"/>
          </a:p>
        </p:txBody>
      </p:sp>
      <p:sp>
        <p:nvSpPr>
          <p:cNvPr id="2222082" name="Rectangle 2">
            <a:extLst>
              <a:ext uri="{FF2B5EF4-FFF2-40B4-BE49-F238E27FC236}">
                <a16:creationId xmlns:a16="http://schemas.microsoft.com/office/drawing/2014/main" id="{5706B8B2-2FEC-A442-AF75-7A4B75D02179}"/>
              </a:ext>
            </a:extLst>
          </p:cNvPr>
          <p:cNvSpPr>
            <a:spLocks noGrp="1" noChangeArrowheads="1"/>
          </p:cNvSpPr>
          <p:nvPr>
            <p:ph type="title"/>
          </p:nvPr>
        </p:nvSpPr>
        <p:spPr/>
        <p:txBody>
          <a:bodyPr/>
          <a:lstStyle/>
          <a:p>
            <a:r>
              <a:rPr lang="en-US" altLang="zh-CN"/>
              <a:t>1:1</a:t>
            </a:r>
            <a:r>
              <a:rPr lang="zh-CN" altLang="en-US"/>
              <a:t>转换示例</a:t>
            </a:r>
          </a:p>
        </p:txBody>
      </p:sp>
      <p:sp>
        <p:nvSpPr>
          <p:cNvPr id="71685" name="Rectangle 3">
            <a:extLst>
              <a:ext uri="{FF2B5EF4-FFF2-40B4-BE49-F238E27FC236}">
                <a16:creationId xmlns:a16="http://schemas.microsoft.com/office/drawing/2014/main" id="{02A02B95-A599-AB47-ADAE-B28D89F56FB6}"/>
              </a:ext>
            </a:extLst>
          </p:cNvPr>
          <p:cNvSpPr>
            <a:spLocks noGrp="1" noChangeArrowheads="1"/>
          </p:cNvSpPr>
          <p:nvPr>
            <p:ph type="body" idx="1"/>
          </p:nvPr>
        </p:nvSpPr>
        <p:spPr>
          <a:xfrm>
            <a:off x="3657600" y="1143000"/>
            <a:ext cx="6248400" cy="2814638"/>
          </a:xfrm>
        </p:spPr>
        <p:txBody>
          <a:bodyPr/>
          <a:lstStyle/>
          <a:p>
            <a:r>
              <a:rPr lang="zh-CN" altLang="en-US" sz="2400"/>
              <a:t>一个</a:t>
            </a:r>
            <a:r>
              <a:rPr lang="en-US" altLang="zh-CN" sz="2400">
                <a:solidFill>
                  <a:srgbClr val="0000FF"/>
                </a:solidFill>
              </a:rPr>
              <a:t>1</a:t>
            </a:r>
            <a:r>
              <a:rPr lang="zh-CN" altLang="en-US" sz="2400">
                <a:solidFill>
                  <a:srgbClr val="0000FF"/>
                </a:solidFill>
              </a:rPr>
              <a:t>：</a:t>
            </a:r>
            <a:r>
              <a:rPr lang="en-US" altLang="zh-CN" sz="2400">
                <a:solidFill>
                  <a:srgbClr val="0000FF"/>
                </a:solidFill>
              </a:rPr>
              <a:t>1</a:t>
            </a:r>
            <a:r>
              <a:rPr lang="zh-CN" altLang="en-US" sz="2400">
                <a:solidFill>
                  <a:srgbClr val="0000FF"/>
                </a:solidFill>
              </a:rPr>
              <a:t>联系</a:t>
            </a:r>
            <a:r>
              <a:rPr lang="zh-CN" altLang="en-US" sz="2400"/>
              <a:t>转换为一个独立的关系模式</a:t>
            </a:r>
          </a:p>
          <a:p>
            <a:pPr lvl="1" eaLnBrk="1" hangingPunct="1"/>
            <a:r>
              <a:rPr lang="zh-CN" altLang="en-US" sz="2400"/>
              <a:t>部门表</a:t>
            </a:r>
            <a:r>
              <a:rPr lang="zh-CN" altLang="en-US" sz="2400">
                <a:solidFill>
                  <a:srgbClr val="0000FF"/>
                </a:solidFill>
              </a:rPr>
              <a:t>（</a:t>
            </a:r>
            <a:r>
              <a:rPr lang="zh-CN" altLang="en-US" sz="2400" u="sng">
                <a:solidFill>
                  <a:srgbClr val="0000FF"/>
                </a:solidFill>
              </a:rPr>
              <a:t>部门号</a:t>
            </a:r>
            <a:r>
              <a:rPr lang="zh-CN" altLang="en-US" sz="2400">
                <a:solidFill>
                  <a:srgbClr val="0000FF"/>
                </a:solidFill>
              </a:rPr>
              <a:t>，部门名）</a:t>
            </a:r>
          </a:p>
          <a:p>
            <a:pPr lvl="1" eaLnBrk="1" hangingPunct="1"/>
            <a:r>
              <a:rPr lang="zh-CN" altLang="en-US" sz="2400"/>
              <a:t>经理表</a:t>
            </a:r>
            <a:r>
              <a:rPr lang="zh-CN" altLang="en-US" sz="2400">
                <a:solidFill>
                  <a:srgbClr val="0000FF"/>
                </a:solidFill>
              </a:rPr>
              <a:t>（</a:t>
            </a:r>
            <a:r>
              <a:rPr lang="zh-CN" altLang="en-US" sz="2400" u="sng">
                <a:solidFill>
                  <a:srgbClr val="0000FF"/>
                </a:solidFill>
              </a:rPr>
              <a:t>经理号</a:t>
            </a:r>
            <a:r>
              <a:rPr lang="zh-CN" altLang="en-US" sz="2400">
                <a:solidFill>
                  <a:srgbClr val="0000FF"/>
                </a:solidFill>
              </a:rPr>
              <a:t>，经理名，电话）</a:t>
            </a:r>
          </a:p>
          <a:p>
            <a:pPr lvl="1" eaLnBrk="1" hangingPunct="1"/>
            <a:r>
              <a:rPr lang="zh-CN" altLang="en-US" sz="2400"/>
              <a:t>部门</a:t>
            </a:r>
            <a:r>
              <a:rPr lang="en-US" altLang="zh-CN" sz="2400"/>
              <a:t>-</a:t>
            </a:r>
            <a:r>
              <a:rPr lang="zh-CN" altLang="en-US" sz="2400"/>
              <a:t>经理</a:t>
            </a:r>
            <a:r>
              <a:rPr lang="zh-CN" altLang="en-US" sz="2400">
                <a:solidFill>
                  <a:srgbClr val="0000FF"/>
                </a:solidFill>
              </a:rPr>
              <a:t>（</a:t>
            </a:r>
            <a:r>
              <a:rPr lang="zh-CN" altLang="en-US" sz="2400" u="sng">
                <a:solidFill>
                  <a:srgbClr val="0000FF"/>
                </a:solidFill>
              </a:rPr>
              <a:t>经理号</a:t>
            </a:r>
            <a:r>
              <a:rPr lang="zh-CN" altLang="en-US" sz="2400">
                <a:solidFill>
                  <a:srgbClr val="0000FF"/>
                </a:solidFill>
              </a:rPr>
              <a:t>，</a:t>
            </a:r>
            <a:r>
              <a:rPr lang="zh-CN" altLang="en-US" sz="2400" u="sng">
                <a:solidFill>
                  <a:srgbClr val="0000FF"/>
                </a:solidFill>
              </a:rPr>
              <a:t>部门号</a:t>
            </a:r>
            <a:r>
              <a:rPr lang="zh-CN" altLang="en-US" sz="2400">
                <a:solidFill>
                  <a:srgbClr val="0000FF"/>
                </a:solidFill>
              </a:rPr>
              <a:t>）</a:t>
            </a:r>
            <a:endParaRPr lang="zh-CN" altLang="en-US" sz="2400"/>
          </a:p>
          <a:p>
            <a:r>
              <a:rPr lang="zh-CN" altLang="en-US" sz="2400"/>
              <a:t>也可以与任意一端所对应的关系模式合并，需要在该关系模式的属性中加入另一个实体的码和联系本身的属性</a:t>
            </a:r>
          </a:p>
        </p:txBody>
      </p:sp>
      <p:sp>
        <p:nvSpPr>
          <p:cNvPr id="444419" name="Rectangle 3">
            <a:extLst>
              <a:ext uri="{FF2B5EF4-FFF2-40B4-BE49-F238E27FC236}">
                <a16:creationId xmlns:a16="http://schemas.microsoft.com/office/drawing/2014/main" id="{15FA7C0C-97F4-1941-AFC8-1414E13B95FB}"/>
              </a:ext>
            </a:extLst>
          </p:cNvPr>
          <p:cNvSpPr>
            <a:spLocks noChangeArrowheads="1"/>
          </p:cNvSpPr>
          <p:nvPr/>
        </p:nvSpPr>
        <p:spPr bwMode="auto">
          <a:xfrm>
            <a:off x="3513138" y="4005263"/>
            <a:ext cx="5616575"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14388">
              <a:lnSpc>
                <a:spcPct val="90000"/>
              </a:lnSpc>
              <a:spcBef>
                <a:spcPct val="35000"/>
              </a:spcBef>
              <a:buClr>
                <a:srgbClr val="27305F"/>
              </a:buClr>
              <a:buSzPct val="60000"/>
              <a:buFont typeface="Wingdings" pitchFamily="2" charset="2"/>
              <a:buChar char="n"/>
              <a:defRPr sz="2800" b="1">
                <a:solidFill>
                  <a:schemeClr val="tx1"/>
                </a:solidFill>
                <a:latin typeface="Times New Roman" panose="02020603050405020304" pitchFamily="18" charset="0"/>
                <a:ea typeface="宋体" panose="02010600030101010101" pitchFamily="2" charset="-122"/>
              </a:defRPr>
            </a:lvl1pPr>
            <a:lvl2pPr marL="649288" indent="-261938" defTabSz="814388">
              <a:lnSpc>
                <a:spcPct val="90000"/>
              </a:lnSpc>
              <a:spcBef>
                <a:spcPct val="35000"/>
              </a:spcBef>
              <a:buClr>
                <a:srgbClr val="27305F"/>
              </a:buClr>
              <a:buChar char="–"/>
              <a:defRPr sz="28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buChar char="Ø"/>
              <a:defRPr sz="28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buChar char="•"/>
              <a:defRPr sz="28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buChar char="•"/>
              <a:defRPr sz="28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9pPr>
          </a:lstStyle>
          <a:p>
            <a:pPr lvl="1" eaLnBrk="1" hangingPunct="1"/>
            <a:r>
              <a:rPr lang="zh-CN" altLang="en-US" sz="2400">
                <a:solidFill>
                  <a:srgbClr val="D60093"/>
                </a:solidFill>
              </a:rPr>
              <a:t>部门表</a:t>
            </a:r>
            <a:r>
              <a:rPr lang="zh-CN" altLang="en-US" sz="2400">
                <a:solidFill>
                  <a:srgbClr val="0000FF"/>
                </a:solidFill>
              </a:rPr>
              <a:t>（</a:t>
            </a:r>
            <a:r>
              <a:rPr lang="zh-CN" altLang="en-US" sz="2400" u="sng">
                <a:solidFill>
                  <a:srgbClr val="0000FF"/>
                </a:solidFill>
              </a:rPr>
              <a:t>部门号</a:t>
            </a:r>
            <a:r>
              <a:rPr lang="zh-CN" altLang="en-US" sz="2400">
                <a:solidFill>
                  <a:srgbClr val="0000FF"/>
                </a:solidFill>
              </a:rPr>
              <a:t>，部门名，</a:t>
            </a:r>
            <a:r>
              <a:rPr lang="zh-CN" altLang="en-US" sz="2400">
                <a:solidFill>
                  <a:srgbClr val="FF0000"/>
                </a:solidFill>
              </a:rPr>
              <a:t>经理号</a:t>
            </a:r>
            <a:r>
              <a:rPr lang="zh-CN" altLang="en-US" sz="2400">
                <a:solidFill>
                  <a:srgbClr val="0000FF"/>
                </a:solidFill>
              </a:rPr>
              <a:t>）</a:t>
            </a:r>
          </a:p>
          <a:p>
            <a:pPr lvl="1" eaLnBrk="1" hangingPunct="1"/>
            <a:r>
              <a:rPr lang="zh-CN" altLang="en-US" sz="2400">
                <a:solidFill>
                  <a:srgbClr val="D60093"/>
                </a:solidFill>
              </a:rPr>
              <a:t>经理表</a:t>
            </a:r>
            <a:r>
              <a:rPr lang="zh-CN" altLang="en-US" sz="2400">
                <a:solidFill>
                  <a:srgbClr val="0000FF"/>
                </a:solidFill>
              </a:rPr>
              <a:t>（</a:t>
            </a:r>
            <a:r>
              <a:rPr lang="zh-CN" altLang="en-US" sz="2400" u="sng">
                <a:solidFill>
                  <a:srgbClr val="0000FF"/>
                </a:solidFill>
              </a:rPr>
              <a:t>经理号</a:t>
            </a:r>
            <a:r>
              <a:rPr lang="zh-CN" altLang="en-US" sz="2400">
                <a:solidFill>
                  <a:srgbClr val="0000FF"/>
                </a:solidFill>
              </a:rPr>
              <a:t>，经理名，电话）</a:t>
            </a:r>
          </a:p>
          <a:p>
            <a:pPr lvl="1" eaLnBrk="1" hangingPunct="1">
              <a:buFontTx/>
              <a:buNone/>
            </a:pPr>
            <a:r>
              <a:rPr lang="zh-CN" altLang="en-US" sz="2400">
                <a:solidFill>
                  <a:srgbClr val="009900"/>
                </a:solidFill>
              </a:rPr>
              <a:t>或者：</a:t>
            </a:r>
          </a:p>
          <a:p>
            <a:pPr lvl="1" eaLnBrk="1" hangingPunct="1"/>
            <a:r>
              <a:rPr lang="zh-CN" altLang="en-US" sz="2400">
                <a:solidFill>
                  <a:srgbClr val="D60093"/>
                </a:solidFill>
              </a:rPr>
              <a:t>部门表</a:t>
            </a:r>
            <a:r>
              <a:rPr lang="zh-CN" altLang="en-US" sz="2400">
                <a:solidFill>
                  <a:srgbClr val="0000FF"/>
                </a:solidFill>
              </a:rPr>
              <a:t>（</a:t>
            </a:r>
            <a:r>
              <a:rPr lang="zh-CN" altLang="en-US" sz="2400" u="sng">
                <a:solidFill>
                  <a:srgbClr val="0000FF"/>
                </a:solidFill>
              </a:rPr>
              <a:t>部门号</a:t>
            </a:r>
            <a:r>
              <a:rPr lang="zh-CN" altLang="en-US" sz="2400">
                <a:solidFill>
                  <a:srgbClr val="0000FF"/>
                </a:solidFill>
              </a:rPr>
              <a:t>，部门名）</a:t>
            </a:r>
          </a:p>
          <a:p>
            <a:pPr lvl="1" eaLnBrk="1" hangingPunct="1"/>
            <a:r>
              <a:rPr lang="zh-CN" altLang="en-US" sz="2400">
                <a:solidFill>
                  <a:srgbClr val="D60093"/>
                </a:solidFill>
              </a:rPr>
              <a:t>经理表</a:t>
            </a:r>
            <a:r>
              <a:rPr lang="zh-CN" altLang="en-US" sz="2400">
                <a:solidFill>
                  <a:srgbClr val="0000FF"/>
                </a:solidFill>
              </a:rPr>
              <a:t>（</a:t>
            </a:r>
            <a:r>
              <a:rPr lang="zh-CN" altLang="en-US" sz="2400" u="sng">
                <a:solidFill>
                  <a:srgbClr val="0000FF"/>
                </a:solidFill>
              </a:rPr>
              <a:t>经理号</a:t>
            </a:r>
            <a:r>
              <a:rPr lang="zh-CN" altLang="en-US" sz="2400">
                <a:solidFill>
                  <a:srgbClr val="0000FF"/>
                </a:solidFill>
              </a:rPr>
              <a:t>，</a:t>
            </a:r>
            <a:r>
              <a:rPr lang="zh-CN" altLang="en-US" sz="2400">
                <a:solidFill>
                  <a:srgbClr val="FF0000"/>
                </a:solidFill>
              </a:rPr>
              <a:t>部门号</a:t>
            </a:r>
            <a:r>
              <a:rPr lang="zh-CN" altLang="en-US" sz="2400">
                <a:solidFill>
                  <a:srgbClr val="0000FF"/>
                </a:solidFill>
              </a:rPr>
              <a:t>，经理名，电话）</a:t>
            </a:r>
          </a:p>
        </p:txBody>
      </p:sp>
      <p:grpSp>
        <p:nvGrpSpPr>
          <p:cNvPr id="71687" name="Group 4">
            <a:extLst>
              <a:ext uri="{FF2B5EF4-FFF2-40B4-BE49-F238E27FC236}">
                <a16:creationId xmlns:a16="http://schemas.microsoft.com/office/drawing/2014/main" id="{0D70E225-747C-344B-B721-3F149B5E061F}"/>
              </a:ext>
            </a:extLst>
          </p:cNvPr>
          <p:cNvGrpSpPr>
            <a:grpSpLocks/>
          </p:cNvGrpSpPr>
          <p:nvPr/>
        </p:nvGrpSpPr>
        <p:grpSpPr bwMode="auto">
          <a:xfrm>
            <a:off x="0" y="1268413"/>
            <a:ext cx="3527425" cy="3816350"/>
            <a:chOff x="3780" y="2064"/>
            <a:chExt cx="2340" cy="3588"/>
          </a:xfrm>
        </p:grpSpPr>
        <p:grpSp>
          <p:nvGrpSpPr>
            <p:cNvPr id="71688" name="Group 5">
              <a:extLst>
                <a:ext uri="{FF2B5EF4-FFF2-40B4-BE49-F238E27FC236}">
                  <a16:creationId xmlns:a16="http://schemas.microsoft.com/office/drawing/2014/main" id="{0EC9EDBE-7875-1440-A72E-AD3CFE07517A}"/>
                </a:ext>
              </a:extLst>
            </p:cNvPr>
            <p:cNvGrpSpPr>
              <a:grpSpLocks/>
            </p:cNvGrpSpPr>
            <p:nvPr/>
          </p:nvGrpSpPr>
          <p:grpSpPr bwMode="auto">
            <a:xfrm>
              <a:off x="3780" y="2376"/>
              <a:ext cx="1080" cy="2652"/>
              <a:chOff x="3780" y="1752"/>
              <a:chExt cx="1080" cy="2652"/>
            </a:xfrm>
          </p:grpSpPr>
          <p:sp>
            <p:nvSpPr>
              <p:cNvPr id="71699" name="Text Box 6">
                <a:extLst>
                  <a:ext uri="{FF2B5EF4-FFF2-40B4-BE49-F238E27FC236}">
                    <a16:creationId xmlns:a16="http://schemas.microsoft.com/office/drawing/2014/main" id="{277C8C46-216C-B34A-94E9-FB5E25FCA09E}"/>
                  </a:ext>
                </a:extLst>
              </p:cNvPr>
              <p:cNvSpPr txBox="1">
                <a:spLocks noChangeArrowheads="1"/>
              </p:cNvSpPr>
              <p:nvPr/>
            </p:nvSpPr>
            <p:spPr bwMode="auto">
              <a:xfrm>
                <a:off x="4140" y="3468"/>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a:solidFill>
                      <a:srgbClr val="0000FF"/>
                    </a:solidFill>
                    <a:latin typeface="Times New Roman" panose="02020603050405020304" pitchFamily="18" charset="0"/>
                  </a:rPr>
                  <a:t>1</a:t>
                </a:r>
                <a:endParaRPr kumimoji="1" lang="en-US" altLang="zh-CN" sz="5400">
                  <a:solidFill>
                    <a:srgbClr val="0000FF"/>
                  </a:solidFill>
                  <a:latin typeface="Gulim" panose="020B0600000101010101" pitchFamily="34" charset="-127"/>
                  <a:ea typeface="Gulim" panose="020B0600000101010101" pitchFamily="34" charset="-127"/>
                </a:endParaRPr>
              </a:p>
            </p:txBody>
          </p:sp>
          <p:sp>
            <p:nvSpPr>
              <p:cNvPr id="71700" name="Text Box 7">
                <a:extLst>
                  <a:ext uri="{FF2B5EF4-FFF2-40B4-BE49-F238E27FC236}">
                    <a16:creationId xmlns:a16="http://schemas.microsoft.com/office/drawing/2014/main" id="{2FD03211-3D91-684F-B21E-D05E30D52D78}"/>
                  </a:ext>
                </a:extLst>
              </p:cNvPr>
              <p:cNvSpPr txBox="1">
                <a:spLocks noChangeArrowheads="1"/>
              </p:cNvSpPr>
              <p:nvPr/>
            </p:nvSpPr>
            <p:spPr bwMode="auto">
              <a:xfrm>
                <a:off x="4140" y="2220"/>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a:solidFill>
                      <a:srgbClr val="0000FF"/>
                    </a:solidFill>
                    <a:latin typeface="Times New Roman" panose="02020603050405020304" pitchFamily="18" charset="0"/>
                  </a:rPr>
                  <a:t>1</a:t>
                </a:r>
                <a:endParaRPr kumimoji="1" lang="en-US" altLang="zh-CN" sz="5400">
                  <a:solidFill>
                    <a:srgbClr val="0000FF"/>
                  </a:solidFill>
                  <a:latin typeface="Gulim" panose="020B0600000101010101" pitchFamily="34" charset="-127"/>
                  <a:ea typeface="Gulim" panose="020B0600000101010101" pitchFamily="34" charset="-127"/>
                </a:endParaRPr>
              </a:p>
            </p:txBody>
          </p:sp>
          <p:sp>
            <p:nvSpPr>
              <p:cNvPr id="71701" name="Text Box 8">
                <a:extLst>
                  <a:ext uri="{FF2B5EF4-FFF2-40B4-BE49-F238E27FC236}">
                    <a16:creationId xmlns:a16="http://schemas.microsoft.com/office/drawing/2014/main" id="{2D945FE1-656E-594B-B770-ABC979FBBFC3}"/>
                  </a:ext>
                </a:extLst>
              </p:cNvPr>
              <p:cNvSpPr txBox="1">
                <a:spLocks noChangeArrowheads="1"/>
              </p:cNvSpPr>
              <p:nvPr/>
            </p:nvSpPr>
            <p:spPr bwMode="auto">
              <a:xfrm>
                <a:off x="3780" y="3936"/>
                <a:ext cx="1080" cy="4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a:solidFill>
                      <a:srgbClr val="0000FF"/>
                    </a:solidFill>
                    <a:latin typeface="Times New Roman" panose="02020603050405020304" pitchFamily="18" charset="0"/>
                  </a:rPr>
                  <a:t>经理</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1702" name="Text Box 9">
                <a:extLst>
                  <a:ext uri="{FF2B5EF4-FFF2-40B4-BE49-F238E27FC236}">
                    <a16:creationId xmlns:a16="http://schemas.microsoft.com/office/drawing/2014/main" id="{2DF177A7-3000-C64F-AF95-DD5CBE72F7FD}"/>
                  </a:ext>
                </a:extLst>
              </p:cNvPr>
              <p:cNvSpPr txBox="1">
                <a:spLocks noChangeArrowheads="1"/>
              </p:cNvSpPr>
              <p:nvPr/>
            </p:nvSpPr>
            <p:spPr bwMode="auto">
              <a:xfrm>
                <a:off x="3780" y="1752"/>
                <a:ext cx="1080" cy="4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a:solidFill>
                      <a:srgbClr val="0000FF"/>
                    </a:solidFill>
                    <a:latin typeface="Times New Roman" panose="02020603050405020304" pitchFamily="18" charset="0"/>
                  </a:rPr>
                  <a:t>部门</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1703" name="AutoShape 10">
                <a:extLst>
                  <a:ext uri="{FF2B5EF4-FFF2-40B4-BE49-F238E27FC236}">
                    <a16:creationId xmlns:a16="http://schemas.microsoft.com/office/drawing/2014/main" id="{B764B7ED-C4C8-B64C-B418-6653F8548969}"/>
                  </a:ext>
                </a:extLst>
              </p:cNvPr>
              <p:cNvSpPr>
                <a:spLocks noChangeArrowheads="1"/>
              </p:cNvSpPr>
              <p:nvPr/>
            </p:nvSpPr>
            <p:spPr bwMode="auto">
              <a:xfrm>
                <a:off x="3780" y="2688"/>
                <a:ext cx="1080" cy="780"/>
              </a:xfrm>
              <a:prstGeom prst="diamond">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a:solidFill>
                      <a:srgbClr val="0000FF"/>
                    </a:solidFill>
                    <a:latin typeface="Times New Roman" panose="02020603050405020304" pitchFamily="18" charset="0"/>
                  </a:rPr>
                  <a:t>管理</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1704" name="Line 11">
                <a:extLst>
                  <a:ext uri="{FF2B5EF4-FFF2-40B4-BE49-F238E27FC236}">
                    <a16:creationId xmlns:a16="http://schemas.microsoft.com/office/drawing/2014/main" id="{3530133A-3F2F-5845-997A-6CB72249D0B3}"/>
                  </a:ext>
                </a:extLst>
              </p:cNvPr>
              <p:cNvSpPr>
                <a:spLocks noChangeShapeType="1"/>
              </p:cNvSpPr>
              <p:nvPr/>
            </p:nvSpPr>
            <p:spPr bwMode="auto">
              <a:xfrm>
                <a:off x="4320" y="222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5" name="Line 12">
                <a:extLst>
                  <a:ext uri="{FF2B5EF4-FFF2-40B4-BE49-F238E27FC236}">
                    <a16:creationId xmlns:a16="http://schemas.microsoft.com/office/drawing/2014/main" id="{B130B788-843F-7043-8B48-5E2EBC08316E}"/>
                  </a:ext>
                </a:extLst>
              </p:cNvPr>
              <p:cNvSpPr>
                <a:spLocks noChangeShapeType="1"/>
              </p:cNvSpPr>
              <p:nvPr/>
            </p:nvSpPr>
            <p:spPr bwMode="auto">
              <a:xfrm>
                <a:off x="4320" y="3468"/>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689" name="AutoShape 13">
              <a:extLst>
                <a:ext uri="{FF2B5EF4-FFF2-40B4-BE49-F238E27FC236}">
                  <a16:creationId xmlns:a16="http://schemas.microsoft.com/office/drawing/2014/main" id="{6F31D6F9-6C81-674E-8840-7A0558B1877E}"/>
                </a:ext>
              </a:extLst>
            </p:cNvPr>
            <p:cNvSpPr>
              <a:spLocks noChangeArrowheads="1"/>
            </p:cNvSpPr>
            <p:nvPr/>
          </p:nvSpPr>
          <p:spPr bwMode="auto">
            <a:xfrm>
              <a:off x="5220" y="2688"/>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a:solidFill>
                    <a:srgbClr val="0000FF"/>
                  </a:solidFill>
                  <a:latin typeface="Times New Roman" panose="02020603050405020304" pitchFamily="18" charset="0"/>
                </a:rPr>
                <a:t>部门名</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1690" name="AutoShape 14">
              <a:extLst>
                <a:ext uri="{FF2B5EF4-FFF2-40B4-BE49-F238E27FC236}">
                  <a16:creationId xmlns:a16="http://schemas.microsoft.com/office/drawing/2014/main" id="{2D959E1E-C008-644B-A51F-84F62D9C61A2}"/>
                </a:ext>
              </a:extLst>
            </p:cNvPr>
            <p:cNvSpPr>
              <a:spLocks noChangeArrowheads="1"/>
            </p:cNvSpPr>
            <p:nvPr/>
          </p:nvSpPr>
          <p:spPr bwMode="auto">
            <a:xfrm>
              <a:off x="5220" y="2064"/>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a:solidFill>
                    <a:srgbClr val="0000FF"/>
                  </a:solidFill>
                  <a:latin typeface="Times New Roman" panose="02020603050405020304" pitchFamily="18" charset="0"/>
                </a:rPr>
                <a:t>部门号</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1691" name="AutoShape 15">
              <a:extLst>
                <a:ext uri="{FF2B5EF4-FFF2-40B4-BE49-F238E27FC236}">
                  <a16:creationId xmlns:a16="http://schemas.microsoft.com/office/drawing/2014/main" id="{C5C96484-74A5-F642-9047-84D7D3ED82E8}"/>
                </a:ext>
              </a:extLst>
            </p:cNvPr>
            <p:cNvSpPr>
              <a:spLocks noChangeArrowheads="1"/>
            </p:cNvSpPr>
            <p:nvPr/>
          </p:nvSpPr>
          <p:spPr bwMode="auto">
            <a:xfrm>
              <a:off x="5220" y="3936"/>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a:solidFill>
                    <a:srgbClr val="0000FF"/>
                  </a:solidFill>
                  <a:latin typeface="Times New Roman" panose="02020603050405020304" pitchFamily="18" charset="0"/>
                </a:rPr>
                <a:t>经理号</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1692" name="AutoShape 16">
              <a:extLst>
                <a:ext uri="{FF2B5EF4-FFF2-40B4-BE49-F238E27FC236}">
                  <a16:creationId xmlns:a16="http://schemas.microsoft.com/office/drawing/2014/main" id="{CF847B8D-33DF-F843-B0E8-8A7FD3019E3D}"/>
                </a:ext>
              </a:extLst>
            </p:cNvPr>
            <p:cNvSpPr>
              <a:spLocks noChangeArrowheads="1"/>
            </p:cNvSpPr>
            <p:nvPr/>
          </p:nvSpPr>
          <p:spPr bwMode="auto">
            <a:xfrm>
              <a:off x="5220" y="4560"/>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a:solidFill>
                    <a:srgbClr val="0000FF"/>
                  </a:solidFill>
                  <a:latin typeface="Times New Roman" panose="02020603050405020304" pitchFamily="18" charset="0"/>
                </a:rPr>
                <a:t>经理名</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1693" name="AutoShape 17">
              <a:extLst>
                <a:ext uri="{FF2B5EF4-FFF2-40B4-BE49-F238E27FC236}">
                  <a16:creationId xmlns:a16="http://schemas.microsoft.com/office/drawing/2014/main" id="{F395BED9-B204-D747-BAA5-A760F78E3885}"/>
                </a:ext>
              </a:extLst>
            </p:cNvPr>
            <p:cNvSpPr>
              <a:spLocks noChangeArrowheads="1"/>
            </p:cNvSpPr>
            <p:nvPr/>
          </p:nvSpPr>
          <p:spPr bwMode="auto">
            <a:xfrm>
              <a:off x="5220" y="5184"/>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a:solidFill>
                    <a:srgbClr val="0000FF"/>
                  </a:solidFill>
                  <a:latin typeface="Times New Roman" panose="02020603050405020304" pitchFamily="18" charset="0"/>
                </a:rPr>
                <a:t>电话</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1694" name="Line 18">
              <a:extLst>
                <a:ext uri="{FF2B5EF4-FFF2-40B4-BE49-F238E27FC236}">
                  <a16:creationId xmlns:a16="http://schemas.microsoft.com/office/drawing/2014/main" id="{BF367C69-3C2B-1140-859F-F7CBCA9B19CE}"/>
                </a:ext>
              </a:extLst>
            </p:cNvPr>
            <p:cNvSpPr>
              <a:spLocks noChangeShapeType="1"/>
            </p:cNvSpPr>
            <p:nvPr/>
          </p:nvSpPr>
          <p:spPr bwMode="auto">
            <a:xfrm flipV="1">
              <a:off x="4860" y="222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5" name="Line 19">
              <a:extLst>
                <a:ext uri="{FF2B5EF4-FFF2-40B4-BE49-F238E27FC236}">
                  <a16:creationId xmlns:a16="http://schemas.microsoft.com/office/drawing/2014/main" id="{AAC5BC64-20EF-854C-89C6-5189538D1126}"/>
                </a:ext>
              </a:extLst>
            </p:cNvPr>
            <p:cNvSpPr>
              <a:spLocks noChangeShapeType="1"/>
            </p:cNvSpPr>
            <p:nvPr/>
          </p:nvSpPr>
          <p:spPr bwMode="auto">
            <a:xfrm>
              <a:off x="4860" y="2688"/>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6" name="Line 20">
              <a:extLst>
                <a:ext uri="{FF2B5EF4-FFF2-40B4-BE49-F238E27FC236}">
                  <a16:creationId xmlns:a16="http://schemas.microsoft.com/office/drawing/2014/main" id="{49479DAE-130B-EB43-8764-4079A06A811E}"/>
                </a:ext>
              </a:extLst>
            </p:cNvPr>
            <p:cNvSpPr>
              <a:spLocks noChangeShapeType="1"/>
            </p:cNvSpPr>
            <p:nvPr/>
          </p:nvSpPr>
          <p:spPr bwMode="auto">
            <a:xfrm flipV="1">
              <a:off x="4860" y="4092"/>
              <a:ext cx="36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7" name="Line 21">
              <a:extLst>
                <a:ext uri="{FF2B5EF4-FFF2-40B4-BE49-F238E27FC236}">
                  <a16:creationId xmlns:a16="http://schemas.microsoft.com/office/drawing/2014/main" id="{7C1044BF-3C7A-834C-BB82-1D98E404817B}"/>
                </a:ext>
              </a:extLst>
            </p:cNvPr>
            <p:cNvSpPr>
              <a:spLocks noChangeShapeType="1"/>
            </p:cNvSpPr>
            <p:nvPr/>
          </p:nvSpPr>
          <p:spPr bwMode="auto">
            <a:xfrm>
              <a:off x="4860" y="4872"/>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8" name="Line 22">
              <a:extLst>
                <a:ext uri="{FF2B5EF4-FFF2-40B4-BE49-F238E27FC236}">
                  <a16:creationId xmlns:a16="http://schemas.microsoft.com/office/drawing/2014/main" id="{8065CBC3-3CF9-0A4A-A125-1D92F31BD919}"/>
                </a:ext>
              </a:extLst>
            </p:cNvPr>
            <p:cNvSpPr>
              <a:spLocks noChangeShapeType="1"/>
            </p:cNvSpPr>
            <p:nvPr/>
          </p:nvSpPr>
          <p:spPr bwMode="auto">
            <a:xfrm>
              <a:off x="4860" y="4872"/>
              <a:ext cx="36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44419">
                                            <p:txEl>
                                              <p:pRg st="0" end="0"/>
                                            </p:txEl>
                                          </p:spTgt>
                                        </p:tgtEl>
                                        <p:attrNameLst>
                                          <p:attrName>style.visibility</p:attrName>
                                        </p:attrNameLst>
                                      </p:cBhvr>
                                      <p:to>
                                        <p:strVal val="visible"/>
                                      </p:to>
                                    </p:set>
                                    <p:animEffect transition="in" filter="box(in)">
                                      <p:cBhvr>
                                        <p:cTn id="7" dur="500"/>
                                        <p:tgtEl>
                                          <p:spTgt spid="444419">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444419">
                                            <p:txEl>
                                              <p:pRg st="1" end="1"/>
                                            </p:txEl>
                                          </p:spTgt>
                                        </p:tgtEl>
                                        <p:attrNameLst>
                                          <p:attrName>style.visibility</p:attrName>
                                        </p:attrNameLst>
                                      </p:cBhvr>
                                      <p:to>
                                        <p:strVal val="visible"/>
                                      </p:to>
                                    </p:set>
                                    <p:animEffect transition="in" filter="box(in)">
                                      <p:cBhvr>
                                        <p:cTn id="10" dur="500"/>
                                        <p:tgtEl>
                                          <p:spTgt spid="444419">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444419">
                                            <p:txEl>
                                              <p:pRg st="2" end="2"/>
                                            </p:txEl>
                                          </p:spTgt>
                                        </p:tgtEl>
                                        <p:attrNameLst>
                                          <p:attrName>style.visibility</p:attrName>
                                        </p:attrNameLst>
                                      </p:cBhvr>
                                      <p:to>
                                        <p:strVal val="visible"/>
                                      </p:to>
                                    </p:set>
                                    <p:animEffect transition="in" filter="box(in)">
                                      <p:cBhvr>
                                        <p:cTn id="13" dur="500"/>
                                        <p:tgtEl>
                                          <p:spTgt spid="444419">
                                            <p:txEl>
                                              <p:pRg st="2" end="2"/>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444419">
                                            <p:txEl>
                                              <p:pRg st="3" end="3"/>
                                            </p:txEl>
                                          </p:spTgt>
                                        </p:tgtEl>
                                        <p:attrNameLst>
                                          <p:attrName>style.visibility</p:attrName>
                                        </p:attrNameLst>
                                      </p:cBhvr>
                                      <p:to>
                                        <p:strVal val="visible"/>
                                      </p:to>
                                    </p:set>
                                    <p:animEffect transition="in" filter="box(in)">
                                      <p:cBhvr>
                                        <p:cTn id="16" dur="500"/>
                                        <p:tgtEl>
                                          <p:spTgt spid="444419">
                                            <p:txEl>
                                              <p:pRg st="3" end="3"/>
                                            </p:tx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444419">
                                            <p:txEl>
                                              <p:pRg st="4" end="4"/>
                                            </p:txEl>
                                          </p:spTgt>
                                        </p:tgtEl>
                                        <p:attrNameLst>
                                          <p:attrName>style.visibility</p:attrName>
                                        </p:attrNameLst>
                                      </p:cBhvr>
                                      <p:to>
                                        <p:strVal val="visible"/>
                                      </p:to>
                                    </p:set>
                                    <p:animEffect transition="in" filter="box(in)">
                                      <p:cBhvr>
                                        <p:cTn id="19" dur="500"/>
                                        <p:tgtEl>
                                          <p:spTgt spid="4444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a:extLst>
              <a:ext uri="{FF2B5EF4-FFF2-40B4-BE49-F238E27FC236}">
                <a16:creationId xmlns:a16="http://schemas.microsoft.com/office/drawing/2014/main" id="{BE75A6A2-B365-ED4C-98B5-28C07D9627A9}"/>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C26FF787-A8F0-D24E-8DD6-127E782EDBBB}" type="slidenum">
              <a:rPr lang="zh-CN" altLang="en-US" sz="2000"/>
              <a:pPr/>
              <a:t>44</a:t>
            </a:fld>
            <a:endParaRPr lang="en-US" altLang="zh-CN" sz="2000"/>
          </a:p>
        </p:txBody>
      </p:sp>
      <p:sp>
        <p:nvSpPr>
          <p:cNvPr id="72707" name="日期占位符 4">
            <a:extLst>
              <a:ext uri="{FF2B5EF4-FFF2-40B4-BE49-F238E27FC236}">
                <a16:creationId xmlns:a16="http://schemas.microsoft.com/office/drawing/2014/main" id="{17A3A167-08D5-4040-A58D-713A1371326D}"/>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D5FA7984-C120-6149-8D93-790147842FCB}" type="datetime1">
              <a:rPr lang="zh-CN" altLang="en-US" sz="1800" smtClean="0"/>
              <a:pPr/>
              <a:t>2023/5/16</a:t>
            </a:fld>
            <a:endParaRPr lang="en-US" altLang="zh-CN" sz="1000"/>
          </a:p>
        </p:txBody>
      </p:sp>
      <p:sp>
        <p:nvSpPr>
          <p:cNvPr id="2223106" name="Rectangle 2">
            <a:extLst>
              <a:ext uri="{FF2B5EF4-FFF2-40B4-BE49-F238E27FC236}">
                <a16:creationId xmlns:a16="http://schemas.microsoft.com/office/drawing/2014/main" id="{0CD8352E-78B6-704D-926A-817A919C8FB1}"/>
              </a:ext>
            </a:extLst>
          </p:cNvPr>
          <p:cNvSpPr>
            <a:spLocks noGrp="1" noChangeArrowheads="1"/>
          </p:cNvSpPr>
          <p:nvPr>
            <p:ph type="title"/>
          </p:nvPr>
        </p:nvSpPr>
        <p:spPr/>
        <p:txBody>
          <a:bodyPr/>
          <a:lstStyle/>
          <a:p>
            <a:r>
              <a:rPr lang="en-US" altLang="zh-CN"/>
              <a:t>1:n</a:t>
            </a:r>
            <a:r>
              <a:rPr lang="zh-CN" altLang="en-US"/>
              <a:t>转换示例</a:t>
            </a:r>
          </a:p>
        </p:txBody>
      </p:sp>
      <p:sp>
        <p:nvSpPr>
          <p:cNvPr id="72709" name="Rectangle 3">
            <a:extLst>
              <a:ext uri="{FF2B5EF4-FFF2-40B4-BE49-F238E27FC236}">
                <a16:creationId xmlns:a16="http://schemas.microsoft.com/office/drawing/2014/main" id="{29B2B4F4-B3F7-9E42-927F-D10A9F809C2B}"/>
              </a:ext>
            </a:extLst>
          </p:cNvPr>
          <p:cNvSpPr>
            <a:spLocks noGrp="1" noChangeArrowheads="1"/>
          </p:cNvSpPr>
          <p:nvPr>
            <p:ph type="body" idx="1"/>
          </p:nvPr>
        </p:nvSpPr>
        <p:spPr>
          <a:xfrm>
            <a:off x="3584575" y="1143000"/>
            <a:ext cx="5886450" cy="4257675"/>
          </a:xfrm>
        </p:spPr>
        <p:txBody>
          <a:bodyPr/>
          <a:lstStyle/>
          <a:p>
            <a:r>
              <a:rPr lang="zh-CN" altLang="en-US" sz="2400"/>
              <a:t>一个</a:t>
            </a:r>
            <a:r>
              <a:rPr lang="en-US" altLang="zh-CN" sz="2400">
                <a:solidFill>
                  <a:srgbClr val="0000FF"/>
                </a:solidFill>
              </a:rPr>
              <a:t>1</a:t>
            </a:r>
            <a:r>
              <a:rPr lang="zh-CN" altLang="en-US" sz="2400">
                <a:solidFill>
                  <a:srgbClr val="0000FF"/>
                </a:solidFill>
              </a:rPr>
              <a:t>：</a:t>
            </a:r>
            <a:r>
              <a:rPr lang="en-US" altLang="zh-CN" sz="2400">
                <a:solidFill>
                  <a:srgbClr val="0000FF"/>
                </a:solidFill>
              </a:rPr>
              <a:t>n</a:t>
            </a:r>
            <a:r>
              <a:rPr lang="zh-CN" altLang="en-US" sz="2400">
                <a:solidFill>
                  <a:srgbClr val="0000FF"/>
                </a:solidFill>
              </a:rPr>
              <a:t>联系</a:t>
            </a:r>
            <a:r>
              <a:rPr lang="zh-CN" altLang="en-US" sz="2400"/>
              <a:t>可以转换为一个独立的关系模式</a:t>
            </a:r>
          </a:p>
          <a:p>
            <a:pPr lvl="1"/>
            <a:r>
              <a:rPr lang="zh-CN" altLang="en-US" sz="2400"/>
              <a:t>与该联系相连的各实体的码以及联系本身的属性均转换为此关系模式的属性，且关系模式的码为</a:t>
            </a:r>
            <a:r>
              <a:rPr lang="en-US" altLang="zh-CN" sz="2400"/>
              <a:t>n</a:t>
            </a:r>
            <a:r>
              <a:rPr lang="zh-CN" altLang="en-US" sz="2400"/>
              <a:t>端实体的码</a:t>
            </a:r>
          </a:p>
          <a:p>
            <a:pPr lvl="1" eaLnBrk="1" hangingPunct="1"/>
            <a:r>
              <a:rPr lang="zh-CN" altLang="en-US" sz="2400"/>
              <a:t>部门表</a:t>
            </a:r>
            <a:r>
              <a:rPr lang="zh-CN" altLang="en-US" sz="2400">
                <a:solidFill>
                  <a:srgbClr val="0000FF"/>
                </a:solidFill>
              </a:rPr>
              <a:t>（</a:t>
            </a:r>
            <a:r>
              <a:rPr lang="zh-CN" altLang="en-US" sz="2400" u="sng">
                <a:solidFill>
                  <a:srgbClr val="0000FF"/>
                </a:solidFill>
              </a:rPr>
              <a:t>部门号</a:t>
            </a:r>
            <a:r>
              <a:rPr lang="zh-CN" altLang="en-US" sz="2400">
                <a:solidFill>
                  <a:srgbClr val="0000FF"/>
                </a:solidFill>
              </a:rPr>
              <a:t>，部门名）</a:t>
            </a:r>
          </a:p>
          <a:p>
            <a:pPr lvl="1" eaLnBrk="1" hangingPunct="1"/>
            <a:r>
              <a:rPr lang="zh-CN" altLang="en-US" sz="2400"/>
              <a:t>职工表</a:t>
            </a:r>
            <a:r>
              <a:rPr lang="zh-CN" altLang="en-US" sz="2400">
                <a:solidFill>
                  <a:srgbClr val="0000FF"/>
                </a:solidFill>
              </a:rPr>
              <a:t>（</a:t>
            </a:r>
            <a:r>
              <a:rPr lang="zh-CN" altLang="en-US" sz="2400" u="sng">
                <a:solidFill>
                  <a:srgbClr val="0000FF"/>
                </a:solidFill>
              </a:rPr>
              <a:t>职工号</a:t>
            </a:r>
            <a:r>
              <a:rPr lang="zh-CN" altLang="en-US" sz="2400">
                <a:solidFill>
                  <a:srgbClr val="0000FF"/>
                </a:solidFill>
              </a:rPr>
              <a:t>，职工名，工资）</a:t>
            </a:r>
          </a:p>
          <a:p>
            <a:pPr lvl="1" eaLnBrk="1" hangingPunct="1"/>
            <a:r>
              <a:rPr lang="zh-CN" altLang="en-US" sz="2400"/>
              <a:t>部门</a:t>
            </a:r>
            <a:r>
              <a:rPr lang="en-US" altLang="zh-CN" sz="2400"/>
              <a:t>-</a:t>
            </a:r>
            <a:r>
              <a:rPr lang="zh-CN" altLang="en-US" sz="2400"/>
              <a:t>职工</a:t>
            </a:r>
            <a:r>
              <a:rPr lang="zh-CN" altLang="en-US" sz="2400">
                <a:solidFill>
                  <a:srgbClr val="0000FF"/>
                </a:solidFill>
              </a:rPr>
              <a:t>（</a:t>
            </a:r>
            <a:r>
              <a:rPr lang="zh-CN" altLang="en-US" sz="2400">
                <a:solidFill>
                  <a:srgbClr val="FF0000"/>
                </a:solidFill>
              </a:rPr>
              <a:t>部门号</a:t>
            </a:r>
            <a:r>
              <a:rPr lang="zh-CN" altLang="en-US" sz="2400">
                <a:solidFill>
                  <a:srgbClr val="0000FF"/>
                </a:solidFill>
              </a:rPr>
              <a:t>，</a:t>
            </a:r>
            <a:r>
              <a:rPr lang="zh-CN" altLang="en-US" sz="2400" u="sng">
                <a:solidFill>
                  <a:srgbClr val="0000FF"/>
                </a:solidFill>
              </a:rPr>
              <a:t>职工号</a:t>
            </a:r>
            <a:r>
              <a:rPr lang="zh-CN" altLang="en-US" sz="2400">
                <a:solidFill>
                  <a:srgbClr val="0000FF"/>
                </a:solidFill>
              </a:rPr>
              <a:t>）</a:t>
            </a:r>
            <a:endParaRPr lang="zh-CN" altLang="en-US" sz="2400"/>
          </a:p>
          <a:p>
            <a:r>
              <a:rPr lang="zh-CN" altLang="en-US" sz="2400"/>
              <a:t>也可以与</a:t>
            </a:r>
            <a:r>
              <a:rPr lang="en-US" altLang="zh-CN" sz="2400"/>
              <a:t>n</a:t>
            </a:r>
            <a:r>
              <a:rPr lang="zh-CN" altLang="en-US" sz="2400"/>
              <a:t>端所对应的关系模式合并，需要将该关系模式中加入</a:t>
            </a:r>
            <a:r>
              <a:rPr lang="en-US" altLang="zh-CN" sz="2400"/>
              <a:t>1</a:t>
            </a:r>
            <a:r>
              <a:rPr lang="zh-CN" altLang="en-US" sz="2400"/>
              <a:t>端实体的码以及联系本身的属性</a:t>
            </a:r>
          </a:p>
        </p:txBody>
      </p:sp>
      <p:sp>
        <p:nvSpPr>
          <p:cNvPr id="445443" name="Rectangle 3">
            <a:extLst>
              <a:ext uri="{FF2B5EF4-FFF2-40B4-BE49-F238E27FC236}">
                <a16:creationId xmlns:a16="http://schemas.microsoft.com/office/drawing/2014/main" id="{24068D69-0952-F34A-9B69-4A051A4FD83D}"/>
              </a:ext>
            </a:extLst>
          </p:cNvPr>
          <p:cNvSpPr>
            <a:spLocks noChangeArrowheads="1"/>
          </p:cNvSpPr>
          <p:nvPr/>
        </p:nvSpPr>
        <p:spPr bwMode="auto">
          <a:xfrm>
            <a:off x="3281363" y="5445125"/>
            <a:ext cx="6624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14388">
              <a:lnSpc>
                <a:spcPct val="90000"/>
              </a:lnSpc>
              <a:spcBef>
                <a:spcPct val="35000"/>
              </a:spcBef>
              <a:buClr>
                <a:srgbClr val="27305F"/>
              </a:buClr>
              <a:buSzPct val="60000"/>
              <a:buFont typeface="Wingdings" pitchFamily="2" charset="2"/>
              <a:buChar char="n"/>
              <a:defRPr sz="2800" b="1">
                <a:solidFill>
                  <a:schemeClr val="tx1"/>
                </a:solidFill>
                <a:latin typeface="Times New Roman" panose="02020603050405020304" pitchFamily="18" charset="0"/>
                <a:ea typeface="宋体" panose="02010600030101010101" pitchFamily="2" charset="-122"/>
              </a:defRPr>
            </a:lvl1pPr>
            <a:lvl2pPr marL="649288" indent="-261938" defTabSz="814388">
              <a:lnSpc>
                <a:spcPct val="90000"/>
              </a:lnSpc>
              <a:spcBef>
                <a:spcPct val="35000"/>
              </a:spcBef>
              <a:buClr>
                <a:srgbClr val="27305F"/>
              </a:buClr>
              <a:buChar char="–"/>
              <a:defRPr sz="28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buChar char="Ø"/>
              <a:defRPr sz="28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buChar char="•"/>
              <a:defRPr sz="28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buChar char="•"/>
              <a:defRPr sz="28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9pPr>
          </a:lstStyle>
          <a:p>
            <a:pPr lvl="1" eaLnBrk="1" hangingPunct="1">
              <a:lnSpc>
                <a:spcPct val="130000"/>
              </a:lnSpc>
            </a:pPr>
            <a:r>
              <a:rPr lang="zh-CN" altLang="en-US" sz="2400">
                <a:solidFill>
                  <a:srgbClr val="D60093"/>
                </a:solidFill>
              </a:rPr>
              <a:t>部门表</a:t>
            </a:r>
            <a:r>
              <a:rPr lang="zh-CN" altLang="en-US" sz="2400">
                <a:solidFill>
                  <a:srgbClr val="0000FF"/>
                </a:solidFill>
              </a:rPr>
              <a:t>（</a:t>
            </a:r>
            <a:r>
              <a:rPr lang="zh-CN" altLang="en-US" sz="2400" u="sng">
                <a:solidFill>
                  <a:srgbClr val="0000FF"/>
                </a:solidFill>
              </a:rPr>
              <a:t>部门号</a:t>
            </a:r>
            <a:r>
              <a:rPr lang="zh-CN" altLang="en-US" sz="2400">
                <a:solidFill>
                  <a:srgbClr val="0000FF"/>
                </a:solidFill>
              </a:rPr>
              <a:t>，部门名）</a:t>
            </a:r>
          </a:p>
          <a:p>
            <a:pPr lvl="1" eaLnBrk="1" hangingPunct="1">
              <a:lnSpc>
                <a:spcPct val="130000"/>
              </a:lnSpc>
            </a:pPr>
            <a:r>
              <a:rPr lang="zh-CN" altLang="en-US" sz="2400">
                <a:solidFill>
                  <a:srgbClr val="D60093"/>
                </a:solidFill>
              </a:rPr>
              <a:t>职工表</a:t>
            </a:r>
            <a:r>
              <a:rPr lang="zh-CN" altLang="en-US" sz="2400">
                <a:solidFill>
                  <a:srgbClr val="0000FF"/>
                </a:solidFill>
              </a:rPr>
              <a:t>（</a:t>
            </a:r>
            <a:r>
              <a:rPr lang="zh-CN" altLang="en-US" sz="2400" u="sng">
                <a:solidFill>
                  <a:srgbClr val="0000FF"/>
                </a:solidFill>
              </a:rPr>
              <a:t>职工号</a:t>
            </a:r>
            <a:r>
              <a:rPr lang="zh-CN" altLang="en-US" sz="2400">
                <a:solidFill>
                  <a:srgbClr val="0000FF"/>
                </a:solidFill>
              </a:rPr>
              <a:t>，</a:t>
            </a:r>
            <a:r>
              <a:rPr lang="zh-CN" altLang="en-US" sz="2400">
                <a:solidFill>
                  <a:srgbClr val="FF0000"/>
                </a:solidFill>
              </a:rPr>
              <a:t>部门号</a:t>
            </a:r>
            <a:r>
              <a:rPr lang="zh-CN" altLang="en-US" sz="2400">
                <a:solidFill>
                  <a:srgbClr val="0000FF"/>
                </a:solidFill>
              </a:rPr>
              <a:t>，职工名，工资） </a:t>
            </a:r>
          </a:p>
        </p:txBody>
      </p:sp>
      <p:grpSp>
        <p:nvGrpSpPr>
          <p:cNvPr id="72711" name="Group 4">
            <a:extLst>
              <a:ext uri="{FF2B5EF4-FFF2-40B4-BE49-F238E27FC236}">
                <a16:creationId xmlns:a16="http://schemas.microsoft.com/office/drawing/2014/main" id="{3F2033A0-CC16-B44C-9A61-614DA2B07FC8}"/>
              </a:ext>
            </a:extLst>
          </p:cNvPr>
          <p:cNvGrpSpPr>
            <a:grpSpLocks/>
          </p:cNvGrpSpPr>
          <p:nvPr/>
        </p:nvGrpSpPr>
        <p:grpSpPr bwMode="auto">
          <a:xfrm>
            <a:off x="273050" y="1268413"/>
            <a:ext cx="3384550" cy="3887787"/>
            <a:chOff x="3780" y="2064"/>
            <a:chExt cx="2340" cy="3588"/>
          </a:xfrm>
        </p:grpSpPr>
        <p:grpSp>
          <p:nvGrpSpPr>
            <p:cNvPr id="72712" name="Group 5">
              <a:extLst>
                <a:ext uri="{FF2B5EF4-FFF2-40B4-BE49-F238E27FC236}">
                  <a16:creationId xmlns:a16="http://schemas.microsoft.com/office/drawing/2014/main" id="{EB424298-260D-EC45-9BDC-03A868684D16}"/>
                </a:ext>
              </a:extLst>
            </p:cNvPr>
            <p:cNvGrpSpPr>
              <a:grpSpLocks/>
            </p:cNvGrpSpPr>
            <p:nvPr/>
          </p:nvGrpSpPr>
          <p:grpSpPr bwMode="auto">
            <a:xfrm>
              <a:off x="3780" y="2376"/>
              <a:ext cx="1080" cy="2652"/>
              <a:chOff x="3780" y="1752"/>
              <a:chExt cx="1080" cy="2652"/>
            </a:xfrm>
          </p:grpSpPr>
          <p:sp>
            <p:nvSpPr>
              <p:cNvPr id="72723" name="Text Box 6">
                <a:extLst>
                  <a:ext uri="{FF2B5EF4-FFF2-40B4-BE49-F238E27FC236}">
                    <a16:creationId xmlns:a16="http://schemas.microsoft.com/office/drawing/2014/main" id="{D5440444-A159-1343-B4D6-8BC2B8D48C7C}"/>
                  </a:ext>
                </a:extLst>
              </p:cNvPr>
              <p:cNvSpPr txBox="1">
                <a:spLocks noChangeArrowheads="1"/>
              </p:cNvSpPr>
              <p:nvPr/>
            </p:nvSpPr>
            <p:spPr bwMode="auto">
              <a:xfrm>
                <a:off x="4140" y="3468"/>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a:solidFill>
                      <a:srgbClr val="0000FF"/>
                    </a:solidFill>
                    <a:latin typeface="Times New Roman" panose="02020603050405020304" pitchFamily="18" charset="0"/>
                  </a:rPr>
                  <a:t>n</a:t>
                </a:r>
                <a:endParaRPr kumimoji="1" lang="en-US" altLang="zh-CN" sz="5400">
                  <a:solidFill>
                    <a:srgbClr val="0000FF"/>
                  </a:solidFill>
                  <a:latin typeface="Gulim" panose="020B0600000101010101" pitchFamily="34" charset="-127"/>
                  <a:ea typeface="Gulim" panose="020B0600000101010101" pitchFamily="34" charset="-127"/>
                </a:endParaRPr>
              </a:p>
            </p:txBody>
          </p:sp>
          <p:sp>
            <p:nvSpPr>
              <p:cNvPr id="72724" name="Text Box 7">
                <a:extLst>
                  <a:ext uri="{FF2B5EF4-FFF2-40B4-BE49-F238E27FC236}">
                    <a16:creationId xmlns:a16="http://schemas.microsoft.com/office/drawing/2014/main" id="{2FA889BD-2945-2143-9B6C-8F6060371E06}"/>
                  </a:ext>
                </a:extLst>
              </p:cNvPr>
              <p:cNvSpPr txBox="1">
                <a:spLocks noChangeArrowheads="1"/>
              </p:cNvSpPr>
              <p:nvPr/>
            </p:nvSpPr>
            <p:spPr bwMode="auto">
              <a:xfrm>
                <a:off x="4140" y="2220"/>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a:solidFill>
                      <a:srgbClr val="0000FF"/>
                    </a:solidFill>
                    <a:latin typeface="Times New Roman" panose="02020603050405020304" pitchFamily="18" charset="0"/>
                  </a:rPr>
                  <a:t>1</a:t>
                </a:r>
                <a:endParaRPr kumimoji="1" lang="en-US" altLang="zh-CN" sz="5400">
                  <a:solidFill>
                    <a:srgbClr val="0000FF"/>
                  </a:solidFill>
                  <a:latin typeface="Gulim" panose="020B0600000101010101" pitchFamily="34" charset="-127"/>
                  <a:ea typeface="Gulim" panose="020B0600000101010101" pitchFamily="34" charset="-127"/>
                </a:endParaRPr>
              </a:p>
            </p:txBody>
          </p:sp>
          <p:sp>
            <p:nvSpPr>
              <p:cNvPr id="72725" name="Text Box 8">
                <a:extLst>
                  <a:ext uri="{FF2B5EF4-FFF2-40B4-BE49-F238E27FC236}">
                    <a16:creationId xmlns:a16="http://schemas.microsoft.com/office/drawing/2014/main" id="{579D9546-BEB6-A14F-B78F-2F79A9476967}"/>
                  </a:ext>
                </a:extLst>
              </p:cNvPr>
              <p:cNvSpPr txBox="1">
                <a:spLocks noChangeArrowheads="1"/>
              </p:cNvSpPr>
              <p:nvPr/>
            </p:nvSpPr>
            <p:spPr bwMode="auto">
              <a:xfrm>
                <a:off x="3780" y="3936"/>
                <a:ext cx="1080" cy="4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a:solidFill>
                      <a:srgbClr val="0000FF"/>
                    </a:solidFill>
                    <a:latin typeface="Times New Roman" panose="02020603050405020304" pitchFamily="18" charset="0"/>
                  </a:rPr>
                  <a:t>职工</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2726" name="Text Box 9">
                <a:extLst>
                  <a:ext uri="{FF2B5EF4-FFF2-40B4-BE49-F238E27FC236}">
                    <a16:creationId xmlns:a16="http://schemas.microsoft.com/office/drawing/2014/main" id="{649B008C-1599-1845-9E74-1024393646DE}"/>
                  </a:ext>
                </a:extLst>
              </p:cNvPr>
              <p:cNvSpPr txBox="1">
                <a:spLocks noChangeArrowheads="1"/>
              </p:cNvSpPr>
              <p:nvPr/>
            </p:nvSpPr>
            <p:spPr bwMode="auto">
              <a:xfrm>
                <a:off x="3780" y="1752"/>
                <a:ext cx="1080" cy="4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a:solidFill>
                      <a:srgbClr val="0000FF"/>
                    </a:solidFill>
                    <a:latin typeface="Times New Roman" panose="02020603050405020304" pitchFamily="18" charset="0"/>
                  </a:rPr>
                  <a:t>部门</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2727" name="AutoShape 10">
                <a:extLst>
                  <a:ext uri="{FF2B5EF4-FFF2-40B4-BE49-F238E27FC236}">
                    <a16:creationId xmlns:a16="http://schemas.microsoft.com/office/drawing/2014/main" id="{B4F3CF49-F620-A341-A2DE-E665ABD0E822}"/>
                  </a:ext>
                </a:extLst>
              </p:cNvPr>
              <p:cNvSpPr>
                <a:spLocks noChangeArrowheads="1"/>
              </p:cNvSpPr>
              <p:nvPr/>
            </p:nvSpPr>
            <p:spPr bwMode="auto">
              <a:xfrm>
                <a:off x="3780" y="2688"/>
                <a:ext cx="1080" cy="780"/>
              </a:xfrm>
              <a:prstGeom prst="diamond">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a:solidFill>
                      <a:srgbClr val="0000FF"/>
                    </a:solidFill>
                    <a:latin typeface="Times New Roman" panose="02020603050405020304" pitchFamily="18" charset="0"/>
                  </a:rPr>
                  <a:t>工作</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2728" name="Line 11">
                <a:extLst>
                  <a:ext uri="{FF2B5EF4-FFF2-40B4-BE49-F238E27FC236}">
                    <a16:creationId xmlns:a16="http://schemas.microsoft.com/office/drawing/2014/main" id="{4B865D9C-5784-9744-898D-80CF64B1E7BB}"/>
                  </a:ext>
                </a:extLst>
              </p:cNvPr>
              <p:cNvSpPr>
                <a:spLocks noChangeShapeType="1"/>
              </p:cNvSpPr>
              <p:nvPr/>
            </p:nvSpPr>
            <p:spPr bwMode="auto">
              <a:xfrm>
                <a:off x="4320" y="222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9" name="Line 12">
                <a:extLst>
                  <a:ext uri="{FF2B5EF4-FFF2-40B4-BE49-F238E27FC236}">
                    <a16:creationId xmlns:a16="http://schemas.microsoft.com/office/drawing/2014/main" id="{95543FD7-C0AD-184D-B664-BBCF6C20D1C7}"/>
                  </a:ext>
                </a:extLst>
              </p:cNvPr>
              <p:cNvSpPr>
                <a:spLocks noChangeShapeType="1"/>
              </p:cNvSpPr>
              <p:nvPr/>
            </p:nvSpPr>
            <p:spPr bwMode="auto">
              <a:xfrm>
                <a:off x="4320" y="3468"/>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2713" name="AutoShape 13">
              <a:extLst>
                <a:ext uri="{FF2B5EF4-FFF2-40B4-BE49-F238E27FC236}">
                  <a16:creationId xmlns:a16="http://schemas.microsoft.com/office/drawing/2014/main" id="{49BAD925-9AAC-2B44-9C53-344AF638963E}"/>
                </a:ext>
              </a:extLst>
            </p:cNvPr>
            <p:cNvSpPr>
              <a:spLocks noChangeArrowheads="1"/>
            </p:cNvSpPr>
            <p:nvPr/>
          </p:nvSpPr>
          <p:spPr bwMode="auto">
            <a:xfrm>
              <a:off x="5220" y="2688"/>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a:solidFill>
                    <a:srgbClr val="0000FF"/>
                  </a:solidFill>
                  <a:latin typeface="Times New Roman" panose="02020603050405020304" pitchFamily="18" charset="0"/>
                </a:rPr>
                <a:t>部门名</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2714" name="AutoShape 14">
              <a:extLst>
                <a:ext uri="{FF2B5EF4-FFF2-40B4-BE49-F238E27FC236}">
                  <a16:creationId xmlns:a16="http://schemas.microsoft.com/office/drawing/2014/main" id="{953FB889-FAA8-2940-83B3-2CE48C3A24F5}"/>
                </a:ext>
              </a:extLst>
            </p:cNvPr>
            <p:cNvSpPr>
              <a:spLocks noChangeArrowheads="1"/>
            </p:cNvSpPr>
            <p:nvPr/>
          </p:nvSpPr>
          <p:spPr bwMode="auto">
            <a:xfrm>
              <a:off x="5220" y="2064"/>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a:solidFill>
                    <a:srgbClr val="0000FF"/>
                  </a:solidFill>
                  <a:latin typeface="Times New Roman" panose="02020603050405020304" pitchFamily="18" charset="0"/>
                </a:rPr>
                <a:t>部门号</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2715" name="AutoShape 15">
              <a:extLst>
                <a:ext uri="{FF2B5EF4-FFF2-40B4-BE49-F238E27FC236}">
                  <a16:creationId xmlns:a16="http://schemas.microsoft.com/office/drawing/2014/main" id="{B462FDAD-725B-CA4A-BD0F-F654DFA22B41}"/>
                </a:ext>
              </a:extLst>
            </p:cNvPr>
            <p:cNvSpPr>
              <a:spLocks noChangeArrowheads="1"/>
            </p:cNvSpPr>
            <p:nvPr/>
          </p:nvSpPr>
          <p:spPr bwMode="auto">
            <a:xfrm>
              <a:off x="5220" y="3936"/>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a:solidFill>
                    <a:srgbClr val="0000FF"/>
                  </a:solidFill>
                  <a:latin typeface="Times New Roman" panose="02020603050405020304" pitchFamily="18" charset="0"/>
                </a:rPr>
                <a:t>职工号</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2716" name="AutoShape 16">
              <a:extLst>
                <a:ext uri="{FF2B5EF4-FFF2-40B4-BE49-F238E27FC236}">
                  <a16:creationId xmlns:a16="http://schemas.microsoft.com/office/drawing/2014/main" id="{C1B0751B-8DCB-F643-979A-D7223399187C}"/>
                </a:ext>
              </a:extLst>
            </p:cNvPr>
            <p:cNvSpPr>
              <a:spLocks noChangeArrowheads="1"/>
            </p:cNvSpPr>
            <p:nvPr/>
          </p:nvSpPr>
          <p:spPr bwMode="auto">
            <a:xfrm>
              <a:off x="5220" y="4560"/>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r>
                <a:rPr kumimoji="1" lang="zh-CN" altLang="en-US">
                  <a:solidFill>
                    <a:srgbClr val="0000FF"/>
                  </a:solidFill>
                  <a:latin typeface="Times New Roman" panose="02020603050405020304" pitchFamily="18" charset="0"/>
                </a:rPr>
                <a:t>职工名</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2717" name="AutoShape 17">
              <a:extLst>
                <a:ext uri="{FF2B5EF4-FFF2-40B4-BE49-F238E27FC236}">
                  <a16:creationId xmlns:a16="http://schemas.microsoft.com/office/drawing/2014/main" id="{568DB53E-70DB-8445-B6E6-DE70B4668A94}"/>
                </a:ext>
              </a:extLst>
            </p:cNvPr>
            <p:cNvSpPr>
              <a:spLocks noChangeArrowheads="1"/>
            </p:cNvSpPr>
            <p:nvPr/>
          </p:nvSpPr>
          <p:spPr bwMode="auto">
            <a:xfrm>
              <a:off x="5220" y="5184"/>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zh-CN" altLang="en-US">
                  <a:solidFill>
                    <a:srgbClr val="0000FF"/>
                  </a:solidFill>
                  <a:latin typeface="Times New Roman" panose="02020603050405020304" pitchFamily="18" charset="0"/>
                </a:rPr>
                <a:t>工资</a:t>
              </a:r>
              <a:endParaRPr kumimoji="1" lang="zh-CN" altLang="en-US" sz="5400">
                <a:solidFill>
                  <a:srgbClr val="0000FF"/>
                </a:solidFill>
                <a:latin typeface="Gulim" panose="020B0600000101010101" pitchFamily="34" charset="-127"/>
                <a:ea typeface="Gulim" panose="020B0600000101010101" pitchFamily="34" charset="-127"/>
              </a:endParaRPr>
            </a:p>
          </p:txBody>
        </p:sp>
        <p:sp>
          <p:nvSpPr>
            <p:cNvPr id="72718" name="Line 18">
              <a:extLst>
                <a:ext uri="{FF2B5EF4-FFF2-40B4-BE49-F238E27FC236}">
                  <a16:creationId xmlns:a16="http://schemas.microsoft.com/office/drawing/2014/main" id="{582A6E05-FC88-E848-B959-43DC3837637D}"/>
                </a:ext>
              </a:extLst>
            </p:cNvPr>
            <p:cNvSpPr>
              <a:spLocks noChangeShapeType="1"/>
            </p:cNvSpPr>
            <p:nvPr/>
          </p:nvSpPr>
          <p:spPr bwMode="auto">
            <a:xfrm flipV="1">
              <a:off x="4860" y="222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9" name="Line 19">
              <a:extLst>
                <a:ext uri="{FF2B5EF4-FFF2-40B4-BE49-F238E27FC236}">
                  <a16:creationId xmlns:a16="http://schemas.microsoft.com/office/drawing/2014/main" id="{B37CAEFD-E672-8B4B-912C-F46390321861}"/>
                </a:ext>
              </a:extLst>
            </p:cNvPr>
            <p:cNvSpPr>
              <a:spLocks noChangeShapeType="1"/>
            </p:cNvSpPr>
            <p:nvPr/>
          </p:nvSpPr>
          <p:spPr bwMode="auto">
            <a:xfrm>
              <a:off x="4860" y="2688"/>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0" name="Line 20">
              <a:extLst>
                <a:ext uri="{FF2B5EF4-FFF2-40B4-BE49-F238E27FC236}">
                  <a16:creationId xmlns:a16="http://schemas.microsoft.com/office/drawing/2014/main" id="{639CCB65-24B9-C14A-89E3-E61D682269FD}"/>
                </a:ext>
              </a:extLst>
            </p:cNvPr>
            <p:cNvSpPr>
              <a:spLocks noChangeShapeType="1"/>
            </p:cNvSpPr>
            <p:nvPr/>
          </p:nvSpPr>
          <p:spPr bwMode="auto">
            <a:xfrm flipV="1">
              <a:off x="4860" y="4092"/>
              <a:ext cx="36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1" name="Line 21">
              <a:extLst>
                <a:ext uri="{FF2B5EF4-FFF2-40B4-BE49-F238E27FC236}">
                  <a16:creationId xmlns:a16="http://schemas.microsoft.com/office/drawing/2014/main" id="{9C93B696-872C-954D-BA07-7BB63D3E7B98}"/>
                </a:ext>
              </a:extLst>
            </p:cNvPr>
            <p:cNvSpPr>
              <a:spLocks noChangeShapeType="1"/>
            </p:cNvSpPr>
            <p:nvPr/>
          </p:nvSpPr>
          <p:spPr bwMode="auto">
            <a:xfrm>
              <a:off x="4860" y="4872"/>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2" name="Line 22">
              <a:extLst>
                <a:ext uri="{FF2B5EF4-FFF2-40B4-BE49-F238E27FC236}">
                  <a16:creationId xmlns:a16="http://schemas.microsoft.com/office/drawing/2014/main" id="{6782B72B-A2BC-D243-B748-19819CB6B5DA}"/>
                </a:ext>
              </a:extLst>
            </p:cNvPr>
            <p:cNvSpPr>
              <a:spLocks noChangeShapeType="1"/>
            </p:cNvSpPr>
            <p:nvPr/>
          </p:nvSpPr>
          <p:spPr bwMode="auto">
            <a:xfrm>
              <a:off x="4860" y="4872"/>
              <a:ext cx="36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5443">
                                            <p:txEl>
                                              <p:pRg st="0" end="0"/>
                                            </p:txEl>
                                          </p:spTgt>
                                        </p:tgtEl>
                                        <p:attrNameLst>
                                          <p:attrName>style.visibility</p:attrName>
                                        </p:attrNameLst>
                                      </p:cBhvr>
                                      <p:to>
                                        <p:strVal val="visible"/>
                                      </p:to>
                                    </p:set>
                                    <p:animEffect transition="in" filter="blinds(horizontal)">
                                      <p:cBhvr>
                                        <p:cTn id="7" dur="500"/>
                                        <p:tgtEl>
                                          <p:spTgt spid="44544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45443">
                                            <p:txEl>
                                              <p:pRg st="1" end="1"/>
                                            </p:txEl>
                                          </p:spTgt>
                                        </p:tgtEl>
                                        <p:attrNameLst>
                                          <p:attrName>style.visibility</p:attrName>
                                        </p:attrNameLst>
                                      </p:cBhvr>
                                      <p:to>
                                        <p:strVal val="visible"/>
                                      </p:to>
                                    </p:set>
                                    <p:animEffect transition="in" filter="blinds(horizontal)">
                                      <p:cBhvr>
                                        <p:cTn id="10" dur="500"/>
                                        <p:tgtEl>
                                          <p:spTgt spid="4454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4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3">
            <a:extLst>
              <a:ext uri="{FF2B5EF4-FFF2-40B4-BE49-F238E27FC236}">
                <a16:creationId xmlns:a16="http://schemas.microsoft.com/office/drawing/2014/main" id="{68EB7557-3BA2-D647-AFDC-1E596FDED26D}"/>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71077DD7-8EB0-B04A-B38E-D813FA005023}" type="slidenum">
              <a:rPr lang="zh-CN" altLang="en-US" sz="2000"/>
              <a:pPr/>
              <a:t>45</a:t>
            </a:fld>
            <a:endParaRPr lang="en-US" altLang="zh-CN" sz="2000"/>
          </a:p>
        </p:txBody>
      </p:sp>
      <p:sp>
        <p:nvSpPr>
          <p:cNvPr id="73731" name="日期占位符 4">
            <a:extLst>
              <a:ext uri="{FF2B5EF4-FFF2-40B4-BE49-F238E27FC236}">
                <a16:creationId xmlns:a16="http://schemas.microsoft.com/office/drawing/2014/main" id="{89869E64-F4B0-8D42-8903-CD170BB0D907}"/>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34C79A5-D9B4-8E4E-829B-06D93967F11D}" type="datetime1">
              <a:rPr lang="zh-CN" altLang="en-US" sz="1800" smtClean="0"/>
              <a:pPr/>
              <a:t>2023/5/16</a:t>
            </a:fld>
            <a:endParaRPr lang="en-US" altLang="zh-CN" sz="1000"/>
          </a:p>
        </p:txBody>
      </p:sp>
      <p:sp>
        <p:nvSpPr>
          <p:cNvPr id="2224130" name="Rectangle 2">
            <a:extLst>
              <a:ext uri="{FF2B5EF4-FFF2-40B4-BE49-F238E27FC236}">
                <a16:creationId xmlns:a16="http://schemas.microsoft.com/office/drawing/2014/main" id="{23F32289-3D85-C745-89D1-E3B30C9C44FC}"/>
              </a:ext>
            </a:extLst>
          </p:cNvPr>
          <p:cNvSpPr>
            <a:spLocks noGrp="1" noChangeArrowheads="1"/>
          </p:cNvSpPr>
          <p:nvPr>
            <p:ph type="title"/>
          </p:nvPr>
        </p:nvSpPr>
        <p:spPr/>
        <p:txBody>
          <a:bodyPr/>
          <a:lstStyle/>
          <a:p>
            <a:r>
              <a:rPr lang="en-US" altLang="zh-CN"/>
              <a:t>m:n</a:t>
            </a:r>
            <a:r>
              <a:rPr lang="zh-CN" altLang="en-US"/>
              <a:t>转换示例</a:t>
            </a:r>
          </a:p>
        </p:txBody>
      </p:sp>
      <p:sp>
        <p:nvSpPr>
          <p:cNvPr id="73733" name="Rectangle 3">
            <a:extLst>
              <a:ext uri="{FF2B5EF4-FFF2-40B4-BE49-F238E27FC236}">
                <a16:creationId xmlns:a16="http://schemas.microsoft.com/office/drawing/2014/main" id="{DAF1AD6C-865D-C94B-B172-A48002579937}"/>
              </a:ext>
            </a:extLst>
          </p:cNvPr>
          <p:cNvSpPr>
            <a:spLocks noGrp="1" noChangeArrowheads="1"/>
          </p:cNvSpPr>
          <p:nvPr>
            <p:ph type="body" idx="1"/>
          </p:nvPr>
        </p:nvSpPr>
        <p:spPr>
          <a:xfrm>
            <a:off x="650875" y="1143000"/>
            <a:ext cx="8820150" cy="1587500"/>
          </a:xfrm>
        </p:spPr>
        <p:txBody>
          <a:bodyPr/>
          <a:lstStyle/>
          <a:p>
            <a:r>
              <a:rPr lang="zh-CN" altLang="en-US" sz="2900"/>
              <a:t>一个</a:t>
            </a:r>
            <a:r>
              <a:rPr lang="en-US" altLang="zh-CN" sz="2900">
                <a:solidFill>
                  <a:srgbClr val="0000FF"/>
                </a:solidFill>
              </a:rPr>
              <a:t>m</a:t>
            </a:r>
            <a:r>
              <a:rPr lang="zh-CN" altLang="en-US" sz="2900">
                <a:solidFill>
                  <a:srgbClr val="0000FF"/>
                </a:solidFill>
              </a:rPr>
              <a:t>：</a:t>
            </a:r>
            <a:r>
              <a:rPr lang="en-US" altLang="zh-CN" sz="2900">
                <a:solidFill>
                  <a:srgbClr val="0000FF"/>
                </a:solidFill>
              </a:rPr>
              <a:t>n</a:t>
            </a:r>
            <a:r>
              <a:rPr lang="zh-CN" altLang="en-US" sz="2900">
                <a:solidFill>
                  <a:srgbClr val="0000FF"/>
                </a:solidFill>
              </a:rPr>
              <a:t>联系</a:t>
            </a:r>
            <a:r>
              <a:rPr lang="zh-CN" altLang="en-US" sz="2900"/>
              <a:t>转换为一个独立的关系模式。与该联系相连的各实体的码以及联系本身的属性均转换为此关系模式的属性，而此关系模式的主码包含各实体的码</a:t>
            </a:r>
          </a:p>
        </p:txBody>
      </p:sp>
      <p:sp>
        <p:nvSpPr>
          <p:cNvPr id="446467" name="Rectangle 3">
            <a:extLst>
              <a:ext uri="{FF2B5EF4-FFF2-40B4-BE49-F238E27FC236}">
                <a16:creationId xmlns:a16="http://schemas.microsoft.com/office/drawing/2014/main" id="{CA3CD0F7-F423-974B-B59E-0F6B70FC8E24}"/>
              </a:ext>
            </a:extLst>
          </p:cNvPr>
          <p:cNvSpPr>
            <a:spLocks noChangeArrowheads="1"/>
          </p:cNvSpPr>
          <p:nvPr/>
        </p:nvSpPr>
        <p:spPr bwMode="auto">
          <a:xfrm>
            <a:off x="1065213" y="5157788"/>
            <a:ext cx="8370887"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58763" indent="-258763" defTabSz="814388">
              <a:lnSpc>
                <a:spcPct val="90000"/>
              </a:lnSpc>
              <a:spcBef>
                <a:spcPct val="35000"/>
              </a:spcBef>
              <a:buClr>
                <a:srgbClr val="27305F"/>
              </a:buClr>
              <a:buSzPct val="60000"/>
              <a:buFont typeface="Wingdings" pitchFamily="2" charset="2"/>
              <a:buChar char="n"/>
              <a:defRPr sz="2800" b="1">
                <a:solidFill>
                  <a:schemeClr val="tx1"/>
                </a:solidFill>
                <a:latin typeface="Times New Roman" panose="02020603050405020304" pitchFamily="18" charset="0"/>
                <a:ea typeface="宋体" panose="02010600030101010101" pitchFamily="2" charset="-122"/>
              </a:defRPr>
            </a:lvl1pPr>
            <a:lvl2pPr marL="742950" indent="-285750" defTabSz="814388">
              <a:lnSpc>
                <a:spcPct val="90000"/>
              </a:lnSpc>
              <a:spcBef>
                <a:spcPct val="35000"/>
              </a:spcBef>
              <a:buClr>
                <a:srgbClr val="27305F"/>
              </a:buClr>
              <a:buChar char="–"/>
              <a:defRPr sz="2800" b="1">
                <a:solidFill>
                  <a:schemeClr val="tx1"/>
                </a:solidFill>
                <a:latin typeface="Times New Roman" panose="02020603050405020304" pitchFamily="18" charset="0"/>
                <a:ea typeface="宋体" panose="02010600030101010101" pitchFamily="2" charset="-122"/>
              </a:defRPr>
            </a:lvl2pPr>
            <a:lvl3pPr marL="1143000" indent="-228600" defTabSz="814388">
              <a:lnSpc>
                <a:spcPct val="90000"/>
              </a:lnSpc>
              <a:spcBef>
                <a:spcPct val="35000"/>
              </a:spcBef>
              <a:buClr>
                <a:srgbClr val="27305F"/>
              </a:buClr>
              <a:buFont typeface="Wingdings" pitchFamily="2" charset="2"/>
              <a:buChar char="Ø"/>
              <a:defRPr sz="2800" b="1">
                <a:solidFill>
                  <a:schemeClr val="tx1"/>
                </a:solidFill>
                <a:latin typeface="Times New Roman" panose="02020603050405020304" pitchFamily="18" charset="0"/>
                <a:ea typeface="宋体" panose="02010600030101010101" pitchFamily="2" charset="-122"/>
              </a:defRPr>
            </a:lvl3pPr>
            <a:lvl4pPr marL="1600200" indent="-228600" defTabSz="814388">
              <a:lnSpc>
                <a:spcPct val="90000"/>
              </a:lnSpc>
              <a:spcBef>
                <a:spcPct val="35000"/>
              </a:spcBef>
              <a:buClr>
                <a:srgbClr val="27305F"/>
              </a:buClr>
              <a:buChar char="•"/>
              <a:defRPr sz="2800" b="1">
                <a:solidFill>
                  <a:schemeClr val="tx1"/>
                </a:solidFill>
                <a:latin typeface="Times New Roman" panose="02020603050405020304" pitchFamily="18" charset="0"/>
                <a:ea typeface="宋体" panose="02010600030101010101" pitchFamily="2" charset="-122"/>
              </a:defRPr>
            </a:lvl4pPr>
            <a:lvl5pPr marL="2057400" indent="-228600" defTabSz="814388">
              <a:lnSpc>
                <a:spcPct val="90000"/>
              </a:lnSpc>
              <a:spcBef>
                <a:spcPct val="35000"/>
              </a:spcBef>
              <a:buClr>
                <a:srgbClr val="27305F"/>
              </a:buClr>
              <a:buChar char="•"/>
              <a:defRPr sz="2800" b="1">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lnSpc>
                <a:spcPct val="90000"/>
              </a:lnSpc>
              <a:spcBef>
                <a:spcPct val="35000"/>
              </a:spcBef>
              <a:spcAft>
                <a:spcPct val="0"/>
              </a:spcAft>
              <a:buClr>
                <a:srgbClr val="27305F"/>
              </a:buClr>
              <a:buChar char="•"/>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D60093"/>
                </a:solidFill>
              </a:rPr>
              <a:t>教师表</a:t>
            </a:r>
            <a:r>
              <a:rPr lang="zh-CN" altLang="en-US" sz="2400">
                <a:solidFill>
                  <a:srgbClr val="0000FF"/>
                </a:solidFill>
              </a:rPr>
              <a:t>（</a:t>
            </a:r>
            <a:r>
              <a:rPr lang="zh-CN" altLang="en-US" sz="2400" u="sng">
                <a:solidFill>
                  <a:srgbClr val="0000FF"/>
                </a:solidFill>
              </a:rPr>
              <a:t>教师号</a:t>
            </a:r>
            <a:r>
              <a:rPr lang="zh-CN" altLang="en-US" sz="2400">
                <a:solidFill>
                  <a:srgbClr val="0000FF"/>
                </a:solidFill>
              </a:rPr>
              <a:t>，教师名，职称）</a:t>
            </a:r>
          </a:p>
          <a:p>
            <a:pPr eaLnBrk="1" hangingPunct="1"/>
            <a:r>
              <a:rPr lang="zh-CN" altLang="en-US" sz="2400">
                <a:solidFill>
                  <a:srgbClr val="D60093"/>
                </a:solidFill>
              </a:rPr>
              <a:t>课程表</a:t>
            </a:r>
            <a:r>
              <a:rPr lang="zh-CN" altLang="en-US" sz="2400">
                <a:solidFill>
                  <a:srgbClr val="0000FF"/>
                </a:solidFill>
              </a:rPr>
              <a:t>（</a:t>
            </a:r>
            <a:r>
              <a:rPr lang="zh-CN" altLang="en-US" sz="2400" u="sng">
                <a:solidFill>
                  <a:srgbClr val="0000FF"/>
                </a:solidFill>
              </a:rPr>
              <a:t>课程号</a:t>
            </a:r>
            <a:r>
              <a:rPr lang="zh-CN" altLang="en-US" sz="2400">
                <a:solidFill>
                  <a:srgbClr val="0000FF"/>
                </a:solidFill>
              </a:rPr>
              <a:t>，课程名，学分）</a:t>
            </a:r>
          </a:p>
          <a:p>
            <a:pPr eaLnBrk="1" hangingPunct="1"/>
            <a:r>
              <a:rPr lang="zh-CN" altLang="en-US" sz="2400">
                <a:solidFill>
                  <a:srgbClr val="D60093"/>
                </a:solidFill>
              </a:rPr>
              <a:t>授课表</a:t>
            </a:r>
            <a:r>
              <a:rPr lang="zh-CN" altLang="en-US" sz="2400">
                <a:solidFill>
                  <a:srgbClr val="0000FF"/>
                </a:solidFill>
              </a:rPr>
              <a:t>（</a:t>
            </a:r>
            <a:r>
              <a:rPr lang="zh-CN" altLang="en-US" sz="2400" u="sng">
                <a:solidFill>
                  <a:srgbClr val="FF0000"/>
                </a:solidFill>
              </a:rPr>
              <a:t>教师号，课程号</a:t>
            </a:r>
            <a:r>
              <a:rPr lang="zh-CN" altLang="en-US" sz="2400">
                <a:solidFill>
                  <a:srgbClr val="0000FF"/>
                </a:solidFill>
              </a:rPr>
              <a:t>，授课时数）</a:t>
            </a:r>
          </a:p>
        </p:txBody>
      </p:sp>
      <p:grpSp>
        <p:nvGrpSpPr>
          <p:cNvPr id="73735" name="Group 4">
            <a:extLst>
              <a:ext uri="{FF2B5EF4-FFF2-40B4-BE49-F238E27FC236}">
                <a16:creationId xmlns:a16="http://schemas.microsoft.com/office/drawing/2014/main" id="{D6559ABD-CF0C-E744-93D9-D0E1FD484A12}"/>
              </a:ext>
            </a:extLst>
          </p:cNvPr>
          <p:cNvGrpSpPr>
            <a:grpSpLocks/>
          </p:cNvGrpSpPr>
          <p:nvPr/>
        </p:nvGrpSpPr>
        <p:grpSpPr bwMode="auto">
          <a:xfrm>
            <a:off x="1857375" y="2420938"/>
            <a:ext cx="5975350" cy="2663825"/>
            <a:chOff x="4140" y="6588"/>
            <a:chExt cx="3780" cy="3270"/>
          </a:xfrm>
        </p:grpSpPr>
        <p:sp>
          <p:nvSpPr>
            <p:cNvPr id="73736" name="Line 5">
              <a:extLst>
                <a:ext uri="{FF2B5EF4-FFF2-40B4-BE49-F238E27FC236}">
                  <a16:creationId xmlns:a16="http://schemas.microsoft.com/office/drawing/2014/main" id="{4F559679-BAD3-CF44-8928-4A2404CD18D9}"/>
                </a:ext>
              </a:extLst>
            </p:cNvPr>
            <p:cNvSpPr>
              <a:spLocks noChangeShapeType="1"/>
            </p:cNvSpPr>
            <p:nvPr/>
          </p:nvSpPr>
          <p:spPr bwMode="auto">
            <a:xfrm>
              <a:off x="5220" y="8148"/>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737" name="Group 6">
              <a:extLst>
                <a:ext uri="{FF2B5EF4-FFF2-40B4-BE49-F238E27FC236}">
                  <a16:creationId xmlns:a16="http://schemas.microsoft.com/office/drawing/2014/main" id="{63AD6500-8B3E-0D46-951D-D73197E3864B}"/>
                </a:ext>
              </a:extLst>
            </p:cNvPr>
            <p:cNvGrpSpPr>
              <a:grpSpLocks/>
            </p:cNvGrpSpPr>
            <p:nvPr/>
          </p:nvGrpSpPr>
          <p:grpSpPr bwMode="auto">
            <a:xfrm>
              <a:off x="5580" y="6900"/>
              <a:ext cx="1080" cy="2652"/>
              <a:chOff x="3780" y="1752"/>
              <a:chExt cx="1080" cy="2652"/>
            </a:xfrm>
          </p:grpSpPr>
          <p:sp>
            <p:nvSpPr>
              <p:cNvPr id="73751" name="Text Box 7">
                <a:extLst>
                  <a:ext uri="{FF2B5EF4-FFF2-40B4-BE49-F238E27FC236}">
                    <a16:creationId xmlns:a16="http://schemas.microsoft.com/office/drawing/2014/main" id="{5A7FEC64-BDA7-EE45-9F11-054D534E1A2C}"/>
                  </a:ext>
                </a:extLst>
              </p:cNvPr>
              <p:cNvSpPr txBox="1">
                <a:spLocks noChangeArrowheads="1"/>
              </p:cNvSpPr>
              <p:nvPr/>
            </p:nvSpPr>
            <p:spPr bwMode="auto">
              <a:xfrm>
                <a:off x="4140" y="3468"/>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sz="1800">
                    <a:solidFill>
                      <a:srgbClr val="0000FF"/>
                    </a:solidFill>
                    <a:latin typeface="Times New Roman" panose="02020603050405020304" pitchFamily="18" charset="0"/>
                  </a:rPr>
                  <a:t>n</a:t>
                </a:r>
                <a:endParaRPr kumimoji="1" lang="en-US" altLang="zh-CN" sz="4400">
                  <a:solidFill>
                    <a:srgbClr val="0000FF"/>
                  </a:solidFill>
                  <a:latin typeface="Gulim" panose="020B0600000101010101" pitchFamily="34" charset="-127"/>
                  <a:ea typeface="Gulim" panose="020B0600000101010101" pitchFamily="34" charset="-127"/>
                </a:endParaRPr>
              </a:p>
            </p:txBody>
          </p:sp>
          <p:sp>
            <p:nvSpPr>
              <p:cNvPr id="73752" name="Text Box 8">
                <a:extLst>
                  <a:ext uri="{FF2B5EF4-FFF2-40B4-BE49-F238E27FC236}">
                    <a16:creationId xmlns:a16="http://schemas.microsoft.com/office/drawing/2014/main" id="{62473FB7-8D7D-574A-AA01-68EC05BFF088}"/>
                  </a:ext>
                </a:extLst>
              </p:cNvPr>
              <p:cNvSpPr txBox="1">
                <a:spLocks noChangeArrowheads="1"/>
              </p:cNvSpPr>
              <p:nvPr/>
            </p:nvSpPr>
            <p:spPr bwMode="auto">
              <a:xfrm>
                <a:off x="4140" y="2220"/>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en-US" altLang="zh-CN" sz="1800">
                    <a:solidFill>
                      <a:srgbClr val="0000FF"/>
                    </a:solidFill>
                    <a:latin typeface="Times New Roman" panose="02020603050405020304" pitchFamily="18" charset="0"/>
                  </a:rPr>
                  <a:t>m</a:t>
                </a:r>
                <a:endParaRPr kumimoji="1" lang="en-US" altLang="zh-CN" sz="4400">
                  <a:solidFill>
                    <a:srgbClr val="0000FF"/>
                  </a:solidFill>
                  <a:latin typeface="Gulim" panose="020B0600000101010101" pitchFamily="34" charset="-127"/>
                  <a:ea typeface="Gulim" panose="020B0600000101010101" pitchFamily="34" charset="-127"/>
                </a:endParaRPr>
              </a:p>
            </p:txBody>
          </p:sp>
          <p:sp>
            <p:nvSpPr>
              <p:cNvPr id="73753" name="Text Box 9">
                <a:extLst>
                  <a:ext uri="{FF2B5EF4-FFF2-40B4-BE49-F238E27FC236}">
                    <a16:creationId xmlns:a16="http://schemas.microsoft.com/office/drawing/2014/main" id="{9CB2D84A-E6AE-6546-B2CC-D56E454C7666}"/>
                  </a:ext>
                </a:extLst>
              </p:cNvPr>
              <p:cNvSpPr txBox="1">
                <a:spLocks noChangeArrowheads="1"/>
              </p:cNvSpPr>
              <p:nvPr/>
            </p:nvSpPr>
            <p:spPr bwMode="auto">
              <a:xfrm>
                <a:off x="3780" y="3936"/>
                <a:ext cx="1080" cy="4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lnSpc>
                    <a:spcPct val="80000"/>
                  </a:lnSpc>
                </a:pPr>
                <a:r>
                  <a:rPr kumimoji="1" lang="zh-CN" altLang="en-US">
                    <a:solidFill>
                      <a:srgbClr val="0000FF"/>
                    </a:solidFill>
                    <a:latin typeface="Times New Roman" panose="02020603050405020304" pitchFamily="18" charset="0"/>
                  </a:rPr>
                  <a:t>课程</a:t>
                </a:r>
                <a:endParaRPr kumimoji="1" lang="zh-CN" altLang="en-US">
                  <a:solidFill>
                    <a:srgbClr val="0000FF"/>
                  </a:solidFill>
                  <a:latin typeface="Gulim" panose="020B0600000101010101" pitchFamily="34" charset="-127"/>
                  <a:ea typeface="Gulim" panose="020B0600000101010101" pitchFamily="34" charset="-127"/>
                </a:endParaRPr>
              </a:p>
            </p:txBody>
          </p:sp>
          <p:sp>
            <p:nvSpPr>
              <p:cNvPr id="73754" name="Text Box 10">
                <a:extLst>
                  <a:ext uri="{FF2B5EF4-FFF2-40B4-BE49-F238E27FC236}">
                    <a16:creationId xmlns:a16="http://schemas.microsoft.com/office/drawing/2014/main" id="{F2629C52-F6F8-D046-8840-A97BA8475E24}"/>
                  </a:ext>
                </a:extLst>
              </p:cNvPr>
              <p:cNvSpPr txBox="1">
                <a:spLocks noChangeArrowheads="1"/>
              </p:cNvSpPr>
              <p:nvPr/>
            </p:nvSpPr>
            <p:spPr bwMode="auto">
              <a:xfrm>
                <a:off x="3780" y="1752"/>
                <a:ext cx="1080" cy="4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lnSpc>
                    <a:spcPct val="80000"/>
                  </a:lnSpc>
                </a:pPr>
                <a:r>
                  <a:rPr kumimoji="1" lang="zh-CN" altLang="en-US">
                    <a:solidFill>
                      <a:srgbClr val="0000FF"/>
                    </a:solidFill>
                    <a:latin typeface="Times New Roman" panose="02020603050405020304" pitchFamily="18" charset="0"/>
                  </a:rPr>
                  <a:t>教师</a:t>
                </a:r>
                <a:endParaRPr kumimoji="1" lang="zh-CN" altLang="en-US">
                  <a:solidFill>
                    <a:srgbClr val="0000FF"/>
                  </a:solidFill>
                  <a:latin typeface="Gulim" panose="020B0600000101010101" pitchFamily="34" charset="-127"/>
                  <a:ea typeface="Gulim" panose="020B0600000101010101" pitchFamily="34" charset="-127"/>
                </a:endParaRPr>
              </a:p>
            </p:txBody>
          </p:sp>
          <p:sp>
            <p:nvSpPr>
              <p:cNvPr id="73755" name="AutoShape 11">
                <a:extLst>
                  <a:ext uri="{FF2B5EF4-FFF2-40B4-BE49-F238E27FC236}">
                    <a16:creationId xmlns:a16="http://schemas.microsoft.com/office/drawing/2014/main" id="{C719E04C-5A52-C04C-B1E6-A72D3E8DE50C}"/>
                  </a:ext>
                </a:extLst>
              </p:cNvPr>
              <p:cNvSpPr>
                <a:spLocks noChangeArrowheads="1"/>
              </p:cNvSpPr>
              <p:nvPr/>
            </p:nvSpPr>
            <p:spPr bwMode="auto">
              <a:xfrm>
                <a:off x="3780" y="2688"/>
                <a:ext cx="1080" cy="780"/>
              </a:xfrm>
              <a:prstGeom prst="diamond">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lnSpc>
                    <a:spcPct val="80000"/>
                  </a:lnSpc>
                </a:pPr>
                <a:r>
                  <a:rPr kumimoji="1" lang="zh-CN" altLang="en-US">
                    <a:solidFill>
                      <a:srgbClr val="0000FF"/>
                    </a:solidFill>
                    <a:latin typeface="Times New Roman" panose="02020603050405020304" pitchFamily="18" charset="0"/>
                  </a:rPr>
                  <a:t>授课</a:t>
                </a:r>
                <a:endParaRPr kumimoji="1" lang="zh-CN" altLang="en-US">
                  <a:solidFill>
                    <a:srgbClr val="0000FF"/>
                  </a:solidFill>
                  <a:latin typeface="Gulim" panose="020B0600000101010101" pitchFamily="34" charset="-127"/>
                  <a:ea typeface="Gulim" panose="020B0600000101010101" pitchFamily="34" charset="-127"/>
                </a:endParaRPr>
              </a:p>
            </p:txBody>
          </p:sp>
          <p:sp>
            <p:nvSpPr>
              <p:cNvPr id="73756" name="Line 12">
                <a:extLst>
                  <a:ext uri="{FF2B5EF4-FFF2-40B4-BE49-F238E27FC236}">
                    <a16:creationId xmlns:a16="http://schemas.microsoft.com/office/drawing/2014/main" id="{C57317F6-2076-DF4E-9A8D-A8B0EF89EB84}"/>
                  </a:ext>
                </a:extLst>
              </p:cNvPr>
              <p:cNvSpPr>
                <a:spLocks noChangeShapeType="1"/>
              </p:cNvSpPr>
              <p:nvPr/>
            </p:nvSpPr>
            <p:spPr bwMode="auto">
              <a:xfrm>
                <a:off x="4320" y="222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7" name="Line 13">
                <a:extLst>
                  <a:ext uri="{FF2B5EF4-FFF2-40B4-BE49-F238E27FC236}">
                    <a16:creationId xmlns:a16="http://schemas.microsoft.com/office/drawing/2014/main" id="{D88B7B0B-311C-D84C-BDC8-17819BDAE573}"/>
                  </a:ext>
                </a:extLst>
              </p:cNvPr>
              <p:cNvSpPr>
                <a:spLocks noChangeShapeType="1"/>
              </p:cNvSpPr>
              <p:nvPr/>
            </p:nvSpPr>
            <p:spPr bwMode="auto">
              <a:xfrm>
                <a:off x="4320" y="3468"/>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3738" name="AutoShape 14">
              <a:extLst>
                <a:ext uri="{FF2B5EF4-FFF2-40B4-BE49-F238E27FC236}">
                  <a16:creationId xmlns:a16="http://schemas.microsoft.com/office/drawing/2014/main" id="{03CB644A-7B3A-6B46-B518-3CE4538FFCD6}"/>
                </a:ext>
              </a:extLst>
            </p:cNvPr>
            <p:cNvSpPr>
              <a:spLocks noChangeArrowheads="1"/>
            </p:cNvSpPr>
            <p:nvPr/>
          </p:nvSpPr>
          <p:spPr bwMode="auto">
            <a:xfrm>
              <a:off x="7020" y="7212"/>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lnSpc>
                  <a:spcPct val="80000"/>
                </a:lnSpc>
              </a:pPr>
              <a:r>
                <a:rPr kumimoji="1" lang="zh-CN" altLang="en-US">
                  <a:solidFill>
                    <a:srgbClr val="0000FF"/>
                  </a:solidFill>
                  <a:latin typeface="Times New Roman" panose="02020603050405020304" pitchFamily="18" charset="0"/>
                </a:rPr>
                <a:t>教师名</a:t>
              </a:r>
              <a:endParaRPr kumimoji="1" lang="zh-CN" altLang="en-US">
                <a:solidFill>
                  <a:srgbClr val="0000FF"/>
                </a:solidFill>
                <a:latin typeface="Gulim" panose="020B0600000101010101" pitchFamily="34" charset="-127"/>
                <a:ea typeface="Gulim" panose="020B0600000101010101" pitchFamily="34" charset="-127"/>
              </a:endParaRPr>
            </a:p>
          </p:txBody>
        </p:sp>
        <p:sp>
          <p:nvSpPr>
            <p:cNvPr id="73739" name="AutoShape 15">
              <a:extLst>
                <a:ext uri="{FF2B5EF4-FFF2-40B4-BE49-F238E27FC236}">
                  <a16:creationId xmlns:a16="http://schemas.microsoft.com/office/drawing/2014/main" id="{1775860C-7B5E-654B-8D17-068A6F869269}"/>
                </a:ext>
              </a:extLst>
            </p:cNvPr>
            <p:cNvSpPr>
              <a:spLocks noChangeArrowheads="1"/>
            </p:cNvSpPr>
            <p:nvPr/>
          </p:nvSpPr>
          <p:spPr bwMode="auto">
            <a:xfrm>
              <a:off x="7020" y="6588"/>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lnSpc>
                  <a:spcPct val="80000"/>
                </a:lnSpc>
              </a:pPr>
              <a:r>
                <a:rPr kumimoji="1" lang="zh-CN" altLang="en-US">
                  <a:solidFill>
                    <a:srgbClr val="0000FF"/>
                  </a:solidFill>
                  <a:latin typeface="Times New Roman" panose="02020603050405020304" pitchFamily="18" charset="0"/>
                </a:rPr>
                <a:t>教师号</a:t>
              </a:r>
              <a:endParaRPr kumimoji="1" lang="zh-CN" altLang="en-US">
                <a:solidFill>
                  <a:srgbClr val="0000FF"/>
                </a:solidFill>
                <a:latin typeface="Gulim" panose="020B0600000101010101" pitchFamily="34" charset="-127"/>
                <a:ea typeface="Gulim" panose="020B0600000101010101" pitchFamily="34" charset="-127"/>
              </a:endParaRPr>
            </a:p>
          </p:txBody>
        </p:sp>
        <p:sp>
          <p:nvSpPr>
            <p:cNvPr id="73740" name="AutoShape 16">
              <a:extLst>
                <a:ext uri="{FF2B5EF4-FFF2-40B4-BE49-F238E27FC236}">
                  <a16:creationId xmlns:a16="http://schemas.microsoft.com/office/drawing/2014/main" id="{2D940862-CB61-2540-8287-58719E08CBBF}"/>
                </a:ext>
              </a:extLst>
            </p:cNvPr>
            <p:cNvSpPr>
              <a:spLocks noChangeArrowheads="1"/>
            </p:cNvSpPr>
            <p:nvPr/>
          </p:nvSpPr>
          <p:spPr bwMode="auto">
            <a:xfrm>
              <a:off x="7020" y="8766"/>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lnSpc>
                  <a:spcPct val="80000"/>
                </a:lnSpc>
              </a:pPr>
              <a:r>
                <a:rPr kumimoji="1" lang="zh-CN" altLang="en-US">
                  <a:solidFill>
                    <a:srgbClr val="0000FF"/>
                  </a:solidFill>
                  <a:latin typeface="Times New Roman" panose="02020603050405020304" pitchFamily="18" charset="0"/>
                </a:rPr>
                <a:t>课程号</a:t>
              </a:r>
              <a:endParaRPr kumimoji="1" lang="zh-CN" altLang="en-US">
                <a:solidFill>
                  <a:srgbClr val="0000FF"/>
                </a:solidFill>
                <a:latin typeface="Gulim" panose="020B0600000101010101" pitchFamily="34" charset="-127"/>
                <a:ea typeface="Gulim" panose="020B0600000101010101" pitchFamily="34" charset="-127"/>
              </a:endParaRPr>
            </a:p>
          </p:txBody>
        </p:sp>
        <p:sp>
          <p:nvSpPr>
            <p:cNvPr id="73741" name="AutoShape 17">
              <a:extLst>
                <a:ext uri="{FF2B5EF4-FFF2-40B4-BE49-F238E27FC236}">
                  <a16:creationId xmlns:a16="http://schemas.microsoft.com/office/drawing/2014/main" id="{F953739F-1B0D-CA4D-B4B4-DC79E84C6C5F}"/>
                </a:ext>
              </a:extLst>
            </p:cNvPr>
            <p:cNvSpPr>
              <a:spLocks noChangeArrowheads="1"/>
            </p:cNvSpPr>
            <p:nvPr/>
          </p:nvSpPr>
          <p:spPr bwMode="auto">
            <a:xfrm>
              <a:off x="7020" y="9390"/>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lnSpc>
                  <a:spcPct val="80000"/>
                </a:lnSpc>
              </a:pPr>
              <a:r>
                <a:rPr kumimoji="1" lang="zh-CN" altLang="en-US">
                  <a:solidFill>
                    <a:srgbClr val="0000FF"/>
                  </a:solidFill>
                  <a:latin typeface="Times New Roman" panose="02020603050405020304" pitchFamily="18" charset="0"/>
                </a:rPr>
                <a:t>课程名</a:t>
              </a:r>
              <a:endParaRPr kumimoji="1" lang="zh-CN" altLang="en-US">
                <a:solidFill>
                  <a:srgbClr val="0000FF"/>
                </a:solidFill>
                <a:latin typeface="Gulim" panose="020B0600000101010101" pitchFamily="34" charset="-127"/>
                <a:ea typeface="Gulim" panose="020B0600000101010101" pitchFamily="34" charset="-127"/>
              </a:endParaRPr>
            </a:p>
          </p:txBody>
        </p:sp>
        <p:sp>
          <p:nvSpPr>
            <p:cNvPr id="73742" name="AutoShape 18">
              <a:extLst>
                <a:ext uri="{FF2B5EF4-FFF2-40B4-BE49-F238E27FC236}">
                  <a16:creationId xmlns:a16="http://schemas.microsoft.com/office/drawing/2014/main" id="{B97A3A17-7219-C64B-BF6D-8297EC5DFE2F}"/>
                </a:ext>
              </a:extLst>
            </p:cNvPr>
            <p:cNvSpPr>
              <a:spLocks noChangeArrowheads="1"/>
            </p:cNvSpPr>
            <p:nvPr/>
          </p:nvSpPr>
          <p:spPr bwMode="auto">
            <a:xfrm>
              <a:off x="4320" y="9078"/>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lnSpc>
                  <a:spcPct val="80000"/>
                </a:lnSpc>
              </a:pPr>
              <a:r>
                <a:rPr kumimoji="1" lang="zh-CN" altLang="en-US">
                  <a:solidFill>
                    <a:srgbClr val="0000FF"/>
                  </a:solidFill>
                  <a:latin typeface="Times New Roman" panose="02020603050405020304" pitchFamily="18" charset="0"/>
                </a:rPr>
                <a:t>学分</a:t>
              </a:r>
              <a:endParaRPr kumimoji="1" lang="zh-CN" altLang="en-US">
                <a:solidFill>
                  <a:srgbClr val="0000FF"/>
                </a:solidFill>
                <a:latin typeface="Gulim" panose="020B0600000101010101" pitchFamily="34" charset="-127"/>
                <a:ea typeface="Gulim" panose="020B0600000101010101" pitchFamily="34" charset="-127"/>
              </a:endParaRPr>
            </a:p>
          </p:txBody>
        </p:sp>
        <p:sp>
          <p:nvSpPr>
            <p:cNvPr id="73743" name="Line 19">
              <a:extLst>
                <a:ext uri="{FF2B5EF4-FFF2-40B4-BE49-F238E27FC236}">
                  <a16:creationId xmlns:a16="http://schemas.microsoft.com/office/drawing/2014/main" id="{C54981C3-BE47-AB4A-B160-AE76C4651C4A}"/>
                </a:ext>
              </a:extLst>
            </p:cNvPr>
            <p:cNvSpPr>
              <a:spLocks noChangeShapeType="1"/>
            </p:cNvSpPr>
            <p:nvPr/>
          </p:nvSpPr>
          <p:spPr bwMode="auto">
            <a:xfrm flipV="1">
              <a:off x="6660" y="6744"/>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4" name="Line 20">
              <a:extLst>
                <a:ext uri="{FF2B5EF4-FFF2-40B4-BE49-F238E27FC236}">
                  <a16:creationId xmlns:a16="http://schemas.microsoft.com/office/drawing/2014/main" id="{A34C464F-AAEC-6E4A-A8A9-83881CC65D74}"/>
                </a:ext>
              </a:extLst>
            </p:cNvPr>
            <p:cNvSpPr>
              <a:spLocks noChangeShapeType="1"/>
            </p:cNvSpPr>
            <p:nvPr/>
          </p:nvSpPr>
          <p:spPr bwMode="auto">
            <a:xfrm>
              <a:off x="6660" y="7212"/>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5" name="Line 21">
              <a:extLst>
                <a:ext uri="{FF2B5EF4-FFF2-40B4-BE49-F238E27FC236}">
                  <a16:creationId xmlns:a16="http://schemas.microsoft.com/office/drawing/2014/main" id="{62044171-D204-F448-9559-E9F9E7BA798C}"/>
                </a:ext>
              </a:extLst>
            </p:cNvPr>
            <p:cNvSpPr>
              <a:spLocks noChangeShapeType="1"/>
            </p:cNvSpPr>
            <p:nvPr/>
          </p:nvSpPr>
          <p:spPr bwMode="auto">
            <a:xfrm flipV="1">
              <a:off x="6660" y="8922"/>
              <a:ext cx="360" cy="3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6" name="Line 22">
              <a:extLst>
                <a:ext uri="{FF2B5EF4-FFF2-40B4-BE49-F238E27FC236}">
                  <a16:creationId xmlns:a16="http://schemas.microsoft.com/office/drawing/2014/main" id="{2B41FEC5-D5DE-8B42-AE89-531E23C95596}"/>
                </a:ext>
              </a:extLst>
            </p:cNvPr>
            <p:cNvSpPr>
              <a:spLocks noChangeShapeType="1"/>
            </p:cNvSpPr>
            <p:nvPr/>
          </p:nvSpPr>
          <p:spPr bwMode="auto">
            <a:xfrm>
              <a:off x="6660" y="9393"/>
              <a:ext cx="360" cy="15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7" name="AutoShape 23">
              <a:extLst>
                <a:ext uri="{FF2B5EF4-FFF2-40B4-BE49-F238E27FC236}">
                  <a16:creationId xmlns:a16="http://schemas.microsoft.com/office/drawing/2014/main" id="{90D87665-F8C2-DD4C-8239-BE54FC62C5CD}"/>
                </a:ext>
              </a:extLst>
            </p:cNvPr>
            <p:cNvSpPr>
              <a:spLocks noChangeArrowheads="1"/>
            </p:cNvSpPr>
            <p:nvPr/>
          </p:nvSpPr>
          <p:spPr bwMode="auto">
            <a:xfrm>
              <a:off x="4320" y="6894"/>
              <a:ext cx="90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latinLnBrk="1" hangingPunct="1">
                <a:lnSpc>
                  <a:spcPct val="80000"/>
                </a:lnSpc>
              </a:pPr>
              <a:r>
                <a:rPr kumimoji="1" lang="zh-CN" altLang="en-US">
                  <a:solidFill>
                    <a:srgbClr val="0000FF"/>
                  </a:solidFill>
                  <a:latin typeface="Times New Roman" panose="02020603050405020304" pitchFamily="18" charset="0"/>
                </a:rPr>
                <a:t>职称</a:t>
              </a:r>
              <a:endParaRPr kumimoji="1" lang="zh-CN" altLang="en-US">
                <a:solidFill>
                  <a:srgbClr val="0000FF"/>
                </a:solidFill>
                <a:latin typeface="Gulim" panose="020B0600000101010101" pitchFamily="34" charset="-127"/>
                <a:ea typeface="Gulim" panose="020B0600000101010101" pitchFamily="34" charset="-127"/>
              </a:endParaRPr>
            </a:p>
          </p:txBody>
        </p:sp>
        <p:sp>
          <p:nvSpPr>
            <p:cNvPr id="73748" name="AutoShape 24">
              <a:extLst>
                <a:ext uri="{FF2B5EF4-FFF2-40B4-BE49-F238E27FC236}">
                  <a16:creationId xmlns:a16="http://schemas.microsoft.com/office/drawing/2014/main" id="{AC968437-5F94-F247-85EE-05CD044300A2}"/>
                </a:ext>
              </a:extLst>
            </p:cNvPr>
            <p:cNvSpPr>
              <a:spLocks noChangeArrowheads="1"/>
            </p:cNvSpPr>
            <p:nvPr/>
          </p:nvSpPr>
          <p:spPr bwMode="auto">
            <a:xfrm>
              <a:off x="4140" y="7992"/>
              <a:ext cx="1080" cy="468"/>
            </a:xfrm>
            <a:prstGeom prst="roundRect">
              <a:avLst>
                <a:gd name="adj" fmla="val 1666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latinLnBrk="1" hangingPunct="1">
                <a:lnSpc>
                  <a:spcPct val="80000"/>
                </a:lnSpc>
              </a:pPr>
              <a:r>
                <a:rPr kumimoji="1" lang="zh-CN" altLang="en-US">
                  <a:solidFill>
                    <a:srgbClr val="0000FF"/>
                  </a:solidFill>
                  <a:latin typeface="Times New Roman" panose="02020603050405020304" pitchFamily="18" charset="0"/>
                </a:rPr>
                <a:t>授课时数</a:t>
              </a:r>
              <a:endParaRPr kumimoji="1" lang="zh-CN" altLang="en-US">
                <a:solidFill>
                  <a:srgbClr val="0000FF"/>
                </a:solidFill>
                <a:latin typeface="Gulim" panose="020B0600000101010101" pitchFamily="34" charset="-127"/>
                <a:ea typeface="Gulim" panose="020B0600000101010101" pitchFamily="34" charset="-127"/>
              </a:endParaRPr>
            </a:p>
          </p:txBody>
        </p:sp>
        <p:sp>
          <p:nvSpPr>
            <p:cNvPr id="73749" name="Line 25">
              <a:extLst>
                <a:ext uri="{FF2B5EF4-FFF2-40B4-BE49-F238E27FC236}">
                  <a16:creationId xmlns:a16="http://schemas.microsoft.com/office/drawing/2014/main" id="{F498D549-1C23-F248-8AC9-67BAB7DE2730}"/>
                </a:ext>
              </a:extLst>
            </p:cNvPr>
            <p:cNvSpPr>
              <a:spLocks noChangeShapeType="1"/>
            </p:cNvSpPr>
            <p:nvPr/>
          </p:nvSpPr>
          <p:spPr bwMode="auto">
            <a:xfrm>
              <a:off x="5220" y="7050"/>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0" name="Line 26">
              <a:extLst>
                <a:ext uri="{FF2B5EF4-FFF2-40B4-BE49-F238E27FC236}">
                  <a16:creationId xmlns:a16="http://schemas.microsoft.com/office/drawing/2014/main" id="{0E1A3095-028D-894C-9C8D-D6D6AEFF0E78}"/>
                </a:ext>
              </a:extLst>
            </p:cNvPr>
            <p:cNvSpPr>
              <a:spLocks noChangeShapeType="1"/>
            </p:cNvSpPr>
            <p:nvPr/>
          </p:nvSpPr>
          <p:spPr bwMode="auto">
            <a:xfrm>
              <a:off x="5220" y="9390"/>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46467">
                                            <p:txEl>
                                              <p:pRg st="0" end="0"/>
                                            </p:txEl>
                                          </p:spTgt>
                                        </p:tgtEl>
                                        <p:attrNameLst>
                                          <p:attrName>style.visibility</p:attrName>
                                        </p:attrNameLst>
                                      </p:cBhvr>
                                      <p:to>
                                        <p:strVal val="visible"/>
                                      </p:to>
                                    </p:set>
                                    <p:animEffect transition="in" filter="checkerboard(across)">
                                      <p:cBhvr>
                                        <p:cTn id="7" dur="500"/>
                                        <p:tgtEl>
                                          <p:spTgt spid="4464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46467">
                                            <p:txEl>
                                              <p:pRg st="1" end="1"/>
                                            </p:txEl>
                                          </p:spTgt>
                                        </p:tgtEl>
                                        <p:attrNameLst>
                                          <p:attrName>style.visibility</p:attrName>
                                        </p:attrNameLst>
                                      </p:cBhvr>
                                      <p:to>
                                        <p:strVal val="visible"/>
                                      </p:to>
                                    </p:set>
                                    <p:animEffect transition="in" filter="checkerboard(across)">
                                      <p:cBhvr>
                                        <p:cTn id="12" dur="500"/>
                                        <p:tgtEl>
                                          <p:spTgt spid="4464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46467">
                                            <p:txEl>
                                              <p:pRg st="2" end="2"/>
                                            </p:txEl>
                                          </p:spTgt>
                                        </p:tgtEl>
                                        <p:attrNameLst>
                                          <p:attrName>style.visibility</p:attrName>
                                        </p:attrNameLst>
                                      </p:cBhvr>
                                      <p:to>
                                        <p:strVal val="visible"/>
                                      </p:to>
                                    </p:set>
                                    <p:animEffect transition="in" filter="checkerboard(across)">
                                      <p:cBhvr>
                                        <p:cTn id="17" dur="500"/>
                                        <p:tgtEl>
                                          <p:spTgt spid="4464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3">
            <a:extLst>
              <a:ext uri="{FF2B5EF4-FFF2-40B4-BE49-F238E27FC236}">
                <a16:creationId xmlns:a16="http://schemas.microsoft.com/office/drawing/2014/main" id="{FCB0B33C-66D4-F646-90DC-5DAB2D8C9475}"/>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2BF9A4E4-1C4F-2642-84D9-0D17AC103315}" type="slidenum">
              <a:rPr lang="zh-CN" altLang="en-US" sz="2000"/>
              <a:pPr/>
              <a:t>46</a:t>
            </a:fld>
            <a:endParaRPr lang="en-US" altLang="zh-CN" sz="2000"/>
          </a:p>
        </p:txBody>
      </p:sp>
      <p:sp>
        <p:nvSpPr>
          <p:cNvPr id="74755" name="日期占位符 4">
            <a:extLst>
              <a:ext uri="{FF2B5EF4-FFF2-40B4-BE49-F238E27FC236}">
                <a16:creationId xmlns:a16="http://schemas.microsoft.com/office/drawing/2014/main" id="{48EFB39D-D949-D64C-9B27-14B0564DCE1C}"/>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65B7D499-311B-E944-B0B2-2370EE06D26B}" type="datetime1">
              <a:rPr lang="zh-CN" altLang="en-US" sz="1800" smtClean="0"/>
              <a:pPr/>
              <a:t>2023/5/16</a:t>
            </a:fld>
            <a:endParaRPr lang="en-US" altLang="zh-CN" sz="1000"/>
          </a:p>
        </p:txBody>
      </p:sp>
      <p:sp>
        <p:nvSpPr>
          <p:cNvPr id="2224130" name="Rectangle 2">
            <a:extLst>
              <a:ext uri="{FF2B5EF4-FFF2-40B4-BE49-F238E27FC236}">
                <a16:creationId xmlns:a16="http://schemas.microsoft.com/office/drawing/2014/main" id="{18310B46-C24E-A84D-893D-8B41DAEFE67C}"/>
              </a:ext>
            </a:extLst>
          </p:cNvPr>
          <p:cNvSpPr>
            <a:spLocks noGrp="1" noChangeArrowheads="1"/>
          </p:cNvSpPr>
          <p:nvPr>
            <p:ph type="title"/>
          </p:nvPr>
        </p:nvSpPr>
        <p:spPr/>
        <p:txBody>
          <a:bodyPr/>
          <a:lstStyle/>
          <a:p>
            <a:r>
              <a:rPr lang="en-US" altLang="zh-CN"/>
              <a:t>m:n</a:t>
            </a:r>
            <a:r>
              <a:rPr lang="zh-CN" altLang="en-US"/>
              <a:t>转换示例</a:t>
            </a:r>
          </a:p>
        </p:txBody>
      </p:sp>
      <p:sp>
        <p:nvSpPr>
          <p:cNvPr id="74757" name="Rectangle 3">
            <a:extLst>
              <a:ext uri="{FF2B5EF4-FFF2-40B4-BE49-F238E27FC236}">
                <a16:creationId xmlns:a16="http://schemas.microsoft.com/office/drawing/2014/main" id="{17B3116C-8B99-5F42-9BD2-143FB1CFAC11}"/>
              </a:ext>
            </a:extLst>
          </p:cNvPr>
          <p:cNvSpPr>
            <a:spLocks noGrp="1" noChangeArrowheads="1"/>
          </p:cNvSpPr>
          <p:nvPr>
            <p:ph type="body" idx="1"/>
          </p:nvPr>
        </p:nvSpPr>
        <p:spPr>
          <a:xfrm>
            <a:off x="650875" y="1143000"/>
            <a:ext cx="8820150" cy="4152900"/>
          </a:xfrm>
        </p:spPr>
        <p:txBody>
          <a:bodyPr/>
          <a:lstStyle/>
          <a:p>
            <a:r>
              <a:rPr lang="zh-CN" altLang="en-US" sz="3200"/>
              <a:t>三个或三个以上实体间的一个</a:t>
            </a:r>
            <a:r>
              <a:rPr lang="zh-CN" altLang="en-US" sz="3200">
                <a:solidFill>
                  <a:srgbClr val="3333FF"/>
                </a:solidFill>
              </a:rPr>
              <a:t>多元联系</a:t>
            </a:r>
            <a:r>
              <a:rPr lang="zh-CN" altLang="en-US" sz="3200"/>
              <a:t>转换为一个关系模式</a:t>
            </a:r>
            <a:endParaRPr lang="en-US" altLang="zh-CN" sz="3200"/>
          </a:p>
          <a:p>
            <a:pPr eaLnBrk="1" hangingPunct="1">
              <a:lnSpc>
                <a:spcPct val="120000"/>
              </a:lnSpc>
              <a:buFont typeface="Wingdings" pitchFamily="2" charset="2"/>
              <a:buNone/>
            </a:pPr>
            <a:r>
              <a:rPr lang="zh-CN" altLang="en-US" sz="3200"/>
              <a:t>例，“讲授”联系是一个三元联系，可以将它转换为如下关系模式，其中课程号、职工号和书号为关系的组合码：</a:t>
            </a:r>
          </a:p>
          <a:p>
            <a:pPr eaLnBrk="1" hangingPunct="1">
              <a:lnSpc>
                <a:spcPct val="120000"/>
              </a:lnSpc>
              <a:buFont typeface="Wingdings" pitchFamily="2" charset="2"/>
              <a:buNone/>
            </a:pPr>
            <a:r>
              <a:rPr lang="zh-CN" altLang="en-US" sz="3200"/>
              <a:t>　　讲授（</a:t>
            </a:r>
            <a:r>
              <a:rPr lang="zh-CN" altLang="en-US" sz="3200" u="sng"/>
              <a:t>课程号，职工号，书号</a:t>
            </a:r>
            <a:r>
              <a:rPr lang="zh-CN" altLang="en-US" sz="3200"/>
              <a:t>）</a:t>
            </a:r>
          </a:p>
          <a:p>
            <a:endParaRPr lang="zh-CN" altLang="en-US" sz="29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3">
            <a:extLst>
              <a:ext uri="{FF2B5EF4-FFF2-40B4-BE49-F238E27FC236}">
                <a16:creationId xmlns:a16="http://schemas.microsoft.com/office/drawing/2014/main" id="{3F93AF4D-6BCF-BB41-933F-A65A327EBC96}"/>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F30D315-294F-1741-A745-94826A929554}" type="slidenum">
              <a:rPr lang="zh-CN" altLang="en-US" sz="2000"/>
              <a:pPr/>
              <a:t>47</a:t>
            </a:fld>
            <a:endParaRPr lang="en-US" altLang="zh-CN" sz="2000"/>
          </a:p>
        </p:txBody>
      </p:sp>
      <p:sp>
        <p:nvSpPr>
          <p:cNvPr id="75779" name="日期占位符 4">
            <a:extLst>
              <a:ext uri="{FF2B5EF4-FFF2-40B4-BE49-F238E27FC236}">
                <a16:creationId xmlns:a16="http://schemas.microsoft.com/office/drawing/2014/main" id="{5292465C-367D-7A48-B03C-466F84F4A586}"/>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CB051219-3D19-2840-AD8E-387BD0FB806A}" type="datetime1">
              <a:rPr lang="zh-CN" altLang="en-US" sz="1800" smtClean="0"/>
              <a:pPr/>
              <a:t>2023/5/16</a:t>
            </a:fld>
            <a:endParaRPr lang="en-US" altLang="zh-CN" sz="1000"/>
          </a:p>
        </p:txBody>
      </p:sp>
      <p:sp>
        <p:nvSpPr>
          <p:cNvPr id="2224130" name="Rectangle 2">
            <a:extLst>
              <a:ext uri="{FF2B5EF4-FFF2-40B4-BE49-F238E27FC236}">
                <a16:creationId xmlns:a16="http://schemas.microsoft.com/office/drawing/2014/main" id="{14E474F9-D247-AC48-9877-C3DFAFB81762}"/>
              </a:ext>
            </a:extLst>
          </p:cNvPr>
          <p:cNvSpPr>
            <a:spLocks noGrp="1" noChangeArrowheads="1"/>
          </p:cNvSpPr>
          <p:nvPr>
            <p:ph type="title"/>
          </p:nvPr>
        </p:nvSpPr>
        <p:spPr/>
        <p:txBody>
          <a:bodyPr/>
          <a:lstStyle/>
          <a:p>
            <a:r>
              <a:rPr lang="en-US" altLang="zh-CN">
                <a:ea typeface="宋体" panose="02010600030101010101" pitchFamily="2" charset="-122"/>
              </a:rPr>
              <a:t>E-R</a:t>
            </a:r>
            <a:r>
              <a:rPr lang="zh-CN" altLang="en-US">
                <a:ea typeface="宋体" panose="02010600030101010101" pitchFamily="2" charset="-122"/>
              </a:rPr>
              <a:t>图向关系模型的转换</a:t>
            </a:r>
            <a:endParaRPr lang="zh-CN" altLang="en-US"/>
          </a:p>
        </p:txBody>
      </p:sp>
      <p:sp>
        <p:nvSpPr>
          <p:cNvPr id="75781" name="Rectangle 3">
            <a:extLst>
              <a:ext uri="{FF2B5EF4-FFF2-40B4-BE49-F238E27FC236}">
                <a16:creationId xmlns:a16="http://schemas.microsoft.com/office/drawing/2014/main" id="{27B64FF5-0DBE-3248-9609-7E32C8494107}"/>
              </a:ext>
            </a:extLst>
          </p:cNvPr>
          <p:cNvSpPr>
            <a:spLocks noGrp="1" noChangeArrowheads="1"/>
          </p:cNvSpPr>
          <p:nvPr>
            <p:ph type="body" idx="1"/>
          </p:nvPr>
        </p:nvSpPr>
        <p:spPr>
          <a:xfrm>
            <a:off x="650875" y="1143000"/>
            <a:ext cx="8820150" cy="3003550"/>
          </a:xfrm>
        </p:spPr>
        <p:txBody>
          <a:bodyPr/>
          <a:lstStyle/>
          <a:p>
            <a:r>
              <a:rPr lang="zh-CN" altLang="en-US" sz="3200"/>
              <a:t>具有相同键的关系模式可合并</a:t>
            </a:r>
          </a:p>
          <a:p>
            <a:pPr lvl="1"/>
            <a:r>
              <a:rPr lang="zh-CN" altLang="en-US" sz="3200"/>
              <a:t>目的：减少系统中的关系个数</a:t>
            </a:r>
          </a:p>
          <a:p>
            <a:pPr lvl="1"/>
            <a:r>
              <a:rPr lang="zh-CN" altLang="en-US" sz="3200"/>
              <a:t>合并方法：将其中一个关系模式的全部属性加入到另一个关系模式中，然后去掉其中的同义属性（可能同名也可能不同名），并适当调整属性的次序</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a:extLst>
              <a:ext uri="{FF2B5EF4-FFF2-40B4-BE49-F238E27FC236}">
                <a16:creationId xmlns:a16="http://schemas.microsoft.com/office/drawing/2014/main" id="{CDDC170F-9D75-9549-9DE4-E228397DE999}"/>
              </a:ext>
            </a:extLst>
          </p:cNvPr>
          <p:cNvSpPr>
            <a:spLocks noGrp="1"/>
          </p:cNvSpPr>
          <p:nvPr>
            <p:ph type="sldNum" sz="quarter" idx="12"/>
          </p:nvPr>
        </p:nvSpPr>
        <p:spPr>
          <a:noFill/>
        </p:spPr>
        <p:txBody>
          <a:bodyPr/>
          <a:lstStyle>
            <a:lvl1pPr>
              <a:spcBef>
                <a:spcPct val="20000"/>
              </a:spcBef>
              <a:buClr>
                <a:schemeClr val="tx1"/>
              </a:buClr>
              <a:buSzPct val="110000"/>
              <a:buChar char="•"/>
              <a:defRPr sz="28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buChar char="v"/>
              <a:defRPr sz="24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buChar char="§"/>
              <a:defRPr sz="2000">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buChar char="Ø"/>
              <a:defRPr>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buChar char="n"/>
              <a:defRPr>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buChar char="n"/>
              <a:defRPr>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buChar char="n"/>
              <a:defRPr>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buChar char="n"/>
              <a:defRPr>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buChar char="n"/>
              <a:defRPr>
                <a:solidFill>
                  <a:srgbClr val="0000CC"/>
                </a:solidFill>
                <a:latin typeface="宋体" panose="02010600030101010101" pitchFamily="2" charset="-122"/>
              </a:defRPr>
            </a:lvl9pPr>
          </a:lstStyle>
          <a:p>
            <a:pPr>
              <a:spcBef>
                <a:spcPct val="0"/>
              </a:spcBef>
              <a:buClrTx/>
              <a:buSzTx/>
              <a:buFontTx/>
              <a:buNone/>
            </a:pPr>
            <a:fld id="{7BC371A8-9ADF-C147-A217-6FB7732C709A}" type="slidenum">
              <a:rPr lang="de-DE" altLang="zh-CN" sz="1400">
                <a:solidFill>
                  <a:srgbClr val="40458C"/>
                </a:solidFill>
                <a:latin typeface="Tahoma" panose="020B0604030504040204" pitchFamily="34" charset="0"/>
              </a:rPr>
              <a:pPr>
                <a:spcBef>
                  <a:spcPct val="0"/>
                </a:spcBef>
                <a:buClrTx/>
                <a:buSzTx/>
                <a:buFontTx/>
                <a:buNone/>
              </a:pPr>
              <a:t>48</a:t>
            </a:fld>
            <a:endParaRPr lang="de-DE" altLang="zh-CN" sz="1400">
              <a:solidFill>
                <a:srgbClr val="40458C"/>
              </a:solidFill>
              <a:latin typeface="Tahoma" panose="020B0604030504040204" pitchFamily="34" charset="0"/>
            </a:endParaRPr>
          </a:p>
          <a:p>
            <a:pPr>
              <a:spcBef>
                <a:spcPct val="0"/>
              </a:spcBef>
              <a:buClrTx/>
              <a:buSzTx/>
              <a:buFontTx/>
              <a:buNone/>
            </a:pPr>
            <a:endParaRPr lang="de-DE" altLang="zh-CN" sz="1400">
              <a:solidFill>
                <a:srgbClr val="40458C"/>
              </a:solidFill>
              <a:latin typeface="Tahoma" panose="020B0604030504040204" pitchFamily="34" charset="0"/>
            </a:endParaRPr>
          </a:p>
        </p:txBody>
      </p:sp>
      <p:graphicFrame>
        <p:nvGraphicFramePr>
          <p:cNvPr id="514192" name="Group 144">
            <a:extLst>
              <a:ext uri="{FF2B5EF4-FFF2-40B4-BE49-F238E27FC236}">
                <a16:creationId xmlns:a16="http://schemas.microsoft.com/office/drawing/2014/main" id="{CF9AE597-B545-744C-9BE7-868E6BAD5545}"/>
              </a:ext>
            </a:extLst>
          </p:cNvPr>
          <p:cNvGraphicFramePr>
            <a:graphicFrameLocks noGrp="1"/>
          </p:cNvGraphicFramePr>
          <p:nvPr>
            <p:ph idx="1"/>
          </p:nvPr>
        </p:nvGraphicFramePr>
        <p:xfrm>
          <a:off x="271463" y="376238"/>
          <a:ext cx="9363075" cy="6324602"/>
        </p:xfrm>
        <a:graphic>
          <a:graphicData uri="http://schemas.openxmlformats.org/drawingml/2006/table">
            <a:tbl>
              <a:tblPr/>
              <a:tblGrid>
                <a:gridCol w="2089150">
                  <a:extLst>
                    <a:ext uri="{9D8B030D-6E8A-4147-A177-3AD203B41FA5}">
                      <a16:colId xmlns:a16="http://schemas.microsoft.com/office/drawing/2014/main" val="1838522211"/>
                    </a:ext>
                  </a:extLst>
                </a:gridCol>
                <a:gridCol w="1800225">
                  <a:extLst>
                    <a:ext uri="{9D8B030D-6E8A-4147-A177-3AD203B41FA5}">
                      <a16:colId xmlns:a16="http://schemas.microsoft.com/office/drawing/2014/main" val="3402482593"/>
                    </a:ext>
                  </a:extLst>
                </a:gridCol>
                <a:gridCol w="5473700">
                  <a:extLst>
                    <a:ext uri="{9D8B030D-6E8A-4147-A177-3AD203B41FA5}">
                      <a16:colId xmlns:a16="http://schemas.microsoft.com/office/drawing/2014/main" val="141281594"/>
                    </a:ext>
                  </a:extLst>
                </a:gridCol>
              </a:tblGrid>
              <a:tr h="557213">
                <a:tc gridSpan="2">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en-US" altLang="zh-CN" sz="2800" b="1" i="0" u="none" strike="noStrike" cap="none" normalizeH="0" baseline="0">
                          <a:ln>
                            <a:noFill/>
                          </a:ln>
                          <a:solidFill>
                            <a:srgbClr val="0000CC"/>
                          </a:solidFill>
                          <a:effectLst/>
                          <a:latin typeface="宋体" panose="02010600030101010101" pitchFamily="2" charset="-122"/>
                          <a:ea typeface="宋体" panose="02010600030101010101" pitchFamily="2" charset="-122"/>
                        </a:rPr>
                        <a:t>ER </a:t>
                      </a:r>
                      <a:r>
                        <a:rPr kumimoji="0" lang="en-US" altLang="zh-CN" sz="2800" b="1" i="0" u="none" strike="noStrike" cap="none" normalizeH="0" baseline="0">
                          <a:ln>
                            <a:noFill/>
                          </a:ln>
                          <a:solidFill>
                            <a:srgbClr val="0000CC"/>
                          </a:solidFill>
                          <a:effectLst/>
                          <a:latin typeface="Arial" panose="020B0604020202020204" pitchFamily="34" charset="0"/>
                          <a:ea typeface="宋体" panose="02010600030101010101" pitchFamily="2" charset="-122"/>
                        </a:rPr>
                        <a:t>–</a:t>
                      </a:r>
                      <a:r>
                        <a:rPr kumimoji="0" lang="en-US" altLang="zh-CN" sz="2800" b="1" i="0" u="none" strike="noStrike" cap="none" normalizeH="0" baseline="0">
                          <a:ln>
                            <a:noFill/>
                          </a:ln>
                          <a:solidFill>
                            <a:srgbClr val="0000CC"/>
                          </a:solidFill>
                          <a:effectLst/>
                          <a:latin typeface="宋体" panose="02010600030101010101" pitchFamily="2" charset="-122"/>
                          <a:ea typeface="宋体" panose="02010600030101010101" pitchFamily="2" charset="-122"/>
                        </a:rPr>
                        <a:t> </a:t>
                      </a:r>
                      <a:r>
                        <a:rPr kumimoji="0" lang="zh-CN" altLang="en-US" sz="2800" b="1" i="0" u="none" strike="noStrike" cap="none" normalizeH="0" baseline="0">
                          <a:ln>
                            <a:noFill/>
                          </a:ln>
                          <a:solidFill>
                            <a:srgbClr val="0000CC"/>
                          </a:solidFill>
                          <a:effectLst/>
                          <a:latin typeface="宋体" panose="02010600030101010101" pitchFamily="2" charset="-122"/>
                          <a:ea typeface="宋体" panose="02010600030101010101" pitchFamily="2" charset="-122"/>
                        </a:rPr>
                        <a:t>联系类型约束</a:t>
                      </a:r>
                      <a:endParaRPr kumimoji="0" lang="en-US" altLang="zh-CN" sz="2800" b="1" i="0" u="none" strike="noStrike" cap="none" normalizeH="0" baseline="0">
                        <a:ln>
                          <a:noFill/>
                        </a:ln>
                        <a:solidFill>
                          <a:srgbClr val="0000CC"/>
                        </a:solidFill>
                        <a:effectLst/>
                        <a:latin typeface="宋体" panose="02010600030101010101" pitchFamily="2" charset="-122"/>
                        <a:ea typeface="宋体" panose="02010600030101010101" pitchFamily="2" charset="-122"/>
                      </a:endParaRPr>
                    </a:p>
                  </a:txBody>
                  <a:tcPr marL="99066" marR="99066"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tc hMerge="1">
                  <a:txBody>
                    <a:bodyPr/>
                    <a:lstStyle/>
                    <a:p>
                      <a:endParaRPr lang="zh-CN" altLang="en-US"/>
                    </a:p>
                  </a:txBody>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1" i="0" u="none" strike="noStrike" cap="none" normalizeH="0" baseline="0">
                          <a:ln>
                            <a:noFill/>
                          </a:ln>
                          <a:solidFill>
                            <a:srgbClr val="0000CC"/>
                          </a:solidFill>
                          <a:effectLst/>
                          <a:latin typeface="宋体" panose="02010600030101010101" pitchFamily="2" charset="-122"/>
                          <a:ea typeface="宋体" panose="02010600030101010101" pitchFamily="2" charset="-122"/>
                        </a:rPr>
                        <a:t>关系模型 </a:t>
                      </a:r>
                      <a:r>
                        <a:rPr kumimoji="0" lang="en-US" altLang="zh-CN" sz="2800" b="1" i="0" u="none" strike="noStrike" cap="none" normalizeH="0" baseline="0">
                          <a:ln>
                            <a:noFill/>
                          </a:ln>
                          <a:solidFill>
                            <a:srgbClr val="0000CC"/>
                          </a:solidFill>
                          <a:effectLst/>
                          <a:latin typeface="Arial" panose="020B0604020202020204" pitchFamily="34" charset="0"/>
                          <a:ea typeface="宋体" panose="02010600030101010101" pitchFamily="2" charset="-122"/>
                        </a:rPr>
                        <a:t>–</a:t>
                      </a:r>
                      <a:r>
                        <a:rPr kumimoji="0" lang="en-US" altLang="zh-CN" sz="2800" b="1" i="0" u="none" strike="noStrike" cap="none" normalizeH="0" baseline="0">
                          <a:ln>
                            <a:noFill/>
                          </a:ln>
                          <a:solidFill>
                            <a:srgbClr val="0000CC"/>
                          </a:solidFill>
                          <a:effectLst/>
                          <a:latin typeface="宋体" panose="02010600030101010101" pitchFamily="2" charset="-122"/>
                          <a:ea typeface="宋体" panose="02010600030101010101" pitchFamily="2" charset="-122"/>
                        </a:rPr>
                        <a:t> </a:t>
                      </a:r>
                      <a:r>
                        <a:rPr kumimoji="0" lang="zh-CN" altLang="en-US" sz="2800" b="1" i="0" u="none" strike="noStrike" cap="none" normalizeH="0" baseline="0">
                          <a:ln>
                            <a:noFill/>
                          </a:ln>
                          <a:solidFill>
                            <a:srgbClr val="0000CC"/>
                          </a:solidFill>
                          <a:effectLst/>
                          <a:latin typeface="宋体" panose="02010600030101010101" pitchFamily="2" charset="-122"/>
                          <a:ea typeface="宋体" panose="02010600030101010101" pitchFamily="2" charset="-122"/>
                        </a:rPr>
                        <a:t>表</a:t>
                      </a:r>
                    </a:p>
                  </a:txBody>
                  <a:tcPr marL="99066" marR="9906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928231912"/>
                  </a:ext>
                </a:extLst>
              </a:tr>
              <a:tr h="658813">
                <a:tc rowSpan="2">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en-US" altLang="zh-CN"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1</a:t>
                      </a: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a:t>
                      </a:r>
                      <a:r>
                        <a:rPr kumimoji="0" lang="en-US" altLang="zh-CN"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1</a:t>
                      </a:r>
                    </a:p>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键约束</a:t>
                      </a:r>
                    </a:p>
                  </a:txBody>
                  <a:tcPr marL="99066" marR="99066"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参与实体</a:t>
                      </a:r>
                    </a:p>
                  </a:txBody>
                  <a:tcPr marL="99066" marR="9906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关系表</a:t>
                      </a:r>
                    </a:p>
                  </a:txBody>
                  <a:tcPr marL="99066" marR="9906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99391110"/>
                  </a:ext>
                </a:extLst>
              </a:tr>
              <a:tr h="1457325">
                <a:tc vMerge="1">
                  <a:txBody>
                    <a:bodyPr/>
                    <a:lstStyle/>
                    <a:p>
                      <a:endParaRPr lang="zh-CN" altLang="en-US"/>
                    </a:p>
                  </a:txBody>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联系</a:t>
                      </a:r>
                    </a:p>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联系</a:t>
                      </a:r>
                    </a:p>
                  </a:txBody>
                  <a:tcPr marL="99066" marR="9906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独立的关系表</a:t>
                      </a:r>
                    </a:p>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一端实体的主键和联系属性移到另一端实体的关系表中</a:t>
                      </a:r>
                    </a:p>
                  </a:txBody>
                  <a:tcPr marL="99066" marR="9906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630591120"/>
                  </a:ext>
                </a:extLst>
              </a:tr>
              <a:tr h="604838">
                <a:tc rowSpan="2">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en-US" altLang="zh-CN"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1</a:t>
                      </a: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a:t>
                      </a:r>
                      <a:r>
                        <a:rPr kumimoji="0" lang="en-US" altLang="zh-CN"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n</a:t>
                      </a:r>
                    </a:p>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键约束</a:t>
                      </a:r>
                    </a:p>
                  </a:txBody>
                  <a:tcPr marL="99066" marR="99066"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参与实体</a:t>
                      </a:r>
                    </a:p>
                  </a:txBody>
                  <a:tcPr marL="99066" marR="9906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关系表</a:t>
                      </a:r>
                    </a:p>
                  </a:txBody>
                  <a:tcPr marL="99066" marR="9906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778428077"/>
                  </a:ext>
                </a:extLst>
              </a:tr>
              <a:tr h="1457325">
                <a:tc vMerge="1">
                  <a:txBody>
                    <a:bodyPr/>
                    <a:lstStyle/>
                    <a:p>
                      <a:endParaRPr lang="zh-CN" altLang="en-US"/>
                    </a:p>
                  </a:txBody>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联系</a:t>
                      </a:r>
                    </a:p>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联系</a:t>
                      </a:r>
                    </a:p>
                  </a:txBody>
                  <a:tcPr marL="99066" marR="9906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独立的关系表</a:t>
                      </a:r>
                    </a:p>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Arial" panose="020B0604020202020204" pitchFamily="34" charset="0"/>
                          <a:ea typeface="宋体" panose="02010600030101010101" pitchFamily="2" charset="-122"/>
                        </a:rPr>
                        <a:t>“</a:t>
                      </a:r>
                      <a:r>
                        <a:rPr kumimoji="0" lang="en-US" altLang="zh-CN"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1</a:t>
                      </a:r>
                      <a:r>
                        <a:rPr kumimoji="0" lang="en-US" altLang="zh-CN" sz="2800" b="0" i="0" u="none" strike="noStrike" cap="none" normalizeH="0" baseline="0">
                          <a:ln>
                            <a:noFill/>
                          </a:ln>
                          <a:solidFill>
                            <a:srgbClr val="0000CC"/>
                          </a:solidFill>
                          <a:effectLst/>
                          <a:latin typeface="Arial" panose="020B0604020202020204" pitchFamily="34" charset="0"/>
                          <a:ea typeface="宋体" panose="02010600030101010101" pitchFamily="2" charset="-122"/>
                        </a:rPr>
                        <a:t>”</a:t>
                      </a: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端实体的主键和联系属性移动到</a:t>
                      </a:r>
                      <a:r>
                        <a:rPr kumimoji="0" lang="zh-CN" altLang="en-US" sz="2800" b="0" i="0" u="none" strike="noStrike" cap="none" normalizeH="0" baseline="0">
                          <a:ln>
                            <a:noFill/>
                          </a:ln>
                          <a:solidFill>
                            <a:srgbClr val="0000CC"/>
                          </a:solidFill>
                          <a:effectLst/>
                          <a:latin typeface="Arial" panose="020B0604020202020204" pitchFamily="34" charset="0"/>
                          <a:ea typeface="宋体" panose="02010600030101010101" pitchFamily="2" charset="-122"/>
                        </a:rPr>
                        <a:t>“</a:t>
                      </a:r>
                      <a:r>
                        <a:rPr kumimoji="0" lang="en-US" altLang="zh-CN"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n</a:t>
                      </a:r>
                      <a:r>
                        <a:rPr kumimoji="0" lang="en-US" altLang="zh-CN" sz="2800" b="0" i="0" u="none" strike="noStrike" cap="none" normalizeH="0" baseline="0">
                          <a:ln>
                            <a:noFill/>
                          </a:ln>
                          <a:solidFill>
                            <a:srgbClr val="0000CC"/>
                          </a:solidFill>
                          <a:effectLst/>
                          <a:latin typeface="Arial" panose="020B0604020202020204" pitchFamily="34" charset="0"/>
                          <a:ea typeface="宋体" panose="02010600030101010101" pitchFamily="2" charset="-122"/>
                        </a:rPr>
                        <a:t>”</a:t>
                      </a: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端实体的关系表中</a:t>
                      </a:r>
                    </a:p>
                  </a:txBody>
                  <a:tcPr marL="99066" marR="9906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724873953"/>
                  </a:ext>
                </a:extLst>
              </a:tr>
              <a:tr h="606425">
                <a:tc rowSpan="2">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en-US" altLang="zh-CN"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m:n</a:t>
                      </a:r>
                    </a:p>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无键约束</a:t>
                      </a:r>
                    </a:p>
                  </a:txBody>
                  <a:tcPr marL="99066" marR="99066"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2F2F2"/>
                    </a:solidFill>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参与实体</a:t>
                      </a:r>
                    </a:p>
                  </a:txBody>
                  <a:tcPr marL="99066" marR="9906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关系表</a:t>
                      </a:r>
                    </a:p>
                  </a:txBody>
                  <a:tcPr marL="99066" marR="9906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340357356"/>
                  </a:ext>
                </a:extLst>
              </a:tr>
              <a:tr h="982663">
                <a:tc vMerge="1">
                  <a:txBody>
                    <a:bodyPr/>
                    <a:lstStyle/>
                    <a:p>
                      <a:endParaRPr lang="zh-CN" altLang="en-US"/>
                    </a:p>
                  </a:txBody>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联系</a:t>
                      </a:r>
                    </a:p>
                  </a:txBody>
                  <a:tcPr marL="99066" marR="9906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2F2F2"/>
                    </a:solidFill>
                  </a:tcPr>
                </a:tc>
                <a:tc>
                  <a:txBody>
                    <a:bodyPr/>
                    <a:lstStyle>
                      <a:lvl1pPr>
                        <a:spcBef>
                          <a:spcPct val="20000"/>
                        </a:spcBef>
                        <a:buClr>
                          <a:schemeClr val="tx1"/>
                        </a:buClr>
                        <a:buSzPct val="110000"/>
                        <a:defRPr sz="2400">
                          <a:solidFill>
                            <a:srgbClr val="0000CC"/>
                          </a:solidFill>
                          <a:latin typeface="宋体" panose="02010600030101010101" pitchFamily="2" charset="-122"/>
                        </a:defRPr>
                      </a:lvl1pPr>
                      <a:lvl2pPr marL="742950" indent="-285750">
                        <a:spcBef>
                          <a:spcPct val="20000"/>
                        </a:spcBef>
                        <a:buClr>
                          <a:schemeClr val="tx1"/>
                        </a:buClr>
                        <a:buSzPct val="50000"/>
                        <a:buFont typeface="Wingdings" pitchFamily="2" charset="2"/>
                        <a:defRPr sz="2000">
                          <a:solidFill>
                            <a:srgbClr val="0000CC"/>
                          </a:solidFill>
                          <a:latin typeface="宋体" panose="02010600030101010101" pitchFamily="2" charset="-122"/>
                        </a:defRPr>
                      </a:lvl2pPr>
                      <a:lvl3pPr marL="1143000" indent="-228600">
                        <a:spcBef>
                          <a:spcPct val="20000"/>
                        </a:spcBef>
                        <a:buClr>
                          <a:schemeClr val="hlink"/>
                        </a:buClr>
                        <a:buSzPct val="95000"/>
                        <a:buFont typeface="Wingdings" pitchFamily="2" charset="2"/>
                        <a:defRPr>
                          <a:solidFill>
                            <a:srgbClr val="0000CC"/>
                          </a:solidFill>
                          <a:latin typeface="宋体" panose="02010600030101010101" pitchFamily="2" charset="-122"/>
                        </a:defRPr>
                      </a:lvl3pPr>
                      <a:lvl4pPr marL="1600200" indent="-228600">
                        <a:spcBef>
                          <a:spcPct val="20000"/>
                        </a:spcBef>
                        <a:buClr>
                          <a:schemeClr val="tx1"/>
                        </a:buClr>
                        <a:buSzPct val="65000"/>
                        <a:buFont typeface="Wingdings" pitchFamily="2" charset="2"/>
                        <a:defRPr sz="1600">
                          <a:solidFill>
                            <a:srgbClr val="0000CC"/>
                          </a:solidFill>
                          <a:latin typeface="宋体" panose="02010600030101010101" pitchFamily="2" charset="-122"/>
                        </a:defRPr>
                      </a:lvl4pPr>
                      <a:lvl5pPr marL="2057400" indent="-228600">
                        <a:spcBef>
                          <a:spcPct val="20000"/>
                        </a:spcBef>
                        <a:buClr>
                          <a:schemeClr val="hlink"/>
                        </a:buClr>
                        <a:buSzPct val="60000"/>
                        <a:buFont typeface="Wingdings" pitchFamily="2" charset="2"/>
                        <a:defRPr sz="1600">
                          <a:solidFill>
                            <a:srgbClr val="0000CC"/>
                          </a:solidFill>
                          <a:latin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itchFamily="2" charset="2"/>
                        <a:defRPr sz="1600">
                          <a:solidFill>
                            <a:srgbClr val="0000CC"/>
                          </a:solidFill>
                          <a:latin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110000"/>
                        <a:buFontTx/>
                        <a:buNone/>
                        <a:tabLst/>
                      </a:pPr>
                      <a:r>
                        <a:rPr kumimoji="0" lang="zh-CN" altLang="en-US" sz="2800" b="0" i="0" u="none" strike="noStrike" cap="none" normalizeH="0" baseline="0">
                          <a:ln>
                            <a:noFill/>
                          </a:ln>
                          <a:solidFill>
                            <a:srgbClr val="0000CC"/>
                          </a:solidFill>
                          <a:effectLst/>
                          <a:latin typeface="宋体" panose="02010600030101010101" pitchFamily="2" charset="-122"/>
                          <a:ea typeface="宋体" panose="02010600030101010101" pitchFamily="2" charset="-122"/>
                        </a:rPr>
                        <a:t>独立的关系表，由参与实体的主键、联系的属性共同构成。</a:t>
                      </a:r>
                    </a:p>
                  </a:txBody>
                  <a:tcPr marL="99066" marR="9906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624552816"/>
                  </a:ext>
                </a:extLst>
              </a:tr>
            </a:tbl>
          </a:graphicData>
        </a:graphic>
      </p:graphicFrame>
      <p:sp>
        <p:nvSpPr>
          <p:cNvPr id="514094" name="Line 46">
            <a:extLst>
              <a:ext uri="{FF2B5EF4-FFF2-40B4-BE49-F238E27FC236}">
                <a16:creationId xmlns:a16="http://schemas.microsoft.com/office/drawing/2014/main" id="{756BB3E9-C996-C64A-8922-D4F3264BB297}"/>
              </a:ext>
            </a:extLst>
          </p:cNvPr>
          <p:cNvSpPr>
            <a:spLocks noChangeShapeType="1"/>
          </p:cNvSpPr>
          <p:nvPr/>
        </p:nvSpPr>
        <p:spPr bwMode="auto">
          <a:xfrm>
            <a:off x="3444875" y="1916113"/>
            <a:ext cx="546100" cy="0"/>
          </a:xfrm>
          <a:prstGeom prst="line">
            <a:avLst/>
          </a:prstGeom>
          <a:noFill/>
          <a:ln w="4445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4095" name="Line 47">
            <a:extLst>
              <a:ext uri="{FF2B5EF4-FFF2-40B4-BE49-F238E27FC236}">
                <a16:creationId xmlns:a16="http://schemas.microsoft.com/office/drawing/2014/main" id="{5CADF71A-DFED-DC44-AEBF-37D8B4D9839C}"/>
              </a:ext>
            </a:extLst>
          </p:cNvPr>
          <p:cNvSpPr>
            <a:spLocks noChangeShapeType="1"/>
          </p:cNvSpPr>
          <p:nvPr/>
        </p:nvSpPr>
        <p:spPr bwMode="auto">
          <a:xfrm>
            <a:off x="3444875" y="2347913"/>
            <a:ext cx="546100" cy="0"/>
          </a:xfrm>
          <a:prstGeom prst="line">
            <a:avLst/>
          </a:prstGeom>
          <a:noFill/>
          <a:ln w="4445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4112" name="Line 64">
            <a:extLst>
              <a:ext uri="{FF2B5EF4-FFF2-40B4-BE49-F238E27FC236}">
                <a16:creationId xmlns:a16="http://schemas.microsoft.com/office/drawing/2014/main" id="{479EFFED-1E6F-0849-AF7F-5993387DD27D}"/>
              </a:ext>
            </a:extLst>
          </p:cNvPr>
          <p:cNvSpPr>
            <a:spLocks noChangeShapeType="1"/>
          </p:cNvSpPr>
          <p:nvPr/>
        </p:nvSpPr>
        <p:spPr bwMode="auto">
          <a:xfrm>
            <a:off x="3444875" y="3932238"/>
            <a:ext cx="546100" cy="0"/>
          </a:xfrm>
          <a:prstGeom prst="line">
            <a:avLst/>
          </a:prstGeom>
          <a:noFill/>
          <a:ln w="4445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4113" name="Line 65">
            <a:extLst>
              <a:ext uri="{FF2B5EF4-FFF2-40B4-BE49-F238E27FC236}">
                <a16:creationId xmlns:a16="http://schemas.microsoft.com/office/drawing/2014/main" id="{A0F86F8D-A987-B64F-9539-F7F05AD0934F}"/>
              </a:ext>
            </a:extLst>
          </p:cNvPr>
          <p:cNvSpPr>
            <a:spLocks noChangeShapeType="1"/>
          </p:cNvSpPr>
          <p:nvPr/>
        </p:nvSpPr>
        <p:spPr bwMode="auto">
          <a:xfrm>
            <a:off x="3444875" y="4508500"/>
            <a:ext cx="546100" cy="0"/>
          </a:xfrm>
          <a:prstGeom prst="line">
            <a:avLst/>
          </a:prstGeom>
          <a:noFill/>
          <a:ln w="4445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4193" name="Line 145">
            <a:extLst>
              <a:ext uri="{FF2B5EF4-FFF2-40B4-BE49-F238E27FC236}">
                <a16:creationId xmlns:a16="http://schemas.microsoft.com/office/drawing/2014/main" id="{CF54841E-929D-1548-8342-A217075672B8}"/>
              </a:ext>
            </a:extLst>
          </p:cNvPr>
          <p:cNvSpPr>
            <a:spLocks noChangeShapeType="1"/>
          </p:cNvSpPr>
          <p:nvPr/>
        </p:nvSpPr>
        <p:spPr bwMode="auto">
          <a:xfrm>
            <a:off x="3413125" y="6021388"/>
            <a:ext cx="544513" cy="0"/>
          </a:xfrm>
          <a:prstGeom prst="line">
            <a:avLst/>
          </a:prstGeom>
          <a:noFill/>
          <a:ln w="4445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514094"/>
                                        </p:tgtEl>
                                        <p:attrNameLst>
                                          <p:attrName>style.visibility</p:attrName>
                                        </p:attrNameLst>
                                      </p:cBhvr>
                                      <p:to>
                                        <p:strVal val="visible"/>
                                      </p:to>
                                    </p:set>
                                    <p:anim calcmode="lin" valueType="num">
                                      <p:cBhvr>
                                        <p:cTn id="7" dur="500" fill="hold"/>
                                        <p:tgtEl>
                                          <p:spTgt spid="514094"/>
                                        </p:tgtEl>
                                        <p:attrNameLst>
                                          <p:attrName>ppt_w</p:attrName>
                                        </p:attrNameLst>
                                      </p:cBhvr>
                                      <p:tavLst>
                                        <p:tav tm="0">
                                          <p:val>
                                            <p:fltVal val="0"/>
                                          </p:val>
                                        </p:tav>
                                        <p:tav tm="100000">
                                          <p:val>
                                            <p:strVal val="#ppt_w"/>
                                          </p:val>
                                        </p:tav>
                                      </p:tavLst>
                                    </p:anim>
                                    <p:anim calcmode="lin" valueType="num">
                                      <p:cBhvr>
                                        <p:cTn id="8" dur="500" fill="hold"/>
                                        <p:tgtEl>
                                          <p:spTgt spid="51409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514095"/>
                                        </p:tgtEl>
                                        <p:attrNameLst>
                                          <p:attrName>style.visibility</p:attrName>
                                        </p:attrNameLst>
                                      </p:cBhvr>
                                      <p:to>
                                        <p:strVal val="visible"/>
                                      </p:to>
                                    </p:set>
                                    <p:anim calcmode="lin" valueType="num">
                                      <p:cBhvr>
                                        <p:cTn id="13" dur="500" fill="hold"/>
                                        <p:tgtEl>
                                          <p:spTgt spid="514095"/>
                                        </p:tgtEl>
                                        <p:attrNameLst>
                                          <p:attrName>ppt_w</p:attrName>
                                        </p:attrNameLst>
                                      </p:cBhvr>
                                      <p:tavLst>
                                        <p:tav tm="0">
                                          <p:val>
                                            <p:fltVal val="0"/>
                                          </p:val>
                                        </p:tav>
                                        <p:tav tm="100000">
                                          <p:val>
                                            <p:strVal val="#ppt_w"/>
                                          </p:val>
                                        </p:tav>
                                      </p:tavLst>
                                    </p:anim>
                                    <p:anim calcmode="lin" valueType="num">
                                      <p:cBhvr>
                                        <p:cTn id="14" dur="500" fill="hold"/>
                                        <p:tgtEl>
                                          <p:spTgt spid="514095"/>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514112"/>
                                        </p:tgtEl>
                                        <p:attrNameLst>
                                          <p:attrName>style.visibility</p:attrName>
                                        </p:attrNameLst>
                                      </p:cBhvr>
                                      <p:to>
                                        <p:strVal val="visible"/>
                                      </p:to>
                                    </p:set>
                                    <p:anim calcmode="lin" valueType="num">
                                      <p:cBhvr>
                                        <p:cTn id="19" dur="500" fill="hold"/>
                                        <p:tgtEl>
                                          <p:spTgt spid="514112"/>
                                        </p:tgtEl>
                                        <p:attrNameLst>
                                          <p:attrName>ppt_w</p:attrName>
                                        </p:attrNameLst>
                                      </p:cBhvr>
                                      <p:tavLst>
                                        <p:tav tm="0">
                                          <p:val>
                                            <p:fltVal val="0"/>
                                          </p:val>
                                        </p:tav>
                                        <p:tav tm="100000">
                                          <p:val>
                                            <p:strVal val="#ppt_w"/>
                                          </p:val>
                                        </p:tav>
                                      </p:tavLst>
                                    </p:anim>
                                    <p:anim calcmode="lin" valueType="num">
                                      <p:cBhvr>
                                        <p:cTn id="20" dur="500" fill="hold"/>
                                        <p:tgtEl>
                                          <p:spTgt spid="514112"/>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514113"/>
                                        </p:tgtEl>
                                        <p:attrNameLst>
                                          <p:attrName>style.visibility</p:attrName>
                                        </p:attrNameLst>
                                      </p:cBhvr>
                                      <p:to>
                                        <p:strVal val="visible"/>
                                      </p:to>
                                    </p:set>
                                    <p:anim calcmode="lin" valueType="num">
                                      <p:cBhvr>
                                        <p:cTn id="25" dur="500" fill="hold"/>
                                        <p:tgtEl>
                                          <p:spTgt spid="514113"/>
                                        </p:tgtEl>
                                        <p:attrNameLst>
                                          <p:attrName>ppt_w</p:attrName>
                                        </p:attrNameLst>
                                      </p:cBhvr>
                                      <p:tavLst>
                                        <p:tav tm="0">
                                          <p:val>
                                            <p:fltVal val="0"/>
                                          </p:val>
                                        </p:tav>
                                        <p:tav tm="100000">
                                          <p:val>
                                            <p:strVal val="#ppt_w"/>
                                          </p:val>
                                        </p:tav>
                                      </p:tavLst>
                                    </p:anim>
                                    <p:anim calcmode="lin" valueType="num">
                                      <p:cBhvr>
                                        <p:cTn id="26" dur="500" fill="hold"/>
                                        <p:tgtEl>
                                          <p:spTgt spid="514113"/>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514193"/>
                                        </p:tgtEl>
                                        <p:attrNameLst>
                                          <p:attrName>style.visibility</p:attrName>
                                        </p:attrNameLst>
                                      </p:cBhvr>
                                      <p:to>
                                        <p:strVal val="visible"/>
                                      </p:to>
                                    </p:set>
                                    <p:anim calcmode="lin" valueType="num">
                                      <p:cBhvr>
                                        <p:cTn id="31" dur="500" fill="hold"/>
                                        <p:tgtEl>
                                          <p:spTgt spid="514193"/>
                                        </p:tgtEl>
                                        <p:attrNameLst>
                                          <p:attrName>ppt_w</p:attrName>
                                        </p:attrNameLst>
                                      </p:cBhvr>
                                      <p:tavLst>
                                        <p:tav tm="0">
                                          <p:val>
                                            <p:fltVal val="0"/>
                                          </p:val>
                                        </p:tav>
                                        <p:tav tm="100000">
                                          <p:val>
                                            <p:strVal val="#ppt_w"/>
                                          </p:val>
                                        </p:tav>
                                      </p:tavLst>
                                    </p:anim>
                                    <p:anim calcmode="lin" valueType="num">
                                      <p:cBhvr>
                                        <p:cTn id="32" dur="500" fill="hold"/>
                                        <p:tgtEl>
                                          <p:spTgt spid="51419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a:extLst>
              <a:ext uri="{FF2B5EF4-FFF2-40B4-BE49-F238E27FC236}">
                <a16:creationId xmlns:a16="http://schemas.microsoft.com/office/drawing/2014/main" id="{74C7C140-8EF3-EA41-BE31-DE7675BC6766}"/>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91B5B5B7-4950-4D4A-92E0-328D6908A7ED}" type="slidenum">
              <a:rPr lang="zh-CN" altLang="en-US" sz="2000"/>
              <a:pPr/>
              <a:t>49</a:t>
            </a:fld>
            <a:endParaRPr lang="en-US" altLang="zh-CN" sz="2000"/>
          </a:p>
        </p:txBody>
      </p:sp>
      <p:sp>
        <p:nvSpPr>
          <p:cNvPr id="77827" name="日期占位符 4">
            <a:extLst>
              <a:ext uri="{FF2B5EF4-FFF2-40B4-BE49-F238E27FC236}">
                <a16:creationId xmlns:a16="http://schemas.microsoft.com/office/drawing/2014/main" id="{08743783-764B-D848-B884-D80D4F19BA81}"/>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F73804D-BF9E-5140-B09A-B3768D6665EB}" type="datetime1">
              <a:rPr lang="zh-CN" altLang="en-US" sz="1800" smtClean="0"/>
              <a:pPr/>
              <a:t>2023/5/16</a:t>
            </a:fld>
            <a:endParaRPr lang="en-US" altLang="zh-CN" sz="1000"/>
          </a:p>
        </p:txBody>
      </p:sp>
      <p:sp>
        <p:nvSpPr>
          <p:cNvPr id="1989634" name="Rectangle 2">
            <a:extLst>
              <a:ext uri="{FF2B5EF4-FFF2-40B4-BE49-F238E27FC236}">
                <a16:creationId xmlns:a16="http://schemas.microsoft.com/office/drawing/2014/main" id="{A10D334D-FED7-2B40-B7CD-1619B65847A2}"/>
              </a:ext>
            </a:extLst>
          </p:cNvPr>
          <p:cNvSpPr>
            <a:spLocks noGrp="1" noChangeArrowheads="1"/>
          </p:cNvSpPr>
          <p:nvPr>
            <p:ph type="title"/>
          </p:nvPr>
        </p:nvSpPr>
        <p:spPr/>
        <p:txBody>
          <a:bodyPr/>
          <a:lstStyle/>
          <a:p>
            <a:r>
              <a:rPr lang="zh-CN" altLang="en-US"/>
              <a:t>数据模型的优化</a:t>
            </a:r>
          </a:p>
        </p:txBody>
      </p:sp>
      <p:sp>
        <p:nvSpPr>
          <p:cNvPr id="77829" name="Rectangle 3">
            <a:extLst>
              <a:ext uri="{FF2B5EF4-FFF2-40B4-BE49-F238E27FC236}">
                <a16:creationId xmlns:a16="http://schemas.microsoft.com/office/drawing/2014/main" id="{6FC209F6-E0DB-F64A-8AC2-0BDE87C28C87}"/>
              </a:ext>
            </a:extLst>
          </p:cNvPr>
          <p:cNvSpPr>
            <a:spLocks noGrp="1" noChangeArrowheads="1"/>
          </p:cNvSpPr>
          <p:nvPr>
            <p:ph type="body" idx="1"/>
          </p:nvPr>
        </p:nvSpPr>
        <p:spPr>
          <a:xfrm>
            <a:off x="650875" y="1143000"/>
            <a:ext cx="8820150" cy="3819525"/>
          </a:xfrm>
        </p:spPr>
        <p:txBody>
          <a:bodyPr/>
          <a:lstStyle/>
          <a:p>
            <a:r>
              <a:rPr lang="zh-CN" altLang="en-US"/>
              <a:t>数据库逻辑设计的结果不是唯一的，还应该适当地修改和调整，这是数据模型的优化</a:t>
            </a:r>
          </a:p>
          <a:p>
            <a:r>
              <a:rPr lang="zh-CN" altLang="en-US"/>
              <a:t>关系数据模型的优化通常以规范化理论为指导，并考虑系统的性能</a:t>
            </a:r>
          </a:p>
          <a:p>
            <a:pPr lvl="1"/>
            <a:r>
              <a:rPr lang="zh-CN" altLang="en-US"/>
              <a:t>确定各属性间的数据依赖。</a:t>
            </a:r>
          </a:p>
          <a:p>
            <a:pPr lvl="1"/>
            <a:r>
              <a:rPr lang="zh-CN" altLang="en-US"/>
              <a:t>消除冗余的联系。</a:t>
            </a:r>
          </a:p>
          <a:p>
            <a:pPr lvl="1"/>
            <a:r>
              <a:rPr lang="zh-CN" altLang="en-US"/>
              <a:t>确定最合适的范式。</a:t>
            </a:r>
          </a:p>
          <a:p>
            <a:pPr lvl="1"/>
            <a:r>
              <a:rPr lang="zh-CN" altLang="en-US"/>
              <a:t>确定是否要对某些模式进行分解或合并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3">
            <a:extLst>
              <a:ext uri="{FF2B5EF4-FFF2-40B4-BE49-F238E27FC236}">
                <a16:creationId xmlns:a16="http://schemas.microsoft.com/office/drawing/2014/main" id="{8FA66A3E-4C99-A443-9D64-F26767D1D870}"/>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43B562F-BF52-3945-BCDD-B31120AA2548}" type="slidenum">
              <a:rPr lang="zh-CN" altLang="en-US" sz="2000"/>
              <a:pPr/>
              <a:t>50</a:t>
            </a:fld>
            <a:endParaRPr lang="en-US" altLang="zh-CN" sz="2000"/>
          </a:p>
        </p:txBody>
      </p:sp>
      <p:sp>
        <p:nvSpPr>
          <p:cNvPr id="78851" name="日期占位符 4">
            <a:extLst>
              <a:ext uri="{FF2B5EF4-FFF2-40B4-BE49-F238E27FC236}">
                <a16:creationId xmlns:a16="http://schemas.microsoft.com/office/drawing/2014/main" id="{61AE54AD-1875-F44C-944C-250F5C44BC6C}"/>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240AAD80-C3CE-6348-9C28-CBE9D4ED7A57}" type="datetime1">
              <a:rPr lang="zh-CN" altLang="en-US" sz="1800" smtClean="0"/>
              <a:pPr/>
              <a:t>2023/5/16</a:t>
            </a:fld>
            <a:endParaRPr lang="en-US" altLang="zh-CN" sz="1000"/>
          </a:p>
        </p:txBody>
      </p:sp>
      <p:sp>
        <p:nvSpPr>
          <p:cNvPr id="2154498" name="Rectangle 2">
            <a:extLst>
              <a:ext uri="{FF2B5EF4-FFF2-40B4-BE49-F238E27FC236}">
                <a16:creationId xmlns:a16="http://schemas.microsoft.com/office/drawing/2014/main" id="{E834B866-F492-384D-BB29-315F2DF4E1F5}"/>
              </a:ext>
            </a:extLst>
          </p:cNvPr>
          <p:cNvSpPr>
            <a:spLocks noGrp="1" noChangeArrowheads="1"/>
          </p:cNvSpPr>
          <p:nvPr>
            <p:ph type="title"/>
          </p:nvPr>
        </p:nvSpPr>
        <p:spPr/>
        <p:txBody>
          <a:bodyPr/>
          <a:lstStyle/>
          <a:p>
            <a:r>
              <a:rPr lang="zh-CN" altLang="en-US"/>
              <a:t>数据模型的优化</a:t>
            </a:r>
          </a:p>
        </p:txBody>
      </p:sp>
      <p:sp>
        <p:nvSpPr>
          <p:cNvPr id="78853" name="Rectangle 3">
            <a:extLst>
              <a:ext uri="{FF2B5EF4-FFF2-40B4-BE49-F238E27FC236}">
                <a16:creationId xmlns:a16="http://schemas.microsoft.com/office/drawing/2014/main" id="{7F4F38D4-106B-B24B-8CD6-86CFAFA8C117}"/>
              </a:ext>
            </a:extLst>
          </p:cNvPr>
          <p:cNvSpPr>
            <a:spLocks noGrp="1" noChangeArrowheads="1"/>
          </p:cNvSpPr>
          <p:nvPr>
            <p:ph type="body" idx="1"/>
          </p:nvPr>
        </p:nvSpPr>
        <p:spPr>
          <a:xfrm>
            <a:off x="650875" y="1143000"/>
            <a:ext cx="8820150" cy="5207000"/>
          </a:xfrm>
        </p:spPr>
        <p:txBody>
          <a:bodyPr/>
          <a:lstStyle/>
          <a:p>
            <a:r>
              <a:rPr lang="en-US" altLang="zh-CN"/>
              <a:t>⒈ </a:t>
            </a:r>
            <a:r>
              <a:rPr lang="zh-CN" altLang="en-US"/>
              <a:t>确定数据依赖</a:t>
            </a:r>
          </a:p>
          <a:p>
            <a:pPr lvl="1"/>
            <a:r>
              <a:rPr lang="zh-CN" altLang="en-US"/>
              <a:t>按需求分析阶段所得到的语义，分别写出每个关系模式内部各属性之间的数据依赖以及不同关系模式属性之间数据依赖</a:t>
            </a:r>
          </a:p>
          <a:p>
            <a:r>
              <a:rPr lang="en-US" altLang="zh-CN"/>
              <a:t>⒉ </a:t>
            </a:r>
            <a:r>
              <a:rPr lang="zh-CN" altLang="en-US"/>
              <a:t>对于各个关系模式之间的数据依赖进行极小化处理</a:t>
            </a:r>
            <a:r>
              <a:rPr lang="en-US" altLang="zh-CN"/>
              <a:t>,</a:t>
            </a:r>
            <a:r>
              <a:rPr lang="zh-CN" altLang="en-US"/>
              <a:t>消除冗余的联系</a:t>
            </a:r>
          </a:p>
          <a:p>
            <a:r>
              <a:rPr lang="en-US" altLang="zh-CN"/>
              <a:t>3.</a:t>
            </a:r>
            <a:r>
              <a:rPr lang="zh-CN" altLang="en-US"/>
              <a:t>按照数据依赖的理论对关系模式逐一进行分析，考查是否存在部分函数依赖、传递函数依赖、多值依赖等</a:t>
            </a:r>
            <a:r>
              <a:rPr lang="en-US" altLang="zh-CN"/>
              <a:t>,</a:t>
            </a:r>
            <a:r>
              <a:rPr lang="zh-CN" altLang="en-US"/>
              <a:t>确定各关系模式分别属于第几范式</a:t>
            </a:r>
          </a:p>
          <a:p>
            <a:r>
              <a:rPr lang="en-US" altLang="zh-CN"/>
              <a:t>4. </a:t>
            </a:r>
            <a:r>
              <a:rPr lang="zh-CN" altLang="en-US"/>
              <a:t>按照需求分析阶段得到的各种应用对数据处理的要求，分析对于这样的应用环境这些模式是否合适，确定是否要对它们进行合并或分解</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3">
            <a:extLst>
              <a:ext uri="{FF2B5EF4-FFF2-40B4-BE49-F238E27FC236}">
                <a16:creationId xmlns:a16="http://schemas.microsoft.com/office/drawing/2014/main" id="{3CBF30F1-0689-EF49-B534-93B2C53F26D4}"/>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D50FB4F-6196-C441-A435-12203E61F5F9}" type="slidenum">
              <a:rPr lang="zh-CN" altLang="en-US" sz="2000"/>
              <a:pPr/>
              <a:t>51</a:t>
            </a:fld>
            <a:endParaRPr lang="en-US" altLang="zh-CN" sz="2000"/>
          </a:p>
        </p:txBody>
      </p:sp>
      <p:sp>
        <p:nvSpPr>
          <p:cNvPr id="79875" name="日期占位符 4">
            <a:extLst>
              <a:ext uri="{FF2B5EF4-FFF2-40B4-BE49-F238E27FC236}">
                <a16:creationId xmlns:a16="http://schemas.microsoft.com/office/drawing/2014/main" id="{67418DC4-A14A-D140-A8AD-C086448D2C8C}"/>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206DFF4-1A32-0044-9088-F6377C84DADC}" type="datetime1">
              <a:rPr lang="zh-CN" altLang="en-US" sz="1800" smtClean="0"/>
              <a:pPr/>
              <a:t>2023/5/16</a:t>
            </a:fld>
            <a:endParaRPr lang="en-US" altLang="zh-CN" sz="1000"/>
          </a:p>
        </p:txBody>
      </p:sp>
      <p:sp>
        <p:nvSpPr>
          <p:cNvPr id="1997826" name="Rectangle 2">
            <a:extLst>
              <a:ext uri="{FF2B5EF4-FFF2-40B4-BE49-F238E27FC236}">
                <a16:creationId xmlns:a16="http://schemas.microsoft.com/office/drawing/2014/main" id="{BC3671E4-9B32-F844-AA59-D650BC9DF09D}"/>
              </a:ext>
            </a:extLst>
          </p:cNvPr>
          <p:cNvSpPr>
            <a:spLocks noGrp="1" noChangeArrowheads="1"/>
          </p:cNvSpPr>
          <p:nvPr>
            <p:ph type="title"/>
          </p:nvPr>
        </p:nvSpPr>
        <p:spPr/>
        <p:txBody>
          <a:bodyPr/>
          <a:lstStyle/>
          <a:p>
            <a:r>
              <a:rPr lang="zh-CN" altLang="en-US"/>
              <a:t>数据模型的优化（续）</a:t>
            </a:r>
          </a:p>
        </p:txBody>
      </p:sp>
      <p:sp>
        <p:nvSpPr>
          <p:cNvPr id="79877" name="Rectangle 3">
            <a:extLst>
              <a:ext uri="{FF2B5EF4-FFF2-40B4-BE49-F238E27FC236}">
                <a16:creationId xmlns:a16="http://schemas.microsoft.com/office/drawing/2014/main" id="{AC1AA904-9D94-7C4F-BFDE-AE3C2304BB27}"/>
              </a:ext>
            </a:extLst>
          </p:cNvPr>
          <p:cNvSpPr>
            <a:spLocks noGrp="1" noChangeArrowheads="1"/>
          </p:cNvSpPr>
          <p:nvPr>
            <p:ph type="body" idx="1"/>
          </p:nvPr>
        </p:nvSpPr>
        <p:spPr>
          <a:xfrm>
            <a:off x="0" y="1143000"/>
            <a:ext cx="9471025" cy="5441950"/>
          </a:xfrm>
        </p:spPr>
        <p:txBody>
          <a:bodyPr/>
          <a:lstStyle/>
          <a:p>
            <a:pPr marL="990600" lvl="1" indent="-533400" defTabSz="914400"/>
            <a:r>
              <a:rPr lang="zh-CN" altLang="en-US"/>
              <a:t>并不是规范化程度越高的关系就越优。</a:t>
            </a:r>
          </a:p>
          <a:p>
            <a:pPr marL="1371600" lvl="2" indent="-457200" defTabSz="914400"/>
            <a:r>
              <a:rPr lang="zh-CN" altLang="en-US"/>
              <a:t>当一个应用的查询中经常涉及到两个或多个关系模式的属性时，系统必须经常地进行联接运算，而</a:t>
            </a:r>
            <a:r>
              <a:rPr lang="zh-CN" altLang="en-US">
                <a:solidFill>
                  <a:srgbClr val="0000FF"/>
                </a:solidFill>
              </a:rPr>
              <a:t>联接运算的代价是相当高的</a:t>
            </a:r>
            <a:r>
              <a:rPr lang="zh-CN" altLang="en-US"/>
              <a:t>，可以说关系模型低效的主要原因就是做联接运算引起的，</a:t>
            </a:r>
            <a:r>
              <a:rPr lang="zh-CN" altLang="en-US">
                <a:solidFill>
                  <a:srgbClr val="0000FF"/>
                </a:solidFill>
              </a:rPr>
              <a:t>因此在这种情况下，第二范式甚至第一范式也许是最好的</a:t>
            </a:r>
            <a:r>
              <a:rPr lang="zh-CN" altLang="en-US"/>
              <a:t>。</a:t>
            </a:r>
          </a:p>
          <a:p>
            <a:pPr marL="1371600" lvl="2" indent="-457200" defTabSz="914400"/>
            <a:r>
              <a:rPr lang="zh-CN" altLang="en-US"/>
              <a:t>非</a:t>
            </a:r>
            <a:r>
              <a:rPr lang="en-US" altLang="zh-CN"/>
              <a:t>BCNF</a:t>
            </a:r>
            <a:r>
              <a:rPr lang="zh-CN" altLang="en-US"/>
              <a:t>的关系模式虽然从理论上分析会存在不同程度的更新异常，但如果在实际应用中对此关系模式只是查询，并不执行更新操作，就不会产生实际影响。</a:t>
            </a:r>
          </a:p>
          <a:p>
            <a:pPr marL="1371600" lvl="2" indent="-457200" defTabSz="914400"/>
            <a:r>
              <a:rPr lang="zh-CN" altLang="en-US"/>
              <a:t>对于一个具体应用来说，到底规范化进行到什么程度，</a:t>
            </a:r>
            <a:r>
              <a:rPr lang="zh-CN" altLang="en-US">
                <a:solidFill>
                  <a:srgbClr val="0000FF"/>
                </a:solidFill>
              </a:rPr>
              <a:t>需要权衡响应时间和潜在问题两者的利弊才能决定</a:t>
            </a:r>
            <a:r>
              <a:rPr lang="zh-CN" altLang="en-US"/>
              <a:t>。一般说来，第三范式就足够了。</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3">
            <a:extLst>
              <a:ext uri="{FF2B5EF4-FFF2-40B4-BE49-F238E27FC236}">
                <a16:creationId xmlns:a16="http://schemas.microsoft.com/office/drawing/2014/main" id="{E9999197-6603-6B48-AF4C-6485DE5C157F}"/>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4A9D808-B185-CA43-B2A1-34C278485E00}" type="slidenum">
              <a:rPr lang="zh-CN" altLang="en-US" sz="2000"/>
              <a:pPr/>
              <a:t>52</a:t>
            </a:fld>
            <a:endParaRPr lang="en-US" altLang="zh-CN" sz="2000"/>
          </a:p>
        </p:txBody>
      </p:sp>
      <p:sp>
        <p:nvSpPr>
          <p:cNvPr id="80899" name="日期占位符 4">
            <a:extLst>
              <a:ext uri="{FF2B5EF4-FFF2-40B4-BE49-F238E27FC236}">
                <a16:creationId xmlns:a16="http://schemas.microsoft.com/office/drawing/2014/main" id="{474E1E36-BC17-3841-99C2-278ABD5820B4}"/>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244782A-18A8-2449-9C57-73B2FFA4BC7E}" type="datetime1">
              <a:rPr lang="zh-CN" altLang="en-US" sz="1800" smtClean="0"/>
              <a:pPr/>
              <a:t>2023/5/16</a:t>
            </a:fld>
            <a:endParaRPr lang="en-US" altLang="zh-CN" sz="1000"/>
          </a:p>
        </p:txBody>
      </p:sp>
      <p:sp>
        <p:nvSpPr>
          <p:cNvPr id="1997826" name="Rectangle 2">
            <a:extLst>
              <a:ext uri="{FF2B5EF4-FFF2-40B4-BE49-F238E27FC236}">
                <a16:creationId xmlns:a16="http://schemas.microsoft.com/office/drawing/2014/main" id="{3921D585-A1BE-D549-ADCD-6854B1A67040}"/>
              </a:ext>
            </a:extLst>
          </p:cNvPr>
          <p:cNvSpPr>
            <a:spLocks noGrp="1" noChangeArrowheads="1"/>
          </p:cNvSpPr>
          <p:nvPr>
            <p:ph type="title"/>
          </p:nvPr>
        </p:nvSpPr>
        <p:spPr/>
        <p:txBody>
          <a:bodyPr/>
          <a:lstStyle/>
          <a:p>
            <a:r>
              <a:rPr lang="zh-CN" altLang="en-US"/>
              <a:t>数据模型的优化（续）</a:t>
            </a:r>
          </a:p>
        </p:txBody>
      </p:sp>
      <p:sp>
        <p:nvSpPr>
          <p:cNvPr id="80901" name="Rectangle 3">
            <a:extLst>
              <a:ext uri="{FF2B5EF4-FFF2-40B4-BE49-F238E27FC236}">
                <a16:creationId xmlns:a16="http://schemas.microsoft.com/office/drawing/2014/main" id="{CF91D997-DD79-004B-8DA9-A327624135EE}"/>
              </a:ext>
            </a:extLst>
          </p:cNvPr>
          <p:cNvSpPr>
            <a:spLocks noGrp="1" noChangeArrowheads="1"/>
          </p:cNvSpPr>
          <p:nvPr>
            <p:ph type="body" idx="1"/>
          </p:nvPr>
        </p:nvSpPr>
        <p:spPr>
          <a:xfrm>
            <a:off x="344488" y="1143000"/>
            <a:ext cx="9126537" cy="4157663"/>
          </a:xfrm>
        </p:spPr>
        <p:txBody>
          <a:bodyPr/>
          <a:lstStyle/>
          <a:p>
            <a:pPr marL="457200" lvl="1" indent="0" defTabSz="914400">
              <a:buFontTx/>
              <a:buNone/>
            </a:pPr>
            <a:r>
              <a:rPr lang="zh-CN" altLang="en-US"/>
              <a:t>例：在关系模式</a:t>
            </a:r>
          </a:p>
          <a:p>
            <a:pPr marL="457200" lvl="1" indent="0" defTabSz="914400">
              <a:buFontTx/>
              <a:buNone/>
            </a:pPr>
            <a:r>
              <a:rPr lang="zh-CN" altLang="en-US"/>
              <a:t>           学生成绩单</a:t>
            </a:r>
            <a:r>
              <a:rPr lang="en-US" altLang="zh-CN"/>
              <a:t>(</a:t>
            </a:r>
            <a:r>
              <a:rPr lang="zh-CN" altLang="en-US"/>
              <a:t>学号</a:t>
            </a:r>
            <a:r>
              <a:rPr lang="en-US" altLang="zh-CN"/>
              <a:t>,</a:t>
            </a:r>
            <a:r>
              <a:rPr lang="zh-CN" altLang="en-US"/>
              <a:t>英语</a:t>
            </a:r>
            <a:r>
              <a:rPr lang="en-US" altLang="zh-CN"/>
              <a:t>,</a:t>
            </a:r>
            <a:r>
              <a:rPr lang="zh-CN" altLang="en-US"/>
              <a:t>数学</a:t>
            </a:r>
            <a:r>
              <a:rPr lang="en-US" altLang="zh-CN"/>
              <a:t>,</a:t>
            </a:r>
            <a:r>
              <a:rPr lang="zh-CN" altLang="en-US"/>
              <a:t>语文</a:t>
            </a:r>
            <a:r>
              <a:rPr lang="en-US" altLang="zh-CN"/>
              <a:t>,</a:t>
            </a:r>
            <a:r>
              <a:rPr lang="zh-CN" altLang="en-US"/>
              <a:t>平均成绩</a:t>
            </a:r>
            <a:r>
              <a:rPr lang="en-US" altLang="zh-CN"/>
              <a:t>) </a:t>
            </a:r>
          </a:p>
          <a:p>
            <a:pPr marL="457200" lvl="1" indent="0" defTabSz="914400">
              <a:buFontTx/>
              <a:buNone/>
            </a:pPr>
            <a:r>
              <a:rPr lang="en-US" altLang="zh-CN"/>
              <a:t>           </a:t>
            </a:r>
            <a:r>
              <a:rPr lang="zh-CN" altLang="en-US"/>
              <a:t>中存在下列函数依赖：</a:t>
            </a:r>
          </a:p>
          <a:p>
            <a:pPr marL="457200" lvl="1" indent="0" defTabSz="914400">
              <a:buFontTx/>
              <a:buNone/>
            </a:pPr>
            <a:r>
              <a:rPr lang="zh-CN" altLang="en-US"/>
              <a:t>　           学号→英语</a:t>
            </a:r>
          </a:p>
          <a:p>
            <a:pPr marL="457200" lvl="1" indent="0" defTabSz="914400">
              <a:buFontTx/>
              <a:buNone/>
            </a:pPr>
            <a:r>
              <a:rPr lang="zh-CN" altLang="en-US"/>
              <a:t>　           学号→数学</a:t>
            </a:r>
          </a:p>
          <a:p>
            <a:pPr marL="457200" lvl="1" indent="0" defTabSz="914400">
              <a:buFontTx/>
              <a:buNone/>
            </a:pPr>
            <a:r>
              <a:rPr lang="zh-CN" altLang="en-US"/>
              <a:t>　           学号→语文</a:t>
            </a:r>
          </a:p>
          <a:p>
            <a:pPr marL="457200" lvl="1" indent="0" defTabSz="914400">
              <a:buFontTx/>
              <a:buNone/>
            </a:pPr>
            <a:r>
              <a:rPr lang="zh-CN" altLang="en-US"/>
              <a:t>　           学号→平均成绩</a:t>
            </a:r>
          </a:p>
          <a:p>
            <a:pPr marL="457200" lvl="1" indent="0" defTabSz="914400">
              <a:buFontTx/>
              <a:buNone/>
            </a:pPr>
            <a:r>
              <a:rPr lang="zh-CN" altLang="en-US"/>
              <a:t>	        </a:t>
            </a:r>
            <a:r>
              <a:rPr lang="en-US" altLang="zh-CN"/>
              <a:t>(</a:t>
            </a:r>
            <a:r>
              <a:rPr lang="zh-CN" altLang="en-US"/>
              <a:t>英语</a:t>
            </a:r>
            <a:r>
              <a:rPr lang="en-US" altLang="zh-CN"/>
              <a:t>, </a:t>
            </a:r>
            <a:r>
              <a:rPr lang="zh-CN" altLang="en-US"/>
              <a:t>数学</a:t>
            </a:r>
            <a:r>
              <a:rPr lang="en-US" altLang="zh-CN"/>
              <a:t>, </a:t>
            </a:r>
            <a:r>
              <a:rPr lang="zh-CN" altLang="en-US"/>
              <a:t>语文</a:t>
            </a:r>
            <a:r>
              <a:rPr lang="en-US" altLang="zh-CN"/>
              <a:t>)→</a:t>
            </a:r>
            <a:r>
              <a:rPr lang="zh-CN" altLang="en-US"/>
              <a:t>平均成绩</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3">
            <a:extLst>
              <a:ext uri="{FF2B5EF4-FFF2-40B4-BE49-F238E27FC236}">
                <a16:creationId xmlns:a16="http://schemas.microsoft.com/office/drawing/2014/main" id="{BB6A3146-B795-D142-BAF4-E44A40B08501}"/>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F33AB015-F18E-7741-9AE4-A6DBE6CE5D85}" type="slidenum">
              <a:rPr lang="zh-CN" altLang="en-US" sz="2000"/>
              <a:pPr/>
              <a:t>53</a:t>
            </a:fld>
            <a:endParaRPr lang="en-US" altLang="zh-CN" sz="2000"/>
          </a:p>
        </p:txBody>
      </p:sp>
      <p:sp>
        <p:nvSpPr>
          <p:cNvPr id="81923" name="日期占位符 4">
            <a:extLst>
              <a:ext uri="{FF2B5EF4-FFF2-40B4-BE49-F238E27FC236}">
                <a16:creationId xmlns:a16="http://schemas.microsoft.com/office/drawing/2014/main" id="{65C4858F-F44D-D74A-9333-95F78F114A66}"/>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9DD1F99C-BC7D-3E4E-8655-17BE644C95FA}" type="datetime1">
              <a:rPr lang="zh-CN" altLang="en-US" sz="1800" smtClean="0"/>
              <a:pPr/>
              <a:t>2023/5/16</a:t>
            </a:fld>
            <a:endParaRPr lang="en-US" altLang="zh-CN" sz="1000"/>
          </a:p>
        </p:txBody>
      </p:sp>
      <p:sp>
        <p:nvSpPr>
          <p:cNvPr id="1997826" name="Rectangle 2">
            <a:extLst>
              <a:ext uri="{FF2B5EF4-FFF2-40B4-BE49-F238E27FC236}">
                <a16:creationId xmlns:a16="http://schemas.microsoft.com/office/drawing/2014/main" id="{B38F32DC-BA20-C540-91D7-04E4781B64D0}"/>
              </a:ext>
            </a:extLst>
          </p:cNvPr>
          <p:cNvSpPr>
            <a:spLocks noGrp="1" noChangeArrowheads="1"/>
          </p:cNvSpPr>
          <p:nvPr>
            <p:ph type="title"/>
          </p:nvPr>
        </p:nvSpPr>
        <p:spPr/>
        <p:txBody>
          <a:bodyPr/>
          <a:lstStyle/>
          <a:p>
            <a:r>
              <a:rPr lang="zh-CN" altLang="en-US"/>
              <a:t>数据模型的优化（续）</a:t>
            </a:r>
          </a:p>
        </p:txBody>
      </p:sp>
      <p:sp>
        <p:nvSpPr>
          <p:cNvPr id="81925" name="Rectangle 3">
            <a:extLst>
              <a:ext uri="{FF2B5EF4-FFF2-40B4-BE49-F238E27FC236}">
                <a16:creationId xmlns:a16="http://schemas.microsoft.com/office/drawing/2014/main" id="{90B07F5E-F8FB-5D4A-B6CC-A309C0B0D233}"/>
              </a:ext>
            </a:extLst>
          </p:cNvPr>
          <p:cNvSpPr>
            <a:spLocks noGrp="1" noChangeArrowheads="1"/>
          </p:cNvSpPr>
          <p:nvPr>
            <p:ph type="body" idx="1"/>
          </p:nvPr>
        </p:nvSpPr>
        <p:spPr>
          <a:xfrm>
            <a:off x="344488" y="1143000"/>
            <a:ext cx="9126537" cy="3317875"/>
          </a:xfrm>
        </p:spPr>
        <p:txBody>
          <a:bodyPr/>
          <a:lstStyle/>
          <a:p>
            <a:pPr marL="457200" lvl="1" indent="0" defTabSz="914400">
              <a:buFontTx/>
              <a:buNone/>
            </a:pPr>
            <a:r>
              <a:rPr lang="zh-CN" altLang="en-US"/>
              <a:t> 显然有：</a:t>
            </a:r>
          </a:p>
          <a:p>
            <a:pPr marL="457200" lvl="1" indent="0" defTabSz="914400">
              <a:buFontTx/>
              <a:buNone/>
            </a:pPr>
            <a:r>
              <a:rPr lang="zh-CN" altLang="en-US"/>
              <a:t>              学号→</a:t>
            </a:r>
            <a:r>
              <a:rPr lang="en-US" altLang="zh-CN"/>
              <a:t>(</a:t>
            </a:r>
            <a:r>
              <a:rPr lang="zh-CN" altLang="en-US"/>
              <a:t>英语</a:t>
            </a:r>
            <a:r>
              <a:rPr lang="en-US" altLang="zh-CN"/>
              <a:t>,</a:t>
            </a:r>
            <a:r>
              <a:rPr lang="zh-CN" altLang="en-US"/>
              <a:t>数学</a:t>
            </a:r>
            <a:r>
              <a:rPr lang="en-US" altLang="zh-CN"/>
              <a:t>,</a:t>
            </a:r>
            <a:r>
              <a:rPr lang="zh-CN" altLang="en-US"/>
              <a:t>语文</a:t>
            </a:r>
            <a:r>
              <a:rPr lang="en-US" altLang="zh-CN"/>
              <a:t>)</a:t>
            </a:r>
          </a:p>
          <a:p>
            <a:pPr marL="457200" lvl="1" indent="0" defTabSz="914400">
              <a:buFontTx/>
              <a:buNone/>
            </a:pPr>
            <a:r>
              <a:rPr lang="en-US" altLang="zh-CN"/>
              <a:t>	</a:t>
            </a:r>
            <a:r>
              <a:rPr lang="zh-CN" altLang="en-US"/>
              <a:t>因此该关系模式中存在传递函数信赖，是</a:t>
            </a:r>
            <a:r>
              <a:rPr lang="en-US" altLang="zh-CN"/>
              <a:t>2NF</a:t>
            </a:r>
            <a:r>
              <a:rPr lang="zh-CN" altLang="en-US"/>
              <a:t>关系</a:t>
            </a:r>
          </a:p>
          <a:p>
            <a:pPr marL="457200" lvl="1" indent="0" defTabSz="914400">
              <a:buFontTx/>
              <a:buNone/>
            </a:pPr>
            <a:endParaRPr lang="zh-CN" altLang="en-US"/>
          </a:p>
          <a:p>
            <a:pPr marL="457200" lvl="1" indent="0" defTabSz="914400">
              <a:buFontTx/>
              <a:buNone/>
            </a:pPr>
            <a:r>
              <a:rPr lang="zh-CN" altLang="en-US"/>
              <a:t>       虽然平均成绩可以由其他属性推算出来，但如果应用中需要经常查询学生的平均成绩，为提高效率，仍然可保留该冗余数据，对关系模式不再做进一步分解</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a:extLst>
              <a:ext uri="{FF2B5EF4-FFF2-40B4-BE49-F238E27FC236}">
                <a16:creationId xmlns:a16="http://schemas.microsoft.com/office/drawing/2014/main" id="{EBEAE1E8-AE40-B842-B689-29266E644DCE}"/>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23D609D1-9A8A-CB4B-80C3-D65875E845E8}" type="slidenum">
              <a:rPr lang="zh-CN" altLang="en-US" sz="2000"/>
              <a:pPr/>
              <a:t>54</a:t>
            </a:fld>
            <a:endParaRPr lang="en-US" altLang="zh-CN" sz="2000"/>
          </a:p>
        </p:txBody>
      </p:sp>
      <p:sp>
        <p:nvSpPr>
          <p:cNvPr id="82947" name="日期占位符 4">
            <a:extLst>
              <a:ext uri="{FF2B5EF4-FFF2-40B4-BE49-F238E27FC236}">
                <a16:creationId xmlns:a16="http://schemas.microsoft.com/office/drawing/2014/main" id="{7EBA4794-16E5-3C43-8E02-83D05DEC2152}"/>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24D1AE35-ED59-3A4D-B659-8A6E950C0C6B}" type="datetime1">
              <a:rPr lang="zh-CN" altLang="en-US" sz="1800" smtClean="0"/>
              <a:pPr/>
              <a:t>2023/5/16</a:t>
            </a:fld>
            <a:endParaRPr lang="en-US" altLang="zh-CN" sz="1000"/>
          </a:p>
        </p:txBody>
      </p:sp>
      <p:sp>
        <p:nvSpPr>
          <p:cNvPr id="1997826" name="Rectangle 2">
            <a:extLst>
              <a:ext uri="{FF2B5EF4-FFF2-40B4-BE49-F238E27FC236}">
                <a16:creationId xmlns:a16="http://schemas.microsoft.com/office/drawing/2014/main" id="{3BCDE97A-89CA-5A40-849F-7F05AEC42FDC}"/>
              </a:ext>
            </a:extLst>
          </p:cNvPr>
          <p:cNvSpPr>
            <a:spLocks noGrp="1" noChangeArrowheads="1"/>
          </p:cNvSpPr>
          <p:nvPr>
            <p:ph type="title"/>
          </p:nvPr>
        </p:nvSpPr>
        <p:spPr/>
        <p:txBody>
          <a:bodyPr/>
          <a:lstStyle/>
          <a:p>
            <a:r>
              <a:rPr lang="zh-CN" altLang="en-US"/>
              <a:t>数据模型的优化（续）</a:t>
            </a:r>
          </a:p>
        </p:txBody>
      </p:sp>
      <p:sp>
        <p:nvSpPr>
          <p:cNvPr id="82949" name="Rectangle 3">
            <a:extLst>
              <a:ext uri="{FF2B5EF4-FFF2-40B4-BE49-F238E27FC236}">
                <a16:creationId xmlns:a16="http://schemas.microsoft.com/office/drawing/2014/main" id="{30989615-C198-FC46-A37E-6AE6DF07AE3F}"/>
              </a:ext>
            </a:extLst>
          </p:cNvPr>
          <p:cNvSpPr>
            <a:spLocks noGrp="1" noChangeArrowheads="1"/>
          </p:cNvSpPr>
          <p:nvPr>
            <p:ph type="body" idx="1"/>
          </p:nvPr>
        </p:nvSpPr>
        <p:spPr>
          <a:xfrm>
            <a:off x="344488" y="1143000"/>
            <a:ext cx="9126537" cy="2779713"/>
          </a:xfrm>
        </p:spPr>
        <p:txBody>
          <a:bodyPr/>
          <a:lstStyle/>
          <a:p>
            <a:pPr marL="523875" indent="-457200" defTabSz="914400"/>
            <a:r>
              <a:rPr lang="en-US" altLang="zh-CN"/>
              <a:t>5. </a:t>
            </a:r>
            <a:r>
              <a:rPr lang="zh-CN" altLang="en-US"/>
              <a:t>按照需求分析阶段得到的各种应用对数据处理的要求，对关系模式进行必要的分解，以提高数据操作的效率和存储空间的利用率</a:t>
            </a:r>
          </a:p>
          <a:p>
            <a:pPr marL="914400" lvl="1" indent="-457200" defTabSz="914400"/>
            <a:r>
              <a:rPr lang="zh-CN" altLang="en-US"/>
              <a:t>常用分解方法</a:t>
            </a:r>
          </a:p>
          <a:p>
            <a:pPr marL="1292225" lvl="2" indent="-457200" defTabSz="914400"/>
            <a:r>
              <a:rPr lang="zh-CN" altLang="en-US"/>
              <a:t>水平分解</a:t>
            </a:r>
          </a:p>
          <a:p>
            <a:pPr marL="1292225" lvl="2" indent="-457200" defTabSz="914400"/>
            <a:r>
              <a:rPr lang="zh-CN" altLang="en-US"/>
              <a:t>垂直分解</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D4DF2B94-8D9E-554A-8D89-71CC97178ED3}"/>
              </a:ext>
            </a:extLst>
          </p:cNvPr>
          <p:cNvSpPr>
            <a:spLocks noGrp="1" noChangeArrowheads="1"/>
          </p:cNvSpPr>
          <p:nvPr>
            <p:ph type="title"/>
          </p:nvPr>
        </p:nvSpPr>
        <p:spPr/>
        <p:txBody>
          <a:bodyPr/>
          <a:lstStyle/>
          <a:p>
            <a:pPr eaLnBrk="1" hangingPunct="1"/>
            <a:r>
              <a:rPr lang="zh-CN" altLang="en-US">
                <a:ea typeface="宋体" panose="02010600030101010101" pitchFamily="2" charset="-122"/>
              </a:rPr>
              <a:t>数据模型的优化（续）</a:t>
            </a:r>
          </a:p>
        </p:txBody>
      </p:sp>
      <p:sp>
        <p:nvSpPr>
          <p:cNvPr id="83971" name="Rectangle 3">
            <a:extLst>
              <a:ext uri="{FF2B5EF4-FFF2-40B4-BE49-F238E27FC236}">
                <a16:creationId xmlns:a16="http://schemas.microsoft.com/office/drawing/2014/main" id="{CB7214C2-4EAA-434C-9E00-F8936D98C5AD}"/>
              </a:ext>
            </a:extLst>
          </p:cNvPr>
          <p:cNvSpPr>
            <a:spLocks noGrp="1" noChangeArrowheads="1"/>
          </p:cNvSpPr>
          <p:nvPr>
            <p:ph idx="1"/>
          </p:nvPr>
        </p:nvSpPr>
        <p:spPr>
          <a:xfrm>
            <a:off x="584200" y="1916113"/>
            <a:ext cx="8420100" cy="4094162"/>
          </a:xfrm>
        </p:spPr>
        <p:txBody>
          <a:bodyPr/>
          <a:lstStyle/>
          <a:p>
            <a:pPr lvl="1" eaLnBrk="1" hangingPunct="1">
              <a:lnSpc>
                <a:spcPct val="100000"/>
              </a:lnSpc>
            </a:pPr>
            <a:r>
              <a:rPr lang="zh-CN" altLang="en-US" dirty="0"/>
              <a:t>水平分解</a:t>
            </a:r>
          </a:p>
          <a:p>
            <a:pPr lvl="2" algn="just" eaLnBrk="1" hangingPunct="1">
              <a:lnSpc>
                <a:spcPct val="100000"/>
              </a:lnSpc>
            </a:pPr>
            <a:r>
              <a:rPr lang="zh-CN" altLang="en-US" dirty="0"/>
              <a:t>什么是水平分解</a:t>
            </a:r>
          </a:p>
          <a:p>
            <a:pPr lvl="3" algn="just" eaLnBrk="1" hangingPunct="1">
              <a:lnSpc>
                <a:spcPct val="100000"/>
              </a:lnSpc>
            </a:pPr>
            <a:r>
              <a:rPr lang="zh-CN" altLang="en-US" dirty="0"/>
              <a:t>把</a:t>
            </a:r>
            <a:r>
              <a:rPr lang="en-US" altLang="zh-CN" dirty="0"/>
              <a:t>(</a:t>
            </a:r>
            <a:r>
              <a:rPr lang="zh-CN" altLang="en-US" dirty="0"/>
              <a:t>基本</a:t>
            </a:r>
            <a:r>
              <a:rPr lang="en-US" altLang="zh-CN" dirty="0"/>
              <a:t>)</a:t>
            </a:r>
            <a:r>
              <a:rPr lang="zh-CN" altLang="en-US" dirty="0"/>
              <a:t>关系的元组分为若干子集合，定义每个子集合为一个子关系，以提高系统的效率</a:t>
            </a:r>
          </a:p>
          <a:p>
            <a:pPr lvl="2" algn="just" eaLnBrk="1" hangingPunct="1">
              <a:lnSpc>
                <a:spcPct val="100000"/>
              </a:lnSpc>
            </a:pPr>
            <a:r>
              <a:rPr lang="zh-CN" altLang="en-US" dirty="0"/>
              <a:t>水平分解的适用范围</a:t>
            </a:r>
          </a:p>
          <a:p>
            <a:pPr lvl="3" algn="just" eaLnBrk="1" hangingPunct="1">
              <a:lnSpc>
                <a:spcPct val="100000"/>
              </a:lnSpc>
            </a:pPr>
            <a:r>
              <a:rPr lang="zh-CN" altLang="en-US" dirty="0"/>
              <a:t>满足</a:t>
            </a:r>
            <a:r>
              <a:rPr lang="zh-CN" altLang="en-US" dirty="0">
                <a:solidFill>
                  <a:srgbClr val="3333FF"/>
                </a:solidFill>
              </a:rPr>
              <a:t>“</a:t>
            </a:r>
            <a:r>
              <a:rPr lang="en-US" altLang="zh-CN" dirty="0">
                <a:solidFill>
                  <a:srgbClr val="3333FF"/>
                </a:solidFill>
              </a:rPr>
              <a:t>8/2</a:t>
            </a:r>
            <a:r>
              <a:rPr lang="zh-CN" altLang="en-US" dirty="0">
                <a:solidFill>
                  <a:srgbClr val="3333FF"/>
                </a:solidFill>
              </a:rPr>
              <a:t>原则”</a:t>
            </a:r>
            <a:r>
              <a:rPr lang="zh-CN" altLang="en-US" dirty="0"/>
              <a:t>的应用 （帕累托法则）</a:t>
            </a:r>
          </a:p>
          <a:p>
            <a:pPr lvl="3" algn="just" eaLnBrk="1" hangingPunct="1">
              <a:lnSpc>
                <a:spcPct val="100000"/>
              </a:lnSpc>
              <a:spcBef>
                <a:spcPct val="10000"/>
              </a:spcBef>
            </a:pPr>
            <a:r>
              <a:rPr lang="zh-CN" altLang="en-US" dirty="0"/>
              <a:t>并发事务经常存取</a:t>
            </a:r>
            <a:r>
              <a:rPr lang="zh-CN" altLang="en-US" dirty="0">
                <a:solidFill>
                  <a:srgbClr val="3333FF"/>
                </a:solidFill>
              </a:rPr>
              <a:t>不相交的数据</a:t>
            </a:r>
          </a:p>
        </p:txBody>
      </p:sp>
      <p:sp>
        <p:nvSpPr>
          <p:cNvPr id="83972" name="Footer Placeholder 4">
            <a:extLst>
              <a:ext uri="{FF2B5EF4-FFF2-40B4-BE49-F238E27FC236}">
                <a16:creationId xmlns:a16="http://schemas.microsoft.com/office/drawing/2014/main" id="{67BA492C-8588-5647-8147-4A63EF4B9E28}"/>
              </a:ext>
            </a:extLst>
          </p:cNvPr>
          <p:cNvSpPr>
            <a:spLocks noGrp="1"/>
          </p:cNvSpPr>
          <p:nvPr>
            <p:ph type="ftr" sz="quarter" idx="4294967295"/>
          </p:nvPr>
        </p:nvSpPr>
        <p:spPr bwMode="auto">
          <a:xfrm>
            <a:off x="14288" y="6350000"/>
            <a:ext cx="2297112" cy="5778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115646" tIns="57824" rIns="115646" bIns="57824"/>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sz="1800"/>
              <a:t>数据库设计</a:t>
            </a:r>
            <a:endParaRPr lang="en-US" altLang="zh-CN" sz="1800"/>
          </a:p>
        </p:txBody>
      </p:sp>
      <p:sp>
        <p:nvSpPr>
          <p:cNvPr id="83973" name="Date Placeholder 5">
            <a:extLst>
              <a:ext uri="{FF2B5EF4-FFF2-40B4-BE49-F238E27FC236}">
                <a16:creationId xmlns:a16="http://schemas.microsoft.com/office/drawing/2014/main" id="{65A7731B-A44B-8142-9C72-7E151548AA7B}"/>
              </a:ext>
            </a:extLst>
          </p:cNvPr>
          <p:cNvSpPr>
            <a:spLocks noGrp="1"/>
          </p:cNvSpPr>
          <p:nvPr>
            <p:ph type="dt" sz="quarter" idx="11"/>
          </p:nvPr>
        </p:nvSpPr>
        <p:spPr>
          <a:xfrm>
            <a:off x="7321550" y="6324600"/>
            <a:ext cx="2501900" cy="527050"/>
          </a:xfrm>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r"/>
            <a:fld id="{34F7144C-1BEE-EA4C-946C-B4FCFB92503E}" type="datetime1">
              <a:rPr lang="zh-CN" altLang="en-US" sz="2000" smtClean="0"/>
              <a:pPr algn="r"/>
              <a:t>2023/5/16</a:t>
            </a:fld>
            <a:endParaRPr lang="en-US" altLang="zh-CN" sz="20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85628C17-AD3B-D746-B269-64E70AA5ADBB}"/>
              </a:ext>
            </a:extLst>
          </p:cNvPr>
          <p:cNvSpPr>
            <a:spLocks noGrp="1" noChangeArrowheads="1"/>
          </p:cNvSpPr>
          <p:nvPr>
            <p:ph type="title"/>
          </p:nvPr>
        </p:nvSpPr>
        <p:spPr/>
        <p:txBody>
          <a:bodyPr/>
          <a:lstStyle/>
          <a:p>
            <a:pPr eaLnBrk="1" hangingPunct="1"/>
            <a:r>
              <a:rPr lang="zh-CN" altLang="en-US">
                <a:ea typeface="宋体" panose="02010600030101010101" pitchFamily="2" charset="-122"/>
              </a:rPr>
              <a:t>数据模型的优化（续）</a:t>
            </a:r>
          </a:p>
        </p:txBody>
      </p:sp>
      <p:sp>
        <p:nvSpPr>
          <p:cNvPr id="84995" name="Rectangle 3">
            <a:extLst>
              <a:ext uri="{FF2B5EF4-FFF2-40B4-BE49-F238E27FC236}">
                <a16:creationId xmlns:a16="http://schemas.microsoft.com/office/drawing/2014/main" id="{D3B93AC3-2DB0-CD41-90B6-183235F5980F}"/>
              </a:ext>
            </a:extLst>
          </p:cNvPr>
          <p:cNvSpPr>
            <a:spLocks noGrp="1" noChangeArrowheads="1"/>
          </p:cNvSpPr>
          <p:nvPr>
            <p:ph idx="1"/>
          </p:nvPr>
        </p:nvSpPr>
        <p:spPr>
          <a:xfrm>
            <a:off x="819150" y="1916113"/>
            <a:ext cx="8420100" cy="3748087"/>
          </a:xfrm>
        </p:spPr>
        <p:txBody>
          <a:bodyPr/>
          <a:lstStyle/>
          <a:p>
            <a:pPr lvl="1" eaLnBrk="1" hangingPunct="1">
              <a:lnSpc>
                <a:spcPct val="100000"/>
              </a:lnSpc>
              <a:spcBef>
                <a:spcPct val="50000"/>
              </a:spcBef>
            </a:pPr>
            <a:r>
              <a:rPr lang="zh-CN" altLang="en-US"/>
              <a:t>垂直分解</a:t>
            </a:r>
          </a:p>
          <a:p>
            <a:pPr lvl="2" algn="just" eaLnBrk="1" hangingPunct="1">
              <a:lnSpc>
                <a:spcPct val="100000"/>
              </a:lnSpc>
              <a:spcBef>
                <a:spcPct val="50000"/>
              </a:spcBef>
            </a:pPr>
            <a:r>
              <a:rPr lang="zh-CN" altLang="en-US"/>
              <a:t>什么是垂直分解</a:t>
            </a:r>
          </a:p>
          <a:p>
            <a:pPr lvl="3" algn="just" eaLnBrk="1" hangingPunct="1">
              <a:lnSpc>
                <a:spcPct val="100000"/>
              </a:lnSpc>
              <a:spcBef>
                <a:spcPct val="50000"/>
              </a:spcBef>
            </a:pPr>
            <a:r>
              <a:rPr lang="zh-CN" altLang="en-US"/>
              <a:t>把关系模式</a:t>
            </a:r>
            <a:r>
              <a:rPr lang="en-US" altLang="zh-CN" i="1"/>
              <a:t>R</a:t>
            </a:r>
            <a:r>
              <a:rPr lang="zh-CN" altLang="en-US"/>
              <a:t>的属性分解为若干子集合，形成若干子关系模式</a:t>
            </a:r>
          </a:p>
          <a:p>
            <a:pPr lvl="2" eaLnBrk="1" hangingPunct="1">
              <a:lnSpc>
                <a:spcPct val="100000"/>
              </a:lnSpc>
            </a:pPr>
            <a:r>
              <a:rPr lang="zh-CN" altLang="en-US"/>
              <a:t>垂直分解的适用范围</a:t>
            </a:r>
          </a:p>
          <a:p>
            <a:pPr lvl="3" algn="just" eaLnBrk="1" hangingPunct="1">
              <a:lnSpc>
                <a:spcPct val="100000"/>
              </a:lnSpc>
            </a:pPr>
            <a:r>
              <a:rPr lang="zh-CN" altLang="en-US"/>
              <a:t>取决于分解后</a:t>
            </a:r>
            <a:r>
              <a:rPr lang="en-US" altLang="zh-CN" i="1"/>
              <a:t>R</a:t>
            </a:r>
            <a:r>
              <a:rPr lang="zh-CN" altLang="en-US"/>
              <a:t>上的所有事务的总效率是否得到了提高</a:t>
            </a:r>
          </a:p>
        </p:txBody>
      </p:sp>
      <p:sp>
        <p:nvSpPr>
          <p:cNvPr id="84996" name="Footer Placeholder 4">
            <a:extLst>
              <a:ext uri="{FF2B5EF4-FFF2-40B4-BE49-F238E27FC236}">
                <a16:creationId xmlns:a16="http://schemas.microsoft.com/office/drawing/2014/main" id="{A6D33977-E19E-5D41-A75D-BF7392FE58E9}"/>
              </a:ext>
            </a:extLst>
          </p:cNvPr>
          <p:cNvSpPr>
            <a:spLocks noGrp="1"/>
          </p:cNvSpPr>
          <p:nvPr>
            <p:ph type="ftr" sz="quarter" idx="4294967295"/>
          </p:nvPr>
        </p:nvSpPr>
        <p:spPr bwMode="auto">
          <a:xfrm>
            <a:off x="14288" y="6350000"/>
            <a:ext cx="2297112" cy="5778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115646" tIns="57824" rIns="115646" bIns="57824"/>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sz="1800"/>
              <a:t>数据库设计</a:t>
            </a:r>
            <a:endParaRPr lang="en-US" altLang="zh-CN" sz="1800"/>
          </a:p>
        </p:txBody>
      </p:sp>
      <p:sp>
        <p:nvSpPr>
          <p:cNvPr id="84997" name="Date Placeholder 5">
            <a:extLst>
              <a:ext uri="{FF2B5EF4-FFF2-40B4-BE49-F238E27FC236}">
                <a16:creationId xmlns:a16="http://schemas.microsoft.com/office/drawing/2014/main" id="{CF564C7C-8550-2743-80F1-E07201DD1024}"/>
              </a:ext>
            </a:extLst>
          </p:cNvPr>
          <p:cNvSpPr>
            <a:spLocks noGrp="1"/>
          </p:cNvSpPr>
          <p:nvPr>
            <p:ph type="dt" sz="quarter" idx="11"/>
          </p:nvPr>
        </p:nvSpPr>
        <p:spPr>
          <a:xfrm>
            <a:off x="7321550" y="6324600"/>
            <a:ext cx="2501900" cy="527050"/>
          </a:xfrm>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r"/>
            <a:fld id="{25D1246A-432F-1A45-8D58-91AA9C526816}" type="datetime1">
              <a:rPr lang="zh-CN" altLang="en-US" sz="2000" smtClean="0"/>
              <a:pPr algn="r"/>
              <a:t>2023/5/16</a:t>
            </a:fld>
            <a:endParaRPr lang="en-US" altLang="zh-CN" sz="20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3">
            <a:extLst>
              <a:ext uri="{FF2B5EF4-FFF2-40B4-BE49-F238E27FC236}">
                <a16:creationId xmlns:a16="http://schemas.microsoft.com/office/drawing/2014/main" id="{E424B033-3F15-A744-B29B-29B5E1EA7691}"/>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6F89FBE-F4DE-BB4B-A719-6DD57B960350}" type="slidenum">
              <a:rPr lang="zh-CN" altLang="en-US" sz="2000"/>
              <a:pPr/>
              <a:t>57</a:t>
            </a:fld>
            <a:endParaRPr lang="en-US" altLang="zh-CN" sz="2000"/>
          </a:p>
        </p:txBody>
      </p:sp>
      <p:sp>
        <p:nvSpPr>
          <p:cNvPr id="86019" name="日期占位符 4">
            <a:extLst>
              <a:ext uri="{FF2B5EF4-FFF2-40B4-BE49-F238E27FC236}">
                <a16:creationId xmlns:a16="http://schemas.microsoft.com/office/drawing/2014/main" id="{91C9FE96-1136-A24A-9DFB-90FD135CC394}"/>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CCEC4C1-4B04-CD4D-8E1D-06FB0CB823B5}" type="datetime1">
              <a:rPr lang="zh-CN" altLang="en-US" sz="1800" smtClean="0"/>
              <a:pPr/>
              <a:t>2023/5/16</a:t>
            </a:fld>
            <a:endParaRPr lang="en-US" altLang="zh-CN" sz="1000"/>
          </a:p>
        </p:txBody>
      </p:sp>
      <p:sp>
        <p:nvSpPr>
          <p:cNvPr id="2225154" name="Rectangle 2">
            <a:extLst>
              <a:ext uri="{FF2B5EF4-FFF2-40B4-BE49-F238E27FC236}">
                <a16:creationId xmlns:a16="http://schemas.microsoft.com/office/drawing/2014/main" id="{F96F5F5C-E4B3-B446-B62B-C534C3BD0240}"/>
              </a:ext>
            </a:extLst>
          </p:cNvPr>
          <p:cNvSpPr>
            <a:spLocks noGrp="1" noChangeArrowheads="1"/>
          </p:cNvSpPr>
          <p:nvPr>
            <p:ph type="title"/>
          </p:nvPr>
        </p:nvSpPr>
        <p:spPr/>
        <p:txBody>
          <a:bodyPr/>
          <a:lstStyle/>
          <a:p>
            <a:r>
              <a:rPr lang="zh-CN" altLang="en-US"/>
              <a:t>设计外模式 </a:t>
            </a:r>
          </a:p>
        </p:txBody>
      </p:sp>
      <p:sp>
        <p:nvSpPr>
          <p:cNvPr id="86021" name="Rectangle 3">
            <a:extLst>
              <a:ext uri="{FF2B5EF4-FFF2-40B4-BE49-F238E27FC236}">
                <a16:creationId xmlns:a16="http://schemas.microsoft.com/office/drawing/2014/main" id="{56BF0573-CE32-2345-AF7A-8822059801EF}"/>
              </a:ext>
            </a:extLst>
          </p:cNvPr>
          <p:cNvSpPr>
            <a:spLocks noGrp="1" noChangeArrowheads="1"/>
          </p:cNvSpPr>
          <p:nvPr>
            <p:ph type="body" idx="1"/>
          </p:nvPr>
        </p:nvSpPr>
        <p:spPr>
          <a:xfrm>
            <a:off x="650875" y="1143000"/>
            <a:ext cx="8820150" cy="2987675"/>
          </a:xfrm>
        </p:spPr>
        <p:txBody>
          <a:bodyPr/>
          <a:lstStyle/>
          <a:p>
            <a:r>
              <a:rPr lang="zh-CN" altLang="en-US"/>
              <a:t>将概念模型转换为逻辑数据模型之后，还应该根据局部应用需求，并结合具体的数据库管理系统的特点，设计用户的外模式。</a:t>
            </a:r>
          </a:p>
          <a:p>
            <a:r>
              <a:rPr lang="zh-CN" altLang="en-US"/>
              <a:t>外模式概念对应关系数据库的视图概念，设计外模式是为了更好地满足局部用户的需求。</a:t>
            </a:r>
          </a:p>
          <a:p>
            <a:r>
              <a:rPr lang="zh-CN" altLang="en-US"/>
              <a:t>定义数据库的模式主要是从系统的时间效率、空间效率、易维护等角度出发</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F9576C83-7E19-AE4A-81BF-CAAC0C6BEEC8}"/>
              </a:ext>
            </a:extLst>
          </p:cNvPr>
          <p:cNvSpPr>
            <a:spLocks noGrp="1" noChangeArrowheads="1"/>
          </p:cNvSpPr>
          <p:nvPr>
            <p:ph type="title"/>
          </p:nvPr>
        </p:nvSpPr>
        <p:spPr/>
        <p:txBody>
          <a:bodyPr/>
          <a:lstStyle/>
          <a:p>
            <a:pPr eaLnBrk="1" hangingPunct="1"/>
            <a:r>
              <a:rPr lang="zh-CN" altLang="en-US">
                <a:ea typeface="宋体" panose="02010600030101010101" pitchFamily="2" charset="-122"/>
              </a:rPr>
              <a:t>逻辑结构设计小结</a:t>
            </a:r>
          </a:p>
        </p:txBody>
      </p:sp>
      <p:sp>
        <p:nvSpPr>
          <p:cNvPr id="87043" name="Rectangle 3">
            <a:extLst>
              <a:ext uri="{FF2B5EF4-FFF2-40B4-BE49-F238E27FC236}">
                <a16:creationId xmlns:a16="http://schemas.microsoft.com/office/drawing/2014/main" id="{D2E77C21-95DB-1E4F-87D9-ED1F710F0571}"/>
              </a:ext>
            </a:extLst>
          </p:cNvPr>
          <p:cNvSpPr>
            <a:spLocks noGrp="1" noChangeArrowheads="1"/>
          </p:cNvSpPr>
          <p:nvPr>
            <p:ph idx="1"/>
          </p:nvPr>
        </p:nvSpPr>
        <p:spPr>
          <a:xfrm>
            <a:off x="631825" y="1341438"/>
            <a:ext cx="8420100" cy="4818062"/>
          </a:xfrm>
        </p:spPr>
        <p:txBody>
          <a:bodyPr/>
          <a:lstStyle/>
          <a:p>
            <a:pPr marL="609600" indent="-609600" eaLnBrk="1" hangingPunct="1"/>
            <a:r>
              <a:rPr lang="zh-CN" altLang="en-US"/>
              <a:t>优化数据模型的方法</a:t>
            </a:r>
          </a:p>
          <a:p>
            <a:pPr marL="609600" indent="-609600" eaLnBrk="1" hangingPunct="1">
              <a:lnSpc>
                <a:spcPct val="120000"/>
              </a:lnSpc>
              <a:spcBef>
                <a:spcPct val="40000"/>
              </a:spcBef>
              <a:buFont typeface="Wingdings" pitchFamily="2" charset="2"/>
              <a:buNone/>
            </a:pPr>
            <a:r>
              <a:rPr lang="zh-CN" altLang="en-US"/>
              <a:t>        </a:t>
            </a:r>
            <a:r>
              <a:rPr lang="en-US" altLang="zh-CN"/>
              <a:t>1. </a:t>
            </a:r>
            <a:r>
              <a:rPr lang="zh-CN" altLang="en-US"/>
              <a:t>确定数据依赖</a:t>
            </a:r>
          </a:p>
          <a:p>
            <a:pPr marL="609600" indent="-609600" eaLnBrk="1" hangingPunct="1">
              <a:lnSpc>
                <a:spcPct val="120000"/>
              </a:lnSpc>
              <a:spcBef>
                <a:spcPct val="40000"/>
              </a:spcBef>
              <a:buFont typeface="Wingdings" pitchFamily="2" charset="2"/>
              <a:buNone/>
            </a:pPr>
            <a:r>
              <a:rPr lang="zh-CN" altLang="en-US"/>
              <a:t>        </a:t>
            </a:r>
            <a:r>
              <a:rPr lang="en-US" altLang="zh-CN"/>
              <a:t>2. </a:t>
            </a:r>
            <a:r>
              <a:rPr lang="zh-CN" altLang="en-US"/>
              <a:t>对于各个关系模式之间的数据依赖进行极小化处理，消除冗余的联系。</a:t>
            </a:r>
          </a:p>
          <a:p>
            <a:pPr marL="609600" indent="-609600" eaLnBrk="1" hangingPunct="1">
              <a:lnSpc>
                <a:spcPct val="120000"/>
              </a:lnSpc>
              <a:spcBef>
                <a:spcPct val="40000"/>
              </a:spcBef>
              <a:buFont typeface="Wingdings" pitchFamily="2" charset="2"/>
              <a:buNone/>
            </a:pPr>
            <a:r>
              <a:rPr lang="zh-CN" altLang="en-US"/>
              <a:t>        </a:t>
            </a:r>
            <a:r>
              <a:rPr lang="en-US" altLang="zh-CN"/>
              <a:t>3. </a:t>
            </a:r>
            <a:r>
              <a:rPr lang="zh-CN" altLang="en-US"/>
              <a:t>确定各关系模式分别属于第几范式。</a:t>
            </a:r>
          </a:p>
          <a:p>
            <a:pPr marL="609600" indent="-609600" eaLnBrk="1" hangingPunct="1">
              <a:lnSpc>
                <a:spcPct val="120000"/>
              </a:lnSpc>
              <a:spcBef>
                <a:spcPct val="40000"/>
              </a:spcBef>
              <a:buFont typeface="Wingdings" pitchFamily="2" charset="2"/>
              <a:buNone/>
            </a:pPr>
            <a:r>
              <a:rPr lang="zh-CN" altLang="en-US"/>
              <a:t>        </a:t>
            </a:r>
            <a:r>
              <a:rPr lang="en-US" altLang="zh-CN"/>
              <a:t>4. </a:t>
            </a:r>
            <a:r>
              <a:rPr lang="zh-CN" altLang="en-US"/>
              <a:t>分析对于应用环境这些模式是否合适，确定是否要对它们进行合并或分解。</a:t>
            </a:r>
          </a:p>
          <a:p>
            <a:pPr marL="609600" indent="-609600" eaLnBrk="1" hangingPunct="1">
              <a:lnSpc>
                <a:spcPct val="120000"/>
              </a:lnSpc>
              <a:spcBef>
                <a:spcPct val="40000"/>
              </a:spcBef>
              <a:buFont typeface="Wingdings" pitchFamily="2" charset="2"/>
              <a:buNone/>
            </a:pPr>
            <a:r>
              <a:rPr lang="zh-CN" altLang="en-US"/>
              <a:t>        </a:t>
            </a:r>
            <a:r>
              <a:rPr lang="en-US" altLang="zh-CN"/>
              <a:t>5. </a:t>
            </a:r>
            <a:r>
              <a:rPr lang="zh-CN" altLang="en-US"/>
              <a:t>对关系模式进行必要的分解或合并</a:t>
            </a:r>
            <a:endParaRPr lang="zh-CN" altLang="en-US">
              <a:solidFill>
                <a:schemeClr val="accent2"/>
              </a:solidFill>
            </a:endParaRPr>
          </a:p>
        </p:txBody>
      </p:sp>
      <p:sp>
        <p:nvSpPr>
          <p:cNvPr id="87044" name="Date Placeholder 5">
            <a:extLst>
              <a:ext uri="{FF2B5EF4-FFF2-40B4-BE49-F238E27FC236}">
                <a16:creationId xmlns:a16="http://schemas.microsoft.com/office/drawing/2014/main" id="{2E1DE7B0-F60A-AA4C-9037-7810CFF3F29D}"/>
              </a:ext>
            </a:extLst>
          </p:cNvPr>
          <p:cNvSpPr>
            <a:spLocks noGrp="1"/>
          </p:cNvSpPr>
          <p:nvPr>
            <p:ph type="dt" sz="quarter" idx="11"/>
          </p:nvPr>
        </p:nvSpPr>
        <p:spPr>
          <a:xfrm>
            <a:off x="7321550" y="6324600"/>
            <a:ext cx="2501900" cy="527050"/>
          </a:xfrm>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r"/>
            <a:fld id="{95C1306E-E481-514F-86C9-BB3ADE2E1B01}" type="datetime1">
              <a:rPr lang="zh-CN" altLang="en-US" sz="2000" smtClean="0"/>
              <a:pPr algn="r"/>
              <a:t>2023/5/16</a:t>
            </a:fld>
            <a:endParaRPr lang="en-US" altLang="zh-CN" sz="2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36AB3C82-E1A7-1A4C-A716-911046D5EDC3}"/>
              </a:ext>
            </a:extLst>
          </p:cNvPr>
          <p:cNvSpPr>
            <a:spLocks noGrp="1" noChangeArrowheads="1"/>
          </p:cNvSpPr>
          <p:nvPr>
            <p:ph type="title"/>
          </p:nvPr>
        </p:nvSpPr>
        <p:spPr/>
        <p:txBody>
          <a:bodyPr/>
          <a:lstStyle/>
          <a:p>
            <a:pPr eaLnBrk="1" hangingPunct="1"/>
            <a:r>
              <a:rPr lang="zh-CN" altLang="en-US">
                <a:ea typeface="宋体" panose="02010600030101010101" pitchFamily="2" charset="-122"/>
              </a:rPr>
              <a:t>逻辑结构设计小结</a:t>
            </a:r>
          </a:p>
        </p:txBody>
      </p:sp>
      <p:sp>
        <p:nvSpPr>
          <p:cNvPr id="88067" name="Rectangle 3">
            <a:extLst>
              <a:ext uri="{FF2B5EF4-FFF2-40B4-BE49-F238E27FC236}">
                <a16:creationId xmlns:a16="http://schemas.microsoft.com/office/drawing/2014/main" id="{5594736C-24F7-7B4A-92D3-D115868AD2D9}"/>
              </a:ext>
            </a:extLst>
          </p:cNvPr>
          <p:cNvSpPr>
            <a:spLocks noGrp="1" noChangeArrowheads="1"/>
          </p:cNvSpPr>
          <p:nvPr>
            <p:ph idx="1"/>
          </p:nvPr>
        </p:nvSpPr>
        <p:spPr>
          <a:xfrm>
            <a:off x="560388" y="1484313"/>
            <a:ext cx="8828087" cy="2930525"/>
          </a:xfrm>
        </p:spPr>
        <p:txBody>
          <a:bodyPr/>
          <a:lstStyle/>
          <a:p>
            <a:pPr eaLnBrk="1" hangingPunct="1">
              <a:lnSpc>
                <a:spcPct val="100000"/>
              </a:lnSpc>
              <a:spcBef>
                <a:spcPct val="60000"/>
              </a:spcBef>
            </a:pPr>
            <a:r>
              <a:rPr lang="zh-CN" altLang="en-US"/>
              <a:t>设计用户子模式</a:t>
            </a:r>
          </a:p>
          <a:p>
            <a:pPr eaLnBrk="1" hangingPunct="1">
              <a:lnSpc>
                <a:spcPct val="100000"/>
              </a:lnSpc>
              <a:spcBef>
                <a:spcPct val="60000"/>
              </a:spcBef>
              <a:buFont typeface="Wingdings" pitchFamily="2" charset="2"/>
              <a:buNone/>
            </a:pPr>
            <a:r>
              <a:rPr lang="zh-CN" altLang="en-US"/>
              <a:t>    </a:t>
            </a:r>
            <a:r>
              <a:rPr lang="en-US" altLang="zh-CN"/>
              <a:t>1. </a:t>
            </a:r>
            <a:r>
              <a:rPr lang="zh-CN" altLang="en-US"/>
              <a:t>使用更符合用户习惯的别名</a:t>
            </a:r>
          </a:p>
          <a:p>
            <a:pPr eaLnBrk="1" hangingPunct="1">
              <a:lnSpc>
                <a:spcPct val="100000"/>
              </a:lnSpc>
              <a:spcBef>
                <a:spcPct val="60000"/>
              </a:spcBef>
              <a:buFont typeface="Wingdings" pitchFamily="2" charset="2"/>
              <a:buNone/>
            </a:pPr>
            <a:r>
              <a:rPr lang="zh-CN" altLang="en-US"/>
              <a:t>    </a:t>
            </a:r>
            <a:r>
              <a:rPr lang="en-US" altLang="zh-CN"/>
              <a:t>2. </a:t>
            </a:r>
            <a:r>
              <a:rPr lang="zh-CN" altLang="en-US"/>
              <a:t>针对不同级别的用户定义不同的外模式，以满足系统对安全性的要求。</a:t>
            </a:r>
          </a:p>
          <a:p>
            <a:pPr eaLnBrk="1" hangingPunct="1">
              <a:lnSpc>
                <a:spcPct val="100000"/>
              </a:lnSpc>
              <a:spcBef>
                <a:spcPct val="60000"/>
              </a:spcBef>
              <a:buFont typeface="Wingdings" pitchFamily="2" charset="2"/>
              <a:buNone/>
            </a:pPr>
            <a:r>
              <a:rPr lang="zh-CN" altLang="en-US"/>
              <a:t>    </a:t>
            </a:r>
            <a:r>
              <a:rPr lang="en-US" altLang="zh-CN"/>
              <a:t>3. </a:t>
            </a:r>
            <a:r>
              <a:rPr lang="zh-CN" altLang="en-US"/>
              <a:t>简化用户对系统的使用</a:t>
            </a:r>
          </a:p>
        </p:txBody>
      </p:sp>
      <p:sp>
        <p:nvSpPr>
          <p:cNvPr id="88068" name="Date Placeholder 5">
            <a:extLst>
              <a:ext uri="{FF2B5EF4-FFF2-40B4-BE49-F238E27FC236}">
                <a16:creationId xmlns:a16="http://schemas.microsoft.com/office/drawing/2014/main" id="{345F7315-27FF-9D4E-900D-507D000071E4}"/>
              </a:ext>
            </a:extLst>
          </p:cNvPr>
          <p:cNvSpPr>
            <a:spLocks noGrp="1"/>
          </p:cNvSpPr>
          <p:nvPr>
            <p:ph type="dt" sz="quarter" idx="11"/>
          </p:nvPr>
        </p:nvSpPr>
        <p:spPr>
          <a:xfrm>
            <a:off x="7321550" y="6324600"/>
            <a:ext cx="2501900" cy="527050"/>
          </a:xfrm>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r"/>
            <a:fld id="{28EB4C1A-E615-C543-9E58-A02E04D21871}" type="datetime1">
              <a:rPr lang="zh-CN" altLang="en-US" sz="2000" smtClean="0"/>
              <a:pPr algn="r"/>
              <a:t>2023/5/16</a:t>
            </a:fld>
            <a:endParaRPr lang="en-US" altLang="zh-CN" sz="20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3">
            <a:extLst>
              <a:ext uri="{FF2B5EF4-FFF2-40B4-BE49-F238E27FC236}">
                <a16:creationId xmlns:a16="http://schemas.microsoft.com/office/drawing/2014/main" id="{AAD039DB-C420-BC43-9264-0421CA59FE27}"/>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5D15AFF-3C0B-2140-B780-BD46E24D1BFE}" type="slidenum">
              <a:rPr lang="zh-CN" altLang="en-US" sz="2000"/>
              <a:pPr/>
              <a:t>60</a:t>
            </a:fld>
            <a:endParaRPr lang="en-US" altLang="zh-CN" sz="2000"/>
          </a:p>
        </p:txBody>
      </p:sp>
      <p:sp>
        <p:nvSpPr>
          <p:cNvPr id="89091" name="日期占位符 4">
            <a:extLst>
              <a:ext uri="{FF2B5EF4-FFF2-40B4-BE49-F238E27FC236}">
                <a16:creationId xmlns:a16="http://schemas.microsoft.com/office/drawing/2014/main" id="{47BCB311-2E90-8147-9F42-A1661BD02A0B}"/>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FF6A528C-F871-5842-B6B0-63CB37DB0C8D}" type="datetime1">
              <a:rPr lang="zh-CN" altLang="en-US" sz="1800" smtClean="0"/>
              <a:pPr/>
              <a:t>2023/5/16</a:t>
            </a:fld>
            <a:endParaRPr lang="en-US" altLang="zh-CN" sz="1000"/>
          </a:p>
        </p:txBody>
      </p:sp>
      <p:sp>
        <p:nvSpPr>
          <p:cNvPr id="2027522" name="Rectangle 2">
            <a:extLst>
              <a:ext uri="{FF2B5EF4-FFF2-40B4-BE49-F238E27FC236}">
                <a16:creationId xmlns:a16="http://schemas.microsoft.com/office/drawing/2014/main" id="{A597A3B1-B017-4946-BA93-5E1CC1C011B3}"/>
              </a:ext>
            </a:extLst>
          </p:cNvPr>
          <p:cNvSpPr>
            <a:spLocks noGrp="1" noChangeArrowheads="1"/>
          </p:cNvSpPr>
          <p:nvPr>
            <p:ph type="title"/>
          </p:nvPr>
        </p:nvSpPr>
        <p:spPr/>
        <p:txBody>
          <a:bodyPr/>
          <a:lstStyle/>
          <a:p>
            <a:r>
              <a:rPr lang="zh-CN" altLang="en-US"/>
              <a:t>四</a:t>
            </a:r>
            <a:r>
              <a:rPr lang="en-US" altLang="zh-CN"/>
              <a:t>.</a:t>
            </a:r>
            <a:r>
              <a:rPr lang="zh-CN" altLang="en-US"/>
              <a:t>数据库的物理设计</a:t>
            </a:r>
          </a:p>
        </p:txBody>
      </p:sp>
      <p:sp>
        <p:nvSpPr>
          <p:cNvPr id="89093" name="Rectangle 3">
            <a:extLst>
              <a:ext uri="{FF2B5EF4-FFF2-40B4-BE49-F238E27FC236}">
                <a16:creationId xmlns:a16="http://schemas.microsoft.com/office/drawing/2014/main" id="{1A8E8D64-26C3-FB47-8BCC-96A7061E1F1A}"/>
              </a:ext>
            </a:extLst>
          </p:cNvPr>
          <p:cNvSpPr>
            <a:spLocks noGrp="1" noChangeArrowheads="1"/>
          </p:cNvSpPr>
          <p:nvPr>
            <p:ph type="body" idx="1"/>
          </p:nvPr>
        </p:nvSpPr>
        <p:spPr>
          <a:xfrm>
            <a:off x="650875" y="1143000"/>
            <a:ext cx="8820150" cy="5316538"/>
          </a:xfrm>
        </p:spPr>
        <p:txBody>
          <a:bodyPr/>
          <a:lstStyle/>
          <a:p>
            <a:r>
              <a:rPr lang="zh-CN" altLang="en-US"/>
              <a:t>什么是数据库的物理设计</a:t>
            </a:r>
          </a:p>
          <a:p>
            <a:pPr lvl="1"/>
            <a:r>
              <a:rPr lang="zh-CN" altLang="en-US"/>
              <a:t>数据库在物理设备上的存储结构与存取方法称为数据库的物理结构，它依赖于给定的计算机系统。</a:t>
            </a:r>
          </a:p>
          <a:p>
            <a:pPr lvl="1"/>
            <a:r>
              <a:rPr lang="zh-CN" altLang="en-US"/>
              <a:t>为一个给定的逻辑数据模型选取一个最适合应用环境的物理结构的过程，就是数据库的物理设计。</a:t>
            </a:r>
          </a:p>
          <a:p>
            <a:r>
              <a:rPr lang="zh-CN" altLang="en-US"/>
              <a:t>数据库物理设计的步骤</a:t>
            </a:r>
          </a:p>
          <a:p>
            <a:pPr lvl="1">
              <a:spcBef>
                <a:spcPct val="50000"/>
              </a:spcBef>
            </a:pPr>
            <a:r>
              <a:rPr lang="zh-CN" altLang="en-US"/>
              <a:t>确定数据库的物理结构</a:t>
            </a:r>
          </a:p>
          <a:p>
            <a:pPr lvl="1">
              <a:spcBef>
                <a:spcPct val="50000"/>
              </a:spcBef>
            </a:pPr>
            <a:r>
              <a:rPr lang="zh-CN" altLang="en-US"/>
              <a:t>对物理结构进行评价</a:t>
            </a:r>
            <a:r>
              <a:rPr lang="en-US" altLang="zh-CN"/>
              <a:t>,</a:t>
            </a:r>
            <a:r>
              <a:rPr lang="zh-CN" altLang="en-US"/>
              <a:t>评价的重点是时间和空间效率</a:t>
            </a:r>
          </a:p>
          <a:p>
            <a:pPr lvl="1">
              <a:spcBef>
                <a:spcPct val="50000"/>
              </a:spcBef>
            </a:pPr>
            <a:r>
              <a:rPr lang="zh-CN" altLang="en-US"/>
              <a:t>如果评价结果满足原设计要求则可进入到物理实施阶段，否则，就需要重新设计或修改物理结构，有时甚至要返回逻辑设计阶段修改数据模型。</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3">
            <a:extLst>
              <a:ext uri="{FF2B5EF4-FFF2-40B4-BE49-F238E27FC236}">
                <a16:creationId xmlns:a16="http://schemas.microsoft.com/office/drawing/2014/main" id="{52DAE84B-A5A2-C942-B11A-1812BB8D4919}"/>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899D7294-A5F2-D94B-A39C-21CE1F495C30}" type="slidenum">
              <a:rPr lang="zh-CN" altLang="en-US" sz="2000"/>
              <a:pPr/>
              <a:t>61</a:t>
            </a:fld>
            <a:endParaRPr lang="en-US" altLang="zh-CN" sz="2000"/>
          </a:p>
        </p:txBody>
      </p:sp>
      <p:sp>
        <p:nvSpPr>
          <p:cNvPr id="90115" name="日期占位符 4">
            <a:extLst>
              <a:ext uri="{FF2B5EF4-FFF2-40B4-BE49-F238E27FC236}">
                <a16:creationId xmlns:a16="http://schemas.microsoft.com/office/drawing/2014/main" id="{9D8E7DEE-CC74-5D4B-BC10-998C5B525BF0}"/>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04D8AFC-3172-AE46-9379-7A2594B98A53}" type="datetime1">
              <a:rPr lang="zh-CN" altLang="en-US" sz="1800" smtClean="0"/>
              <a:pPr/>
              <a:t>2023/5/16</a:t>
            </a:fld>
            <a:endParaRPr lang="en-US" altLang="zh-CN" sz="1000"/>
          </a:p>
        </p:txBody>
      </p:sp>
      <p:sp>
        <p:nvSpPr>
          <p:cNvPr id="2033666" name="Rectangle 2">
            <a:extLst>
              <a:ext uri="{FF2B5EF4-FFF2-40B4-BE49-F238E27FC236}">
                <a16:creationId xmlns:a16="http://schemas.microsoft.com/office/drawing/2014/main" id="{21E62FA6-FF20-9143-95CE-89C7224FC091}"/>
              </a:ext>
            </a:extLst>
          </p:cNvPr>
          <p:cNvSpPr>
            <a:spLocks noGrp="1" noChangeArrowheads="1"/>
          </p:cNvSpPr>
          <p:nvPr>
            <p:ph type="title"/>
          </p:nvPr>
        </p:nvSpPr>
        <p:spPr>
          <a:xfrm>
            <a:off x="650875" y="365125"/>
            <a:ext cx="8820150" cy="549275"/>
          </a:xfrm>
        </p:spPr>
        <p:txBody>
          <a:bodyPr/>
          <a:lstStyle/>
          <a:p>
            <a:pPr defTabSz="914400"/>
            <a:r>
              <a:rPr lang="zh-CN" altLang="en-US" sz="4000"/>
              <a:t>数据库物理设计的内容和方法（续）</a:t>
            </a:r>
          </a:p>
        </p:txBody>
      </p:sp>
      <p:sp>
        <p:nvSpPr>
          <p:cNvPr id="90117" name="Rectangle 3">
            <a:extLst>
              <a:ext uri="{FF2B5EF4-FFF2-40B4-BE49-F238E27FC236}">
                <a16:creationId xmlns:a16="http://schemas.microsoft.com/office/drawing/2014/main" id="{887BA09A-6CE1-2A46-BA97-C2A127EBE83F}"/>
              </a:ext>
            </a:extLst>
          </p:cNvPr>
          <p:cNvSpPr>
            <a:spLocks noGrp="1" noChangeArrowheads="1"/>
          </p:cNvSpPr>
          <p:nvPr>
            <p:ph type="body" idx="1"/>
          </p:nvPr>
        </p:nvSpPr>
        <p:spPr>
          <a:xfrm>
            <a:off x="415925" y="1143000"/>
            <a:ext cx="9490075" cy="5246688"/>
          </a:xfrm>
        </p:spPr>
        <p:txBody>
          <a:bodyPr/>
          <a:lstStyle/>
          <a:p>
            <a:pPr marL="342900" indent="-342900" defTabSz="914400">
              <a:lnSpc>
                <a:spcPct val="80000"/>
              </a:lnSpc>
            </a:pPr>
            <a:r>
              <a:rPr lang="zh-CN" altLang="en-US"/>
              <a:t>选择物理数据库设计所需参数</a:t>
            </a:r>
            <a:r>
              <a:rPr lang="en-US" altLang="zh-CN"/>
              <a:t>,</a:t>
            </a:r>
            <a:r>
              <a:rPr lang="zh-CN" altLang="en-US"/>
              <a:t>是确定关系存取方法的依据</a:t>
            </a:r>
          </a:p>
          <a:p>
            <a:pPr marL="742950" lvl="1" indent="-285750" defTabSz="914400">
              <a:lnSpc>
                <a:spcPct val="80000"/>
              </a:lnSpc>
            </a:pPr>
            <a:r>
              <a:rPr lang="zh-CN" altLang="en-US"/>
              <a:t> 数据库查询事务</a:t>
            </a:r>
          </a:p>
          <a:p>
            <a:pPr marL="1143000" lvl="2" indent="-228600" defTabSz="914400">
              <a:lnSpc>
                <a:spcPct val="80000"/>
              </a:lnSpc>
            </a:pPr>
            <a:r>
              <a:rPr lang="zh-CN" altLang="en-US"/>
              <a:t>查询的关系</a:t>
            </a:r>
          </a:p>
          <a:p>
            <a:pPr marL="1143000" lvl="2" indent="-228600" defTabSz="914400">
              <a:lnSpc>
                <a:spcPct val="80000"/>
              </a:lnSpc>
            </a:pPr>
            <a:r>
              <a:rPr lang="zh-CN" altLang="en-US"/>
              <a:t> 查询条件所涉及的属性</a:t>
            </a:r>
          </a:p>
          <a:p>
            <a:pPr marL="1143000" lvl="2" indent="-228600" defTabSz="914400">
              <a:lnSpc>
                <a:spcPct val="80000"/>
              </a:lnSpc>
            </a:pPr>
            <a:r>
              <a:rPr lang="zh-CN" altLang="en-US"/>
              <a:t> 连接条件所涉及的属性</a:t>
            </a:r>
          </a:p>
          <a:p>
            <a:pPr marL="1143000" lvl="2" indent="-228600" defTabSz="914400">
              <a:lnSpc>
                <a:spcPct val="80000"/>
              </a:lnSpc>
            </a:pPr>
            <a:r>
              <a:rPr lang="zh-CN" altLang="en-US"/>
              <a:t> 查询的投影属性</a:t>
            </a:r>
          </a:p>
          <a:p>
            <a:pPr marL="742950" lvl="1" indent="-285750" defTabSz="914400">
              <a:lnSpc>
                <a:spcPct val="80000"/>
              </a:lnSpc>
            </a:pPr>
            <a:r>
              <a:rPr lang="zh-CN" altLang="en-US"/>
              <a:t>数据更新事务</a:t>
            </a:r>
          </a:p>
          <a:p>
            <a:pPr marL="1143000" lvl="2" indent="-228600" defTabSz="914400">
              <a:lnSpc>
                <a:spcPct val="80000"/>
              </a:lnSpc>
            </a:pPr>
            <a:r>
              <a:rPr lang="zh-CN" altLang="en-US"/>
              <a:t>被更新的关系</a:t>
            </a:r>
          </a:p>
          <a:p>
            <a:pPr marL="1143000" lvl="2" indent="-228600" defTabSz="914400">
              <a:lnSpc>
                <a:spcPct val="80000"/>
              </a:lnSpc>
            </a:pPr>
            <a:r>
              <a:rPr lang="zh-CN" altLang="en-US"/>
              <a:t>每个关系上的更新操作条件所涉及的属性</a:t>
            </a:r>
          </a:p>
          <a:p>
            <a:pPr marL="1143000" lvl="2" indent="-228600" defTabSz="914400">
              <a:lnSpc>
                <a:spcPct val="80000"/>
              </a:lnSpc>
            </a:pPr>
            <a:r>
              <a:rPr lang="zh-CN" altLang="en-US"/>
              <a:t> 修改操作要改变的属性值</a:t>
            </a:r>
          </a:p>
          <a:p>
            <a:pPr marL="742950" lvl="1" indent="-285750" defTabSz="914400">
              <a:lnSpc>
                <a:spcPct val="80000"/>
              </a:lnSpc>
            </a:pPr>
            <a:r>
              <a:rPr lang="zh-CN" altLang="en-US"/>
              <a:t> 每个事务在各关系上运行的频率和性能要求</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3">
            <a:extLst>
              <a:ext uri="{FF2B5EF4-FFF2-40B4-BE49-F238E27FC236}">
                <a16:creationId xmlns:a16="http://schemas.microsoft.com/office/drawing/2014/main" id="{97F50D79-5633-1347-AF46-642FA6C99907}"/>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6687352-4C1F-0940-A6D6-E2C4E667DBF3}" type="slidenum">
              <a:rPr lang="zh-CN" altLang="en-US" sz="2000"/>
              <a:pPr/>
              <a:t>62</a:t>
            </a:fld>
            <a:endParaRPr lang="en-US" altLang="zh-CN" sz="2000"/>
          </a:p>
        </p:txBody>
      </p:sp>
      <p:sp>
        <p:nvSpPr>
          <p:cNvPr id="91139" name="日期占位符 4">
            <a:extLst>
              <a:ext uri="{FF2B5EF4-FFF2-40B4-BE49-F238E27FC236}">
                <a16:creationId xmlns:a16="http://schemas.microsoft.com/office/drawing/2014/main" id="{89442DFD-F437-AB4B-B8E1-C1F225176A2C}"/>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93DC684-7D79-0149-A2A3-18F0B5FFDF8E}" type="datetime1">
              <a:rPr lang="zh-CN" altLang="en-US" sz="1800" smtClean="0"/>
              <a:pPr/>
              <a:t>2023/5/16</a:t>
            </a:fld>
            <a:endParaRPr lang="en-US" altLang="zh-CN" sz="1000"/>
          </a:p>
        </p:txBody>
      </p:sp>
      <p:sp>
        <p:nvSpPr>
          <p:cNvPr id="2035714" name="Rectangle 2">
            <a:extLst>
              <a:ext uri="{FF2B5EF4-FFF2-40B4-BE49-F238E27FC236}">
                <a16:creationId xmlns:a16="http://schemas.microsoft.com/office/drawing/2014/main" id="{4AB42665-13A8-464F-9697-92CA975AE14A}"/>
              </a:ext>
            </a:extLst>
          </p:cNvPr>
          <p:cNvSpPr>
            <a:spLocks noGrp="1" noChangeArrowheads="1"/>
          </p:cNvSpPr>
          <p:nvPr>
            <p:ph type="title"/>
          </p:nvPr>
        </p:nvSpPr>
        <p:spPr>
          <a:xfrm>
            <a:off x="650875" y="365125"/>
            <a:ext cx="8820150" cy="549275"/>
          </a:xfrm>
        </p:spPr>
        <p:txBody>
          <a:bodyPr/>
          <a:lstStyle/>
          <a:p>
            <a:pPr defTabSz="914400"/>
            <a:r>
              <a:rPr lang="zh-CN" altLang="en-US" sz="4000"/>
              <a:t>数据库物理设计的内容和方法（续）</a:t>
            </a:r>
          </a:p>
        </p:txBody>
      </p:sp>
      <p:sp>
        <p:nvSpPr>
          <p:cNvPr id="91141" name="Rectangle 3">
            <a:extLst>
              <a:ext uri="{FF2B5EF4-FFF2-40B4-BE49-F238E27FC236}">
                <a16:creationId xmlns:a16="http://schemas.microsoft.com/office/drawing/2014/main" id="{38AE3807-DF41-C84F-9FAE-9AB8D6149D59}"/>
              </a:ext>
            </a:extLst>
          </p:cNvPr>
          <p:cNvSpPr>
            <a:spLocks noGrp="1" noChangeArrowheads="1"/>
          </p:cNvSpPr>
          <p:nvPr>
            <p:ph type="body" idx="1"/>
          </p:nvPr>
        </p:nvSpPr>
        <p:spPr>
          <a:xfrm>
            <a:off x="650875" y="1143000"/>
            <a:ext cx="8820150" cy="4610100"/>
          </a:xfrm>
        </p:spPr>
        <p:txBody>
          <a:bodyPr/>
          <a:lstStyle/>
          <a:p>
            <a:r>
              <a:rPr lang="zh-CN" altLang="en-US"/>
              <a:t>关系数据库物理设计的内容</a:t>
            </a:r>
          </a:p>
          <a:p>
            <a:pPr lvl="1"/>
            <a:r>
              <a:rPr lang="en-US" altLang="zh-CN"/>
              <a:t>1. </a:t>
            </a:r>
            <a:r>
              <a:rPr lang="zh-CN" altLang="en-US"/>
              <a:t>为关系模式选择</a:t>
            </a:r>
            <a:r>
              <a:rPr lang="zh-CN" altLang="en-US">
                <a:solidFill>
                  <a:srgbClr val="0000FF"/>
                </a:solidFill>
              </a:rPr>
              <a:t>存取方法</a:t>
            </a:r>
            <a:r>
              <a:rPr lang="en-US" altLang="zh-CN"/>
              <a:t>(</a:t>
            </a:r>
            <a:r>
              <a:rPr lang="zh-CN" altLang="en-US"/>
              <a:t>建立存取路径</a:t>
            </a:r>
            <a:r>
              <a:rPr lang="en-US" altLang="zh-CN"/>
              <a:t>)</a:t>
            </a:r>
          </a:p>
          <a:p>
            <a:pPr lvl="1"/>
            <a:r>
              <a:rPr lang="en-US" altLang="zh-CN"/>
              <a:t>2.  </a:t>
            </a:r>
            <a:r>
              <a:rPr lang="zh-CN" altLang="en-US"/>
              <a:t>设计关系、索引等数据库文件的</a:t>
            </a:r>
            <a:r>
              <a:rPr lang="zh-CN" altLang="en-US">
                <a:solidFill>
                  <a:srgbClr val="0000FF"/>
                </a:solidFill>
              </a:rPr>
              <a:t>物理存储结构</a:t>
            </a:r>
          </a:p>
          <a:p>
            <a:pPr>
              <a:lnSpc>
                <a:spcPct val="150000"/>
              </a:lnSpc>
            </a:pPr>
            <a:r>
              <a:rPr lang="zh-CN" altLang="en-US"/>
              <a:t>物理设计的必要工作</a:t>
            </a:r>
          </a:p>
          <a:p>
            <a:pPr lvl="1"/>
            <a:r>
              <a:rPr lang="zh-CN" altLang="en-US"/>
              <a:t>除了要实现实现概念模型向</a:t>
            </a:r>
            <a:r>
              <a:rPr lang="en-US" altLang="zh-CN"/>
              <a:t>DBMS</a:t>
            </a:r>
            <a:r>
              <a:rPr lang="zh-CN" altLang="zh-CN"/>
              <a:t>的转化的任务</a:t>
            </a:r>
            <a:endParaRPr lang="zh-CN" altLang="en-US"/>
          </a:p>
          <a:p>
            <a:pPr lvl="1"/>
            <a:r>
              <a:rPr lang="zh-CN" altLang="zh-CN"/>
              <a:t>同时加入概念模型中未考虑或未全部考虑的因素：</a:t>
            </a:r>
            <a:endParaRPr lang="zh-CN" altLang="en-US"/>
          </a:p>
          <a:p>
            <a:pPr lvl="2"/>
            <a:r>
              <a:rPr lang="en-US" altLang="zh-CN"/>
              <a:t>PK(</a:t>
            </a:r>
            <a:r>
              <a:rPr lang="zh-CN" altLang="en-US"/>
              <a:t>主键</a:t>
            </a:r>
            <a:r>
              <a:rPr lang="en-US" altLang="zh-CN"/>
              <a:t>)</a:t>
            </a:r>
            <a:r>
              <a:rPr lang="zh-CN" altLang="en-US"/>
              <a:t>，</a:t>
            </a:r>
            <a:r>
              <a:rPr lang="en-US" altLang="zh-CN"/>
              <a:t>FK(</a:t>
            </a:r>
            <a:r>
              <a:rPr lang="zh-CN" altLang="en-US"/>
              <a:t>外键</a:t>
            </a:r>
            <a:r>
              <a:rPr lang="en-US" altLang="zh-CN"/>
              <a:t>)</a:t>
            </a:r>
            <a:r>
              <a:rPr lang="zh-CN" altLang="en-US"/>
              <a:t>，</a:t>
            </a:r>
            <a:r>
              <a:rPr lang="en-US" altLang="zh-CN"/>
              <a:t>View(</a:t>
            </a:r>
            <a:r>
              <a:rPr lang="zh-CN" altLang="en-US"/>
              <a:t>视图</a:t>
            </a:r>
            <a:r>
              <a:rPr lang="en-US" altLang="zh-CN"/>
              <a:t>)</a:t>
            </a:r>
            <a:r>
              <a:rPr lang="zh-CN" altLang="en-US"/>
              <a:t>， </a:t>
            </a:r>
            <a:r>
              <a:rPr lang="en-US" altLang="zh-CN"/>
              <a:t>Index(</a:t>
            </a:r>
            <a:r>
              <a:rPr lang="zh-CN" altLang="en-US"/>
              <a:t>索引</a:t>
            </a:r>
            <a:r>
              <a:rPr lang="en-US" altLang="zh-CN"/>
              <a:t>), Trigger(</a:t>
            </a:r>
            <a:r>
              <a:rPr lang="zh-CN" altLang="en-US"/>
              <a:t>触发器</a:t>
            </a:r>
            <a:r>
              <a:rPr lang="en-US" altLang="zh-CN"/>
              <a:t>), Stored Procedure(</a:t>
            </a:r>
            <a:r>
              <a:rPr lang="zh-CN" altLang="en-US"/>
              <a:t>存储过程</a:t>
            </a:r>
            <a:r>
              <a:rPr lang="en-US" altLang="zh-CN"/>
              <a:t>)</a:t>
            </a:r>
            <a:r>
              <a:rPr lang="zh-CN" altLang="zh-CN"/>
              <a:t>等，以实现系统的完整性</a:t>
            </a:r>
            <a:endParaRPr lang="zh-CN" altLang="en-US">
              <a:solidFill>
                <a:srgbClr val="0000FF"/>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3">
            <a:extLst>
              <a:ext uri="{FF2B5EF4-FFF2-40B4-BE49-F238E27FC236}">
                <a16:creationId xmlns:a16="http://schemas.microsoft.com/office/drawing/2014/main" id="{137631D5-8FE4-484A-A868-2203E2A8C372}"/>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1C79610-C30D-8347-9F3E-F40C524ADE0F}" type="slidenum">
              <a:rPr lang="zh-CN" altLang="en-US" sz="2000"/>
              <a:pPr/>
              <a:t>63</a:t>
            </a:fld>
            <a:endParaRPr lang="en-US" altLang="zh-CN" sz="2000"/>
          </a:p>
        </p:txBody>
      </p:sp>
      <p:sp>
        <p:nvSpPr>
          <p:cNvPr id="92163" name="日期占位符 4">
            <a:extLst>
              <a:ext uri="{FF2B5EF4-FFF2-40B4-BE49-F238E27FC236}">
                <a16:creationId xmlns:a16="http://schemas.microsoft.com/office/drawing/2014/main" id="{CCEE54B0-931E-E849-ABF8-E9594F2048EA}"/>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2F98926A-CA92-274E-9C0E-DFA5C64DC12B}" type="datetime1">
              <a:rPr lang="zh-CN" altLang="en-US" sz="1800" smtClean="0"/>
              <a:pPr/>
              <a:t>2023/5/16</a:t>
            </a:fld>
            <a:endParaRPr lang="en-US" altLang="zh-CN" sz="1000"/>
          </a:p>
        </p:txBody>
      </p:sp>
      <p:sp>
        <p:nvSpPr>
          <p:cNvPr id="2276354" name="Rectangle 2">
            <a:extLst>
              <a:ext uri="{FF2B5EF4-FFF2-40B4-BE49-F238E27FC236}">
                <a16:creationId xmlns:a16="http://schemas.microsoft.com/office/drawing/2014/main" id="{E7B72EF1-0181-9441-B747-A1D32C8219B4}"/>
              </a:ext>
            </a:extLst>
          </p:cNvPr>
          <p:cNvSpPr>
            <a:spLocks noGrp="1" noChangeArrowheads="1"/>
          </p:cNvSpPr>
          <p:nvPr>
            <p:ph type="title"/>
          </p:nvPr>
        </p:nvSpPr>
        <p:spPr/>
        <p:txBody>
          <a:bodyPr/>
          <a:lstStyle/>
          <a:p>
            <a:r>
              <a:rPr lang="zh-CN" altLang="en-US">
                <a:ea typeface="宋体" panose="02010600030101010101" pitchFamily="2" charset="-122"/>
              </a:rPr>
              <a:t>确定存取方法</a:t>
            </a:r>
          </a:p>
        </p:txBody>
      </p:sp>
      <p:sp>
        <p:nvSpPr>
          <p:cNvPr id="92165" name="Rectangle 3">
            <a:extLst>
              <a:ext uri="{FF2B5EF4-FFF2-40B4-BE49-F238E27FC236}">
                <a16:creationId xmlns:a16="http://schemas.microsoft.com/office/drawing/2014/main" id="{846B41A8-8607-E54A-BFCC-E06916567F24}"/>
              </a:ext>
            </a:extLst>
          </p:cNvPr>
          <p:cNvSpPr>
            <a:spLocks noGrp="1" noChangeArrowheads="1"/>
          </p:cNvSpPr>
          <p:nvPr>
            <p:ph type="body" idx="1"/>
          </p:nvPr>
        </p:nvSpPr>
        <p:spPr>
          <a:xfrm>
            <a:off x="650875" y="1143000"/>
            <a:ext cx="8820150" cy="3968750"/>
          </a:xfrm>
        </p:spPr>
        <p:txBody>
          <a:bodyPr/>
          <a:lstStyle/>
          <a:p>
            <a:pPr eaLnBrk="1" hangingPunct="1"/>
            <a:r>
              <a:rPr lang="zh-CN" altLang="en-US"/>
              <a:t>一般用户可以通过建立索引的方法来加快数据的查询效率。 </a:t>
            </a:r>
          </a:p>
          <a:p>
            <a:pPr eaLnBrk="1" hangingPunct="1"/>
            <a:r>
              <a:rPr lang="zh-CN" altLang="en-US"/>
              <a:t>建立索引的一般原则为：</a:t>
            </a:r>
          </a:p>
          <a:p>
            <a:pPr lvl="1" eaLnBrk="1" hangingPunct="1"/>
            <a:r>
              <a:rPr lang="zh-CN" altLang="en-US"/>
              <a:t>在经常作为查询条件的属性上建立索引。</a:t>
            </a:r>
          </a:p>
          <a:p>
            <a:pPr lvl="1" eaLnBrk="1" hangingPunct="1"/>
            <a:r>
              <a:rPr lang="zh-CN" altLang="en-US"/>
              <a:t>在经常作为连接条件的属性上建立索引。</a:t>
            </a:r>
          </a:p>
          <a:p>
            <a:pPr lvl="1" eaLnBrk="1" hangingPunct="1"/>
            <a:r>
              <a:rPr lang="zh-CN" altLang="en-US"/>
              <a:t>在经常作为分组依据列的属性上建立索引。</a:t>
            </a:r>
          </a:p>
          <a:p>
            <a:pPr lvl="1" eaLnBrk="1" hangingPunct="1"/>
            <a:r>
              <a:rPr lang="zh-CN" altLang="en-US"/>
              <a:t>对经常进行连接操作的表可以建立索引。</a:t>
            </a:r>
          </a:p>
          <a:p>
            <a:pPr eaLnBrk="1" hangingPunct="1"/>
            <a:r>
              <a:rPr lang="zh-CN" altLang="en-US"/>
              <a:t>一个表可以建立多个索引，但只能建立一个聚簇索引。</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3">
            <a:extLst>
              <a:ext uri="{FF2B5EF4-FFF2-40B4-BE49-F238E27FC236}">
                <a16:creationId xmlns:a16="http://schemas.microsoft.com/office/drawing/2014/main" id="{42234A23-2AA3-6042-B43E-F3B5E5DFC2A5}"/>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3ED7FF75-471C-0444-A9F1-F04D5B46A16B}" type="slidenum">
              <a:rPr lang="zh-CN" altLang="en-US" sz="2000"/>
              <a:pPr/>
              <a:t>64</a:t>
            </a:fld>
            <a:endParaRPr lang="en-US" altLang="zh-CN" sz="2000"/>
          </a:p>
        </p:txBody>
      </p:sp>
      <p:sp>
        <p:nvSpPr>
          <p:cNvPr id="93187" name="日期占位符 4">
            <a:extLst>
              <a:ext uri="{FF2B5EF4-FFF2-40B4-BE49-F238E27FC236}">
                <a16:creationId xmlns:a16="http://schemas.microsoft.com/office/drawing/2014/main" id="{B161BA1D-5929-B54F-AF6B-627816F76046}"/>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E5A4E55-787C-1145-867F-8A6C9FC65430}" type="datetime1">
              <a:rPr lang="zh-CN" altLang="en-US" sz="1800" smtClean="0"/>
              <a:pPr/>
              <a:t>2023/5/16</a:t>
            </a:fld>
            <a:endParaRPr lang="en-US" altLang="zh-CN" sz="1000"/>
          </a:p>
        </p:txBody>
      </p:sp>
      <p:sp>
        <p:nvSpPr>
          <p:cNvPr id="2277378" name="Rectangle 2">
            <a:extLst>
              <a:ext uri="{FF2B5EF4-FFF2-40B4-BE49-F238E27FC236}">
                <a16:creationId xmlns:a16="http://schemas.microsoft.com/office/drawing/2014/main" id="{3638C683-76A8-954C-A0D1-D2F56ED2893B}"/>
              </a:ext>
            </a:extLst>
          </p:cNvPr>
          <p:cNvSpPr>
            <a:spLocks noGrp="1" noChangeArrowheads="1"/>
          </p:cNvSpPr>
          <p:nvPr>
            <p:ph type="title"/>
          </p:nvPr>
        </p:nvSpPr>
        <p:spPr/>
        <p:txBody>
          <a:bodyPr/>
          <a:lstStyle/>
          <a:p>
            <a:r>
              <a:rPr lang="zh-CN" altLang="en-US">
                <a:ea typeface="宋体" panose="02010600030101010101" pitchFamily="2" charset="-122"/>
              </a:rPr>
              <a:t>确定存储结构</a:t>
            </a:r>
          </a:p>
        </p:txBody>
      </p:sp>
      <p:sp>
        <p:nvSpPr>
          <p:cNvPr id="93189" name="Rectangle 3">
            <a:extLst>
              <a:ext uri="{FF2B5EF4-FFF2-40B4-BE49-F238E27FC236}">
                <a16:creationId xmlns:a16="http://schemas.microsoft.com/office/drawing/2014/main" id="{801A1B6C-7605-6643-8C87-1B15CC6C1628}"/>
              </a:ext>
            </a:extLst>
          </p:cNvPr>
          <p:cNvSpPr>
            <a:spLocks noGrp="1" noChangeArrowheads="1"/>
          </p:cNvSpPr>
          <p:nvPr>
            <p:ph type="body" idx="1"/>
          </p:nvPr>
        </p:nvSpPr>
        <p:spPr>
          <a:xfrm>
            <a:off x="650875" y="1143000"/>
            <a:ext cx="8820150" cy="2901950"/>
          </a:xfrm>
        </p:spPr>
        <p:txBody>
          <a:bodyPr/>
          <a:lstStyle/>
          <a:p>
            <a:pPr eaLnBrk="1" hangingPunct="1"/>
            <a:r>
              <a:rPr lang="zh-CN" altLang="en-US"/>
              <a:t>一般的存储方式有：</a:t>
            </a:r>
          </a:p>
          <a:p>
            <a:pPr lvl="1" eaLnBrk="1" hangingPunct="1"/>
            <a:r>
              <a:rPr lang="zh-CN" altLang="en-US"/>
              <a:t>顺序存储</a:t>
            </a:r>
          </a:p>
          <a:p>
            <a:pPr lvl="1" eaLnBrk="1" hangingPunct="1"/>
            <a:r>
              <a:rPr lang="zh-CN" altLang="en-US"/>
              <a:t>散列存储</a:t>
            </a:r>
          </a:p>
          <a:p>
            <a:pPr lvl="1" eaLnBrk="1" hangingPunct="1"/>
            <a:r>
              <a:rPr lang="zh-CN" altLang="en-US"/>
              <a:t>聚簇存储</a:t>
            </a:r>
          </a:p>
          <a:p>
            <a:pPr eaLnBrk="1" hangingPunct="1"/>
            <a:r>
              <a:rPr lang="zh-CN" altLang="en-US"/>
              <a:t>一般情况下系统都会为数据选择一种最合适的存储方式</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3">
            <a:extLst>
              <a:ext uri="{FF2B5EF4-FFF2-40B4-BE49-F238E27FC236}">
                <a16:creationId xmlns:a16="http://schemas.microsoft.com/office/drawing/2014/main" id="{B48FF832-8E73-554E-9D5D-C0A24FF005B1}"/>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CA3E3C8B-6EA6-1449-9B2D-B1AD4BA93A97}" type="slidenum">
              <a:rPr lang="zh-CN" altLang="en-US" sz="2000"/>
              <a:pPr/>
              <a:t>65</a:t>
            </a:fld>
            <a:endParaRPr lang="en-US" altLang="zh-CN" sz="2000"/>
          </a:p>
        </p:txBody>
      </p:sp>
      <p:sp>
        <p:nvSpPr>
          <p:cNvPr id="94211" name="日期占位符 4">
            <a:extLst>
              <a:ext uri="{FF2B5EF4-FFF2-40B4-BE49-F238E27FC236}">
                <a16:creationId xmlns:a16="http://schemas.microsoft.com/office/drawing/2014/main" id="{359D5770-0712-2A4A-9E6E-AC343C40D563}"/>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7FFACB61-5344-8740-A76F-CEB13CDF7E09}" type="datetime1">
              <a:rPr lang="zh-CN" altLang="en-US" sz="1800" smtClean="0"/>
              <a:pPr/>
              <a:t>2023/5/16</a:t>
            </a:fld>
            <a:endParaRPr lang="en-US" altLang="zh-CN" sz="1000"/>
          </a:p>
        </p:txBody>
      </p:sp>
      <p:sp>
        <p:nvSpPr>
          <p:cNvPr id="2278402" name="Rectangle 2">
            <a:extLst>
              <a:ext uri="{FF2B5EF4-FFF2-40B4-BE49-F238E27FC236}">
                <a16:creationId xmlns:a16="http://schemas.microsoft.com/office/drawing/2014/main" id="{79E65744-1AB6-384A-9EC6-849B0C91CA10}"/>
              </a:ext>
            </a:extLst>
          </p:cNvPr>
          <p:cNvSpPr>
            <a:spLocks noGrp="1" noChangeArrowheads="1"/>
          </p:cNvSpPr>
          <p:nvPr>
            <p:ph type="title"/>
          </p:nvPr>
        </p:nvSpPr>
        <p:spPr/>
        <p:txBody>
          <a:bodyPr/>
          <a:lstStyle/>
          <a:p>
            <a:r>
              <a:rPr lang="zh-CN" altLang="en-US" b="0">
                <a:ea typeface="宋体" panose="02010600030101010101" pitchFamily="2" charset="-122"/>
              </a:rPr>
              <a:t>物理结构设计的评价</a:t>
            </a:r>
          </a:p>
        </p:txBody>
      </p:sp>
      <p:sp>
        <p:nvSpPr>
          <p:cNvPr id="94213" name="Rectangle 3">
            <a:extLst>
              <a:ext uri="{FF2B5EF4-FFF2-40B4-BE49-F238E27FC236}">
                <a16:creationId xmlns:a16="http://schemas.microsoft.com/office/drawing/2014/main" id="{54C29404-50E6-D74A-99A2-43051A74F703}"/>
              </a:ext>
            </a:extLst>
          </p:cNvPr>
          <p:cNvSpPr>
            <a:spLocks noGrp="1" noChangeArrowheads="1"/>
          </p:cNvSpPr>
          <p:nvPr>
            <p:ph type="body" idx="1"/>
          </p:nvPr>
        </p:nvSpPr>
        <p:spPr>
          <a:xfrm>
            <a:off x="650875" y="1143000"/>
            <a:ext cx="8820150" cy="5465763"/>
          </a:xfrm>
        </p:spPr>
        <p:txBody>
          <a:bodyPr/>
          <a:lstStyle/>
          <a:p>
            <a:pPr eaLnBrk="1" hangingPunct="1">
              <a:lnSpc>
                <a:spcPct val="110000"/>
              </a:lnSpc>
            </a:pPr>
            <a:r>
              <a:rPr lang="zh-CN" altLang="en-US"/>
              <a:t>评价物理结构设计的方法完全依赖于具体的</a:t>
            </a:r>
            <a:r>
              <a:rPr lang="en-US" altLang="zh-CN"/>
              <a:t>DBMS</a:t>
            </a:r>
            <a:r>
              <a:rPr lang="zh-CN" altLang="en-US"/>
              <a:t>，主要考虑的是操作开销，即为使用户获得及时、准确的数据所需的开销和计算机的资源的开销。具体可分为如下几类：</a:t>
            </a:r>
          </a:p>
          <a:p>
            <a:pPr lvl="1" eaLnBrk="1" hangingPunct="1">
              <a:lnSpc>
                <a:spcPct val="110000"/>
              </a:lnSpc>
            </a:pPr>
            <a:r>
              <a:rPr lang="zh-CN" altLang="en-US">
                <a:latin typeface="楷体_GB2312" pitchFamily="49" charset="-122"/>
                <a:ea typeface="楷体_GB2312" pitchFamily="49" charset="-122"/>
              </a:rPr>
              <a:t>查询和响应时间</a:t>
            </a:r>
          </a:p>
          <a:p>
            <a:pPr lvl="1" eaLnBrk="1" hangingPunct="1">
              <a:lnSpc>
                <a:spcPct val="110000"/>
              </a:lnSpc>
            </a:pPr>
            <a:r>
              <a:rPr lang="zh-CN" altLang="en-US">
                <a:latin typeface="楷体_GB2312" pitchFamily="49" charset="-122"/>
                <a:ea typeface="楷体_GB2312" pitchFamily="49" charset="-122"/>
              </a:rPr>
              <a:t>更新事务的开销</a:t>
            </a:r>
          </a:p>
          <a:p>
            <a:pPr lvl="1" eaLnBrk="1" hangingPunct="1">
              <a:lnSpc>
                <a:spcPct val="110000"/>
              </a:lnSpc>
            </a:pPr>
            <a:r>
              <a:rPr lang="zh-CN" altLang="en-US">
                <a:latin typeface="楷体_GB2312" pitchFamily="49" charset="-122"/>
                <a:ea typeface="楷体_GB2312" pitchFamily="49" charset="-122"/>
              </a:rPr>
              <a:t>生成报告的开销</a:t>
            </a:r>
          </a:p>
          <a:p>
            <a:pPr lvl="1" eaLnBrk="1" hangingPunct="1">
              <a:lnSpc>
                <a:spcPct val="110000"/>
              </a:lnSpc>
            </a:pPr>
            <a:r>
              <a:rPr lang="zh-CN" altLang="en-US">
                <a:latin typeface="楷体_GB2312" pitchFamily="49" charset="-122"/>
                <a:ea typeface="楷体_GB2312" pitchFamily="49" charset="-122"/>
              </a:rPr>
              <a:t>主存储空间的开销</a:t>
            </a:r>
          </a:p>
          <a:p>
            <a:pPr lvl="1" eaLnBrk="1" hangingPunct="1">
              <a:lnSpc>
                <a:spcPct val="110000"/>
              </a:lnSpc>
            </a:pPr>
            <a:r>
              <a:rPr lang="zh-CN" altLang="en-US">
                <a:latin typeface="楷体_GB2312" pitchFamily="49" charset="-122"/>
                <a:ea typeface="楷体_GB2312" pitchFamily="49" charset="-122"/>
              </a:rPr>
              <a:t>辅助存储空间的开销 </a:t>
            </a:r>
          </a:p>
          <a:p>
            <a:pPr>
              <a:lnSpc>
                <a:spcPct val="80000"/>
              </a:lnSpc>
            </a:pPr>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3">
            <a:extLst>
              <a:ext uri="{FF2B5EF4-FFF2-40B4-BE49-F238E27FC236}">
                <a16:creationId xmlns:a16="http://schemas.microsoft.com/office/drawing/2014/main" id="{68C7CA96-E748-874B-9334-127D185987F5}"/>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8AD8F360-1E5B-9F42-A27B-6F6EFD061F82}" type="slidenum">
              <a:rPr lang="zh-CN" altLang="en-US" sz="2000"/>
              <a:pPr/>
              <a:t>66</a:t>
            </a:fld>
            <a:endParaRPr lang="en-US" altLang="zh-CN" sz="2000"/>
          </a:p>
        </p:txBody>
      </p:sp>
      <p:sp>
        <p:nvSpPr>
          <p:cNvPr id="95235" name="日期占位符 4">
            <a:extLst>
              <a:ext uri="{FF2B5EF4-FFF2-40B4-BE49-F238E27FC236}">
                <a16:creationId xmlns:a16="http://schemas.microsoft.com/office/drawing/2014/main" id="{4CC4831B-CF5A-1A42-9AEF-6C09BD6CBFAA}"/>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666A8F0-C48E-934F-81B1-32A43DB8473E}" type="datetime1">
              <a:rPr lang="zh-CN" altLang="en-US" sz="1800" smtClean="0"/>
              <a:pPr/>
              <a:t>2023/5/16</a:t>
            </a:fld>
            <a:endParaRPr lang="en-US" altLang="zh-CN" sz="1000"/>
          </a:p>
        </p:txBody>
      </p:sp>
      <p:sp>
        <p:nvSpPr>
          <p:cNvPr id="2066434" name="Rectangle 2">
            <a:extLst>
              <a:ext uri="{FF2B5EF4-FFF2-40B4-BE49-F238E27FC236}">
                <a16:creationId xmlns:a16="http://schemas.microsoft.com/office/drawing/2014/main" id="{502ECB29-8E9D-0646-A895-219552B98C6D}"/>
              </a:ext>
            </a:extLst>
          </p:cNvPr>
          <p:cNvSpPr>
            <a:spLocks noGrp="1" noChangeArrowheads="1"/>
          </p:cNvSpPr>
          <p:nvPr>
            <p:ph type="title"/>
          </p:nvPr>
        </p:nvSpPr>
        <p:spPr/>
        <p:txBody>
          <a:bodyPr/>
          <a:lstStyle/>
          <a:p>
            <a:r>
              <a:rPr lang="zh-CN" altLang="en-US"/>
              <a:t>五</a:t>
            </a:r>
            <a:r>
              <a:rPr lang="en-US" altLang="zh-CN"/>
              <a:t>.  </a:t>
            </a:r>
            <a:r>
              <a:rPr lang="zh-CN" altLang="en-US"/>
              <a:t>数据库的实施</a:t>
            </a:r>
            <a:endParaRPr lang="en-US" altLang="zh-CN"/>
          </a:p>
        </p:txBody>
      </p:sp>
      <p:sp>
        <p:nvSpPr>
          <p:cNvPr id="95237" name="Rectangle 3">
            <a:extLst>
              <a:ext uri="{FF2B5EF4-FFF2-40B4-BE49-F238E27FC236}">
                <a16:creationId xmlns:a16="http://schemas.microsoft.com/office/drawing/2014/main" id="{44CA72FA-CC11-F34B-97BC-698B93012E5D}"/>
              </a:ext>
            </a:extLst>
          </p:cNvPr>
          <p:cNvSpPr>
            <a:spLocks noGrp="1" noChangeArrowheads="1"/>
          </p:cNvSpPr>
          <p:nvPr>
            <p:ph type="body" idx="1"/>
          </p:nvPr>
        </p:nvSpPr>
        <p:spPr>
          <a:xfrm>
            <a:off x="344488" y="1154113"/>
            <a:ext cx="2305050" cy="2559050"/>
          </a:xfrm>
        </p:spPr>
        <p:txBody>
          <a:bodyPr/>
          <a:lstStyle/>
          <a:p>
            <a:pPr algn="just">
              <a:lnSpc>
                <a:spcPct val="70000"/>
              </a:lnSpc>
              <a:buFont typeface="Wingdings" pitchFamily="2" charset="2"/>
              <a:buNone/>
            </a:pPr>
            <a:r>
              <a:rPr lang="zh-CN" altLang="en-US" sz="2400"/>
              <a:t>   数据库实施的工作内容</a:t>
            </a:r>
          </a:p>
          <a:p>
            <a:pPr algn="just">
              <a:lnSpc>
                <a:spcPct val="70000"/>
              </a:lnSpc>
            </a:pPr>
            <a:r>
              <a:rPr lang="zh-CN" altLang="en-US" sz="2400"/>
              <a:t>用</a:t>
            </a:r>
            <a:r>
              <a:rPr lang="en-US" altLang="zh-CN" sz="2400"/>
              <a:t>DDL</a:t>
            </a:r>
            <a:r>
              <a:rPr lang="zh-CN" altLang="en-US" sz="2400"/>
              <a:t>定义数据库结构</a:t>
            </a:r>
          </a:p>
          <a:p>
            <a:pPr algn="just">
              <a:lnSpc>
                <a:spcPct val="70000"/>
              </a:lnSpc>
            </a:pPr>
            <a:r>
              <a:rPr lang="zh-CN" altLang="en-US" sz="2400"/>
              <a:t>组织数据入库</a:t>
            </a:r>
          </a:p>
          <a:p>
            <a:pPr algn="just">
              <a:lnSpc>
                <a:spcPct val="70000"/>
              </a:lnSpc>
            </a:pPr>
            <a:r>
              <a:rPr lang="zh-CN" altLang="en-US" sz="2400"/>
              <a:t>编制与调试应用程序</a:t>
            </a:r>
          </a:p>
          <a:p>
            <a:pPr algn="just">
              <a:lnSpc>
                <a:spcPct val="70000"/>
              </a:lnSpc>
            </a:pPr>
            <a:r>
              <a:rPr lang="zh-CN" altLang="en-US" sz="2400"/>
              <a:t>数据库试运行</a:t>
            </a:r>
          </a:p>
        </p:txBody>
      </p:sp>
      <p:grpSp>
        <p:nvGrpSpPr>
          <p:cNvPr id="95238" name="Group 30">
            <a:extLst>
              <a:ext uri="{FF2B5EF4-FFF2-40B4-BE49-F238E27FC236}">
                <a16:creationId xmlns:a16="http://schemas.microsoft.com/office/drawing/2014/main" id="{9FBCB94A-621C-E040-B0A9-2345E18EB057}"/>
              </a:ext>
            </a:extLst>
          </p:cNvPr>
          <p:cNvGrpSpPr>
            <a:grpSpLocks/>
          </p:cNvGrpSpPr>
          <p:nvPr/>
        </p:nvGrpSpPr>
        <p:grpSpPr bwMode="auto">
          <a:xfrm>
            <a:off x="1423988" y="1628775"/>
            <a:ext cx="8482012" cy="5229225"/>
            <a:chOff x="897" y="1026"/>
            <a:chExt cx="5343" cy="3294"/>
          </a:xfrm>
        </p:grpSpPr>
        <p:sp>
          <p:nvSpPr>
            <p:cNvPr id="95239" name="Rectangle 6">
              <a:extLst>
                <a:ext uri="{FF2B5EF4-FFF2-40B4-BE49-F238E27FC236}">
                  <a16:creationId xmlns:a16="http://schemas.microsoft.com/office/drawing/2014/main" id="{6EB29DF6-2A3C-D249-B884-52ED41939937}"/>
                </a:ext>
              </a:extLst>
            </p:cNvPr>
            <p:cNvSpPr>
              <a:spLocks noChangeArrowheads="1"/>
            </p:cNvSpPr>
            <p:nvPr/>
          </p:nvSpPr>
          <p:spPr bwMode="auto">
            <a:xfrm>
              <a:off x="1856" y="1026"/>
              <a:ext cx="3521" cy="2537"/>
            </a:xfrm>
            <a:prstGeom prst="rect">
              <a:avLst/>
            </a:prstGeom>
            <a:solidFill>
              <a:schemeClr val="bg1"/>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a:latin typeface="Times New Roman" panose="02020603050405020304" pitchFamily="18" charset="0"/>
                </a:rPr>
                <a:t>数据库实施</a:t>
              </a:r>
              <a:endParaRPr kumimoji="1" lang="zh-CN" altLang="en-US" sz="1000">
                <a:latin typeface="Times New Roman" panose="02020603050405020304" pitchFamily="18" charset="0"/>
              </a:endParaRPr>
            </a:p>
          </p:txBody>
        </p:sp>
        <p:sp>
          <p:nvSpPr>
            <p:cNvPr id="95240" name="Line 7">
              <a:extLst>
                <a:ext uri="{FF2B5EF4-FFF2-40B4-BE49-F238E27FC236}">
                  <a16:creationId xmlns:a16="http://schemas.microsoft.com/office/drawing/2014/main" id="{03F7DF1F-6362-8F45-A18E-236B28232C50}"/>
                </a:ext>
              </a:extLst>
            </p:cNvPr>
            <p:cNvSpPr>
              <a:spLocks noChangeShapeType="1"/>
            </p:cNvSpPr>
            <p:nvPr/>
          </p:nvSpPr>
          <p:spPr bwMode="auto">
            <a:xfrm>
              <a:off x="1299" y="2355"/>
              <a:ext cx="80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41" name="Oval 8">
              <a:extLst>
                <a:ext uri="{FF2B5EF4-FFF2-40B4-BE49-F238E27FC236}">
                  <a16:creationId xmlns:a16="http://schemas.microsoft.com/office/drawing/2014/main" id="{5304F60E-3ECD-4B42-99FE-A76328B69F6F}"/>
                </a:ext>
              </a:extLst>
            </p:cNvPr>
            <p:cNvSpPr>
              <a:spLocks noChangeArrowheads="1"/>
            </p:cNvSpPr>
            <p:nvPr/>
          </p:nvSpPr>
          <p:spPr bwMode="auto">
            <a:xfrm>
              <a:off x="2134" y="2005"/>
              <a:ext cx="854" cy="854"/>
            </a:xfrm>
            <a:prstGeom prst="ellipse">
              <a:avLst/>
            </a:prstGeom>
            <a:solidFill>
              <a:schemeClr val="bg1"/>
            </a:solidFill>
            <a:ln w="9525">
              <a:solidFill>
                <a:srgbClr val="000000"/>
              </a:solidFill>
              <a:round/>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latin typeface="Times New Roman" panose="02020603050405020304" pitchFamily="18" charset="0"/>
                </a:rPr>
                <a:t>定义数据库结构</a:t>
              </a:r>
            </a:p>
          </p:txBody>
        </p:sp>
        <p:sp>
          <p:nvSpPr>
            <p:cNvPr id="95242" name="Line 9">
              <a:extLst>
                <a:ext uri="{FF2B5EF4-FFF2-40B4-BE49-F238E27FC236}">
                  <a16:creationId xmlns:a16="http://schemas.microsoft.com/office/drawing/2014/main" id="{7FBE51AA-8199-F14F-A87F-5A758064FB63}"/>
                </a:ext>
              </a:extLst>
            </p:cNvPr>
            <p:cNvSpPr>
              <a:spLocks noChangeShapeType="1"/>
            </p:cNvSpPr>
            <p:nvPr/>
          </p:nvSpPr>
          <p:spPr bwMode="auto">
            <a:xfrm flipV="1">
              <a:off x="2779" y="1827"/>
              <a:ext cx="338" cy="26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43" name="Oval 10">
              <a:extLst>
                <a:ext uri="{FF2B5EF4-FFF2-40B4-BE49-F238E27FC236}">
                  <a16:creationId xmlns:a16="http://schemas.microsoft.com/office/drawing/2014/main" id="{D7D1A22C-4C99-DE4E-AF34-EC8EEADE85DC}"/>
                </a:ext>
              </a:extLst>
            </p:cNvPr>
            <p:cNvSpPr>
              <a:spLocks noChangeArrowheads="1"/>
            </p:cNvSpPr>
            <p:nvPr/>
          </p:nvSpPr>
          <p:spPr bwMode="auto">
            <a:xfrm>
              <a:off x="3137" y="1406"/>
              <a:ext cx="960" cy="854"/>
            </a:xfrm>
            <a:prstGeom prst="ellipse">
              <a:avLst/>
            </a:prstGeom>
            <a:solidFill>
              <a:schemeClr val="bg1"/>
            </a:solidFill>
            <a:ln w="9525">
              <a:solidFill>
                <a:srgbClr val="000000"/>
              </a:solidFill>
              <a:round/>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en-US" sz="1800">
                <a:latin typeface="Times New Roman" panose="02020603050405020304" pitchFamily="18" charset="0"/>
              </a:endParaRPr>
            </a:p>
            <a:p>
              <a:pPr algn="ctr" eaLnBrk="1" hangingPunct="1"/>
              <a:r>
                <a:rPr kumimoji="1" lang="zh-CN" altLang="en-US">
                  <a:latin typeface="Times New Roman" panose="02020603050405020304" pitchFamily="18" charset="0"/>
                </a:rPr>
                <a:t>数据</a:t>
              </a:r>
            </a:p>
            <a:p>
              <a:pPr algn="ctr" eaLnBrk="1" hangingPunct="1"/>
              <a:r>
                <a:rPr kumimoji="1" lang="zh-CN" altLang="en-US">
                  <a:latin typeface="Times New Roman" panose="02020603050405020304" pitchFamily="18" charset="0"/>
                </a:rPr>
                <a:t>装载</a:t>
              </a:r>
              <a:endParaRPr kumimoji="1" lang="zh-CN" altLang="en-US" b="0">
                <a:latin typeface="Times New Roman" panose="02020603050405020304" pitchFamily="18" charset="0"/>
              </a:endParaRPr>
            </a:p>
          </p:txBody>
        </p:sp>
        <p:sp>
          <p:nvSpPr>
            <p:cNvPr id="95244" name="Line 11">
              <a:extLst>
                <a:ext uri="{FF2B5EF4-FFF2-40B4-BE49-F238E27FC236}">
                  <a16:creationId xmlns:a16="http://schemas.microsoft.com/office/drawing/2014/main" id="{5F13D19F-F3D1-DD4D-9E99-F97BE2085174}"/>
                </a:ext>
              </a:extLst>
            </p:cNvPr>
            <p:cNvSpPr>
              <a:spLocks noChangeShapeType="1"/>
            </p:cNvSpPr>
            <p:nvPr/>
          </p:nvSpPr>
          <p:spPr bwMode="auto">
            <a:xfrm>
              <a:off x="4124" y="1783"/>
              <a:ext cx="383" cy="309"/>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45" name="Oval 12">
              <a:extLst>
                <a:ext uri="{FF2B5EF4-FFF2-40B4-BE49-F238E27FC236}">
                  <a16:creationId xmlns:a16="http://schemas.microsoft.com/office/drawing/2014/main" id="{5C5C953B-6CF2-9048-9F7B-B9E058D78BE7}"/>
                </a:ext>
              </a:extLst>
            </p:cNvPr>
            <p:cNvSpPr>
              <a:spLocks noChangeArrowheads="1"/>
            </p:cNvSpPr>
            <p:nvPr/>
          </p:nvSpPr>
          <p:spPr bwMode="auto">
            <a:xfrm>
              <a:off x="4285" y="2050"/>
              <a:ext cx="853" cy="854"/>
            </a:xfrm>
            <a:prstGeom prst="ellipse">
              <a:avLst/>
            </a:prstGeom>
            <a:solidFill>
              <a:schemeClr val="bg1"/>
            </a:solidFill>
            <a:ln w="9525">
              <a:solidFill>
                <a:srgbClr val="000000"/>
              </a:solidFill>
              <a:round/>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endParaRPr kumimoji="1" lang="zh-CN" altLang="en-US" sz="1000" b="0">
                <a:latin typeface="Times New Roman" panose="02020603050405020304" pitchFamily="18" charset="0"/>
              </a:endParaRPr>
            </a:p>
            <a:p>
              <a:pPr algn="ctr" eaLnBrk="1" hangingPunct="1"/>
              <a:r>
                <a:rPr kumimoji="1" lang="zh-CN" altLang="en-US" sz="1000" b="0">
                  <a:latin typeface="Times New Roman" panose="02020603050405020304" pitchFamily="18" charset="0"/>
                </a:rPr>
                <a:t> </a:t>
              </a:r>
              <a:r>
                <a:rPr kumimoji="1" lang="zh-CN" altLang="en-US">
                  <a:latin typeface="Times New Roman" panose="02020603050405020304" pitchFamily="18" charset="0"/>
                </a:rPr>
                <a:t>数据库试运行</a:t>
              </a:r>
              <a:endParaRPr kumimoji="1" lang="zh-CN" altLang="en-US" b="0">
                <a:latin typeface="Times New Roman" panose="02020603050405020304" pitchFamily="18" charset="0"/>
              </a:endParaRPr>
            </a:p>
          </p:txBody>
        </p:sp>
        <p:sp>
          <p:nvSpPr>
            <p:cNvPr id="95246" name="Line 13">
              <a:extLst>
                <a:ext uri="{FF2B5EF4-FFF2-40B4-BE49-F238E27FC236}">
                  <a16:creationId xmlns:a16="http://schemas.microsoft.com/office/drawing/2014/main" id="{BD1459BC-A7E6-364C-994C-121B8CCD79DD}"/>
                </a:ext>
              </a:extLst>
            </p:cNvPr>
            <p:cNvSpPr>
              <a:spLocks noChangeShapeType="1"/>
            </p:cNvSpPr>
            <p:nvPr/>
          </p:nvSpPr>
          <p:spPr bwMode="auto">
            <a:xfrm>
              <a:off x="5174" y="2444"/>
              <a:ext cx="60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47" name="Line 14">
              <a:extLst>
                <a:ext uri="{FF2B5EF4-FFF2-40B4-BE49-F238E27FC236}">
                  <a16:creationId xmlns:a16="http://schemas.microsoft.com/office/drawing/2014/main" id="{6E9057CD-CA28-1D44-9136-CB72D5BA81E8}"/>
                </a:ext>
              </a:extLst>
            </p:cNvPr>
            <p:cNvSpPr>
              <a:spLocks noChangeShapeType="1"/>
            </p:cNvSpPr>
            <p:nvPr/>
          </p:nvSpPr>
          <p:spPr bwMode="auto">
            <a:xfrm>
              <a:off x="5576" y="2349"/>
              <a:ext cx="0" cy="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48" name="Line 15">
              <a:extLst>
                <a:ext uri="{FF2B5EF4-FFF2-40B4-BE49-F238E27FC236}">
                  <a16:creationId xmlns:a16="http://schemas.microsoft.com/office/drawing/2014/main" id="{91865837-A4B4-F440-AF56-59FAC46B8EE0}"/>
                </a:ext>
              </a:extLst>
            </p:cNvPr>
            <p:cNvSpPr>
              <a:spLocks noChangeShapeType="1"/>
            </p:cNvSpPr>
            <p:nvPr/>
          </p:nvSpPr>
          <p:spPr bwMode="auto">
            <a:xfrm>
              <a:off x="1650" y="2263"/>
              <a:ext cx="1" cy="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49" name="Text Box 16">
              <a:extLst>
                <a:ext uri="{FF2B5EF4-FFF2-40B4-BE49-F238E27FC236}">
                  <a16:creationId xmlns:a16="http://schemas.microsoft.com/office/drawing/2014/main" id="{656BEB4A-FF03-2E48-B043-95DBA16C86BD}"/>
                </a:ext>
              </a:extLst>
            </p:cNvPr>
            <p:cNvSpPr txBox="1">
              <a:spLocks noChangeArrowheads="1"/>
            </p:cNvSpPr>
            <p:nvPr/>
          </p:nvSpPr>
          <p:spPr bwMode="auto">
            <a:xfrm>
              <a:off x="897" y="2450"/>
              <a:ext cx="805" cy="5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a:latin typeface="Times New Roman" panose="02020603050405020304" pitchFamily="18" charset="0"/>
                </a:rPr>
                <a:t>数据库物</a:t>
              </a:r>
            </a:p>
            <a:p>
              <a:pPr algn="just" eaLnBrk="1" hangingPunct="1"/>
              <a:r>
                <a:rPr kumimoji="1" lang="zh-CN" altLang="en-US">
                  <a:latin typeface="Times New Roman" panose="02020603050405020304" pitchFamily="18" charset="0"/>
                </a:rPr>
                <a:t>理设计</a:t>
              </a:r>
            </a:p>
          </p:txBody>
        </p:sp>
        <p:sp>
          <p:nvSpPr>
            <p:cNvPr id="95250" name="Text Box 17">
              <a:extLst>
                <a:ext uri="{FF2B5EF4-FFF2-40B4-BE49-F238E27FC236}">
                  <a16:creationId xmlns:a16="http://schemas.microsoft.com/office/drawing/2014/main" id="{44BFC6F8-6684-0B41-8F11-BC6075BD18F4}"/>
                </a:ext>
              </a:extLst>
            </p:cNvPr>
            <p:cNvSpPr txBox="1">
              <a:spLocks noChangeArrowheads="1"/>
            </p:cNvSpPr>
            <p:nvPr/>
          </p:nvSpPr>
          <p:spPr bwMode="auto">
            <a:xfrm>
              <a:off x="5433" y="2614"/>
              <a:ext cx="807" cy="5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a:latin typeface="Times New Roman" panose="02020603050405020304" pitchFamily="18" charset="0"/>
                </a:rPr>
                <a:t>数据库运</a:t>
              </a:r>
            </a:p>
            <a:p>
              <a:pPr algn="just" eaLnBrk="1" hangingPunct="1"/>
              <a:r>
                <a:rPr kumimoji="1" lang="zh-CN" altLang="en-US">
                  <a:latin typeface="Times New Roman" panose="02020603050405020304" pitchFamily="18" charset="0"/>
                </a:rPr>
                <a:t>行和维护</a:t>
              </a:r>
            </a:p>
            <a:p>
              <a:pPr algn="just" eaLnBrk="1" hangingPunct="1"/>
              <a:endParaRPr kumimoji="1" lang="zh-CN" altLang="en-US">
                <a:latin typeface="Times New Roman" panose="02020603050405020304" pitchFamily="18" charset="0"/>
              </a:endParaRPr>
            </a:p>
          </p:txBody>
        </p:sp>
        <p:sp>
          <p:nvSpPr>
            <p:cNvPr id="95251" name="AutoShape 18">
              <a:extLst>
                <a:ext uri="{FF2B5EF4-FFF2-40B4-BE49-F238E27FC236}">
                  <a16:creationId xmlns:a16="http://schemas.microsoft.com/office/drawing/2014/main" id="{E1DA49B8-8D4F-AF45-997A-581504BF90F9}"/>
                </a:ext>
              </a:extLst>
            </p:cNvPr>
            <p:cNvSpPr>
              <a:spLocks noChangeArrowheads="1"/>
            </p:cNvSpPr>
            <p:nvPr/>
          </p:nvSpPr>
          <p:spPr bwMode="auto">
            <a:xfrm>
              <a:off x="988" y="3521"/>
              <a:ext cx="735" cy="665"/>
            </a:xfrm>
            <a:prstGeom prst="octagon">
              <a:avLst>
                <a:gd name="adj" fmla="val 29287"/>
              </a:avLst>
            </a:prstGeom>
            <a:solidFill>
              <a:schemeClr val="bg1"/>
            </a:solidFill>
            <a:ln w="9525">
              <a:solidFill>
                <a:srgbClr val="000000"/>
              </a:solidFill>
              <a:miter lim="800000"/>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latin typeface="Times New Roman" panose="02020603050405020304" pitchFamily="18" charset="0"/>
                </a:rPr>
                <a:t>物理</a:t>
              </a:r>
            </a:p>
            <a:p>
              <a:pPr algn="ctr" eaLnBrk="1" hangingPunct="1"/>
              <a:r>
                <a:rPr kumimoji="1" lang="zh-CN" altLang="en-US">
                  <a:latin typeface="Times New Roman" panose="02020603050405020304" pitchFamily="18" charset="0"/>
                </a:rPr>
                <a:t>模型</a:t>
              </a:r>
            </a:p>
          </p:txBody>
        </p:sp>
        <p:sp>
          <p:nvSpPr>
            <p:cNvPr id="95252" name="AutoShape 19">
              <a:extLst>
                <a:ext uri="{FF2B5EF4-FFF2-40B4-BE49-F238E27FC236}">
                  <a16:creationId xmlns:a16="http://schemas.microsoft.com/office/drawing/2014/main" id="{6B99DD75-73CA-D345-BEDF-FFBEC6A35FA9}"/>
                </a:ext>
              </a:extLst>
            </p:cNvPr>
            <p:cNvSpPr>
              <a:spLocks noChangeArrowheads="1"/>
            </p:cNvSpPr>
            <p:nvPr/>
          </p:nvSpPr>
          <p:spPr bwMode="auto">
            <a:xfrm rot="4214242">
              <a:off x="755" y="3152"/>
              <a:ext cx="846" cy="139"/>
            </a:xfrm>
            <a:prstGeom prst="rightArrow">
              <a:avLst>
                <a:gd name="adj1" fmla="val 50000"/>
                <a:gd name="adj2" fmla="val 152158"/>
              </a:avLst>
            </a:prstGeom>
            <a:solidFill>
              <a:schemeClr val="bg1"/>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95253" name="AutoShape 20">
              <a:extLst>
                <a:ext uri="{FF2B5EF4-FFF2-40B4-BE49-F238E27FC236}">
                  <a16:creationId xmlns:a16="http://schemas.microsoft.com/office/drawing/2014/main" id="{D3126DDC-5968-BE41-BF2F-6B5E8962E29C}"/>
                </a:ext>
              </a:extLst>
            </p:cNvPr>
            <p:cNvSpPr>
              <a:spLocks noChangeArrowheads="1"/>
            </p:cNvSpPr>
            <p:nvPr/>
          </p:nvSpPr>
          <p:spPr bwMode="auto">
            <a:xfrm rot="4014648">
              <a:off x="4605" y="3232"/>
              <a:ext cx="897" cy="123"/>
            </a:xfrm>
            <a:prstGeom prst="rightArrow">
              <a:avLst>
                <a:gd name="adj1" fmla="val 50000"/>
                <a:gd name="adj2" fmla="val 182317"/>
              </a:avLst>
            </a:prstGeom>
            <a:solidFill>
              <a:schemeClr val="bg1"/>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95254" name="AutoShape 21">
              <a:extLst>
                <a:ext uri="{FF2B5EF4-FFF2-40B4-BE49-F238E27FC236}">
                  <a16:creationId xmlns:a16="http://schemas.microsoft.com/office/drawing/2014/main" id="{76F8FB20-E3D5-0A42-A0CF-44335CBB5375}"/>
                </a:ext>
              </a:extLst>
            </p:cNvPr>
            <p:cNvSpPr>
              <a:spLocks noChangeArrowheads="1"/>
            </p:cNvSpPr>
            <p:nvPr/>
          </p:nvSpPr>
          <p:spPr bwMode="auto">
            <a:xfrm rot="-3531503">
              <a:off x="1463" y="3141"/>
              <a:ext cx="1018" cy="105"/>
            </a:xfrm>
            <a:prstGeom prst="rightArrow">
              <a:avLst>
                <a:gd name="adj1" fmla="val 50000"/>
                <a:gd name="adj2" fmla="val 242381"/>
              </a:avLst>
            </a:prstGeom>
            <a:solidFill>
              <a:schemeClr val="bg1"/>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95255" name="Freeform 22">
              <a:extLst>
                <a:ext uri="{FF2B5EF4-FFF2-40B4-BE49-F238E27FC236}">
                  <a16:creationId xmlns:a16="http://schemas.microsoft.com/office/drawing/2014/main" id="{D9859E98-7BCB-0448-A1EB-A10D86F21E5C}"/>
                </a:ext>
              </a:extLst>
            </p:cNvPr>
            <p:cNvSpPr>
              <a:spLocks/>
            </p:cNvSpPr>
            <p:nvPr/>
          </p:nvSpPr>
          <p:spPr bwMode="auto">
            <a:xfrm>
              <a:off x="3994" y="1565"/>
              <a:ext cx="600" cy="503"/>
            </a:xfrm>
            <a:custGeom>
              <a:avLst/>
              <a:gdLst>
                <a:gd name="T0" fmla="*/ 1684 w 535"/>
                <a:gd name="T1" fmla="*/ 254 h 543"/>
                <a:gd name="T2" fmla="*/ 1198 w 535"/>
                <a:gd name="T3" fmla="*/ 83 h 543"/>
                <a:gd name="T4" fmla="*/ 788 w 535"/>
                <a:gd name="T5" fmla="*/ 35 h 543"/>
                <a:gd name="T6" fmla="*/ 514 w 535"/>
                <a:gd name="T7" fmla="*/ 6 h 543"/>
                <a:gd name="T8" fmla="*/ 49 w 535"/>
                <a:gd name="T9" fmla="*/ 17 h 543"/>
                <a:gd name="T10" fmla="*/ 213 w 535"/>
                <a:gd name="T11" fmla="*/ 29 h 543"/>
                <a:gd name="T12" fmla="*/ 213 w 535"/>
                <a:gd name="T13" fmla="*/ 29 h 5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5" h="543">
                  <a:moveTo>
                    <a:pt x="535" y="543"/>
                  </a:moveTo>
                  <a:cubicBezTo>
                    <a:pt x="509" y="482"/>
                    <a:pt x="428" y="256"/>
                    <a:pt x="381" y="178"/>
                  </a:cubicBezTo>
                  <a:cubicBezTo>
                    <a:pt x="334" y="100"/>
                    <a:pt x="287" y="103"/>
                    <a:pt x="251" y="74"/>
                  </a:cubicBezTo>
                  <a:cubicBezTo>
                    <a:pt x="215" y="45"/>
                    <a:pt x="203" y="12"/>
                    <a:pt x="164" y="6"/>
                  </a:cubicBezTo>
                  <a:cubicBezTo>
                    <a:pt x="125" y="0"/>
                    <a:pt x="32" y="26"/>
                    <a:pt x="16" y="35"/>
                  </a:cubicBezTo>
                  <a:cubicBezTo>
                    <a:pt x="0" y="44"/>
                    <a:pt x="59" y="57"/>
                    <a:pt x="68" y="61"/>
                  </a:cubicBezTo>
                  <a:cubicBezTo>
                    <a:pt x="77" y="65"/>
                    <a:pt x="68" y="61"/>
                    <a:pt x="68" y="61"/>
                  </a:cubicBezTo>
                </a:path>
              </a:pathLst>
            </a:custGeom>
            <a:noFill/>
            <a:ln w="19050" cap="flat" cmpd="sng">
              <a:solidFill>
                <a:srgbClr val="000000"/>
              </a:solidFill>
              <a:prstDash val="dash"/>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5256" name="Freeform 23">
              <a:extLst>
                <a:ext uri="{FF2B5EF4-FFF2-40B4-BE49-F238E27FC236}">
                  <a16:creationId xmlns:a16="http://schemas.microsoft.com/office/drawing/2014/main" id="{D5551B90-A903-0B4C-BFD9-C2A5D8124377}"/>
                </a:ext>
              </a:extLst>
            </p:cNvPr>
            <p:cNvSpPr>
              <a:spLocks/>
            </p:cNvSpPr>
            <p:nvPr/>
          </p:nvSpPr>
          <p:spPr bwMode="auto">
            <a:xfrm>
              <a:off x="1327" y="1109"/>
              <a:ext cx="3590" cy="1208"/>
            </a:xfrm>
            <a:custGeom>
              <a:avLst/>
              <a:gdLst>
                <a:gd name="T0" fmla="*/ 9996 w 3204"/>
                <a:gd name="T1" fmla="*/ 491 h 1303"/>
                <a:gd name="T2" fmla="*/ 9629 w 3204"/>
                <a:gd name="T3" fmla="*/ 289 h 1303"/>
                <a:gd name="T4" fmla="*/ 8978 w 3204"/>
                <a:gd name="T5" fmla="*/ 156 h 1303"/>
                <a:gd name="T6" fmla="*/ 8028 w 3204"/>
                <a:gd name="T7" fmla="*/ 64 h 1303"/>
                <a:gd name="T8" fmla="*/ 7198 w 3204"/>
                <a:gd name="T9" fmla="*/ 22 h 1303"/>
                <a:gd name="T10" fmla="*/ 6932 w 3204"/>
                <a:gd name="T11" fmla="*/ 15 h 1303"/>
                <a:gd name="T12" fmla="*/ 6360 w 3204"/>
                <a:gd name="T13" fmla="*/ 3 h 1303"/>
                <a:gd name="T14" fmla="*/ 4302 w 3204"/>
                <a:gd name="T15" fmla="*/ 22 h 1303"/>
                <a:gd name="T16" fmla="*/ 2744 w 3204"/>
                <a:gd name="T17" fmla="*/ 121 h 1303"/>
                <a:gd name="T18" fmla="*/ 1171 w 3204"/>
                <a:gd name="T19" fmla="*/ 324 h 1303"/>
                <a:gd name="T20" fmla="*/ 0 w 3204"/>
                <a:gd name="T21" fmla="*/ 611 h 13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04" h="1303">
                  <a:moveTo>
                    <a:pt x="3204" y="1049"/>
                  </a:moveTo>
                  <a:cubicBezTo>
                    <a:pt x="3182" y="977"/>
                    <a:pt x="3141" y="738"/>
                    <a:pt x="3087" y="618"/>
                  </a:cubicBezTo>
                  <a:cubicBezTo>
                    <a:pt x="3033" y="498"/>
                    <a:pt x="2964" y="411"/>
                    <a:pt x="2878" y="331"/>
                  </a:cubicBezTo>
                  <a:cubicBezTo>
                    <a:pt x="2792" y="251"/>
                    <a:pt x="2669" y="182"/>
                    <a:pt x="2574" y="135"/>
                  </a:cubicBezTo>
                  <a:cubicBezTo>
                    <a:pt x="2479" y="88"/>
                    <a:pt x="2366" y="64"/>
                    <a:pt x="2308" y="47"/>
                  </a:cubicBezTo>
                  <a:cubicBezTo>
                    <a:pt x="2250" y="30"/>
                    <a:pt x="2266" y="38"/>
                    <a:pt x="2222" y="31"/>
                  </a:cubicBezTo>
                  <a:cubicBezTo>
                    <a:pt x="2177" y="24"/>
                    <a:pt x="2180" y="0"/>
                    <a:pt x="2039" y="3"/>
                  </a:cubicBezTo>
                  <a:cubicBezTo>
                    <a:pt x="1899" y="6"/>
                    <a:pt x="1573" y="6"/>
                    <a:pt x="1379" y="47"/>
                  </a:cubicBezTo>
                  <a:cubicBezTo>
                    <a:pt x="1186" y="87"/>
                    <a:pt x="1047" y="148"/>
                    <a:pt x="880" y="257"/>
                  </a:cubicBezTo>
                  <a:cubicBezTo>
                    <a:pt x="713" y="365"/>
                    <a:pt x="522" y="521"/>
                    <a:pt x="375" y="693"/>
                  </a:cubicBezTo>
                  <a:cubicBezTo>
                    <a:pt x="227" y="866"/>
                    <a:pt x="77" y="1178"/>
                    <a:pt x="0" y="1303"/>
                  </a:cubicBezTo>
                </a:path>
              </a:pathLst>
            </a:custGeom>
            <a:noFill/>
            <a:ln w="19050" cap="flat" cmpd="sng">
              <a:solidFill>
                <a:srgbClr val="000000"/>
              </a:solidFill>
              <a:prstDash val="dash"/>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5257" name="Oval 24">
              <a:extLst>
                <a:ext uri="{FF2B5EF4-FFF2-40B4-BE49-F238E27FC236}">
                  <a16:creationId xmlns:a16="http://schemas.microsoft.com/office/drawing/2014/main" id="{DC60A7ED-8A5E-6A48-91FF-899DF5D7D07F}"/>
                </a:ext>
              </a:extLst>
            </p:cNvPr>
            <p:cNvSpPr>
              <a:spLocks noChangeArrowheads="1"/>
            </p:cNvSpPr>
            <p:nvPr/>
          </p:nvSpPr>
          <p:spPr bwMode="auto">
            <a:xfrm>
              <a:off x="3156" y="2628"/>
              <a:ext cx="960" cy="855"/>
            </a:xfrm>
            <a:prstGeom prst="ellipse">
              <a:avLst/>
            </a:prstGeom>
            <a:solidFill>
              <a:schemeClr val="bg1"/>
            </a:solidFill>
            <a:ln w="9525">
              <a:solidFill>
                <a:srgbClr val="000000"/>
              </a:solidFill>
              <a:round/>
              <a:headEnd/>
              <a:tailEnd/>
            </a:ln>
          </p:spPr>
          <p:txBody>
            <a:bodyPr lIns="0" tIns="0" rIns="0" bIns="0"/>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latin typeface="Times New Roman" panose="02020603050405020304" pitchFamily="18" charset="0"/>
                </a:rPr>
                <a:t>编制与调试应用程序</a:t>
              </a:r>
              <a:endParaRPr kumimoji="1" lang="zh-CN" altLang="en-US" b="0">
                <a:latin typeface="Times New Roman" panose="02020603050405020304" pitchFamily="18" charset="0"/>
              </a:endParaRPr>
            </a:p>
          </p:txBody>
        </p:sp>
        <p:sp>
          <p:nvSpPr>
            <p:cNvPr id="95258" name="Line 25">
              <a:extLst>
                <a:ext uri="{FF2B5EF4-FFF2-40B4-BE49-F238E27FC236}">
                  <a16:creationId xmlns:a16="http://schemas.microsoft.com/office/drawing/2014/main" id="{439EBFB3-AA63-BF49-B9E8-5520F4E0287C}"/>
                </a:ext>
              </a:extLst>
            </p:cNvPr>
            <p:cNvSpPr>
              <a:spLocks noChangeShapeType="1"/>
            </p:cNvSpPr>
            <p:nvPr/>
          </p:nvSpPr>
          <p:spPr bwMode="auto">
            <a:xfrm>
              <a:off x="2833" y="2718"/>
              <a:ext cx="323" cy="31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95259" name="Line 26">
              <a:extLst>
                <a:ext uri="{FF2B5EF4-FFF2-40B4-BE49-F238E27FC236}">
                  <a16:creationId xmlns:a16="http://schemas.microsoft.com/office/drawing/2014/main" id="{A0921B65-076A-5B41-A331-F5AC76183775}"/>
                </a:ext>
              </a:extLst>
            </p:cNvPr>
            <p:cNvSpPr>
              <a:spLocks noChangeShapeType="1"/>
            </p:cNvSpPr>
            <p:nvPr/>
          </p:nvSpPr>
          <p:spPr bwMode="auto">
            <a:xfrm flipV="1">
              <a:off x="4124" y="2718"/>
              <a:ext cx="269" cy="31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95260" name="AutoShape 27">
              <a:extLst>
                <a:ext uri="{FF2B5EF4-FFF2-40B4-BE49-F238E27FC236}">
                  <a16:creationId xmlns:a16="http://schemas.microsoft.com/office/drawing/2014/main" id="{48BE6EBA-638F-4B46-B30C-88370A4E5072}"/>
                </a:ext>
              </a:extLst>
            </p:cNvPr>
            <p:cNvSpPr>
              <a:spLocks noChangeArrowheads="1"/>
            </p:cNvSpPr>
            <p:nvPr/>
          </p:nvSpPr>
          <p:spPr bwMode="auto">
            <a:xfrm>
              <a:off x="4844" y="3475"/>
              <a:ext cx="1001" cy="845"/>
            </a:xfrm>
            <a:prstGeom prst="star16">
              <a:avLst>
                <a:gd name="adj" fmla="val 37500"/>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latin typeface="Times New Roman" panose="02020603050405020304" pitchFamily="18" charset="0"/>
                </a:rPr>
                <a:t>数据库</a:t>
              </a:r>
            </a:p>
            <a:p>
              <a:pPr algn="ctr" eaLnBrk="1" hangingPunct="1"/>
              <a:r>
                <a:rPr kumimoji="1" lang="zh-CN" altLang="en-US">
                  <a:latin typeface="Times New Roman" panose="02020603050405020304" pitchFamily="18" charset="0"/>
                </a:rPr>
                <a:t>系统</a:t>
              </a:r>
            </a:p>
          </p:txBody>
        </p:sp>
        <p:sp>
          <p:nvSpPr>
            <p:cNvPr id="95261" name="Freeform 28">
              <a:extLst>
                <a:ext uri="{FF2B5EF4-FFF2-40B4-BE49-F238E27FC236}">
                  <a16:creationId xmlns:a16="http://schemas.microsoft.com/office/drawing/2014/main" id="{F2C007F9-130A-3246-B730-3A9A0AABAA19}"/>
                </a:ext>
              </a:extLst>
            </p:cNvPr>
            <p:cNvSpPr>
              <a:spLocks/>
            </p:cNvSpPr>
            <p:nvPr/>
          </p:nvSpPr>
          <p:spPr bwMode="auto">
            <a:xfrm>
              <a:off x="2511" y="1293"/>
              <a:ext cx="2275" cy="776"/>
            </a:xfrm>
            <a:custGeom>
              <a:avLst/>
              <a:gdLst>
                <a:gd name="T0" fmla="*/ 6315 w 2031"/>
                <a:gd name="T1" fmla="*/ 392 h 837"/>
                <a:gd name="T2" fmla="*/ 5990 w 2031"/>
                <a:gd name="T3" fmla="*/ 246 h 837"/>
                <a:gd name="T4" fmla="*/ 5706 w 2031"/>
                <a:gd name="T5" fmla="*/ 159 h 837"/>
                <a:gd name="T6" fmla="*/ 5135 w 2031"/>
                <a:gd name="T7" fmla="*/ 97 h 837"/>
                <a:gd name="T8" fmla="*/ 4588 w 2031"/>
                <a:gd name="T9" fmla="*/ 40 h 837"/>
                <a:gd name="T10" fmla="*/ 4118 w 2031"/>
                <a:gd name="T11" fmla="*/ 14 h 837"/>
                <a:gd name="T12" fmla="*/ 3961 w 2031"/>
                <a:gd name="T13" fmla="*/ 9 h 837"/>
                <a:gd name="T14" fmla="*/ 3631 w 2031"/>
                <a:gd name="T15" fmla="*/ 2 h 837"/>
                <a:gd name="T16" fmla="*/ 2455 w 2031"/>
                <a:gd name="T17" fmla="*/ 14 h 837"/>
                <a:gd name="T18" fmla="*/ 1570 w 2031"/>
                <a:gd name="T19" fmla="*/ 76 h 837"/>
                <a:gd name="T20" fmla="*/ 669 w 2031"/>
                <a:gd name="T21" fmla="*/ 204 h 837"/>
                <a:gd name="T22" fmla="*/ 0 w 2031"/>
                <a:gd name="T23" fmla="*/ 383 h 8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31" h="837">
                  <a:moveTo>
                    <a:pt x="2031" y="837"/>
                  </a:moveTo>
                  <a:cubicBezTo>
                    <a:pt x="2014" y="785"/>
                    <a:pt x="1960" y="606"/>
                    <a:pt x="1927" y="523"/>
                  </a:cubicBezTo>
                  <a:cubicBezTo>
                    <a:pt x="1894" y="440"/>
                    <a:pt x="1881" y="394"/>
                    <a:pt x="1835" y="341"/>
                  </a:cubicBezTo>
                  <a:cubicBezTo>
                    <a:pt x="1789" y="288"/>
                    <a:pt x="1711" y="250"/>
                    <a:pt x="1651" y="207"/>
                  </a:cubicBezTo>
                  <a:cubicBezTo>
                    <a:pt x="1591" y="164"/>
                    <a:pt x="1531" y="114"/>
                    <a:pt x="1476" y="85"/>
                  </a:cubicBezTo>
                  <a:cubicBezTo>
                    <a:pt x="1422" y="55"/>
                    <a:pt x="1357" y="40"/>
                    <a:pt x="1324" y="29"/>
                  </a:cubicBezTo>
                  <a:cubicBezTo>
                    <a:pt x="1290" y="19"/>
                    <a:pt x="1300" y="24"/>
                    <a:pt x="1274" y="19"/>
                  </a:cubicBezTo>
                  <a:cubicBezTo>
                    <a:pt x="1249" y="15"/>
                    <a:pt x="1250" y="0"/>
                    <a:pt x="1169" y="2"/>
                  </a:cubicBezTo>
                  <a:cubicBezTo>
                    <a:pt x="1089" y="4"/>
                    <a:pt x="902" y="4"/>
                    <a:pt x="791" y="29"/>
                  </a:cubicBezTo>
                  <a:cubicBezTo>
                    <a:pt x="680" y="54"/>
                    <a:pt x="600" y="93"/>
                    <a:pt x="505" y="161"/>
                  </a:cubicBezTo>
                  <a:cubicBezTo>
                    <a:pt x="409" y="229"/>
                    <a:pt x="299" y="326"/>
                    <a:pt x="215" y="434"/>
                  </a:cubicBezTo>
                  <a:cubicBezTo>
                    <a:pt x="130" y="542"/>
                    <a:pt x="44" y="738"/>
                    <a:pt x="0" y="816"/>
                  </a:cubicBezTo>
                </a:path>
              </a:pathLst>
            </a:custGeom>
            <a:noFill/>
            <a:ln w="19050" cap="flat" cmpd="sng">
              <a:solidFill>
                <a:srgbClr val="000000"/>
              </a:solidFill>
              <a:prstDash val="dash"/>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5262" name="Freeform 29">
              <a:extLst>
                <a:ext uri="{FF2B5EF4-FFF2-40B4-BE49-F238E27FC236}">
                  <a16:creationId xmlns:a16="http://schemas.microsoft.com/office/drawing/2014/main" id="{E27D3D27-A289-7D4C-81F8-1E2CCB767B8D}"/>
                </a:ext>
              </a:extLst>
            </p:cNvPr>
            <p:cNvSpPr>
              <a:spLocks/>
            </p:cNvSpPr>
            <p:nvPr/>
          </p:nvSpPr>
          <p:spPr bwMode="auto">
            <a:xfrm>
              <a:off x="4070" y="2904"/>
              <a:ext cx="556" cy="363"/>
            </a:xfrm>
            <a:custGeom>
              <a:avLst/>
              <a:gdLst>
                <a:gd name="T0" fmla="*/ 1551 w 496"/>
                <a:gd name="T1" fmla="*/ 0 h 392"/>
                <a:gd name="T2" fmla="*/ 1388 w 496"/>
                <a:gd name="T3" fmla="*/ 59 h 392"/>
                <a:gd name="T4" fmla="*/ 980 w 496"/>
                <a:gd name="T5" fmla="*/ 127 h 392"/>
                <a:gd name="T6" fmla="*/ 302 w 496"/>
                <a:gd name="T7" fmla="*/ 174 h 392"/>
                <a:gd name="T8" fmla="*/ 0 w 496"/>
                <a:gd name="T9" fmla="*/ 174 h 3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 h="392">
                  <a:moveTo>
                    <a:pt x="496" y="0"/>
                  </a:moveTo>
                  <a:cubicBezTo>
                    <a:pt x="487" y="22"/>
                    <a:pt x="473" y="84"/>
                    <a:pt x="443" y="130"/>
                  </a:cubicBezTo>
                  <a:cubicBezTo>
                    <a:pt x="413" y="176"/>
                    <a:pt x="371" y="233"/>
                    <a:pt x="313" y="274"/>
                  </a:cubicBezTo>
                  <a:cubicBezTo>
                    <a:pt x="255" y="315"/>
                    <a:pt x="148" y="358"/>
                    <a:pt x="96" y="375"/>
                  </a:cubicBezTo>
                  <a:cubicBezTo>
                    <a:pt x="44" y="392"/>
                    <a:pt x="16" y="375"/>
                    <a:pt x="0" y="375"/>
                  </a:cubicBezTo>
                </a:path>
              </a:pathLst>
            </a:custGeom>
            <a:noFill/>
            <a:ln w="19050" cap="flat" cmpd="sng">
              <a:solidFill>
                <a:srgbClr val="000000"/>
              </a:solidFill>
              <a:prstDash val="dash"/>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3">
            <a:extLst>
              <a:ext uri="{FF2B5EF4-FFF2-40B4-BE49-F238E27FC236}">
                <a16:creationId xmlns:a16="http://schemas.microsoft.com/office/drawing/2014/main" id="{C297CA70-F032-1242-BB07-33A964AAC7F0}"/>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27871A74-5005-2444-8C09-7E0255BDA0BD}" type="slidenum">
              <a:rPr lang="zh-CN" altLang="en-US" sz="2000"/>
              <a:pPr/>
              <a:t>67</a:t>
            </a:fld>
            <a:endParaRPr lang="en-US" altLang="zh-CN" sz="2000"/>
          </a:p>
        </p:txBody>
      </p:sp>
      <p:sp>
        <p:nvSpPr>
          <p:cNvPr id="96259" name="日期占位符 4">
            <a:extLst>
              <a:ext uri="{FF2B5EF4-FFF2-40B4-BE49-F238E27FC236}">
                <a16:creationId xmlns:a16="http://schemas.microsoft.com/office/drawing/2014/main" id="{8783A4D6-6D36-DE42-B61C-5FC1D0B241CD}"/>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C2125B9-7E67-604C-B460-EC36C1F19729}" type="datetime1">
              <a:rPr lang="zh-CN" altLang="en-US" sz="1800" smtClean="0"/>
              <a:pPr/>
              <a:t>2023/5/16</a:t>
            </a:fld>
            <a:endParaRPr lang="en-US" altLang="zh-CN" sz="1000"/>
          </a:p>
        </p:txBody>
      </p:sp>
      <p:sp>
        <p:nvSpPr>
          <p:cNvPr id="2105346" name="Rectangle 2">
            <a:extLst>
              <a:ext uri="{FF2B5EF4-FFF2-40B4-BE49-F238E27FC236}">
                <a16:creationId xmlns:a16="http://schemas.microsoft.com/office/drawing/2014/main" id="{B367C237-3C77-F346-8C65-092F9A6E6045}"/>
              </a:ext>
            </a:extLst>
          </p:cNvPr>
          <p:cNvSpPr>
            <a:spLocks noGrp="1" noChangeArrowheads="1"/>
          </p:cNvSpPr>
          <p:nvPr>
            <p:ph type="title"/>
          </p:nvPr>
        </p:nvSpPr>
        <p:spPr/>
        <p:txBody>
          <a:bodyPr/>
          <a:lstStyle/>
          <a:p>
            <a:pPr defTabSz="914400"/>
            <a:r>
              <a:rPr lang="zh-CN" altLang="en-US"/>
              <a:t>六</a:t>
            </a:r>
            <a:r>
              <a:rPr lang="en-US" altLang="zh-CN"/>
              <a:t>. </a:t>
            </a:r>
            <a:r>
              <a:rPr lang="zh-CN" altLang="en-US"/>
              <a:t>数据库的运行和维护</a:t>
            </a:r>
          </a:p>
        </p:txBody>
      </p:sp>
      <p:sp>
        <p:nvSpPr>
          <p:cNvPr id="96261" name="Rectangle 3">
            <a:extLst>
              <a:ext uri="{FF2B5EF4-FFF2-40B4-BE49-F238E27FC236}">
                <a16:creationId xmlns:a16="http://schemas.microsoft.com/office/drawing/2014/main" id="{A9AF9977-2B3A-1A4C-8C88-DFE5CE4A4F48}"/>
              </a:ext>
            </a:extLst>
          </p:cNvPr>
          <p:cNvSpPr>
            <a:spLocks noGrp="1" noChangeArrowheads="1"/>
          </p:cNvSpPr>
          <p:nvPr>
            <p:ph type="body" idx="1"/>
          </p:nvPr>
        </p:nvSpPr>
        <p:spPr>
          <a:xfrm>
            <a:off x="650875" y="1143000"/>
            <a:ext cx="8820150" cy="4886325"/>
          </a:xfrm>
        </p:spPr>
        <p:txBody>
          <a:bodyPr/>
          <a:lstStyle/>
          <a:p>
            <a:pPr marL="342900" indent="-342900" defTabSz="914400"/>
            <a:r>
              <a:rPr lang="zh-CN" altLang="en-US"/>
              <a:t>在数据库运行阶段，对数据库经常性的维护工作主要是由</a:t>
            </a:r>
            <a:r>
              <a:rPr lang="en-US" altLang="zh-CN"/>
              <a:t>DBA</a:t>
            </a:r>
            <a:r>
              <a:rPr lang="zh-CN" altLang="en-US"/>
              <a:t>来完成。</a:t>
            </a:r>
          </a:p>
          <a:p>
            <a:pPr marL="742950" lvl="1" indent="-285750" defTabSz="914400"/>
            <a:r>
              <a:rPr lang="zh-CN" altLang="en-US"/>
              <a:t>数据库的转储和恢复</a:t>
            </a:r>
          </a:p>
          <a:p>
            <a:pPr marL="742950" lvl="1" indent="-285750" defTabSz="914400"/>
            <a:r>
              <a:rPr lang="zh-CN" altLang="en-US"/>
              <a:t>数据库的安全性、完整性控制</a:t>
            </a:r>
          </a:p>
          <a:p>
            <a:pPr marL="742950" lvl="1" indent="-285750" defTabSz="914400"/>
            <a:r>
              <a:rPr lang="zh-CN" altLang="en-US"/>
              <a:t>数据库性能的监督、分析和改造</a:t>
            </a:r>
          </a:p>
          <a:p>
            <a:pPr marL="1143000" lvl="2" indent="-228600" defTabSz="914400"/>
            <a:r>
              <a:rPr lang="zh-CN" altLang="en-US"/>
              <a:t>性能调整或数据库重构</a:t>
            </a:r>
          </a:p>
          <a:p>
            <a:pPr marL="742950" lvl="1" indent="-285750" defTabSz="914400"/>
            <a:r>
              <a:rPr lang="zh-CN" altLang="en-US"/>
              <a:t>数据库的重组织与重构造</a:t>
            </a:r>
          </a:p>
          <a:p>
            <a:pPr marL="1143000" lvl="2" indent="-228600" defTabSz="914400"/>
            <a:r>
              <a:rPr lang="zh-CN" altLang="en-US"/>
              <a:t>修改模式或外模式</a:t>
            </a:r>
          </a:p>
          <a:p>
            <a:pPr marL="1143000" lvl="2" indent="-228600" defTabSz="914400"/>
            <a:r>
              <a:rPr lang="zh-CN" altLang="en-US"/>
              <a:t>当系统发生重大变化，重构也无济于事，则数据库系统生命周期结束。</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3">
            <a:extLst>
              <a:ext uri="{FF2B5EF4-FFF2-40B4-BE49-F238E27FC236}">
                <a16:creationId xmlns:a16="http://schemas.microsoft.com/office/drawing/2014/main" id="{3B626713-7ABB-3143-83AC-A39FE5AEC498}"/>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FF2D4EF1-CFA3-7840-A3D5-D2538BF53686}" type="slidenum">
              <a:rPr lang="zh-CN" altLang="en-US" sz="2000"/>
              <a:pPr/>
              <a:t>68</a:t>
            </a:fld>
            <a:endParaRPr lang="en-US" altLang="zh-CN" sz="2000"/>
          </a:p>
        </p:txBody>
      </p:sp>
      <p:sp>
        <p:nvSpPr>
          <p:cNvPr id="98307" name="日期占位符 4">
            <a:extLst>
              <a:ext uri="{FF2B5EF4-FFF2-40B4-BE49-F238E27FC236}">
                <a16:creationId xmlns:a16="http://schemas.microsoft.com/office/drawing/2014/main" id="{82536BDE-F248-124E-8FDB-3299751FED8D}"/>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638A1C82-D556-0D4C-8533-3ABDC33C41A1}" type="datetime1">
              <a:rPr lang="zh-CN" altLang="en-US" sz="1800" smtClean="0"/>
              <a:pPr/>
              <a:t>2023/5/16</a:t>
            </a:fld>
            <a:endParaRPr lang="en-US" altLang="zh-CN" sz="1000"/>
          </a:p>
        </p:txBody>
      </p:sp>
      <p:sp>
        <p:nvSpPr>
          <p:cNvPr id="2105346" name="Rectangle 2">
            <a:extLst>
              <a:ext uri="{FF2B5EF4-FFF2-40B4-BE49-F238E27FC236}">
                <a16:creationId xmlns:a16="http://schemas.microsoft.com/office/drawing/2014/main" id="{E66B22D9-7CE9-F643-999A-628925EC9025}"/>
              </a:ext>
            </a:extLst>
          </p:cNvPr>
          <p:cNvSpPr>
            <a:spLocks noGrp="1" noChangeArrowheads="1"/>
          </p:cNvSpPr>
          <p:nvPr>
            <p:ph type="title"/>
          </p:nvPr>
        </p:nvSpPr>
        <p:spPr/>
        <p:txBody>
          <a:bodyPr/>
          <a:lstStyle/>
          <a:p>
            <a:pPr defTabSz="914400"/>
            <a:r>
              <a:rPr lang="zh-CN" altLang="en-US"/>
              <a:t>六</a:t>
            </a:r>
            <a:r>
              <a:rPr lang="en-US" altLang="zh-CN"/>
              <a:t>. </a:t>
            </a:r>
            <a:r>
              <a:rPr lang="zh-CN" altLang="en-US"/>
              <a:t>数据库的运行和维护</a:t>
            </a:r>
          </a:p>
        </p:txBody>
      </p:sp>
      <p:sp>
        <p:nvSpPr>
          <p:cNvPr id="94213" name="Rectangle 3">
            <a:extLst>
              <a:ext uri="{FF2B5EF4-FFF2-40B4-BE49-F238E27FC236}">
                <a16:creationId xmlns:a16="http://schemas.microsoft.com/office/drawing/2014/main" id="{E2070A44-B3F3-5644-8637-49FBC8589C44}"/>
              </a:ext>
            </a:extLst>
          </p:cNvPr>
          <p:cNvSpPr>
            <a:spLocks noGrp="1" noChangeArrowheads="1"/>
          </p:cNvSpPr>
          <p:nvPr>
            <p:ph type="body" idx="1"/>
          </p:nvPr>
        </p:nvSpPr>
        <p:spPr>
          <a:xfrm>
            <a:off x="650875" y="1143000"/>
            <a:ext cx="8820150" cy="4330700"/>
          </a:xfrm>
        </p:spPr>
        <p:txBody>
          <a:bodyPr/>
          <a:lstStyle/>
          <a:p>
            <a:pPr marL="342900" indent="-342900" defTabSz="914400"/>
            <a:r>
              <a:rPr lang="zh-CN" altLang="zh-CN"/>
              <a:t>数据库的再组织是指按原设计要求重新安排存储位置、回收垃圾、减少指针链等，以提高系统性能</a:t>
            </a:r>
            <a:r>
              <a:rPr lang="zh-CN" altLang="en-US"/>
              <a:t>。</a:t>
            </a:r>
            <a:endParaRPr lang="en-US" altLang="zh-CN"/>
          </a:p>
          <a:p>
            <a:pPr marL="342900" indent="-342900" defTabSz="914400"/>
            <a:r>
              <a:rPr lang="zh-CN" altLang="zh-CN"/>
              <a:t>数据库运行一段时间后，由于记录不断增、删、改，会使数据库的物理存储情况变坏，降低了数据的存取效率，数据库性能下降，这时</a:t>
            </a:r>
            <a:r>
              <a:rPr lang="en-US" altLang="zh-CN"/>
              <a:t>DBA</a:t>
            </a:r>
            <a:r>
              <a:rPr lang="zh-CN" altLang="zh-CN"/>
              <a:t>就要对数据库进行重组织。</a:t>
            </a:r>
            <a:r>
              <a:rPr lang="en-US" altLang="zh-CN"/>
              <a:t>DBMS</a:t>
            </a:r>
            <a:r>
              <a:rPr lang="zh-CN" altLang="zh-CN"/>
              <a:t>一般都提供数据重组织用的实用程序</a:t>
            </a:r>
            <a:endParaRPr lang="zh-CN" altLang="en-US"/>
          </a:p>
          <a:p>
            <a:pPr marL="342900" indent="-342900" defTabSz="914400"/>
            <a:r>
              <a:rPr lang="zh-CN" altLang="en-US"/>
              <a:t>数据库的重组织与重构造</a:t>
            </a:r>
          </a:p>
          <a:p>
            <a:pPr marL="765175" lvl="1" indent="-228600" defTabSz="914400"/>
            <a:r>
              <a:rPr lang="zh-CN" altLang="zh-CN"/>
              <a:t>数据库的重构造则是指部分修改数据库的模式和内模式，即修改原设计的逻辑和物理结构。数据库的再组织是不修改数据库的模式和内模式的。</a:t>
            </a:r>
            <a:endParaRPr lang="en-US" altLang="zh-C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48B2C-D8E8-884B-A0E9-6BC72CD6D5CD}"/>
              </a:ext>
            </a:extLst>
          </p:cNvPr>
          <p:cNvSpPr>
            <a:spLocks noGrp="1"/>
          </p:cNvSpPr>
          <p:nvPr>
            <p:ph type="title"/>
          </p:nvPr>
        </p:nvSpPr>
        <p:spPr/>
        <p:txBody>
          <a:bodyPr/>
          <a:lstStyle/>
          <a:p>
            <a:r>
              <a:rPr lang="zh-CN" altLang="en-US"/>
              <a:t>本章小结</a:t>
            </a:r>
          </a:p>
        </p:txBody>
      </p:sp>
      <p:sp>
        <p:nvSpPr>
          <p:cNvPr id="100355" name="内容占位符 2">
            <a:extLst>
              <a:ext uri="{FF2B5EF4-FFF2-40B4-BE49-F238E27FC236}">
                <a16:creationId xmlns:a16="http://schemas.microsoft.com/office/drawing/2014/main" id="{4BF4239C-3F79-8348-94A0-6E17AAEEFA4A}"/>
              </a:ext>
            </a:extLst>
          </p:cNvPr>
          <p:cNvSpPr>
            <a:spLocks noGrp="1"/>
          </p:cNvSpPr>
          <p:nvPr>
            <p:ph idx="1"/>
          </p:nvPr>
        </p:nvSpPr>
        <p:spPr>
          <a:xfrm>
            <a:off x="650875" y="1143000"/>
            <a:ext cx="8820150" cy="4652963"/>
          </a:xfrm>
        </p:spPr>
        <p:txBody>
          <a:bodyPr/>
          <a:lstStyle/>
          <a:p>
            <a:r>
              <a:rPr lang="zh-CN" altLang="en-US"/>
              <a:t>数据库设计六个步骤</a:t>
            </a:r>
            <a:endParaRPr lang="en-US" altLang="zh-CN"/>
          </a:p>
          <a:p>
            <a:pPr marL="258763" lvl="1" indent="-258763">
              <a:buSzPct val="60000"/>
              <a:buFont typeface="Wingdings" pitchFamily="2" charset="2"/>
              <a:buChar char="n"/>
            </a:pPr>
            <a:r>
              <a:rPr lang="en-US" altLang="zh-CN">
                <a:solidFill>
                  <a:srgbClr val="FF0000"/>
                </a:solidFill>
              </a:rPr>
              <a:t>(1) </a:t>
            </a:r>
            <a:r>
              <a:rPr lang="zh-CN" altLang="en-US">
                <a:solidFill>
                  <a:srgbClr val="FF0000"/>
                </a:solidFill>
              </a:rPr>
              <a:t>需求分析</a:t>
            </a:r>
          </a:p>
          <a:p>
            <a:pPr marL="258763" lvl="1" indent="-258763">
              <a:buSzPct val="60000"/>
              <a:buFont typeface="Wingdings" pitchFamily="2" charset="2"/>
              <a:buChar char="n"/>
            </a:pPr>
            <a:r>
              <a:rPr lang="en-US" altLang="zh-CN">
                <a:solidFill>
                  <a:srgbClr val="FF0000"/>
                </a:solidFill>
              </a:rPr>
              <a:t>(2) </a:t>
            </a:r>
            <a:r>
              <a:rPr lang="zh-CN" altLang="en-US">
                <a:solidFill>
                  <a:srgbClr val="FF0000"/>
                </a:solidFill>
              </a:rPr>
              <a:t>概念结构设计</a:t>
            </a:r>
          </a:p>
          <a:p>
            <a:pPr marL="258763" lvl="1" indent="-258763">
              <a:buSzPct val="60000"/>
              <a:buFont typeface="Wingdings" pitchFamily="2" charset="2"/>
              <a:buChar char="n"/>
            </a:pPr>
            <a:r>
              <a:rPr lang="en-US" altLang="zh-CN">
                <a:solidFill>
                  <a:srgbClr val="FF0000"/>
                </a:solidFill>
              </a:rPr>
              <a:t>(3) </a:t>
            </a:r>
            <a:r>
              <a:rPr lang="zh-CN" altLang="en-US">
                <a:solidFill>
                  <a:srgbClr val="FF0000"/>
                </a:solidFill>
              </a:rPr>
              <a:t>逻辑结构设计</a:t>
            </a:r>
          </a:p>
          <a:p>
            <a:pPr marL="258763" lvl="1" indent="-258763">
              <a:buSzPct val="60000"/>
              <a:buFont typeface="Wingdings" pitchFamily="2" charset="2"/>
              <a:buChar char="n"/>
            </a:pPr>
            <a:r>
              <a:rPr lang="en-US" altLang="zh-CN"/>
              <a:t>(4) </a:t>
            </a:r>
            <a:r>
              <a:rPr lang="zh-CN" altLang="en-US"/>
              <a:t>数据库物理设计</a:t>
            </a:r>
          </a:p>
          <a:p>
            <a:pPr marL="258763" lvl="1" indent="-258763">
              <a:buSzPct val="60000"/>
              <a:buFont typeface="Wingdings" pitchFamily="2" charset="2"/>
              <a:buChar char="n"/>
            </a:pPr>
            <a:r>
              <a:rPr lang="en-US" altLang="zh-CN"/>
              <a:t>(5) </a:t>
            </a:r>
            <a:r>
              <a:rPr lang="zh-CN" altLang="en-US"/>
              <a:t>数据库实施</a:t>
            </a:r>
            <a:endParaRPr lang="en-US" altLang="zh-CN"/>
          </a:p>
          <a:p>
            <a:pPr marL="258763" lvl="1" indent="-258763">
              <a:buSzPct val="60000"/>
              <a:buFont typeface="Wingdings" pitchFamily="2" charset="2"/>
              <a:buChar char="n"/>
            </a:pPr>
            <a:r>
              <a:rPr lang="en-US" altLang="zh-CN"/>
              <a:t>(6) </a:t>
            </a:r>
            <a:r>
              <a:rPr lang="zh-CN" altLang="en-US"/>
              <a:t>数据库运行和维护</a:t>
            </a:r>
          </a:p>
          <a:p>
            <a:endParaRPr lang="zh-CN" altLang="en-US"/>
          </a:p>
          <a:p>
            <a:endParaRPr lang="zh-CN" altLang="en-US"/>
          </a:p>
        </p:txBody>
      </p:sp>
      <p:sp>
        <p:nvSpPr>
          <p:cNvPr id="100356" name="灯片编号占位符 3">
            <a:extLst>
              <a:ext uri="{FF2B5EF4-FFF2-40B4-BE49-F238E27FC236}">
                <a16:creationId xmlns:a16="http://schemas.microsoft.com/office/drawing/2014/main" id="{521A332F-1D56-8342-98C9-20FBBF6F5288}"/>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7F54F40D-09EB-0E4A-9A72-50E7C542EEDE}" type="slidenum">
              <a:rPr lang="zh-CN" altLang="en-US" sz="2000"/>
              <a:pPr/>
              <a:t>69</a:t>
            </a:fld>
            <a:endParaRPr lang="en-US" altLang="zh-CN" sz="2000"/>
          </a:p>
        </p:txBody>
      </p:sp>
      <p:sp>
        <p:nvSpPr>
          <p:cNvPr id="100357" name="日期占位符 4">
            <a:extLst>
              <a:ext uri="{FF2B5EF4-FFF2-40B4-BE49-F238E27FC236}">
                <a16:creationId xmlns:a16="http://schemas.microsoft.com/office/drawing/2014/main" id="{07771CEC-316F-2E46-BE42-7DAD4C692828}"/>
              </a:ext>
            </a:extLst>
          </p:cNvPr>
          <p:cNvSpPr>
            <a:spLocks noGrp="1"/>
          </p:cNvSpPr>
          <p:nvPr>
            <p:ph type="dt" sz="quarter" idx="11"/>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CD50C43-2262-044D-94B3-58CC52A3B91E}" type="datetime1">
              <a:rPr lang="zh-CN" altLang="en-US" sz="1800" smtClean="0"/>
              <a:pPr/>
              <a:t>2023/5/16</a:t>
            </a:fld>
            <a:endParaRPr lang="en-US" altLang="zh-CN" sz="10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0066" name="Rectangle 2">
            <a:extLst>
              <a:ext uri="{FF2B5EF4-FFF2-40B4-BE49-F238E27FC236}">
                <a16:creationId xmlns:a16="http://schemas.microsoft.com/office/drawing/2014/main" id="{D62521F6-583B-B448-BE42-0075C89F2B01}"/>
              </a:ext>
            </a:extLst>
          </p:cNvPr>
          <p:cNvSpPr>
            <a:spLocks noChangeArrowheads="1"/>
          </p:cNvSpPr>
          <p:nvPr/>
        </p:nvSpPr>
        <p:spPr bwMode="auto">
          <a:xfrm>
            <a:off x="2557463" y="1708150"/>
            <a:ext cx="5040312" cy="3168650"/>
          </a:xfrm>
          <a:prstGeom prst="rect">
            <a:avLst/>
          </a:prstGeom>
          <a:gradFill rotWithShape="0">
            <a:gsLst>
              <a:gs pos="0">
                <a:srgbClr val="3333FF"/>
              </a:gs>
              <a:gs pos="100000">
                <a:srgbClr val="3333FF">
                  <a:gamma/>
                  <a:tint val="35294"/>
                  <a:invGamma/>
                </a:srgbClr>
              </a:gs>
            </a:gsLst>
            <a:lin ang="5400000" scaled="1"/>
          </a:gradFill>
          <a:ln w="22225">
            <a:solidFill>
              <a:srgbClr val="000000"/>
            </a:solidFill>
            <a:miter lim="800000"/>
            <a:headEnd/>
            <a:tailEnd/>
          </a:ln>
        </p:spPr>
        <p:txBody>
          <a:bodyPr anchor="ctr"/>
          <a:lstStyle/>
          <a:p>
            <a:pPr algn="ctr">
              <a:defRPr/>
            </a:pPr>
            <a:r>
              <a:rPr lang="en-US" altLang="zh-CN" sz="4800" dirty="0">
                <a:solidFill>
                  <a:schemeClr val="bg1"/>
                </a:solidFill>
                <a:latin typeface="Arial" charset="0"/>
              </a:rPr>
              <a:t>P270</a:t>
            </a:r>
            <a:r>
              <a:rPr lang="zh-CN" altLang="en-US" sz="4800" dirty="0">
                <a:solidFill>
                  <a:schemeClr val="bg1"/>
                </a:solidFill>
                <a:effectLst>
                  <a:outerShdw blurRad="38100" dist="38100" dir="2700000" algn="tl">
                    <a:srgbClr val="000000"/>
                  </a:outerShdw>
                </a:effectLst>
              </a:rPr>
              <a:t>习题</a:t>
            </a:r>
          </a:p>
          <a:p>
            <a:pPr algn="ctr">
              <a:defRPr/>
            </a:pPr>
            <a:r>
              <a:rPr lang="en-US" altLang="zh-CN" sz="4800" dirty="0">
                <a:solidFill>
                  <a:schemeClr val="bg1"/>
                </a:solidFill>
                <a:effectLst>
                  <a:outerShdw blurRad="38100" dist="38100" dir="2700000" algn="tl">
                    <a:srgbClr val="000000"/>
                  </a:outerShdw>
                </a:effectLst>
                <a:latin typeface="Arial" charset="0"/>
              </a:rPr>
              <a:t>3</a:t>
            </a:r>
            <a:endParaRPr lang="en-US" altLang="zh-TW" sz="4800" dirty="0">
              <a:solidFill>
                <a:schemeClr val="bg1"/>
              </a:solidFill>
              <a:effectLst>
                <a:outerShdw blurRad="38100" dist="38100" dir="2700000" algn="tl">
                  <a:srgbClr val="000000"/>
                </a:outerShdw>
              </a:effectLst>
              <a:latin typeface="Arial" charset="0"/>
            </a:endParaRPr>
          </a:p>
        </p:txBody>
      </p:sp>
      <p:grpSp>
        <p:nvGrpSpPr>
          <p:cNvPr id="109571" name="Group 3">
            <a:extLst>
              <a:ext uri="{FF2B5EF4-FFF2-40B4-BE49-F238E27FC236}">
                <a16:creationId xmlns:a16="http://schemas.microsoft.com/office/drawing/2014/main" id="{CF51B52A-E8E6-CF4D-9B50-D4222F31DC04}"/>
              </a:ext>
            </a:extLst>
          </p:cNvPr>
          <p:cNvGrpSpPr>
            <a:grpSpLocks/>
          </p:cNvGrpSpPr>
          <p:nvPr/>
        </p:nvGrpSpPr>
        <p:grpSpPr bwMode="auto">
          <a:xfrm>
            <a:off x="992188" y="1628775"/>
            <a:ext cx="1700212" cy="2743200"/>
            <a:chOff x="202" y="926"/>
            <a:chExt cx="1939" cy="2770"/>
          </a:xfrm>
        </p:grpSpPr>
        <p:sp>
          <p:nvSpPr>
            <p:cNvPr id="109590" name="Freeform 4">
              <a:extLst>
                <a:ext uri="{FF2B5EF4-FFF2-40B4-BE49-F238E27FC236}">
                  <a16:creationId xmlns:a16="http://schemas.microsoft.com/office/drawing/2014/main" id="{DE51417D-538D-E040-A3CE-68796D027E89}"/>
                </a:ext>
              </a:extLst>
            </p:cNvPr>
            <p:cNvSpPr>
              <a:spLocks/>
            </p:cNvSpPr>
            <p:nvPr/>
          </p:nvSpPr>
          <p:spPr bwMode="auto">
            <a:xfrm>
              <a:off x="202" y="926"/>
              <a:ext cx="1939" cy="2770"/>
            </a:xfrm>
            <a:custGeom>
              <a:avLst/>
              <a:gdLst>
                <a:gd name="T0" fmla="*/ 17 w 1939"/>
                <a:gd name="T1" fmla="*/ 506 h 2770"/>
                <a:gd name="T2" fmla="*/ 9 w 1939"/>
                <a:gd name="T3" fmla="*/ 736 h 2770"/>
                <a:gd name="T4" fmla="*/ 42 w 1939"/>
                <a:gd name="T5" fmla="*/ 956 h 2770"/>
                <a:gd name="T6" fmla="*/ 296 w 1939"/>
                <a:gd name="T7" fmla="*/ 1284 h 2770"/>
                <a:gd name="T8" fmla="*/ 495 w 1939"/>
                <a:gd name="T9" fmla="*/ 1555 h 2770"/>
                <a:gd name="T10" fmla="*/ 576 w 1939"/>
                <a:gd name="T11" fmla="*/ 1791 h 2770"/>
                <a:gd name="T12" fmla="*/ 661 w 1939"/>
                <a:gd name="T13" fmla="*/ 2220 h 2770"/>
                <a:gd name="T14" fmla="*/ 750 w 1939"/>
                <a:gd name="T15" fmla="*/ 2699 h 2770"/>
                <a:gd name="T16" fmla="*/ 775 w 1939"/>
                <a:gd name="T17" fmla="*/ 2744 h 2770"/>
                <a:gd name="T18" fmla="*/ 811 w 1939"/>
                <a:gd name="T19" fmla="*/ 2766 h 2770"/>
                <a:gd name="T20" fmla="*/ 863 w 1939"/>
                <a:gd name="T21" fmla="*/ 2770 h 2770"/>
                <a:gd name="T22" fmla="*/ 911 w 1939"/>
                <a:gd name="T23" fmla="*/ 2758 h 2770"/>
                <a:gd name="T24" fmla="*/ 944 w 1939"/>
                <a:gd name="T25" fmla="*/ 2721 h 2770"/>
                <a:gd name="T26" fmla="*/ 958 w 1939"/>
                <a:gd name="T27" fmla="*/ 2661 h 2770"/>
                <a:gd name="T28" fmla="*/ 958 w 1939"/>
                <a:gd name="T29" fmla="*/ 2572 h 2770"/>
                <a:gd name="T30" fmla="*/ 899 w 1939"/>
                <a:gd name="T31" fmla="*/ 2161 h 2770"/>
                <a:gd name="T32" fmla="*/ 933 w 1939"/>
                <a:gd name="T33" fmla="*/ 2105 h 2770"/>
                <a:gd name="T34" fmla="*/ 1208 w 1939"/>
                <a:gd name="T35" fmla="*/ 2501 h 2770"/>
                <a:gd name="T36" fmla="*/ 1419 w 1939"/>
                <a:gd name="T37" fmla="*/ 2741 h 2770"/>
                <a:gd name="T38" fmla="*/ 1473 w 1939"/>
                <a:gd name="T39" fmla="*/ 2731 h 2770"/>
                <a:gd name="T40" fmla="*/ 1512 w 1939"/>
                <a:gd name="T41" fmla="*/ 2693 h 2770"/>
                <a:gd name="T42" fmla="*/ 1529 w 1939"/>
                <a:gd name="T43" fmla="*/ 2649 h 2770"/>
                <a:gd name="T44" fmla="*/ 1537 w 1939"/>
                <a:gd name="T45" fmla="*/ 2608 h 2770"/>
                <a:gd name="T46" fmla="*/ 1537 w 1939"/>
                <a:gd name="T47" fmla="*/ 2566 h 2770"/>
                <a:gd name="T48" fmla="*/ 1524 w 1939"/>
                <a:gd name="T49" fmla="*/ 2503 h 2770"/>
                <a:gd name="T50" fmla="*/ 1476 w 1939"/>
                <a:gd name="T51" fmla="*/ 2412 h 2770"/>
                <a:gd name="T52" fmla="*/ 1340 w 1939"/>
                <a:gd name="T53" fmla="*/ 2250 h 2770"/>
                <a:gd name="T54" fmla="*/ 1537 w 1939"/>
                <a:gd name="T55" fmla="*/ 2200 h 2770"/>
                <a:gd name="T56" fmla="*/ 1775 w 1939"/>
                <a:gd name="T57" fmla="*/ 2293 h 2770"/>
                <a:gd name="T58" fmla="*/ 1841 w 1939"/>
                <a:gd name="T59" fmla="*/ 2303 h 2770"/>
                <a:gd name="T60" fmla="*/ 1882 w 1939"/>
                <a:gd name="T61" fmla="*/ 2279 h 2770"/>
                <a:gd name="T62" fmla="*/ 1911 w 1939"/>
                <a:gd name="T63" fmla="*/ 2232 h 2770"/>
                <a:gd name="T64" fmla="*/ 1924 w 1939"/>
                <a:gd name="T65" fmla="*/ 2169 h 2770"/>
                <a:gd name="T66" fmla="*/ 1916 w 1939"/>
                <a:gd name="T67" fmla="*/ 2119 h 2770"/>
                <a:gd name="T68" fmla="*/ 1894 w 1939"/>
                <a:gd name="T69" fmla="*/ 2082 h 2770"/>
                <a:gd name="T70" fmla="*/ 1851 w 1939"/>
                <a:gd name="T71" fmla="*/ 2048 h 2770"/>
                <a:gd name="T72" fmla="*/ 1625 w 1939"/>
                <a:gd name="T73" fmla="*/ 1903 h 2770"/>
                <a:gd name="T74" fmla="*/ 1476 w 1939"/>
                <a:gd name="T75" fmla="*/ 1799 h 2770"/>
                <a:gd name="T76" fmla="*/ 1434 w 1939"/>
                <a:gd name="T77" fmla="*/ 1706 h 2770"/>
                <a:gd name="T78" fmla="*/ 1409 w 1939"/>
                <a:gd name="T79" fmla="*/ 1555 h 2770"/>
                <a:gd name="T80" fmla="*/ 1350 w 1939"/>
                <a:gd name="T81" fmla="*/ 1363 h 2770"/>
                <a:gd name="T82" fmla="*/ 1303 w 1939"/>
                <a:gd name="T83" fmla="*/ 1191 h 2770"/>
                <a:gd name="T84" fmla="*/ 1247 w 1939"/>
                <a:gd name="T85" fmla="*/ 1039 h 2770"/>
                <a:gd name="T86" fmla="*/ 1199 w 1939"/>
                <a:gd name="T87" fmla="*/ 829 h 2770"/>
                <a:gd name="T88" fmla="*/ 1162 w 1939"/>
                <a:gd name="T89" fmla="*/ 655 h 2770"/>
                <a:gd name="T90" fmla="*/ 1199 w 1939"/>
                <a:gd name="T91" fmla="*/ 554 h 2770"/>
                <a:gd name="T92" fmla="*/ 1417 w 1939"/>
                <a:gd name="T93" fmla="*/ 477 h 2770"/>
                <a:gd name="T94" fmla="*/ 1596 w 1939"/>
                <a:gd name="T95" fmla="*/ 427 h 2770"/>
                <a:gd name="T96" fmla="*/ 1723 w 1939"/>
                <a:gd name="T97" fmla="*/ 376 h 2770"/>
                <a:gd name="T98" fmla="*/ 1830 w 1939"/>
                <a:gd name="T99" fmla="*/ 305 h 2770"/>
                <a:gd name="T100" fmla="*/ 1880 w 1939"/>
                <a:gd name="T101" fmla="*/ 251 h 2770"/>
                <a:gd name="T102" fmla="*/ 1914 w 1939"/>
                <a:gd name="T103" fmla="*/ 186 h 2770"/>
                <a:gd name="T104" fmla="*/ 1936 w 1939"/>
                <a:gd name="T105" fmla="*/ 115 h 2770"/>
                <a:gd name="T106" fmla="*/ 1938 w 1939"/>
                <a:gd name="T107" fmla="*/ 53 h 2770"/>
                <a:gd name="T108" fmla="*/ 1919 w 1939"/>
                <a:gd name="T109" fmla="*/ 16 h 2770"/>
                <a:gd name="T110" fmla="*/ 1894 w 1939"/>
                <a:gd name="T111" fmla="*/ 0 h 2770"/>
                <a:gd name="T112" fmla="*/ 1706 w 1939"/>
                <a:gd name="T113" fmla="*/ 99 h 2770"/>
                <a:gd name="T114" fmla="*/ 1546 w 1939"/>
                <a:gd name="T115" fmla="*/ 128 h 2770"/>
                <a:gd name="T116" fmla="*/ 1389 w 1939"/>
                <a:gd name="T117" fmla="*/ 166 h 2770"/>
                <a:gd name="T118" fmla="*/ 1154 w 1939"/>
                <a:gd name="T119" fmla="*/ 178 h 2770"/>
                <a:gd name="T120" fmla="*/ 703 w 1939"/>
                <a:gd name="T121" fmla="*/ 237 h 2770"/>
                <a:gd name="T122" fmla="*/ 424 w 1939"/>
                <a:gd name="T123" fmla="*/ 277 h 2770"/>
                <a:gd name="T124" fmla="*/ 110 w 1939"/>
                <a:gd name="T125" fmla="*/ 257 h 277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939" h="2770">
                  <a:moveTo>
                    <a:pt x="110" y="257"/>
                  </a:moveTo>
                  <a:lnTo>
                    <a:pt x="17" y="506"/>
                  </a:lnTo>
                  <a:lnTo>
                    <a:pt x="0" y="595"/>
                  </a:lnTo>
                  <a:lnTo>
                    <a:pt x="9" y="736"/>
                  </a:lnTo>
                  <a:lnTo>
                    <a:pt x="17" y="835"/>
                  </a:lnTo>
                  <a:lnTo>
                    <a:pt x="42" y="956"/>
                  </a:lnTo>
                  <a:lnTo>
                    <a:pt x="101" y="1094"/>
                  </a:lnTo>
                  <a:lnTo>
                    <a:pt x="296" y="1284"/>
                  </a:lnTo>
                  <a:lnTo>
                    <a:pt x="458" y="1482"/>
                  </a:lnTo>
                  <a:lnTo>
                    <a:pt x="495" y="1555"/>
                  </a:lnTo>
                  <a:lnTo>
                    <a:pt x="534" y="1630"/>
                  </a:lnTo>
                  <a:lnTo>
                    <a:pt x="576" y="1791"/>
                  </a:lnTo>
                  <a:lnTo>
                    <a:pt x="618" y="2068"/>
                  </a:lnTo>
                  <a:lnTo>
                    <a:pt x="661" y="2220"/>
                  </a:lnTo>
                  <a:lnTo>
                    <a:pt x="716" y="2444"/>
                  </a:lnTo>
                  <a:lnTo>
                    <a:pt x="750" y="2699"/>
                  </a:lnTo>
                  <a:lnTo>
                    <a:pt x="760" y="2727"/>
                  </a:lnTo>
                  <a:lnTo>
                    <a:pt x="775" y="2744"/>
                  </a:lnTo>
                  <a:lnTo>
                    <a:pt x="792" y="2758"/>
                  </a:lnTo>
                  <a:lnTo>
                    <a:pt x="811" y="2766"/>
                  </a:lnTo>
                  <a:lnTo>
                    <a:pt x="840" y="2770"/>
                  </a:lnTo>
                  <a:lnTo>
                    <a:pt x="863" y="2770"/>
                  </a:lnTo>
                  <a:lnTo>
                    <a:pt x="890" y="2766"/>
                  </a:lnTo>
                  <a:lnTo>
                    <a:pt x="911" y="2758"/>
                  </a:lnTo>
                  <a:lnTo>
                    <a:pt x="929" y="2742"/>
                  </a:lnTo>
                  <a:lnTo>
                    <a:pt x="944" y="2721"/>
                  </a:lnTo>
                  <a:lnTo>
                    <a:pt x="955" y="2691"/>
                  </a:lnTo>
                  <a:lnTo>
                    <a:pt x="958" y="2661"/>
                  </a:lnTo>
                  <a:lnTo>
                    <a:pt x="960" y="2610"/>
                  </a:lnTo>
                  <a:lnTo>
                    <a:pt x="958" y="2572"/>
                  </a:lnTo>
                  <a:lnTo>
                    <a:pt x="933" y="2388"/>
                  </a:lnTo>
                  <a:lnTo>
                    <a:pt x="899" y="2161"/>
                  </a:lnTo>
                  <a:lnTo>
                    <a:pt x="873" y="1969"/>
                  </a:lnTo>
                  <a:lnTo>
                    <a:pt x="933" y="2105"/>
                  </a:lnTo>
                  <a:lnTo>
                    <a:pt x="1085" y="2319"/>
                  </a:lnTo>
                  <a:lnTo>
                    <a:pt x="1208" y="2501"/>
                  </a:lnTo>
                  <a:lnTo>
                    <a:pt x="1392" y="2731"/>
                  </a:lnTo>
                  <a:lnTo>
                    <a:pt x="1419" y="2741"/>
                  </a:lnTo>
                  <a:lnTo>
                    <a:pt x="1448" y="2741"/>
                  </a:lnTo>
                  <a:lnTo>
                    <a:pt x="1473" y="2731"/>
                  </a:lnTo>
                  <a:lnTo>
                    <a:pt x="1495" y="2711"/>
                  </a:lnTo>
                  <a:lnTo>
                    <a:pt x="1512" y="2693"/>
                  </a:lnTo>
                  <a:lnTo>
                    <a:pt x="1524" y="2669"/>
                  </a:lnTo>
                  <a:lnTo>
                    <a:pt x="1529" y="2649"/>
                  </a:lnTo>
                  <a:lnTo>
                    <a:pt x="1536" y="2628"/>
                  </a:lnTo>
                  <a:lnTo>
                    <a:pt x="1537" y="2608"/>
                  </a:lnTo>
                  <a:lnTo>
                    <a:pt x="1537" y="2586"/>
                  </a:lnTo>
                  <a:lnTo>
                    <a:pt x="1537" y="2566"/>
                  </a:lnTo>
                  <a:lnTo>
                    <a:pt x="1532" y="2541"/>
                  </a:lnTo>
                  <a:lnTo>
                    <a:pt x="1524" y="2503"/>
                  </a:lnTo>
                  <a:lnTo>
                    <a:pt x="1512" y="2473"/>
                  </a:lnTo>
                  <a:lnTo>
                    <a:pt x="1476" y="2412"/>
                  </a:lnTo>
                  <a:lnTo>
                    <a:pt x="1434" y="2349"/>
                  </a:lnTo>
                  <a:lnTo>
                    <a:pt x="1340" y="2250"/>
                  </a:lnTo>
                  <a:lnTo>
                    <a:pt x="1233" y="2034"/>
                  </a:lnTo>
                  <a:lnTo>
                    <a:pt x="1537" y="2200"/>
                  </a:lnTo>
                  <a:lnTo>
                    <a:pt x="1740" y="2279"/>
                  </a:lnTo>
                  <a:lnTo>
                    <a:pt x="1775" y="2293"/>
                  </a:lnTo>
                  <a:lnTo>
                    <a:pt x="1809" y="2303"/>
                  </a:lnTo>
                  <a:lnTo>
                    <a:pt x="1841" y="2303"/>
                  </a:lnTo>
                  <a:lnTo>
                    <a:pt x="1863" y="2293"/>
                  </a:lnTo>
                  <a:lnTo>
                    <a:pt x="1882" y="2279"/>
                  </a:lnTo>
                  <a:lnTo>
                    <a:pt x="1897" y="2260"/>
                  </a:lnTo>
                  <a:lnTo>
                    <a:pt x="1911" y="2232"/>
                  </a:lnTo>
                  <a:lnTo>
                    <a:pt x="1919" y="2202"/>
                  </a:lnTo>
                  <a:lnTo>
                    <a:pt x="1924" y="2169"/>
                  </a:lnTo>
                  <a:lnTo>
                    <a:pt x="1922" y="2145"/>
                  </a:lnTo>
                  <a:lnTo>
                    <a:pt x="1916" y="2119"/>
                  </a:lnTo>
                  <a:lnTo>
                    <a:pt x="1906" y="2101"/>
                  </a:lnTo>
                  <a:lnTo>
                    <a:pt x="1894" y="2082"/>
                  </a:lnTo>
                  <a:lnTo>
                    <a:pt x="1872" y="2064"/>
                  </a:lnTo>
                  <a:lnTo>
                    <a:pt x="1851" y="2048"/>
                  </a:lnTo>
                  <a:lnTo>
                    <a:pt x="1740" y="1979"/>
                  </a:lnTo>
                  <a:lnTo>
                    <a:pt x="1625" y="1903"/>
                  </a:lnTo>
                  <a:lnTo>
                    <a:pt x="1532" y="1832"/>
                  </a:lnTo>
                  <a:lnTo>
                    <a:pt x="1476" y="1799"/>
                  </a:lnTo>
                  <a:lnTo>
                    <a:pt x="1434" y="1779"/>
                  </a:lnTo>
                  <a:lnTo>
                    <a:pt x="1434" y="1706"/>
                  </a:lnTo>
                  <a:lnTo>
                    <a:pt x="1431" y="1634"/>
                  </a:lnTo>
                  <a:lnTo>
                    <a:pt x="1409" y="1555"/>
                  </a:lnTo>
                  <a:lnTo>
                    <a:pt x="1367" y="1456"/>
                  </a:lnTo>
                  <a:lnTo>
                    <a:pt x="1350" y="1363"/>
                  </a:lnTo>
                  <a:lnTo>
                    <a:pt x="1328" y="1276"/>
                  </a:lnTo>
                  <a:lnTo>
                    <a:pt x="1303" y="1191"/>
                  </a:lnTo>
                  <a:lnTo>
                    <a:pt x="1275" y="1120"/>
                  </a:lnTo>
                  <a:lnTo>
                    <a:pt x="1247" y="1039"/>
                  </a:lnTo>
                  <a:lnTo>
                    <a:pt x="1225" y="948"/>
                  </a:lnTo>
                  <a:lnTo>
                    <a:pt x="1199" y="829"/>
                  </a:lnTo>
                  <a:lnTo>
                    <a:pt x="1183" y="762"/>
                  </a:lnTo>
                  <a:lnTo>
                    <a:pt x="1162" y="655"/>
                  </a:lnTo>
                  <a:lnTo>
                    <a:pt x="1179" y="593"/>
                  </a:lnTo>
                  <a:lnTo>
                    <a:pt x="1199" y="554"/>
                  </a:lnTo>
                  <a:lnTo>
                    <a:pt x="1247" y="510"/>
                  </a:lnTo>
                  <a:lnTo>
                    <a:pt x="1417" y="477"/>
                  </a:lnTo>
                  <a:lnTo>
                    <a:pt x="1495" y="455"/>
                  </a:lnTo>
                  <a:lnTo>
                    <a:pt x="1596" y="427"/>
                  </a:lnTo>
                  <a:lnTo>
                    <a:pt x="1659" y="406"/>
                  </a:lnTo>
                  <a:lnTo>
                    <a:pt x="1723" y="376"/>
                  </a:lnTo>
                  <a:lnTo>
                    <a:pt x="1799" y="324"/>
                  </a:lnTo>
                  <a:lnTo>
                    <a:pt x="1830" y="305"/>
                  </a:lnTo>
                  <a:lnTo>
                    <a:pt x="1860" y="277"/>
                  </a:lnTo>
                  <a:lnTo>
                    <a:pt x="1880" y="251"/>
                  </a:lnTo>
                  <a:lnTo>
                    <a:pt x="1902" y="216"/>
                  </a:lnTo>
                  <a:lnTo>
                    <a:pt x="1914" y="186"/>
                  </a:lnTo>
                  <a:lnTo>
                    <a:pt x="1928" y="148"/>
                  </a:lnTo>
                  <a:lnTo>
                    <a:pt x="1936" y="115"/>
                  </a:lnTo>
                  <a:lnTo>
                    <a:pt x="1939" y="87"/>
                  </a:lnTo>
                  <a:lnTo>
                    <a:pt x="1938" y="53"/>
                  </a:lnTo>
                  <a:lnTo>
                    <a:pt x="1928" y="30"/>
                  </a:lnTo>
                  <a:lnTo>
                    <a:pt x="1919" y="16"/>
                  </a:lnTo>
                  <a:lnTo>
                    <a:pt x="1909" y="8"/>
                  </a:lnTo>
                  <a:lnTo>
                    <a:pt x="1894" y="0"/>
                  </a:lnTo>
                  <a:lnTo>
                    <a:pt x="1841" y="30"/>
                  </a:lnTo>
                  <a:lnTo>
                    <a:pt x="1706" y="99"/>
                  </a:lnTo>
                  <a:lnTo>
                    <a:pt x="1605" y="138"/>
                  </a:lnTo>
                  <a:lnTo>
                    <a:pt x="1546" y="128"/>
                  </a:lnTo>
                  <a:lnTo>
                    <a:pt x="1460" y="158"/>
                  </a:lnTo>
                  <a:lnTo>
                    <a:pt x="1389" y="166"/>
                  </a:lnTo>
                  <a:lnTo>
                    <a:pt x="1306" y="168"/>
                  </a:lnTo>
                  <a:lnTo>
                    <a:pt x="1154" y="178"/>
                  </a:lnTo>
                  <a:lnTo>
                    <a:pt x="899" y="227"/>
                  </a:lnTo>
                  <a:lnTo>
                    <a:pt x="703" y="237"/>
                  </a:lnTo>
                  <a:lnTo>
                    <a:pt x="525" y="277"/>
                  </a:lnTo>
                  <a:lnTo>
                    <a:pt x="424" y="277"/>
                  </a:lnTo>
                  <a:lnTo>
                    <a:pt x="270" y="247"/>
                  </a:lnTo>
                  <a:lnTo>
                    <a:pt x="110" y="257"/>
                  </a:lnTo>
                  <a:close/>
                </a:path>
              </a:pathLst>
            </a:custGeom>
            <a:solidFill>
              <a:srgbClr val="FF9F9F"/>
            </a:solidFill>
            <a:ln w="22225">
              <a:solidFill>
                <a:srgbClr val="000000"/>
              </a:solidFill>
              <a:prstDash val="solid"/>
              <a:round/>
              <a:headEnd/>
              <a:tailEnd/>
            </a:ln>
          </p:spPr>
          <p:txBody>
            <a:bodyPr/>
            <a:lstStyle/>
            <a:p>
              <a:endParaRPr lang="zh-CN" altLang="en-US"/>
            </a:p>
          </p:txBody>
        </p:sp>
        <p:sp>
          <p:nvSpPr>
            <p:cNvPr id="109591" name="Freeform 5">
              <a:extLst>
                <a:ext uri="{FF2B5EF4-FFF2-40B4-BE49-F238E27FC236}">
                  <a16:creationId xmlns:a16="http://schemas.microsoft.com/office/drawing/2014/main" id="{8E4163E9-CDAC-9343-963D-ACAB84962739}"/>
                </a:ext>
              </a:extLst>
            </p:cNvPr>
            <p:cNvSpPr>
              <a:spLocks/>
            </p:cNvSpPr>
            <p:nvPr/>
          </p:nvSpPr>
          <p:spPr bwMode="auto">
            <a:xfrm>
              <a:off x="1940" y="932"/>
              <a:ext cx="174" cy="97"/>
            </a:xfrm>
            <a:custGeom>
              <a:avLst/>
              <a:gdLst>
                <a:gd name="T0" fmla="*/ 0 w 174"/>
                <a:gd name="T1" fmla="*/ 77 h 97"/>
                <a:gd name="T2" fmla="*/ 14 w 174"/>
                <a:gd name="T3" fmla="*/ 89 h 97"/>
                <a:gd name="T4" fmla="*/ 27 w 174"/>
                <a:gd name="T5" fmla="*/ 95 h 97"/>
                <a:gd name="T6" fmla="*/ 46 w 174"/>
                <a:gd name="T7" fmla="*/ 97 h 97"/>
                <a:gd name="T8" fmla="*/ 58 w 174"/>
                <a:gd name="T9" fmla="*/ 97 h 97"/>
                <a:gd name="T10" fmla="*/ 76 w 174"/>
                <a:gd name="T11" fmla="*/ 95 h 97"/>
                <a:gd name="T12" fmla="*/ 107 w 174"/>
                <a:gd name="T13" fmla="*/ 85 h 97"/>
                <a:gd name="T14" fmla="*/ 127 w 174"/>
                <a:gd name="T15" fmla="*/ 75 h 97"/>
                <a:gd name="T16" fmla="*/ 149 w 174"/>
                <a:gd name="T17" fmla="*/ 61 h 97"/>
                <a:gd name="T18" fmla="*/ 169 w 174"/>
                <a:gd name="T19" fmla="*/ 49 h 97"/>
                <a:gd name="T20" fmla="*/ 174 w 174"/>
                <a:gd name="T21" fmla="*/ 37 h 97"/>
                <a:gd name="T22" fmla="*/ 173 w 174"/>
                <a:gd name="T23" fmla="*/ 24 h 97"/>
                <a:gd name="T24" fmla="*/ 159 w 174"/>
                <a:gd name="T25" fmla="*/ 10 h 97"/>
                <a:gd name="T26" fmla="*/ 146 w 174"/>
                <a:gd name="T27" fmla="*/ 0 h 97"/>
                <a:gd name="T28" fmla="*/ 100 w 174"/>
                <a:gd name="T29" fmla="*/ 24 h 97"/>
                <a:gd name="T30" fmla="*/ 0 w 174"/>
                <a:gd name="T31" fmla="*/ 77 h 9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4" h="97">
                  <a:moveTo>
                    <a:pt x="0" y="77"/>
                  </a:moveTo>
                  <a:lnTo>
                    <a:pt x="14" y="89"/>
                  </a:lnTo>
                  <a:lnTo>
                    <a:pt x="27" y="95"/>
                  </a:lnTo>
                  <a:lnTo>
                    <a:pt x="46" y="97"/>
                  </a:lnTo>
                  <a:lnTo>
                    <a:pt x="58" y="97"/>
                  </a:lnTo>
                  <a:lnTo>
                    <a:pt x="76" y="95"/>
                  </a:lnTo>
                  <a:lnTo>
                    <a:pt x="107" y="85"/>
                  </a:lnTo>
                  <a:lnTo>
                    <a:pt x="127" y="75"/>
                  </a:lnTo>
                  <a:lnTo>
                    <a:pt x="149" y="61"/>
                  </a:lnTo>
                  <a:lnTo>
                    <a:pt x="169" y="49"/>
                  </a:lnTo>
                  <a:lnTo>
                    <a:pt x="174" y="37"/>
                  </a:lnTo>
                  <a:lnTo>
                    <a:pt x="173" y="24"/>
                  </a:lnTo>
                  <a:lnTo>
                    <a:pt x="159" y="10"/>
                  </a:lnTo>
                  <a:lnTo>
                    <a:pt x="146" y="0"/>
                  </a:lnTo>
                  <a:lnTo>
                    <a:pt x="100" y="24"/>
                  </a:lnTo>
                  <a:lnTo>
                    <a:pt x="0" y="77"/>
                  </a:lnTo>
                  <a:close/>
                </a:path>
              </a:pathLst>
            </a:custGeom>
            <a:solidFill>
              <a:srgbClr val="FFBFBF"/>
            </a:solidFill>
            <a:ln w="22225">
              <a:solidFill>
                <a:srgbClr val="000000"/>
              </a:solidFill>
              <a:prstDash val="solid"/>
              <a:round/>
              <a:headEnd/>
              <a:tailEnd/>
            </a:ln>
          </p:spPr>
          <p:txBody>
            <a:bodyPr/>
            <a:lstStyle/>
            <a:p>
              <a:endParaRPr lang="zh-CN" altLang="en-US"/>
            </a:p>
          </p:txBody>
        </p:sp>
        <p:grpSp>
          <p:nvGrpSpPr>
            <p:cNvPr id="109592" name="Group 6">
              <a:extLst>
                <a:ext uri="{FF2B5EF4-FFF2-40B4-BE49-F238E27FC236}">
                  <a16:creationId xmlns:a16="http://schemas.microsoft.com/office/drawing/2014/main" id="{30DF57A6-150E-3F46-80AD-41C9C78FB23A}"/>
                </a:ext>
              </a:extLst>
            </p:cNvPr>
            <p:cNvGrpSpPr>
              <a:grpSpLocks/>
            </p:cNvGrpSpPr>
            <p:nvPr/>
          </p:nvGrpSpPr>
          <p:grpSpPr bwMode="auto">
            <a:xfrm>
              <a:off x="532" y="1062"/>
              <a:ext cx="1572" cy="2612"/>
              <a:chOff x="532" y="1062"/>
              <a:chExt cx="1572" cy="2612"/>
            </a:xfrm>
          </p:grpSpPr>
          <p:sp>
            <p:nvSpPr>
              <p:cNvPr id="109593" name="Freeform 7">
                <a:extLst>
                  <a:ext uri="{FF2B5EF4-FFF2-40B4-BE49-F238E27FC236}">
                    <a16:creationId xmlns:a16="http://schemas.microsoft.com/office/drawing/2014/main" id="{BCBEAE6B-E5F4-0B4A-951D-4A127E55ED1D}"/>
                  </a:ext>
                </a:extLst>
              </p:cNvPr>
              <p:cNvSpPr>
                <a:spLocks/>
              </p:cNvSpPr>
              <p:nvPr/>
            </p:nvSpPr>
            <p:spPr bwMode="auto">
              <a:xfrm>
                <a:off x="922" y="1717"/>
                <a:ext cx="714" cy="1089"/>
              </a:xfrm>
              <a:custGeom>
                <a:avLst/>
                <a:gdLst>
                  <a:gd name="T0" fmla="*/ 0 w 714"/>
                  <a:gd name="T1" fmla="*/ 0 h 1089"/>
                  <a:gd name="T2" fmla="*/ 61 w 714"/>
                  <a:gd name="T3" fmla="*/ 48 h 1089"/>
                  <a:gd name="T4" fmla="*/ 103 w 714"/>
                  <a:gd name="T5" fmla="*/ 129 h 1089"/>
                  <a:gd name="T6" fmla="*/ 196 w 714"/>
                  <a:gd name="T7" fmla="*/ 279 h 1089"/>
                  <a:gd name="T8" fmla="*/ 251 w 714"/>
                  <a:gd name="T9" fmla="*/ 378 h 1089"/>
                  <a:gd name="T10" fmla="*/ 294 w 714"/>
                  <a:gd name="T11" fmla="*/ 503 h 1089"/>
                  <a:gd name="T12" fmla="*/ 311 w 714"/>
                  <a:gd name="T13" fmla="*/ 574 h 1089"/>
                  <a:gd name="T14" fmla="*/ 378 w 714"/>
                  <a:gd name="T15" fmla="*/ 701 h 1089"/>
                  <a:gd name="T16" fmla="*/ 468 w 714"/>
                  <a:gd name="T17" fmla="*/ 875 h 1089"/>
                  <a:gd name="T18" fmla="*/ 527 w 714"/>
                  <a:gd name="T19" fmla="*/ 1000 h 1089"/>
                  <a:gd name="T20" fmla="*/ 569 w 714"/>
                  <a:gd name="T21" fmla="*/ 1079 h 1089"/>
                  <a:gd name="T22" fmla="*/ 586 w 714"/>
                  <a:gd name="T23" fmla="*/ 1085 h 1089"/>
                  <a:gd name="T24" fmla="*/ 606 w 714"/>
                  <a:gd name="T25" fmla="*/ 1089 h 1089"/>
                  <a:gd name="T26" fmla="*/ 637 w 714"/>
                  <a:gd name="T27" fmla="*/ 1085 h 1089"/>
                  <a:gd name="T28" fmla="*/ 667 w 714"/>
                  <a:gd name="T29" fmla="*/ 1073 h 1089"/>
                  <a:gd name="T30" fmla="*/ 687 w 714"/>
                  <a:gd name="T31" fmla="*/ 1051 h 1089"/>
                  <a:gd name="T32" fmla="*/ 704 w 714"/>
                  <a:gd name="T33" fmla="*/ 1017 h 1089"/>
                  <a:gd name="T34" fmla="*/ 714 w 714"/>
                  <a:gd name="T35" fmla="*/ 972 h 1089"/>
                  <a:gd name="T36" fmla="*/ 714 w 714"/>
                  <a:gd name="T37" fmla="*/ 909 h 10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14" h="1089">
                    <a:moveTo>
                      <a:pt x="0" y="0"/>
                    </a:moveTo>
                    <a:lnTo>
                      <a:pt x="61" y="48"/>
                    </a:lnTo>
                    <a:lnTo>
                      <a:pt x="103" y="129"/>
                    </a:lnTo>
                    <a:lnTo>
                      <a:pt x="196" y="279"/>
                    </a:lnTo>
                    <a:lnTo>
                      <a:pt x="251" y="378"/>
                    </a:lnTo>
                    <a:lnTo>
                      <a:pt x="294" y="503"/>
                    </a:lnTo>
                    <a:lnTo>
                      <a:pt x="311" y="574"/>
                    </a:lnTo>
                    <a:lnTo>
                      <a:pt x="378" y="701"/>
                    </a:lnTo>
                    <a:lnTo>
                      <a:pt x="468" y="875"/>
                    </a:lnTo>
                    <a:lnTo>
                      <a:pt x="527" y="1000"/>
                    </a:lnTo>
                    <a:lnTo>
                      <a:pt x="569" y="1079"/>
                    </a:lnTo>
                    <a:lnTo>
                      <a:pt x="586" y="1085"/>
                    </a:lnTo>
                    <a:lnTo>
                      <a:pt x="606" y="1089"/>
                    </a:lnTo>
                    <a:lnTo>
                      <a:pt x="637" y="1085"/>
                    </a:lnTo>
                    <a:lnTo>
                      <a:pt x="667" y="1073"/>
                    </a:lnTo>
                    <a:lnTo>
                      <a:pt x="687" y="1051"/>
                    </a:lnTo>
                    <a:lnTo>
                      <a:pt x="704" y="1017"/>
                    </a:lnTo>
                    <a:lnTo>
                      <a:pt x="714" y="972"/>
                    </a:lnTo>
                    <a:lnTo>
                      <a:pt x="714" y="909"/>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94" name="Freeform 8">
                <a:extLst>
                  <a:ext uri="{FF2B5EF4-FFF2-40B4-BE49-F238E27FC236}">
                    <a16:creationId xmlns:a16="http://schemas.microsoft.com/office/drawing/2014/main" id="{649C3B20-15DE-0745-AF59-37FE1B7ADCB1}"/>
                  </a:ext>
                </a:extLst>
              </p:cNvPr>
              <p:cNvSpPr>
                <a:spLocks/>
              </p:cNvSpPr>
              <p:nvPr/>
            </p:nvSpPr>
            <p:spPr bwMode="auto">
              <a:xfrm>
                <a:off x="787" y="2099"/>
                <a:ext cx="670" cy="875"/>
              </a:xfrm>
              <a:custGeom>
                <a:avLst/>
                <a:gdLst>
                  <a:gd name="T0" fmla="*/ 0 w 670"/>
                  <a:gd name="T1" fmla="*/ 0 h 875"/>
                  <a:gd name="T2" fmla="*/ 67 w 670"/>
                  <a:gd name="T3" fmla="*/ 121 h 875"/>
                  <a:gd name="T4" fmla="*/ 187 w 670"/>
                  <a:gd name="T5" fmla="*/ 230 h 875"/>
                  <a:gd name="T6" fmla="*/ 266 w 670"/>
                  <a:gd name="T7" fmla="*/ 329 h 875"/>
                  <a:gd name="T8" fmla="*/ 344 w 670"/>
                  <a:gd name="T9" fmla="*/ 453 h 875"/>
                  <a:gd name="T10" fmla="*/ 429 w 670"/>
                  <a:gd name="T11" fmla="*/ 582 h 875"/>
                  <a:gd name="T12" fmla="*/ 516 w 670"/>
                  <a:gd name="T13" fmla="*/ 752 h 875"/>
                  <a:gd name="T14" fmla="*/ 577 w 670"/>
                  <a:gd name="T15" fmla="*/ 802 h 875"/>
                  <a:gd name="T16" fmla="*/ 670 w 670"/>
                  <a:gd name="T17" fmla="*/ 875 h 8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70" h="875">
                    <a:moveTo>
                      <a:pt x="0" y="0"/>
                    </a:moveTo>
                    <a:lnTo>
                      <a:pt x="67" y="121"/>
                    </a:lnTo>
                    <a:lnTo>
                      <a:pt x="187" y="230"/>
                    </a:lnTo>
                    <a:lnTo>
                      <a:pt x="266" y="329"/>
                    </a:lnTo>
                    <a:lnTo>
                      <a:pt x="344" y="453"/>
                    </a:lnTo>
                    <a:lnTo>
                      <a:pt x="429" y="582"/>
                    </a:lnTo>
                    <a:lnTo>
                      <a:pt x="516" y="752"/>
                    </a:lnTo>
                    <a:lnTo>
                      <a:pt x="577" y="802"/>
                    </a:lnTo>
                    <a:lnTo>
                      <a:pt x="670" y="875"/>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95" name="Freeform 9">
                <a:extLst>
                  <a:ext uri="{FF2B5EF4-FFF2-40B4-BE49-F238E27FC236}">
                    <a16:creationId xmlns:a16="http://schemas.microsoft.com/office/drawing/2014/main" id="{7F652E16-DACC-6B4A-9F5E-99F3987C59A7}"/>
                  </a:ext>
                </a:extLst>
              </p:cNvPr>
              <p:cNvSpPr>
                <a:spLocks/>
              </p:cNvSpPr>
              <p:nvPr/>
            </p:nvSpPr>
            <p:spPr bwMode="auto">
              <a:xfrm>
                <a:off x="744" y="2309"/>
                <a:ext cx="331" cy="588"/>
              </a:xfrm>
              <a:custGeom>
                <a:avLst/>
                <a:gdLst>
                  <a:gd name="T0" fmla="*/ 0 w 331"/>
                  <a:gd name="T1" fmla="*/ 0 h 588"/>
                  <a:gd name="T2" fmla="*/ 110 w 331"/>
                  <a:gd name="T3" fmla="*/ 168 h 588"/>
                  <a:gd name="T4" fmla="*/ 195 w 331"/>
                  <a:gd name="T5" fmla="*/ 317 h 588"/>
                  <a:gd name="T6" fmla="*/ 272 w 331"/>
                  <a:gd name="T7" fmla="*/ 467 h 588"/>
                  <a:gd name="T8" fmla="*/ 331 w 331"/>
                  <a:gd name="T9" fmla="*/ 588 h 5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1" h="588">
                    <a:moveTo>
                      <a:pt x="0" y="0"/>
                    </a:moveTo>
                    <a:lnTo>
                      <a:pt x="110" y="168"/>
                    </a:lnTo>
                    <a:lnTo>
                      <a:pt x="195" y="317"/>
                    </a:lnTo>
                    <a:lnTo>
                      <a:pt x="272" y="467"/>
                    </a:lnTo>
                    <a:lnTo>
                      <a:pt x="331" y="588"/>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96" name="Freeform 10">
                <a:extLst>
                  <a:ext uri="{FF2B5EF4-FFF2-40B4-BE49-F238E27FC236}">
                    <a16:creationId xmlns:a16="http://schemas.microsoft.com/office/drawing/2014/main" id="{65D4533C-F901-AE41-A06D-48BB112AD1AC}"/>
                  </a:ext>
                </a:extLst>
              </p:cNvPr>
              <p:cNvSpPr>
                <a:spLocks/>
              </p:cNvSpPr>
              <p:nvPr/>
            </p:nvSpPr>
            <p:spPr bwMode="auto">
              <a:xfrm>
                <a:off x="1751" y="1062"/>
                <a:ext cx="14" cy="95"/>
              </a:xfrm>
              <a:custGeom>
                <a:avLst/>
                <a:gdLst>
                  <a:gd name="T0" fmla="*/ 0 w 14"/>
                  <a:gd name="T1" fmla="*/ 0 h 95"/>
                  <a:gd name="T2" fmla="*/ 14 w 14"/>
                  <a:gd name="T3" fmla="*/ 36 h 95"/>
                  <a:gd name="T4" fmla="*/ 14 w 14"/>
                  <a:gd name="T5" fmla="*/ 70 h 95"/>
                  <a:gd name="T6" fmla="*/ 9 w 14"/>
                  <a:gd name="T7" fmla="*/ 95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95">
                    <a:moveTo>
                      <a:pt x="0" y="0"/>
                    </a:moveTo>
                    <a:lnTo>
                      <a:pt x="14" y="36"/>
                    </a:lnTo>
                    <a:lnTo>
                      <a:pt x="14" y="70"/>
                    </a:lnTo>
                    <a:lnTo>
                      <a:pt x="9" y="95"/>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97" name="Freeform 11">
                <a:extLst>
                  <a:ext uri="{FF2B5EF4-FFF2-40B4-BE49-F238E27FC236}">
                    <a16:creationId xmlns:a16="http://schemas.microsoft.com/office/drawing/2014/main" id="{D61C6CE6-443A-7948-8562-FC8564D173A1}"/>
                  </a:ext>
                </a:extLst>
              </p:cNvPr>
              <p:cNvSpPr>
                <a:spLocks/>
              </p:cNvSpPr>
              <p:nvPr/>
            </p:nvSpPr>
            <p:spPr bwMode="auto">
              <a:xfrm>
                <a:off x="1734" y="1062"/>
                <a:ext cx="14" cy="95"/>
              </a:xfrm>
              <a:custGeom>
                <a:avLst/>
                <a:gdLst>
                  <a:gd name="T0" fmla="*/ 0 w 14"/>
                  <a:gd name="T1" fmla="*/ 0 h 95"/>
                  <a:gd name="T2" fmla="*/ 14 w 14"/>
                  <a:gd name="T3" fmla="*/ 36 h 95"/>
                  <a:gd name="T4" fmla="*/ 14 w 14"/>
                  <a:gd name="T5" fmla="*/ 70 h 95"/>
                  <a:gd name="T6" fmla="*/ 9 w 14"/>
                  <a:gd name="T7" fmla="*/ 95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95">
                    <a:moveTo>
                      <a:pt x="0" y="0"/>
                    </a:moveTo>
                    <a:lnTo>
                      <a:pt x="14" y="36"/>
                    </a:lnTo>
                    <a:lnTo>
                      <a:pt x="14" y="70"/>
                    </a:lnTo>
                    <a:lnTo>
                      <a:pt x="9" y="95"/>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98" name="Freeform 12">
                <a:extLst>
                  <a:ext uri="{FF2B5EF4-FFF2-40B4-BE49-F238E27FC236}">
                    <a16:creationId xmlns:a16="http://schemas.microsoft.com/office/drawing/2014/main" id="{EB14B6A7-93DF-0E45-9C8B-FBB2A6510A58}"/>
                  </a:ext>
                </a:extLst>
              </p:cNvPr>
              <p:cNvSpPr>
                <a:spLocks/>
              </p:cNvSpPr>
              <p:nvPr/>
            </p:nvSpPr>
            <p:spPr bwMode="auto">
              <a:xfrm>
                <a:off x="1401" y="1355"/>
                <a:ext cx="141" cy="115"/>
              </a:xfrm>
              <a:custGeom>
                <a:avLst/>
                <a:gdLst>
                  <a:gd name="T0" fmla="*/ 141 w 141"/>
                  <a:gd name="T1" fmla="*/ 0 h 115"/>
                  <a:gd name="T2" fmla="*/ 68 w 141"/>
                  <a:gd name="T3" fmla="*/ 36 h 115"/>
                  <a:gd name="T4" fmla="*/ 39 w 141"/>
                  <a:gd name="T5" fmla="*/ 66 h 115"/>
                  <a:gd name="T6" fmla="*/ 0 w 141"/>
                  <a:gd name="T7" fmla="*/ 115 h 1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1" h="115">
                    <a:moveTo>
                      <a:pt x="141" y="0"/>
                    </a:moveTo>
                    <a:lnTo>
                      <a:pt x="68" y="36"/>
                    </a:lnTo>
                    <a:lnTo>
                      <a:pt x="39" y="66"/>
                    </a:lnTo>
                    <a:lnTo>
                      <a:pt x="0" y="115"/>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99" name="Freeform 13">
                <a:extLst>
                  <a:ext uri="{FF2B5EF4-FFF2-40B4-BE49-F238E27FC236}">
                    <a16:creationId xmlns:a16="http://schemas.microsoft.com/office/drawing/2014/main" id="{3BF37A12-0B56-7841-A132-4272BAA88C3E}"/>
                  </a:ext>
                </a:extLst>
              </p:cNvPr>
              <p:cNvSpPr>
                <a:spLocks/>
              </p:cNvSpPr>
              <p:nvPr/>
            </p:nvSpPr>
            <p:spPr bwMode="auto">
              <a:xfrm>
                <a:off x="532" y="1201"/>
                <a:ext cx="204" cy="20"/>
              </a:xfrm>
              <a:custGeom>
                <a:avLst/>
                <a:gdLst>
                  <a:gd name="T0" fmla="*/ 0 w 204"/>
                  <a:gd name="T1" fmla="*/ 20 h 20"/>
                  <a:gd name="T2" fmla="*/ 119 w 204"/>
                  <a:gd name="T3" fmla="*/ 16 h 20"/>
                  <a:gd name="T4" fmla="*/ 204 w 204"/>
                  <a:gd name="T5" fmla="*/ 0 h 20"/>
                  <a:gd name="T6" fmla="*/ 0 60000 65536"/>
                  <a:gd name="T7" fmla="*/ 0 60000 65536"/>
                  <a:gd name="T8" fmla="*/ 0 60000 65536"/>
                </a:gdLst>
                <a:ahLst/>
                <a:cxnLst>
                  <a:cxn ang="T6">
                    <a:pos x="T0" y="T1"/>
                  </a:cxn>
                  <a:cxn ang="T7">
                    <a:pos x="T2" y="T3"/>
                  </a:cxn>
                  <a:cxn ang="T8">
                    <a:pos x="T4" y="T5"/>
                  </a:cxn>
                </a:cxnLst>
                <a:rect l="0" t="0" r="r" b="b"/>
                <a:pathLst>
                  <a:path w="204" h="20">
                    <a:moveTo>
                      <a:pt x="0" y="20"/>
                    </a:moveTo>
                    <a:lnTo>
                      <a:pt x="119" y="16"/>
                    </a:lnTo>
                    <a:lnTo>
                      <a:pt x="204"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600" name="Freeform 14">
                <a:extLst>
                  <a:ext uri="{FF2B5EF4-FFF2-40B4-BE49-F238E27FC236}">
                    <a16:creationId xmlns:a16="http://schemas.microsoft.com/office/drawing/2014/main" id="{299B2BE4-3A60-8542-9013-EE85557ED814}"/>
                  </a:ext>
                </a:extLst>
              </p:cNvPr>
              <p:cNvSpPr>
                <a:spLocks/>
              </p:cNvSpPr>
              <p:nvPr/>
            </p:nvSpPr>
            <p:spPr bwMode="auto">
              <a:xfrm>
                <a:off x="1513" y="2331"/>
                <a:ext cx="61" cy="71"/>
              </a:xfrm>
              <a:custGeom>
                <a:avLst/>
                <a:gdLst>
                  <a:gd name="T0" fmla="*/ 0 w 61"/>
                  <a:gd name="T1" fmla="*/ 0 h 71"/>
                  <a:gd name="T2" fmla="*/ 39 w 61"/>
                  <a:gd name="T3" fmla="*/ 41 h 71"/>
                  <a:gd name="T4" fmla="*/ 61 w 61"/>
                  <a:gd name="T5" fmla="*/ 71 h 71"/>
                  <a:gd name="T6" fmla="*/ 0 60000 65536"/>
                  <a:gd name="T7" fmla="*/ 0 60000 65536"/>
                  <a:gd name="T8" fmla="*/ 0 60000 65536"/>
                </a:gdLst>
                <a:ahLst/>
                <a:cxnLst>
                  <a:cxn ang="T6">
                    <a:pos x="T0" y="T1"/>
                  </a:cxn>
                  <a:cxn ang="T7">
                    <a:pos x="T2" y="T3"/>
                  </a:cxn>
                  <a:cxn ang="T8">
                    <a:pos x="T4" y="T5"/>
                  </a:cxn>
                </a:cxnLst>
                <a:rect l="0" t="0" r="r" b="b"/>
                <a:pathLst>
                  <a:path w="61" h="71">
                    <a:moveTo>
                      <a:pt x="0" y="0"/>
                    </a:moveTo>
                    <a:lnTo>
                      <a:pt x="39" y="41"/>
                    </a:lnTo>
                    <a:lnTo>
                      <a:pt x="61" y="71"/>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601" name="Freeform 15">
                <a:extLst>
                  <a:ext uri="{FF2B5EF4-FFF2-40B4-BE49-F238E27FC236}">
                    <a16:creationId xmlns:a16="http://schemas.microsoft.com/office/drawing/2014/main" id="{3FB68207-A300-904D-AF73-AD3A8D0EC88B}"/>
                  </a:ext>
                </a:extLst>
              </p:cNvPr>
              <p:cNvSpPr>
                <a:spLocks/>
              </p:cNvSpPr>
              <p:nvPr/>
            </p:nvSpPr>
            <p:spPr bwMode="auto">
              <a:xfrm>
                <a:off x="1401" y="1913"/>
                <a:ext cx="51" cy="72"/>
              </a:xfrm>
              <a:custGeom>
                <a:avLst/>
                <a:gdLst>
                  <a:gd name="T0" fmla="*/ 0 w 51"/>
                  <a:gd name="T1" fmla="*/ 0 h 72"/>
                  <a:gd name="T2" fmla="*/ 31 w 51"/>
                  <a:gd name="T3" fmla="*/ 42 h 72"/>
                  <a:gd name="T4" fmla="*/ 51 w 51"/>
                  <a:gd name="T5" fmla="*/ 72 h 72"/>
                  <a:gd name="T6" fmla="*/ 0 60000 65536"/>
                  <a:gd name="T7" fmla="*/ 0 60000 65536"/>
                  <a:gd name="T8" fmla="*/ 0 60000 65536"/>
                </a:gdLst>
                <a:ahLst/>
                <a:cxnLst>
                  <a:cxn ang="T6">
                    <a:pos x="T0" y="T1"/>
                  </a:cxn>
                  <a:cxn ang="T7">
                    <a:pos x="T2" y="T3"/>
                  </a:cxn>
                  <a:cxn ang="T8">
                    <a:pos x="T4" y="T5"/>
                  </a:cxn>
                </a:cxnLst>
                <a:rect l="0" t="0" r="r" b="b"/>
                <a:pathLst>
                  <a:path w="51" h="72">
                    <a:moveTo>
                      <a:pt x="0" y="0"/>
                    </a:moveTo>
                    <a:lnTo>
                      <a:pt x="31" y="42"/>
                    </a:lnTo>
                    <a:lnTo>
                      <a:pt x="51" y="72"/>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602" name="Freeform 16">
                <a:extLst>
                  <a:ext uri="{FF2B5EF4-FFF2-40B4-BE49-F238E27FC236}">
                    <a16:creationId xmlns:a16="http://schemas.microsoft.com/office/drawing/2014/main" id="{3318F162-818C-BE48-9135-B8BA7490738B}"/>
                  </a:ext>
                </a:extLst>
              </p:cNvPr>
              <p:cNvSpPr>
                <a:spLocks/>
              </p:cNvSpPr>
              <p:nvPr/>
            </p:nvSpPr>
            <p:spPr bwMode="auto">
              <a:xfrm>
                <a:off x="575" y="1990"/>
                <a:ext cx="144" cy="299"/>
              </a:xfrm>
              <a:custGeom>
                <a:avLst/>
                <a:gdLst>
                  <a:gd name="T0" fmla="*/ 0 w 144"/>
                  <a:gd name="T1" fmla="*/ 0 h 299"/>
                  <a:gd name="T2" fmla="*/ 51 w 144"/>
                  <a:gd name="T3" fmla="*/ 50 h 299"/>
                  <a:gd name="T4" fmla="*/ 144 w 144"/>
                  <a:gd name="T5" fmla="*/ 299 h 299"/>
                  <a:gd name="T6" fmla="*/ 0 60000 65536"/>
                  <a:gd name="T7" fmla="*/ 0 60000 65536"/>
                  <a:gd name="T8" fmla="*/ 0 60000 65536"/>
                </a:gdLst>
                <a:ahLst/>
                <a:cxnLst>
                  <a:cxn ang="T6">
                    <a:pos x="T0" y="T1"/>
                  </a:cxn>
                  <a:cxn ang="T7">
                    <a:pos x="T2" y="T3"/>
                  </a:cxn>
                  <a:cxn ang="T8">
                    <a:pos x="T4" y="T5"/>
                  </a:cxn>
                </a:cxnLst>
                <a:rect l="0" t="0" r="r" b="b"/>
                <a:pathLst>
                  <a:path w="144" h="299">
                    <a:moveTo>
                      <a:pt x="0" y="0"/>
                    </a:moveTo>
                    <a:lnTo>
                      <a:pt x="51" y="50"/>
                    </a:lnTo>
                    <a:lnTo>
                      <a:pt x="144" y="299"/>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603" name="Freeform 17">
                <a:extLst>
                  <a:ext uri="{FF2B5EF4-FFF2-40B4-BE49-F238E27FC236}">
                    <a16:creationId xmlns:a16="http://schemas.microsoft.com/office/drawing/2014/main" id="{DF3A68B5-248E-6249-A4E2-262B82D177D8}"/>
                  </a:ext>
                </a:extLst>
              </p:cNvPr>
              <p:cNvSpPr>
                <a:spLocks/>
              </p:cNvSpPr>
              <p:nvPr/>
            </p:nvSpPr>
            <p:spPr bwMode="auto">
              <a:xfrm>
                <a:off x="842" y="3025"/>
                <a:ext cx="88" cy="30"/>
              </a:xfrm>
              <a:custGeom>
                <a:avLst/>
                <a:gdLst>
                  <a:gd name="T0" fmla="*/ 0 w 88"/>
                  <a:gd name="T1" fmla="*/ 30 h 30"/>
                  <a:gd name="T2" fmla="*/ 19 w 88"/>
                  <a:gd name="T3" fmla="*/ 18 h 30"/>
                  <a:gd name="T4" fmla="*/ 34 w 88"/>
                  <a:gd name="T5" fmla="*/ 10 h 30"/>
                  <a:gd name="T6" fmla="*/ 59 w 88"/>
                  <a:gd name="T7" fmla="*/ 2 h 30"/>
                  <a:gd name="T8" fmla="*/ 88 w 88"/>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 h="30">
                    <a:moveTo>
                      <a:pt x="0" y="30"/>
                    </a:moveTo>
                    <a:lnTo>
                      <a:pt x="19" y="18"/>
                    </a:lnTo>
                    <a:lnTo>
                      <a:pt x="34" y="10"/>
                    </a:lnTo>
                    <a:lnTo>
                      <a:pt x="59" y="2"/>
                    </a:lnTo>
                    <a:lnTo>
                      <a:pt x="88"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604" name="Freeform 18">
                <a:extLst>
                  <a:ext uri="{FF2B5EF4-FFF2-40B4-BE49-F238E27FC236}">
                    <a16:creationId xmlns:a16="http://schemas.microsoft.com/office/drawing/2014/main" id="{1ADCD68B-17D0-6C48-AADB-A3AE820E9459}"/>
                  </a:ext>
                </a:extLst>
              </p:cNvPr>
              <p:cNvSpPr>
                <a:spLocks/>
              </p:cNvSpPr>
              <p:nvPr/>
            </p:nvSpPr>
            <p:spPr bwMode="auto">
              <a:xfrm>
                <a:off x="935" y="3467"/>
                <a:ext cx="108" cy="207"/>
              </a:xfrm>
              <a:custGeom>
                <a:avLst/>
                <a:gdLst>
                  <a:gd name="T0" fmla="*/ 0 w 108"/>
                  <a:gd name="T1" fmla="*/ 0 h 207"/>
                  <a:gd name="T2" fmla="*/ 27 w 108"/>
                  <a:gd name="T3" fmla="*/ 0 h 207"/>
                  <a:gd name="T4" fmla="*/ 48 w 108"/>
                  <a:gd name="T5" fmla="*/ 2 h 207"/>
                  <a:gd name="T6" fmla="*/ 59 w 108"/>
                  <a:gd name="T7" fmla="*/ 6 h 207"/>
                  <a:gd name="T8" fmla="*/ 73 w 108"/>
                  <a:gd name="T9" fmla="*/ 15 h 207"/>
                  <a:gd name="T10" fmla="*/ 81 w 108"/>
                  <a:gd name="T11" fmla="*/ 27 h 207"/>
                  <a:gd name="T12" fmla="*/ 86 w 108"/>
                  <a:gd name="T13" fmla="*/ 45 h 207"/>
                  <a:gd name="T14" fmla="*/ 108 w 108"/>
                  <a:gd name="T15" fmla="*/ 201 h 207"/>
                  <a:gd name="T16" fmla="*/ 83 w 108"/>
                  <a:gd name="T17" fmla="*/ 207 h 207"/>
                  <a:gd name="T18" fmla="*/ 61 w 108"/>
                  <a:gd name="T19" fmla="*/ 205 h 207"/>
                  <a:gd name="T20" fmla="*/ 46 w 108"/>
                  <a:gd name="T21" fmla="*/ 200 h 207"/>
                  <a:gd name="T22" fmla="*/ 37 w 108"/>
                  <a:gd name="T23" fmla="*/ 196 h 207"/>
                  <a:gd name="T24" fmla="*/ 26 w 108"/>
                  <a:gd name="T25" fmla="*/ 180 h 207"/>
                  <a:gd name="T26" fmla="*/ 19 w 108"/>
                  <a:gd name="T27" fmla="*/ 162 h 207"/>
                  <a:gd name="T28" fmla="*/ 0 w 108"/>
                  <a:gd name="T29" fmla="*/ 0 h 2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8" h="207">
                    <a:moveTo>
                      <a:pt x="0" y="0"/>
                    </a:moveTo>
                    <a:lnTo>
                      <a:pt x="27" y="0"/>
                    </a:lnTo>
                    <a:lnTo>
                      <a:pt x="48" y="2"/>
                    </a:lnTo>
                    <a:lnTo>
                      <a:pt x="59" y="6"/>
                    </a:lnTo>
                    <a:lnTo>
                      <a:pt x="73" y="15"/>
                    </a:lnTo>
                    <a:lnTo>
                      <a:pt x="81" y="27"/>
                    </a:lnTo>
                    <a:lnTo>
                      <a:pt x="86" y="45"/>
                    </a:lnTo>
                    <a:lnTo>
                      <a:pt x="108" y="201"/>
                    </a:lnTo>
                    <a:lnTo>
                      <a:pt x="83" y="207"/>
                    </a:lnTo>
                    <a:lnTo>
                      <a:pt x="61" y="205"/>
                    </a:lnTo>
                    <a:lnTo>
                      <a:pt x="46" y="200"/>
                    </a:lnTo>
                    <a:lnTo>
                      <a:pt x="37" y="196"/>
                    </a:lnTo>
                    <a:lnTo>
                      <a:pt x="26" y="180"/>
                    </a:lnTo>
                    <a:lnTo>
                      <a:pt x="19" y="162"/>
                    </a:lnTo>
                    <a:lnTo>
                      <a:pt x="0" y="0"/>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109605" name="Freeform 19">
                <a:extLst>
                  <a:ext uri="{FF2B5EF4-FFF2-40B4-BE49-F238E27FC236}">
                    <a16:creationId xmlns:a16="http://schemas.microsoft.com/office/drawing/2014/main" id="{0C912108-300B-7B40-A383-8A019B1083D3}"/>
                  </a:ext>
                </a:extLst>
              </p:cNvPr>
              <p:cNvSpPr>
                <a:spLocks/>
              </p:cNvSpPr>
              <p:nvPr/>
            </p:nvSpPr>
            <p:spPr bwMode="auto">
              <a:xfrm>
                <a:off x="1494" y="3486"/>
                <a:ext cx="184" cy="169"/>
              </a:xfrm>
              <a:custGeom>
                <a:avLst/>
                <a:gdLst>
                  <a:gd name="T0" fmla="*/ 0 w 184"/>
                  <a:gd name="T1" fmla="*/ 40 h 169"/>
                  <a:gd name="T2" fmla="*/ 16 w 184"/>
                  <a:gd name="T3" fmla="*/ 28 h 169"/>
                  <a:gd name="T4" fmla="*/ 27 w 184"/>
                  <a:gd name="T5" fmla="*/ 18 h 169"/>
                  <a:gd name="T6" fmla="*/ 44 w 184"/>
                  <a:gd name="T7" fmla="*/ 8 h 169"/>
                  <a:gd name="T8" fmla="*/ 65 w 184"/>
                  <a:gd name="T9" fmla="*/ 2 h 169"/>
                  <a:gd name="T10" fmla="*/ 81 w 184"/>
                  <a:gd name="T11" fmla="*/ 0 h 169"/>
                  <a:gd name="T12" fmla="*/ 98 w 184"/>
                  <a:gd name="T13" fmla="*/ 2 h 169"/>
                  <a:gd name="T14" fmla="*/ 115 w 184"/>
                  <a:gd name="T15" fmla="*/ 6 h 169"/>
                  <a:gd name="T16" fmla="*/ 129 w 184"/>
                  <a:gd name="T17" fmla="*/ 16 h 169"/>
                  <a:gd name="T18" fmla="*/ 168 w 184"/>
                  <a:gd name="T19" fmla="*/ 58 h 169"/>
                  <a:gd name="T20" fmla="*/ 181 w 184"/>
                  <a:gd name="T21" fmla="*/ 80 h 169"/>
                  <a:gd name="T22" fmla="*/ 184 w 184"/>
                  <a:gd name="T23" fmla="*/ 97 h 169"/>
                  <a:gd name="T24" fmla="*/ 183 w 184"/>
                  <a:gd name="T25" fmla="*/ 111 h 169"/>
                  <a:gd name="T26" fmla="*/ 176 w 184"/>
                  <a:gd name="T27" fmla="*/ 125 h 169"/>
                  <a:gd name="T28" fmla="*/ 168 w 184"/>
                  <a:gd name="T29" fmla="*/ 139 h 169"/>
                  <a:gd name="T30" fmla="*/ 154 w 184"/>
                  <a:gd name="T31" fmla="*/ 153 h 169"/>
                  <a:gd name="T32" fmla="*/ 142 w 184"/>
                  <a:gd name="T33" fmla="*/ 161 h 169"/>
                  <a:gd name="T34" fmla="*/ 127 w 184"/>
                  <a:gd name="T35" fmla="*/ 167 h 169"/>
                  <a:gd name="T36" fmla="*/ 112 w 184"/>
                  <a:gd name="T37" fmla="*/ 169 h 169"/>
                  <a:gd name="T38" fmla="*/ 105 w 184"/>
                  <a:gd name="T39" fmla="*/ 169 h 169"/>
                  <a:gd name="T40" fmla="*/ 0 w 184"/>
                  <a:gd name="T41" fmla="*/ 40 h 1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84" h="169">
                    <a:moveTo>
                      <a:pt x="0" y="40"/>
                    </a:moveTo>
                    <a:lnTo>
                      <a:pt x="16" y="28"/>
                    </a:lnTo>
                    <a:lnTo>
                      <a:pt x="27" y="18"/>
                    </a:lnTo>
                    <a:lnTo>
                      <a:pt x="44" y="8"/>
                    </a:lnTo>
                    <a:lnTo>
                      <a:pt x="65" y="2"/>
                    </a:lnTo>
                    <a:lnTo>
                      <a:pt x="81" y="0"/>
                    </a:lnTo>
                    <a:lnTo>
                      <a:pt x="98" y="2"/>
                    </a:lnTo>
                    <a:lnTo>
                      <a:pt x="115" y="6"/>
                    </a:lnTo>
                    <a:lnTo>
                      <a:pt x="129" y="16"/>
                    </a:lnTo>
                    <a:lnTo>
                      <a:pt x="168" y="58"/>
                    </a:lnTo>
                    <a:lnTo>
                      <a:pt x="181" y="80"/>
                    </a:lnTo>
                    <a:lnTo>
                      <a:pt x="184" y="97"/>
                    </a:lnTo>
                    <a:lnTo>
                      <a:pt x="183" y="111"/>
                    </a:lnTo>
                    <a:lnTo>
                      <a:pt x="176" y="125"/>
                    </a:lnTo>
                    <a:lnTo>
                      <a:pt x="168" y="139"/>
                    </a:lnTo>
                    <a:lnTo>
                      <a:pt x="154" y="153"/>
                    </a:lnTo>
                    <a:lnTo>
                      <a:pt x="142" y="161"/>
                    </a:lnTo>
                    <a:lnTo>
                      <a:pt x="127" y="167"/>
                    </a:lnTo>
                    <a:lnTo>
                      <a:pt x="112" y="169"/>
                    </a:lnTo>
                    <a:lnTo>
                      <a:pt x="105" y="169"/>
                    </a:lnTo>
                    <a:lnTo>
                      <a:pt x="0" y="40"/>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109606" name="Freeform 20">
                <a:extLst>
                  <a:ext uri="{FF2B5EF4-FFF2-40B4-BE49-F238E27FC236}">
                    <a16:creationId xmlns:a16="http://schemas.microsoft.com/office/drawing/2014/main" id="{265847AC-E797-834E-B6F2-20AB792875C9}"/>
                  </a:ext>
                </a:extLst>
              </p:cNvPr>
              <p:cNvSpPr>
                <a:spLocks/>
              </p:cNvSpPr>
              <p:nvPr/>
            </p:nvSpPr>
            <p:spPr bwMode="auto">
              <a:xfrm>
                <a:off x="1118" y="2913"/>
                <a:ext cx="104" cy="75"/>
              </a:xfrm>
              <a:custGeom>
                <a:avLst/>
                <a:gdLst>
                  <a:gd name="T0" fmla="*/ 0 w 104"/>
                  <a:gd name="T1" fmla="*/ 75 h 75"/>
                  <a:gd name="T2" fmla="*/ 22 w 104"/>
                  <a:gd name="T3" fmla="*/ 49 h 75"/>
                  <a:gd name="T4" fmla="*/ 47 w 104"/>
                  <a:gd name="T5" fmla="*/ 29 h 75"/>
                  <a:gd name="T6" fmla="*/ 69 w 104"/>
                  <a:gd name="T7" fmla="*/ 13 h 75"/>
                  <a:gd name="T8" fmla="*/ 104 w 104"/>
                  <a:gd name="T9" fmla="*/ 0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75">
                    <a:moveTo>
                      <a:pt x="0" y="75"/>
                    </a:moveTo>
                    <a:lnTo>
                      <a:pt x="22" y="49"/>
                    </a:lnTo>
                    <a:lnTo>
                      <a:pt x="47" y="29"/>
                    </a:lnTo>
                    <a:lnTo>
                      <a:pt x="69" y="13"/>
                    </a:lnTo>
                    <a:lnTo>
                      <a:pt x="104"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607" name="Freeform 21">
                <a:extLst>
                  <a:ext uri="{FF2B5EF4-FFF2-40B4-BE49-F238E27FC236}">
                    <a16:creationId xmlns:a16="http://schemas.microsoft.com/office/drawing/2014/main" id="{D625A2AE-B37C-E84A-8465-89704072753B}"/>
                  </a:ext>
                </a:extLst>
              </p:cNvPr>
              <p:cNvSpPr>
                <a:spLocks/>
              </p:cNvSpPr>
              <p:nvPr/>
            </p:nvSpPr>
            <p:spPr bwMode="auto">
              <a:xfrm>
                <a:off x="1880" y="3083"/>
                <a:ext cx="224" cy="150"/>
              </a:xfrm>
              <a:custGeom>
                <a:avLst/>
                <a:gdLst>
                  <a:gd name="T0" fmla="*/ 0 w 224"/>
                  <a:gd name="T1" fmla="*/ 95 h 150"/>
                  <a:gd name="T2" fmla="*/ 0 w 224"/>
                  <a:gd name="T3" fmla="*/ 63 h 150"/>
                  <a:gd name="T4" fmla="*/ 8 w 224"/>
                  <a:gd name="T5" fmla="*/ 37 h 150"/>
                  <a:gd name="T6" fmla="*/ 16 w 224"/>
                  <a:gd name="T7" fmla="*/ 22 h 150"/>
                  <a:gd name="T8" fmla="*/ 37 w 224"/>
                  <a:gd name="T9" fmla="*/ 4 h 150"/>
                  <a:gd name="T10" fmla="*/ 59 w 224"/>
                  <a:gd name="T11" fmla="*/ 0 h 150"/>
                  <a:gd name="T12" fmla="*/ 86 w 224"/>
                  <a:gd name="T13" fmla="*/ 0 h 150"/>
                  <a:gd name="T14" fmla="*/ 126 w 224"/>
                  <a:gd name="T15" fmla="*/ 10 h 150"/>
                  <a:gd name="T16" fmla="*/ 157 w 224"/>
                  <a:gd name="T17" fmla="*/ 24 h 150"/>
                  <a:gd name="T18" fmla="*/ 204 w 224"/>
                  <a:gd name="T19" fmla="*/ 47 h 150"/>
                  <a:gd name="T20" fmla="*/ 217 w 224"/>
                  <a:gd name="T21" fmla="*/ 57 h 150"/>
                  <a:gd name="T22" fmla="*/ 224 w 224"/>
                  <a:gd name="T23" fmla="*/ 67 h 150"/>
                  <a:gd name="T24" fmla="*/ 216 w 224"/>
                  <a:gd name="T25" fmla="*/ 91 h 150"/>
                  <a:gd name="T26" fmla="*/ 206 w 224"/>
                  <a:gd name="T27" fmla="*/ 113 h 150"/>
                  <a:gd name="T28" fmla="*/ 190 w 224"/>
                  <a:gd name="T29" fmla="*/ 132 h 150"/>
                  <a:gd name="T30" fmla="*/ 165 w 224"/>
                  <a:gd name="T31" fmla="*/ 150 h 150"/>
                  <a:gd name="T32" fmla="*/ 146 w 224"/>
                  <a:gd name="T33" fmla="*/ 150 h 150"/>
                  <a:gd name="T34" fmla="*/ 0 w 224"/>
                  <a:gd name="T35" fmla="*/ 95 h 1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4" h="150">
                    <a:moveTo>
                      <a:pt x="0" y="95"/>
                    </a:moveTo>
                    <a:lnTo>
                      <a:pt x="0" y="63"/>
                    </a:lnTo>
                    <a:lnTo>
                      <a:pt x="8" y="37"/>
                    </a:lnTo>
                    <a:lnTo>
                      <a:pt x="16" y="22"/>
                    </a:lnTo>
                    <a:lnTo>
                      <a:pt x="37" y="4"/>
                    </a:lnTo>
                    <a:lnTo>
                      <a:pt x="59" y="0"/>
                    </a:lnTo>
                    <a:lnTo>
                      <a:pt x="86" y="0"/>
                    </a:lnTo>
                    <a:lnTo>
                      <a:pt x="126" y="10"/>
                    </a:lnTo>
                    <a:lnTo>
                      <a:pt x="157" y="24"/>
                    </a:lnTo>
                    <a:lnTo>
                      <a:pt x="204" y="47"/>
                    </a:lnTo>
                    <a:lnTo>
                      <a:pt x="217" y="57"/>
                    </a:lnTo>
                    <a:lnTo>
                      <a:pt x="224" y="67"/>
                    </a:lnTo>
                    <a:lnTo>
                      <a:pt x="216" y="91"/>
                    </a:lnTo>
                    <a:lnTo>
                      <a:pt x="206" y="113"/>
                    </a:lnTo>
                    <a:lnTo>
                      <a:pt x="190" y="132"/>
                    </a:lnTo>
                    <a:lnTo>
                      <a:pt x="165" y="150"/>
                    </a:lnTo>
                    <a:lnTo>
                      <a:pt x="146" y="150"/>
                    </a:lnTo>
                    <a:lnTo>
                      <a:pt x="0" y="95"/>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109608" name="Freeform 22">
                <a:extLst>
                  <a:ext uri="{FF2B5EF4-FFF2-40B4-BE49-F238E27FC236}">
                    <a16:creationId xmlns:a16="http://schemas.microsoft.com/office/drawing/2014/main" id="{9535F2E2-7D38-9241-85AD-DE39245EE469}"/>
                  </a:ext>
                </a:extLst>
              </p:cNvPr>
              <p:cNvSpPr>
                <a:spLocks/>
              </p:cNvSpPr>
              <p:nvPr/>
            </p:nvSpPr>
            <p:spPr bwMode="auto">
              <a:xfrm>
                <a:off x="1418" y="2596"/>
                <a:ext cx="130" cy="194"/>
              </a:xfrm>
              <a:custGeom>
                <a:avLst/>
                <a:gdLst>
                  <a:gd name="T0" fmla="*/ 0 w 130"/>
                  <a:gd name="T1" fmla="*/ 47 h 194"/>
                  <a:gd name="T2" fmla="*/ 21 w 130"/>
                  <a:gd name="T3" fmla="*/ 22 h 194"/>
                  <a:gd name="T4" fmla="*/ 41 w 130"/>
                  <a:gd name="T5" fmla="*/ 10 h 194"/>
                  <a:gd name="T6" fmla="*/ 65 w 130"/>
                  <a:gd name="T7" fmla="*/ 0 h 194"/>
                  <a:gd name="T8" fmla="*/ 87 w 130"/>
                  <a:gd name="T9" fmla="*/ 2 h 194"/>
                  <a:gd name="T10" fmla="*/ 103 w 130"/>
                  <a:gd name="T11" fmla="*/ 12 h 194"/>
                  <a:gd name="T12" fmla="*/ 115 w 130"/>
                  <a:gd name="T13" fmla="*/ 36 h 194"/>
                  <a:gd name="T14" fmla="*/ 125 w 130"/>
                  <a:gd name="T15" fmla="*/ 71 h 194"/>
                  <a:gd name="T16" fmla="*/ 130 w 130"/>
                  <a:gd name="T17" fmla="*/ 101 h 194"/>
                  <a:gd name="T18" fmla="*/ 130 w 130"/>
                  <a:gd name="T19" fmla="*/ 131 h 194"/>
                  <a:gd name="T20" fmla="*/ 125 w 130"/>
                  <a:gd name="T21" fmla="*/ 152 h 194"/>
                  <a:gd name="T22" fmla="*/ 112 w 130"/>
                  <a:gd name="T23" fmla="*/ 174 h 194"/>
                  <a:gd name="T24" fmla="*/ 100 w 130"/>
                  <a:gd name="T25" fmla="*/ 184 h 194"/>
                  <a:gd name="T26" fmla="*/ 73 w 130"/>
                  <a:gd name="T27" fmla="*/ 194 h 194"/>
                  <a:gd name="T28" fmla="*/ 31 w 130"/>
                  <a:gd name="T29" fmla="*/ 109 h 194"/>
                  <a:gd name="T30" fmla="*/ 0 w 130"/>
                  <a:gd name="T31" fmla="*/ 47 h 19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0" h="194">
                    <a:moveTo>
                      <a:pt x="0" y="47"/>
                    </a:moveTo>
                    <a:lnTo>
                      <a:pt x="21" y="22"/>
                    </a:lnTo>
                    <a:lnTo>
                      <a:pt x="41" y="10"/>
                    </a:lnTo>
                    <a:lnTo>
                      <a:pt x="65" y="0"/>
                    </a:lnTo>
                    <a:lnTo>
                      <a:pt x="87" y="2"/>
                    </a:lnTo>
                    <a:lnTo>
                      <a:pt x="103" y="12"/>
                    </a:lnTo>
                    <a:lnTo>
                      <a:pt x="115" y="36"/>
                    </a:lnTo>
                    <a:lnTo>
                      <a:pt x="125" y="71"/>
                    </a:lnTo>
                    <a:lnTo>
                      <a:pt x="130" y="101"/>
                    </a:lnTo>
                    <a:lnTo>
                      <a:pt x="130" y="131"/>
                    </a:lnTo>
                    <a:lnTo>
                      <a:pt x="125" y="152"/>
                    </a:lnTo>
                    <a:lnTo>
                      <a:pt x="112" y="174"/>
                    </a:lnTo>
                    <a:lnTo>
                      <a:pt x="100" y="184"/>
                    </a:lnTo>
                    <a:lnTo>
                      <a:pt x="73" y="194"/>
                    </a:lnTo>
                    <a:lnTo>
                      <a:pt x="31" y="109"/>
                    </a:lnTo>
                    <a:lnTo>
                      <a:pt x="0" y="47"/>
                    </a:lnTo>
                    <a:close/>
                  </a:path>
                </a:pathLst>
              </a:custGeom>
              <a:solidFill>
                <a:srgbClr val="FFBFBF"/>
              </a:solidFill>
              <a:ln w="22225">
                <a:solidFill>
                  <a:srgbClr val="000000"/>
                </a:solidFill>
                <a:prstDash val="solid"/>
                <a:round/>
                <a:headEnd/>
                <a:tailEnd/>
              </a:ln>
            </p:spPr>
            <p:txBody>
              <a:bodyPr/>
              <a:lstStyle/>
              <a:p>
                <a:endParaRPr lang="zh-CN" altLang="en-US"/>
              </a:p>
            </p:txBody>
          </p:sp>
        </p:grpSp>
      </p:grpSp>
      <p:grpSp>
        <p:nvGrpSpPr>
          <p:cNvPr id="109572" name="Group 23">
            <a:extLst>
              <a:ext uri="{FF2B5EF4-FFF2-40B4-BE49-F238E27FC236}">
                <a16:creationId xmlns:a16="http://schemas.microsoft.com/office/drawing/2014/main" id="{59FF3D1C-05CE-4E40-BF6F-8BB0C10C65BA}"/>
              </a:ext>
            </a:extLst>
          </p:cNvPr>
          <p:cNvGrpSpPr>
            <a:grpSpLocks/>
          </p:cNvGrpSpPr>
          <p:nvPr/>
        </p:nvGrpSpPr>
        <p:grpSpPr bwMode="auto">
          <a:xfrm>
            <a:off x="7510463" y="1781175"/>
            <a:ext cx="1816100" cy="2514600"/>
            <a:chOff x="3594" y="1043"/>
            <a:chExt cx="2012" cy="2574"/>
          </a:xfrm>
        </p:grpSpPr>
        <p:sp>
          <p:nvSpPr>
            <p:cNvPr id="109573" name="Freeform 24">
              <a:extLst>
                <a:ext uri="{FF2B5EF4-FFF2-40B4-BE49-F238E27FC236}">
                  <a16:creationId xmlns:a16="http://schemas.microsoft.com/office/drawing/2014/main" id="{61AD7135-68FD-5548-B8E1-1166A9C33536}"/>
                </a:ext>
              </a:extLst>
            </p:cNvPr>
            <p:cNvSpPr>
              <a:spLocks/>
            </p:cNvSpPr>
            <p:nvPr/>
          </p:nvSpPr>
          <p:spPr bwMode="auto">
            <a:xfrm>
              <a:off x="3594" y="1043"/>
              <a:ext cx="2012" cy="2574"/>
            </a:xfrm>
            <a:custGeom>
              <a:avLst/>
              <a:gdLst>
                <a:gd name="T0" fmla="*/ 1520 w 2012"/>
                <a:gd name="T1" fmla="*/ 122 h 2574"/>
                <a:gd name="T2" fmla="*/ 1248 w 2012"/>
                <a:gd name="T3" fmla="*/ 112 h 2574"/>
                <a:gd name="T4" fmla="*/ 867 w 2012"/>
                <a:gd name="T5" fmla="*/ 33 h 2574"/>
                <a:gd name="T6" fmla="*/ 578 w 2012"/>
                <a:gd name="T7" fmla="*/ 33 h 2574"/>
                <a:gd name="T8" fmla="*/ 385 w 2012"/>
                <a:gd name="T9" fmla="*/ 4 h 2574"/>
                <a:gd name="T10" fmla="*/ 25 w 2012"/>
                <a:gd name="T11" fmla="*/ 33 h 2574"/>
                <a:gd name="T12" fmla="*/ 7 w 2012"/>
                <a:gd name="T13" fmla="*/ 65 h 2574"/>
                <a:gd name="T14" fmla="*/ 0 w 2012"/>
                <a:gd name="T15" fmla="*/ 126 h 2574"/>
                <a:gd name="T16" fmla="*/ 24 w 2012"/>
                <a:gd name="T17" fmla="*/ 188 h 2574"/>
                <a:gd name="T18" fmla="*/ 61 w 2012"/>
                <a:gd name="T19" fmla="*/ 227 h 2574"/>
                <a:gd name="T20" fmla="*/ 106 w 2012"/>
                <a:gd name="T21" fmla="*/ 253 h 2574"/>
                <a:gd name="T22" fmla="*/ 188 w 2012"/>
                <a:gd name="T23" fmla="*/ 279 h 2574"/>
                <a:gd name="T24" fmla="*/ 309 w 2012"/>
                <a:gd name="T25" fmla="*/ 300 h 2574"/>
                <a:gd name="T26" fmla="*/ 492 w 2012"/>
                <a:gd name="T27" fmla="*/ 290 h 2574"/>
                <a:gd name="T28" fmla="*/ 676 w 2012"/>
                <a:gd name="T29" fmla="*/ 342 h 2574"/>
                <a:gd name="T30" fmla="*/ 799 w 2012"/>
                <a:gd name="T31" fmla="*/ 490 h 2574"/>
                <a:gd name="T32" fmla="*/ 872 w 2012"/>
                <a:gd name="T33" fmla="*/ 651 h 2574"/>
                <a:gd name="T34" fmla="*/ 883 w 2012"/>
                <a:gd name="T35" fmla="*/ 841 h 2574"/>
                <a:gd name="T36" fmla="*/ 875 w 2012"/>
                <a:gd name="T37" fmla="*/ 1098 h 2574"/>
                <a:gd name="T38" fmla="*/ 750 w 2012"/>
                <a:gd name="T39" fmla="*/ 1371 h 2574"/>
                <a:gd name="T40" fmla="*/ 676 w 2012"/>
                <a:gd name="T41" fmla="*/ 1472 h 2574"/>
                <a:gd name="T42" fmla="*/ 590 w 2012"/>
                <a:gd name="T43" fmla="*/ 1583 h 2574"/>
                <a:gd name="T44" fmla="*/ 473 w 2012"/>
                <a:gd name="T45" fmla="*/ 1654 h 2574"/>
                <a:gd name="T46" fmla="*/ 378 w 2012"/>
                <a:gd name="T47" fmla="*/ 1739 h 2574"/>
                <a:gd name="T48" fmla="*/ 220 w 2012"/>
                <a:gd name="T49" fmla="*/ 1824 h 2574"/>
                <a:gd name="T50" fmla="*/ 159 w 2012"/>
                <a:gd name="T51" fmla="*/ 1870 h 2574"/>
                <a:gd name="T52" fmla="*/ 110 w 2012"/>
                <a:gd name="T53" fmla="*/ 1919 h 2574"/>
                <a:gd name="T54" fmla="*/ 81 w 2012"/>
                <a:gd name="T55" fmla="*/ 1972 h 2574"/>
                <a:gd name="T56" fmla="*/ 69 w 2012"/>
                <a:gd name="T57" fmla="*/ 2036 h 2574"/>
                <a:gd name="T58" fmla="*/ 84 w 2012"/>
                <a:gd name="T59" fmla="*/ 2095 h 2574"/>
                <a:gd name="T60" fmla="*/ 123 w 2012"/>
                <a:gd name="T61" fmla="*/ 2131 h 2574"/>
                <a:gd name="T62" fmla="*/ 171 w 2012"/>
                <a:gd name="T63" fmla="*/ 2141 h 2574"/>
                <a:gd name="T64" fmla="*/ 272 w 2012"/>
                <a:gd name="T65" fmla="*/ 2109 h 2574"/>
                <a:gd name="T66" fmla="*/ 492 w 2012"/>
                <a:gd name="T67" fmla="*/ 2034 h 2574"/>
                <a:gd name="T68" fmla="*/ 855 w 2012"/>
                <a:gd name="T69" fmla="*/ 1759 h 2574"/>
                <a:gd name="T70" fmla="*/ 544 w 2012"/>
                <a:gd name="T71" fmla="*/ 2164 h 2574"/>
                <a:gd name="T72" fmla="*/ 431 w 2012"/>
                <a:gd name="T73" fmla="*/ 2267 h 2574"/>
                <a:gd name="T74" fmla="*/ 397 w 2012"/>
                <a:gd name="T75" fmla="*/ 2317 h 2574"/>
                <a:gd name="T76" fmla="*/ 385 w 2012"/>
                <a:gd name="T77" fmla="*/ 2364 h 2574"/>
                <a:gd name="T78" fmla="*/ 389 w 2012"/>
                <a:gd name="T79" fmla="*/ 2418 h 2574"/>
                <a:gd name="T80" fmla="*/ 417 w 2012"/>
                <a:gd name="T81" fmla="*/ 2461 h 2574"/>
                <a:gd name="T82" fmla="*/ 459 w 2012"/>
                <a:gd name="T83" fmla="*/ 2491 h 2574"/>
                <a:gd name="T84" fmla="*/ 596 w 2012"/>
                <a:gd name="T85" fmla="*/ 2406 h 2574"/>
                <a:gd name="T86" fmla="*/ 1088 w 2012"/>
                <a:gd name="T87" fmla="*/ 1923 h 2574"/>
                <a:gd name="T88" fmla="*/ 961 w 2012"/>
                <a:gd name="T89" fmla="*/ 2263 h 2574"/>
                <a:gd name="T90" fmla="*/ 919 w 2012"/>
                <a:gd name="T91" fmla="*/ 2368 h 2574"/>
                <a:gd name="T92" fmla="*/ 900 w 2012"/>
                <a:gd name="T93" fmla="*/ 2439 h 2574"/>
                <a:gd name="T94" fmla="*/ 899 w 2012"/>
                <a:gd name="T95" fmla="*/ 2491 h 2574"/>
                <a:gd name="T96" fmla="*/ 919 w 2012"/>
                <a:gd name="T97" fmla="*/ 2542 h 2574"/>
                <a:gd name="T98" fmla="*/ 953 w 2012"/>
                <a:gd name="T99" fmla="*/ 2568 h 2574"/>
                <a:gd name="T100" fmla="*/ 1003 w 2012"/>
                <a:gd name="T101" fmla="*/ 2572 h 2574"/>
                <a:gd name="T102" fmla="*/ 1274 w 2012"/>
                <a:gd name="T103" fmla="*/ 2125 h 2574"/>
                <a:gd name="T104" fmla="*/ 1453 w 2012"/>
                <a:gd name="T105" fmla="*/ 1505 h 2574"/>
                <a:gd name="T106" fmla="*/ 1593 w 2012"/>
                <a:gd name="T107" fmla="*/ 1244 h 2574"/>
                <a:gd name="T108" fmla="*/ 1725 w 2012"/>
                <a:gd name="T109" fmla="*/ 1048 h 2574"/>
                <a:gd name="T110" fmla="*/ 1927 w 2012"/>
                <a:gd name="T111" fmla="*/ 841 h 2574"/>
                <a:gd name="T112" fmla="*/ 2012 w 2012"/>
                <a:gd name="T113" fmla="*/ 461 h 2574"/>
                <a:gd name="T114" fmla="*/ 1801 w 2012"/>
                <a:gd name="T115" fmla="*/ 23 h 257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12" h="2574">
                  <a:moveTo>
                    <a:pt x="1708" y="13"/>
                  </a:moveTo>
                  <a:lnTo>
                    <a:pt x="1520" y="122"/>
                  </a:lnTo>
                  <a:lnTo>
                    <a:pt x="1394" y="122"/>
                  </a:lnTo>
                  <a:lnTo>
                    <a:pt x="1248" y="112"/>
                  </a:lnTo>
                  <a:lnTo>
                    <a:pt x="1139" y="112"/>
                  </a:lnTo>
                  <a:lnTo>
                    <a:pt x="867" y="33"/>
                  </a:lnTo>
                  <a:lnTo>
                    <a:pt x="715" y="33"/>
                  </a:lnTo>
                  <a:lnTo>
                    <a:pt x="578" y="33"/>
                  </a:lnTo>
                  <a:lnTo>
                    <a:pt x="443" y="0"/>
                  </a:lnTo>
                  <a:lnTo>
                    <a:pt x="385" y="4"/>
                  </a:lnTo>
                  <a:lnTo>
                    <a:pt x="289" y="33"/>
                  </a:lnTo>
                  <a:lnTo>
                    <a:pt x="25" y="33"/>
                  </a:lnTo>
                  <a:lnTo>
                    <a:pt x="14" y="47"/>
                  </a:lnTo>
                  <a:lnTo>
                    <a:pt x="7" y="65"/>
                  </a:lnTo>
                  <a:lnTo>
                    <a:pt x="2" y="97"/>
                  </a:lnTo>
                  <a:lnTo>
                    <a:pt x="0" y="126"/>
                  </a:lnTo>
                  <a:lnTo>
                    <a:pt x="8" y="158"/>
                  </a:lnTo>
                  <a:lnTo>
                    <a:pt x="24" y="188"/>
                  </a:lnTo>
                  <a:lnTo>
                    <a:pt x="41" y="207"/>
                  </a:lnTo>
                  <a:lnTo>
                    <a:pt x="61" y="227"/>
                  </a:lnTo>
                  <a:lnTo>
                    <a:pt x="79" y="239"/>
                  </a:lnTo>
                  <a:lnTo>
                    <a:pt x="106" y="253"/>
                  </a:lnTo>
                  <a:lnTo>
                    <a:pt x="137" y="263"/>
                  </a:lnTo>
                  <a:lnTo>
                    <a:pt x="188" y="279"/>
                  </a:lnTo>
                  <a:lnTo>
                    <a:pt x="240" y="289"/>
                  </a:lnTo>
                  <a:lnTo>
                    <a:pt x="309" y="300"/>
                  </a:lnTo>
                  <a:lnTo>
                    <a:pt x="382" y="310"/>
                  </a:lnTo>
                  <a:lnTo>
                    <a:pt x="492" y="290"/>
                  </a:lnTo>
                  <a:lnTo>
                    <a:pt x="588" y="312"/>
                  </a:lnTo>
                  <a:lnTo>
                    <a:pt x="676" y="342"/>
                  </a:lnTo>
                  <a:lnTo>
                    <a:pt x="752" y="411"/>
                  </a:lnTo>
                  <a:lnTo>
                    <a:pt x="799" y="490"/>
                  </a:lnTo>
                  <a:lnTo>
                    <a:pt x="848" y="577"/>
                  </a:lnTo>
                  <a:lnTo>
                    <a:pt x="872" y="651"/>
                  </a:lnTo>
                  <a:lnTo>
                    <a:pt x="885" y="740"/>
                  </a:lnTo>
                  <a:lnTo>
                    <a:pt x="883" y="841"/>
                  </a:lnTo>
                  <a:lnTo>
                    <a:pt x="883" y="969"/>
                  </a:lnTo>
                  <a:lnTo>
                    <a:pt x="875" y="1098"/>
                  </a:lnTo>
                  <a:lnTo>
                    <a:pt x="821" y="1272"/>
                  </a:lnTo>
                  <a:lnTo>
                    <a:pt x="750" y="1371"/>
                  </a:lnTo>
                  <a:lnTo>
                    <a:pt x="709" y="1418"/>
                  </a:lnTo>
                  <a:lnTo>
                    <a:pt x="676" y="1472"/>
                  </a:lnTo>
                  <a:lnTo>
                    <a:pt x="628" y="1535"/>
                  </a:lnTo>
                  <a:lnTo>
                    <a:pt x="590" y="1583"/>
                  </a:lnTo>
                  <a:lnTo>
                    <a:pt x="525" y="1614"/>
                  </a:lnTo>
                  <a:lnTo>
                    <a:pt x="473" y="1654"/>
                  </a:lnTo>
                  <a:lnTo>
                    <a:pt x="424" y="1697"/>
                  </a:lnTo>
                  <a:lnTo>
                    <a:pt x="378" y="1739"/>
                  </a:lnTo>
                  <a:lnTo>
                    <a:pt x="248" y="1806"/>
                  </a:lnTo>
                  <a:lnTo>
                    <a:pt x="220" y="1824"/>
                  </a:lnTo>
                  <a:lnTo>
                    <a:pt x="188" y="1848"/>
                  </a:lnTo>
                  <a:lnTo>
                    <a:pt x="159" y="1870"/>
                  </a:lnTo>
                  <a:lnTo>
                    <a:pt x="132" y="1893"/>
                  </a:lnTo>
                  <a:lnTo>
                    <a:pt x="110" y="1919"/>
                  </a:lnTo>
                  <a:lnTo>
                    <a:pt x="93" y="1943"/>
                  </a:lnTo>
                  <a:lnTo>
                    <a:pt x="81" y="1972"/>
                  </a:lnTo>
                  <a:lnTo>
                    <a:pt x="73" y="2004"/>
                  </a:lnTo>
                  <a:lnTo>
                    <a:pt x="69" y="2036"/>
                  </a:lnTo>
                  <a:lnTo>
                    <a:pt x="73" y="2064"/>
                  </a:lnTo>
                  <a:lnTo>
                    <a:pt x="84" y="2095"/>
                  </a:lnTo>
                  <a:lnTo>
                    <a:pt x="101" y="2115"/>
                  </a:lnTo>
                  <a:lnTo>
                    <a:pt x="123" y="2131"/>
                  </a:lnTo>
                  <a:lnTo>
                    <a:pt x="152" y="2145"/>
                  </a:lnTo>
                  <a:lnTo>
                    <a:pt x="171" y="2141"/>
                  </a:lnTo>
                  <a:lnTo>
                    <a:pt x="233" y="2119"/>
                  </a:lnTo>
                  <a:lnTo>
                    <a:pt x="272" y="2109"/>
                  </a:lnTo>
                  <a:lnTo>
                    <a:pt x="382" y="2069"/>
                  </a:lnTo>
                  <a:lnTo>
                    <a:pt x="492" y="2034"/>
                  </a:lnTo>
                  <a:lnTo>
                    <a:pt x="637" y="1909"/>
                  </a:lnTo>
                  <a:lnTo>
                    <a:pt x="855" y="1759"/>
                  </a:lnTo>
                  <a:lnTo>
                    <a:pt x="662" y="2064"/>
                  </a:lnTo>
                  <a:lnTo>
                    <a:pt x="544" y="2164"/>
                  </a:lnTo>
                  <a:lnTo>
                    <a:pt x="453" y="2244"/>
                  </a:lnTo>
                  <a:lnTo>
                    <a:pt x="431" y="2267"/>
                  </a:lnTo>
                  <a:lnTo>
                    <a:pt x="411" y="2291"/>
                  </a:lnTo>
                  <a:lnTo>
                    <a:pt x="397" y="2317"/>
                  </a:lnTo>
                  <a:lnTo>
                    <a:pt x="389" y="2341"/>
                  </a:lnTo>
                  <a:lnTo>
                    <a:pt x="385" y="2364"/>
                  </a:lnTo>
                  <a:lnTo>
                    <a:pt x="383" y="2390"/>
                  </a:lnTo>
                  <a:lnTo>
                    <a:pt x="389" y="2418"/>
                  </a:lnTo>
                  <a:lnTo>
                    <a:pt x="400" y="2439"/>
                  </a:lnTo>
                  <a:lnTo>
                    <a:pt x="417" y="2461"/>
                  </a:lnTo>
                  <a:lnTo>
                    <a:pt x="436" y="2479"/>
                  </a:lnTo>
                  <a:lnTo>
                    <a:pt x="459" y="2491"/>
                  </a:lnTo>
                  <a:lnTo>
                    <a:pt x="505" y="2467"/>
                  </a:lnTo>
                  <a:lnTo>
                    <a:pt x="596" y="2406"/>
                  </a:lnTo>
                  <a:lnTo>
                    <a:pt x="799" y="2273"/>
                  </a:lnTo>
                  <a:lnTo>
                    <a:pt x="1088" y="1923"/>
                  </a:lnTo>
                  <a:lnTo>
                    <a:pt x="1020" y="2135"/>
                  </a:lnTo>
                  <a:lnTo>
                    <a:pt x="961" y="2263"/>
                  </a:lnTo>
                  <a:lnTo>
                    <a:pt x="936" y="2323"/>
                  </a:lnTo>
                  <a:lnTo>
                    <a:pt x="919" y="2368"/>
                  </a:lnTo>
                  <a:lnTo>
                    <a:pt x="907" y="2406"/>
                  </a:lnTo>
                  <a:lnTo>
                    <a:pt x="900" y="2439"/>
                  </a:lnTo>
                  <a:lnTo>
                    <a:pt x="897" y="2463"/>
                  </a:lnTo>
                  <a:lnTo>
                    <a:pt x="899" y="2491"/>
                  </a:lnTo>
                  <a:lnTo>
                    <a:pt x="904" y="2517"/>
                  </a:lnTo>
                  <a:lnTo>
                    <a:pt x="919" y="2542"/>
                  </a:lnTo>
                  <a:lnTo>
                    <a:pt x="932" y="2554"/>
                  </a:lnTo>
                  <a:lnTo>
                    <a:pt x="953" y="2568"/>
                  </a:lnTo>
                  <a:lnTo>
                    <a:pt x="978" y="2574"/>
                  </a:lnTo>
                  <a:lnTo>
                    <a:pt x="1003" y="2572"/>
                  </a:lnTo>
                  <a:lnTo>
                    <a:pt x="1130" y="2333"/>
                  </a:lnTo>
                  <a:lnTo>
                    <a:pt x="1274" y="2125"/>
                  </a:lnTo>
                  <a:lnTo>
                    <a:pt x="1360" y="1854"/>
                  </a:lnTo>
                  <a:lnTo>
                    <a:pt x="1453" y="1505"/>
                  </a:lnTo>
                  <a:lnTo>
                    <a:pt x="1537" y="1347"/>
                  </a:lnTo>
                  <a:lnTo>
                    <a:pt x="1593" y="1244"/>
                  </a:lnTo>
                  <a:lnTo>
                    <a:pt x="1661" y="1135"/>
                  </a:lnTo>
                  <a:lnTo>
                    <a:pt x="1725" y="1048"/>
                  </a:lnTo>
                  <a:lnTo>
                    <a:pt x="1813" y="936"/>
                  </a:lnTo>
                  <a:lnTo>
                    <a:pt x="1927" y="841"/>
                  </a:lnTo>
                  <a:lnTo>
                    <a:pt x="2003" y="759"/>
                  </a:lnTo>
                  <a:lnTo>
                    <a:pt x="2012" y="461"/>
                  </a:lnTo>
                  <a:lnTo>
                    <a:pt x="1970" y="122"/>
                  </a:lnTo>
                  <a:lnTo>
                    <a:pt x="1801" y="23"/>
                  </a:lnTo>
                  <a:lnTo>
                    <a:pt x="1708" y="13"/>
                  </a:lnTo>
                  <a:close/>
                </a:path>
              </a:pathLst>
            </a:custGeom>
            <a:solidFill>
              <a:srgbClr val="FF9F9F"/>
            </a:solidFill>
            <a:ln w="22225">
              <a:solidFill>
                <a:srgbClr val="000000"/>
              </a:solidFill>
              <a:prstDash val="solid"/>
              <a:round/>
              <a:headEnd/>
              <a:tailEnd/>
            </a:ln>
          </p:spPr>
          <p:txBody>
            <a:bodyPr/>
            <a:lstStyle/>
            <a:p>
              <a:endParaRPr lang="zh-CN" altLang="en-US"/>
            </a:p>
          </p:txBody>
        </p:sp>
        <p:sp>
          <p:nvSpPr>
            <p:cNvPr id="109574" name="Freeform 25">
              <a:extLst>
                <a:ext uri="{FF2B5EF4-FFF2-40B4-BE49-F238E27FC236}">
                  <a16:creationId xmlns:a16="http://schemas.microsoft.com/office/drawing/2014/main" id="{E20B579F-B340-6442-BACF-917E31AF2047}"/>
                </a:ext>
              </a:extLst>
            </p:cNvPr>
            <p:cNvSpPr>
              <a:spLocks/>
            </p:cNvSpPr>
            <p:nvPr/>
          </p:nvSpPr>
          <p:spPr bwMode="auto">
            <a:xfrm>
              <a:off x="4287" y="1773"/>
              <a:ext cx="667" cy="1076"/>
            </a:xfrm>
            <a:custGeom>
              <a:avLst/>
              <a:gdLst>
                <a:gd name="T0" fmla="*/ 140 w 667"/>
                <a:gd name="T1" fmla="*/ 518 h 1076"/>
                <a:gd name="T2" fmla="*/ 54 w 667"/>
                <a:gd name="T3" fmla="*/ 706 h 1076"/>
                <a:gd name="T4" fmla="*/ 30 w 667"/>
                <a:gd name="T5" fmla="*/ 762 h 1076"/>
                <a:gd name="T6" fmla="*/ 10 w 667"/>
                <a:gd name="T7" fmla="*/ 827 h 1076"/>
                <a:gd name="T8" fmla="*/ 1 w 667"/>
                <a:gd name="T9" fmla="*/ 880 h 1076"/>
                <a:gd name="T10" fmla="*/ 0 w 667"/>
                <a:gd name="T11" fmla="*/ 932 h 1076"/>
                <a:gd name="T12" fmla="*/ 1 w 667"/>
                <a:gd name="T13" fmla="*/ 985 h 1076"/>
                <a:gd name="T14" fmla="*/ 8 w 667"/>
                <a:gd name="T15" fmla="*/ 1027 h 1076"/>
                <a:gd name="T16" fmla="*/ 22 w 667"/>
                <a:gd name="T17" fmla="*/ 1058 h 1076"/>
                <a:gd name="T18" fmla="*/ 45 w 667"/>
                <a:gd name="T19" fmla="*/ 1076 h 1076"/>
                <a:gd name="T20" fmla="*/ 82 w 667"/>
                <a:gd name="T21" fmla="*/ 1074 h 1076"/>
                <a:gd name="T22" fmla="*/ 121 w 667"/>
                <a:gd name="T23" fmla="*/ 1029 h 1076"/>
                <a:gd name="T24" fmla="*/ 260 w 667"/>
                <a:gd name="T25" fmla="*/ 825 h 1076"/>
                <a:gd name="T26" fmla="*/ 403 w 667"/>
                <a:gd name="T27" fmla="*/ 617 h 1076"/>
                <a:gd name="T28" fmla="*/ 446 w 667"/>
                <a:gd name="T29" fmla="*/ 398 h 1076"/>
                <a:gd name="T30" fmla="*/ 572 w 667"/>
                <a:gd name="T31" fmla="*/ 210 h 1076"/>
                <a:gd name="T32" fmla="*/ 650 w 667"/>
                <a:gd name="T33" fmla="*/ 101 h 1076"/>
                <a:gd name="T34" fmla="*/ 667 w 667"/>
                <a:gd name="T35" fmla="*/ 0 h 10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67" h="1076">
                  <a:moveTo>
                    <a:pt x="140" y="518"/>
                  </a:moveTo>
                  <a:lnTo>
                    <a:pt x="54" y="706"/>
                  </a:lnTo>
                  <a:lnTo>
                    <a:pt x="30" y="762"/>
                  </a:lnTo>
                  <a:lnTo>
                    <a:pt x="10" y="827"/>
                  </a:lnTo>
                  <a:lnTo>
                    <a:pt x="1" y="880"/>
                  </a:lnTo>
                  <a:lnTo>
                    <a:pt x="0" y="932"/>
                  </a:lnTo>
                  <a:lnTo>
                    <a:pt x="1" y="985"/>
                  </a:lnTo>
                  <a:lnTo>
                    <a:pt x="8" y="1027"/>
                  </a:lnTo>
                  <a:lnTo>
                    <a:pt x="22" y="1058"/>
                  </a:lnTo>
                  <a:lnTo>
                    <a:pt x="45" y="1076"/>
                  </a:lnTo>
                  <a:lnTo>
                    <a:pt x="82" y="1074"/>
                  </a:lnTo>
                  <a:lnTo>
                    <a:pt x="121" y="1029"/>
                  </a:lnTo>
                  <a:lnTo>
                    <a:pt x="260" y="825"/>
                  </a:lnTo>
                  <a:lnTo>
                    <a:pt x="403" y="617"/>
                  </a:lnTo>
                  <a:lnTo>
                    <a:pt x="446" y="398"/>
                  </a:lnTo>
                  <a:lnTo>
                    <a:pt x="572" y="210"/>
                  </a:lnTo>
                  <a:lnTo>
                    <a:pt x="650" y="101"/>
                  </a:lnTo>
                  <a:lnTo>
                    <a:pt x="667"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75" name="Freeform 26">
              <a:extLst>
                <a:ext uri="{FF2B5EF4-FFF2-40B4-BE49-F238E27FC236}">
                  <a16:creationId xmlns:a16="http://schemas.microsoft.com/office/drawing/2014/main" id="{6F51E705-CE7F-564E-9125-182A70FAB848}"/>
                </a:ext>
              </a:extLst>
            </p:cNvPr>
            <p:cNvSpPr>
              <a:spLocks/>
            </p:cNvSpPr>
            <p:nvPr/>
          </p:nvSpPr>
          <p:spPr bwMode="auto">
            <a:xfrm>
              <a:off x="4447" y="2072"/>
              <a:ext cx="569" cy="732"/>
            </a:xfrm>
            <a:custGeom>
              <a:avLst/>
              <a:gdLst>
                <a:gd name="T0" fmla="*/ 569 w 569"/>
                <a:gd name="T1" fmla="*/ 0 h 732"/>
                <a:gd name="T2" fmla="*/ 539 w 569"/>
                <a:gd name="T3" fmla="*/ 45 h 732"/>
                <a:gd name="T4" fmla="*/ 514 w 569"/>
                <a:gd name="T5" fmla="*/ 91 h 732"/>
                <a:gd name="T6" fmla="*/ 493 w 569"/>
                <a:gd name="T7" fmla="*/ 142 h 732"/>
                <a:gd name="T8" fmla="*/ 473 w 569"/>
                <a:gd name="T9" fmla="*/ 219 h 732"/>
                <a:gd name="T10" fmla="*/ 282 w 569"/>
                <a:gd name="T11" fmla="*/ 423 h 732"/>
                <a:gd name="T12" fmla="*/ 203 w 569"/>
                <a:gd name="T13" fmla="*/ 506 h 732"/>
                <a:gd name="T14" fmla="*/ 0 w 569"/>
                <a:gd name="T15" fmla="*/ 732 h 7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69" h="732">
                  <a:moveTo>
                    <a:pt x="569" y="0"/>
                  </a:moveTo>
                  <a:lnTo>
                    <a:pt x="539" y="45"/>
                  </a:lnTo>
                  <a:lnTo>
                    <a:pt x="514" y="91"/>
                  </a:lnTo>
                  <a:lnTo>
                    <a:pt x="493" y="142"/>
                  </a:lnTo>
                  <a:lnTo>
                    <a:pt x="473" y="219"/>
                  </a:lnTo>
                  <a:lnTo>
                    <a:pt x="282" y="423"/>
                  </a:lnTo>
                  <a:lnTo>
                    <a:pt x="203" y="506"/>
                  </a:lnTo>
                  <a:lnTo>
                    <a:pt x="0" y="732"/>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76" name="Freeform 27">
              <a:extLst>
                <a:ext uri="{FF2B5EF4-FFF2-40B4-BE49-F238E27FC236}">
                  <a16:creationId xmlns:a16="http://schemas.microsoft.com/office/drawing/2014/main" id="{61328E42-8BD0-1F43-88C5-CF50C84D0A84}"/>
                </a:ext>
              </a:extLst>
            </p:cNvPr>
            <p:cNvSpPr>
              <a:spLocks/>
            </p:cNvSpPr>
            <p:nvPr/>
          </p:nvSpPr>
          <p:spPr bwMode="auto">
            <a:xfrm>
              <a:off x="4685" y="2198"/>
              <a:ext cx="365" cy="764"/>
            </a:xfrm>
            <a:custGeom>
              <a:avLst/>
              <a:gdLst>
                <a:gd name="T0" fmla="*/ 0 w 365"/>
                <a:gd name="T1" fmla="*/ 764 h 764"/>
                <a:gd name="T2" fmla="*/ 102 w 365"/>
                <a:gd name="T3" fmla="*/ 566 h 764"/>
                <a:gd name="T4" fmla="*/ 179 w 365"/>
                <a:gd name="T5" fmla="*/ 398 h 764"/>
                <a:gd name="T6" fmla="*/ 247 w 365"/>
                <a:gd name="T7" fmla="*/ 257 h 764"/>
                <a:gd name="T8" fmla="*/ 314 w 365"/>
                <a:gd name="T9" fmla="*/ 178 h 764"/>
                <a:gd name="T10" fmla="*/ 331 w 365"/>
                <a:gd name="T11" fmla="*/ 107 h 764"/>
                <a:gd name="T12" fmla="*/ 345 w 365"/>
                <a:gd name="T13" fmla="*/ 60 h 764"/>
                <a:gd name="T14" fmla="*/ 365 w 365"/>
                <a:gd name="T15" fmla="*/ 0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65" h="764">
                  <a:moveTo>
                    <a:pt x="0" y="764"/>
                  </a:moveTo>
                  <a:lnTo>
                    <a:pt x="102" y="566"/>
                  </a:lnTo>
                  <a:lnTo>
                    <a:pt x="179" y="398"/>
                  </a:lnTo>
                  <a:lnTo>
                    <a:pt x="247" y="257"/>
                  </a:lnTo>
                  <a:lnTo>
                    <a:pt x="314" y="178"/>
                  </a:lnTo>
                  <a:lnTo>
                    <a:pt x="331" y="107"/>
                  </a:lnTo>
                  <a:lnTo>
                    <a:pt x="345" y="60"/>
                  </a:lnTo>
                  <a:lnTo>
                    <a:pt x="365"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77" name="Freeform 28">
              <a:extLst>
                <a:ext uri="{FF2B5EF4-FFF2-40B4-BE49-F238E27FC236}">
                  <a16:creationId xmlns:a16="http://schemas.microsoft.com/office/drawing/2014/main" id="{A62A15D8-DFBE-C744-8627-B4ECA4865F5D}"/>
                </a:ext>
              </a:extLst>
            </p:cNvPr>
            <p:cNvSpPr>
              <a:spLocks/>
            </p:cNvSpPr>
            <p:nvPr/>
          </p:nvSpPr>
          <p:spPr bwMode="auto">
            <a:xfrm>
              <a:off x="3633" y="1078"/>
              <a:ext cx="177" cy="62"/>
            </a:xfrm>
            <a:custGeom>
              <a:avLst/>
              <a:gdLst>
                <a:gd name="T0" fmla="*/ 0 w 177"/>
                <a:gd name="T1" fmla="*/ 0 h 62"/>
                <a:gd name="T2" fmla="*/ 3 w 177"/>
                <a:gd name="T3" fmla="*/ 20 h 62"/>
                <a:gd name="T4" fmla="*/ 8 w 177"/>
                <a:gd name="T5" fmla="*/ 30 h 62"/>
                <a:gd name="T6" fmla="*/ 17 w 177"/>
                <a:gd name="T7" fmla="*/ 44 h 62"/>
                <a:gd name="T8" fmla="*/ 25 w 177"/>
                <a:gd name="T9" fmla="*/ 50 h 62"/>
                <a:gd name="T10" fmla="*/ 40 w 177"/>
                <a:gd name="T11" fmla="*/ 58 h 62"/>
                <a:gd name="T12" fmla="*/ 61 w 177"/>
                <a:gd name="T13" fmla="*/ 62 h 62"/>
                <a:gd name="T14" fmla="*/ 88 w 177"/>
                <a:gd name="T15" fmla="*/ 62 h 62"/>
                <a:gd name="T16" fmla="*/ 138 w 177"/>
                <a:gd name="T17" fmla="*/ 62 h 62"/>
                <a:gd name="T18" fmla="*/ 149 w 177"/>
                <a:gd name="T19" fmla="*/ 60 h 62"/>
                <a:gd name="T20" fmla="*/ 164 w 177"/>
                <a:gd name="T21" fmla="*/ 54 h 62"/>
                <a:gd name="T22" fmla="*/ 176 w 177"/>
                <a:gd name="T23" fmla="*/ 48 h 62"/>
                <a:gd name="T24" fmla="*/ 177 w 177"/>
                <a:gd name="T25" fmla="*/ 0 h 62"/>
                <a:gd name="T26" fmla="*/ 0 w 177"/>
                <a:gd name="T27" fmla="*/ 0 h 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77" h="62">
                  <a:moveTo>
                    <a:pt x="0" y="0"/>
                  </a:moveTo>
                  <a:lnTo>
                    <a:pt x="3" y="20"/>
                  </a:lnTo>
                  <a:lnTo>
                    <a:pt x="8" y="30"/>
                  </a:lnTo>
                  <a:lnTo>
                    <a:pt x="17" y="44"/>
                  </a:lnTo>
                  <a:lnTo>
                    <a:pt x="25" y="50"/>
                  </a:lnTo>
                  <a:lnTo>
                    <a:pt x="40" y="58"/>
                  </a:lnTo>
                  <a:lnTo>
                    <a:pt x="61" y="62"/>
                  </a:lnTo>
                  <a:lnTo>
                    <a:pt x="88" y="62"/>
                  </a:lnTo>
                  <a:lnTo>
                    <a:pt x="138" y="62"/>
                  </a:lnTo>
                  <a:lnTo>
                    <a:pt x="149" y="60"/>
                  </a:lnTo>
                  <a:lnTo>
                    <a:pt x="164" y="54"/>
                  </a:lnTo>
                  <a:lnTo>
                    <a:pt x="176" y="48"/>
                  </a:lnTo>
                  <a:lnTo>
                    <a:pt x="177" y="0"/>
                  </a:lnTo>
                  <a:lnTo>
                    <a:pt x="0" y="0"/>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109578" name="Freeform 29">
              <a:extLst>
                <a:ext uri="{FF2B5EF4-FFF2-40B4-BE49-F238E27FC236}">
                  <a16:creationId xmlns:a16="http://schemas.microsoft.com/office/drawing/2014/main" id="{6F31A341-120B-2549-AD18-070A342B88CE}"/>
                </a:ext>
              </a:extLst>
            </p:cNvPr>
            <p:cNvSpPr>
              <a:spLocks/>
            </p:cNvSpPr>
            <p:nvPr/>
          </p:nvSpPr>
          <p:spPr bwMode="auto">
            <a:xfrm>
              <a:off x="4059" y="2980"/>
              <a:ext cx="18" cy="97"/>
            </a:xfrm>
            <a:custGeom>
              <a:avLst/>
              <a:gdLst>
                <a:gd name="T0" fmla="*/ 18 w 18"/>
                <a:gd name="T1" fmla="*/ 97 h 97"/>
                <a:gd name="T2" fmla="*/ 18 w 18"/>
                <a:gd name="T3" fmla="*/ 63 h 97"/>
                <a:gd name="T4" fmla="*/ 13 w 18"/>
                <a:gd name="T5" fmla="*/ 32 h 97"/>
                <a:gd name="T6" fmla="*/ 0 w 18"/>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 h="97">
                  <a:moveTo>
                    <a:pt x="18" y="97"/>
                  </a:moveTo>
                  <a:lnTo>
                    <a:pt x="18" y="63"/>
                  </a:lnTo>
                  <a:lnTo>
                    <a:pt x="13" y="32"/>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79" name="Freeform 30">
              <a:extLst>
                <a:ext uri="{FF2B5EF4-FFF2-40B4-BE49-F238E27FC236}">
                  <a16:creationId xmlns:a16="http://schemas.microsoft.com/office/drawing/2014/main" id="{3E5AF705-E945-7346-8658-FB3C7F4AB5B0}"/>
                </a:ext>
              </a:extLst>
            </p:cNvPr>
            <p:cNvSpPr>
              <a:spLocks/>
            </p:cNvSpPr>
            <p:nvPr/>
          </p:nvSpPr>
          <p:spPr bwMode="auto">
            <a:xfrm>
              <a:off x="3714" y="3043"/>
              <a:ext cx="187" cy="147"/>
            </a:xfrm>
            <a:custGeom>
              <a:avLst/>
              <a:gdLst>
                <a:gd name="T0" fmla="*/ 35 w 187"/>
                <a:gd name="T1" fmla="*/ 139 h 147"/>
                <a:gd name="T2" fmla="*/ 19 w 187"/>
                <a:gd name="T3" fmla="*/ 119 h 147"/>
                <a:gd name="T4" fmla="*/ 7 w 187"/>
                <a:gd name="T5" fmla="*/ 97 h 147"/>
                <a:gd name="T6" fmla="*/ 2 w 187"/>
                <a:gd name="T7" fmla="*/ 73 h 147"/>
                <a:gd name="T8" fmla="*/ 0 w 187"/>
                <a:gd name="T9" fmla="*/ 64 h 147"/>
                <a:gd name="T10" fmla="*/ 15 w 187"/>
                <a:gd name="T11" fmla="*/ 44 h 147"/>
                <a:gd name="T12" fmla="*/ 32 w 187"/>
                <a:gd name="T13" fmla="*/ 30 h 147"/>
                <a:gd name="T14" fmla="*/ 52 w 187"/>
                <a:gd name="T15" fmla="*/ 16 h 147"/>
                <a:gd name="T16" fmla="*/ 78 w 187"/>
                <a:gd name="T17" fmla="*/ 4 h 147"/>
                <a:gd name="T18" fmla="*/ 108 w 187"/>
                <a:gd name="T19" fmla="*/ 0 h 147"/>
                <a:gd name="T20" fmla="*/ 123 w 187"/>
                <a:gd name="T21" fmla="*/ 0 h 147"/>
                <a:gd name="T22" fmla="*/ 140 w 187"/>
                <a:gd name="T23" fmla="*/ 4 h 147"/>
                <a:gd name="T24" fmla="*/ 166 w 187"/>
                <a:gd name="T25" fmla="*/ 28 h 147"/>
                <a:gd name="T26" fmla="*/ 176 w 187"/>
                <a:gd name="T27" fmla="*/ 50 h 147"/>
                <a:gd name="T28" fmla="*/ 182 w 187"/>
                <a:gd name="T29" fmla="*/ 77 h 147"/>
                <a:gd name="T30" fmla="*/ 187 w 187"/>
                <a:gd name="T31" fmla="*/ 99 h 147"/>
                <a:gd name="T32" fmla="*/ 123 w 187"/>
                <a:gd name="T33" fmla="*/ 123 h 147"/>
                <a:gd name="T34" fmla="*/ 47 w 187"/>
                <a:gd name="T35" fmla="*/ 147 h 147"/>
                <a:gd name="T36" fmla="*/ 35 w 187"/>
                <a:gd name="T37" fmla="*/ 139 h 1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87" h="147">
                  <a:moveTo>
                    <a:pt x="35" y="139"/>
                  </a:moveTo>
                  <a:lnTo>
                    <a:pt x="19" y="119"/>
                  </a:lnTo>
                  <a:lnTo>
                    <a:pt x="7" y="97"/>
                  </a:lnTo>
                  <a:lnTo>
                    <a:pt x="2" y="73"/>
                  </a:lnTo>
                  <a:lnTo>
                    <a:pt x="0" y="64"/>
                  </a:lnTo>
                  <a:lnTo>
                    <a:pt x="15" y="44"/>
                  </a:lnTo>
                  <a:lnTo>
                    <a:pt x="32" y="30"/>
                  </a:lnTo>
                  <a:lnTo>
                    <a:pt x="52" y="16"/>
                  </a:lnTo>
                  <a:lnTo>
                    <a:pt x="78" y="4"/>
                  </a:lnTo>
                  <a:lnTo>
                    <a:pt x="108" y="0"/>
                  </a:lnTo>
                  <a:lnTo>
                    <a:pt x="123" y="0"/>
                  </a:lnTo>
                  <a:lnTo>
                    <a:pt x="140" y="4"/>
                  </a:lnTo>
                  <a:lnTo>
                    <a:pt x="166" y="28"/>
                  </a:lnTo>
                  <a:lnTo>
                    <a:pt x="176" y="50"/>
                  </a:lnTo>
                  <a:lnTo>
                    <a:pt x="182" y="77"/>
                  </a:lnTo>
                  <a:lnTo>
                    <a:pt x="187" y="99"/>
                  </a:lnTo>
                  <a:lnTo>
                    <a:pt x="123" y="123"/>
                  </a:lnTo>
                  <a:lnTo>
                    <a:pt x="47" y="147"/>
                  </a:lnTo>
                  <a:lnTo>
                    <a:pt x="35" y="139"/>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109580" name="Freeform 31">
              <a:extLst>
                <a:ext uri="{FF2B5EF4-FFF2-40B4-BE49-F238E27FC236}">
                  <a16:creationId xmlns:a16="http://schemas.microsoft.com/office/drawing/2014/main" id="{C2F10E8D-0EEE-7148-84E0-2F9AA9CBF87F}"/>
                </a:ext>
              </a:extLst>
            </p:cNvPr>
            <p:cNvSpPr>
              <a:spLocks/>
            </p:cNvSpPr>
            <p:nvPr/>
          </p:nvSpPr>
          <p:spPr bwMode="auto">
            <a:xfrm>
              <a:off x="4042" y="3372"/>
              <a:ext cx="150" cy="154"/>
            </a:xfrm>
            <a:custGeom>
              <a:avLst/>
              <a:gdLst>
                <a:gd name="T0" fmla="*/ 15 w 150"/>
                <a:gd name="T1" fmla="*/ 154 h 154"/>
                <a:gd name="T2" fmla="*/ 3 w 150"/>
                <a:gd name="T3" fmla="*/ 134 h 154"/>
                <a:gd name="T4" fmla="*/ 0 w 150"/>
                <a:gd name="T5" fmla="*/ 114 h 154"/>
                <a:gd name="T6" fmla="*/ 0 w 150"/>
                <a:gd name="T7" fmla="*/ 101 h 154"/>
                <a:gd name="T8" fmla="*/ 3 w 150"/>
                <a:gd name="T9" fmla="*/ 89 h 154"/>
                <a:gd name="T10" fmla="*/ 15 w 150"/>
                <a:gd name="T11" fmla="*/ 69 h 154"/>
                <a:gd name="T12" fmla="*/ 40 w 150"/>
                <a:gd name="T13" fmla="*/ 39 h 154"/>
                <a:gd name="T14" fmla="*/ 69 w 150"/>
                <a:gd name="T15" fmla="*/ 19 h 154"/>
                <a:gd name="T16" fmla="*/ 88 w 150"/>
                <a:gd name="T17" fmla="*/ 10 h 154"/>
                <a:gd name="T18" fmla="*/ 101 w 150"/>
                <a:gd name="T19" fmla="*/ 0 h 154"/>
                <a:gd name="T20" fmla="*/ 116 w 150"/>
                <a:gd name="T21" fmla="*/ 10 h 154"/>
                <a:gd name="T22" fmla="*/ 130 w 150"/>
                <a:gd name="T23" fmla="*/ 29 h 154"/>
                <a:gd name="T24" fmla="*/ 142 w 150"/>
                <a:gd name="T25" fmla="*/ 49 h 154"/>
                <a:gd name="T26" fmla="*/ 150 w 150"/>
                <a:gd name="T27" fmla="*/ 75 h 154"/>
                <a:gd name="T28" fmla="*/ 82 w 150"/>
                <a:gd name="T29" fmla="*/ 120 h 154"/>
                <a:gd name="T30" fmla="*/ 15 w 150"/>
                <a:gd name="T31" fmla="*/ 154 h 1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0" h="154">
                  <a:moveTo>
                    <a:pt x="15" y="154"/>
                  </a:moveTo>
                  <a:lnTo>
                    <a:pt x="3" y="134"/>
                  </a:lnTo>
                  <a:lnTo>
                    <a:pt x="0" y="114"/>
                  </a:lnTo>
                  <a:lnTo>
                    <a:pt x="0" y="101"/>
                  </a:lnTo>
                  <a:lnTo>
                    <a:pt x="3" y="89"/>
                  </a:lnTo>
                  <a:lnTo>
                    <a:pt x="15" y="69"/>
                  </a:lnTo>
                  <a:lnTo>
                    <a:pt x="40" y="39"/>
                  </a:lnTo>
                  <a:lnTo>
                    <a:pt x="69" y="19"/>
                  </a:lnTo>
                  <a:lnTo>
                    <a:pt x="88" y="10"/>
                  </a:lnTo>
                  <a:lnTo>
                    <a:pt x="101" y="0"/>
                  </a:lnTo>
                  <a:lnTo>
                    <a:pt x="116" y="10"/>
                  </a:lnTo>
                  <a:lnTo>
                    <a:pt x="130" y="29"/>
                  </a:lnTo>
                  <a:lnTo>
                    <a:pt x="142" y="49"/>
                  </a:lnTo>
                  <a:lnTo>
                    <a:pt x="150" y="75"/>
                  </a:lnTo>
                  <a:lnTo>
                    <a:pt x="82" y="120"/>
                  </a:lnTo>
                  <a:lnTo>
                    <a:pt x="15" y="154"/>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109581" name="Freeform 32">
              <a:extLst>
                <a:ext uri="{FF2B5EF4-FFF2-40B4-BE49-F238E27FC236}">
                  <a16:creationId xmlns:a16="http://schemas.microsoft.com/office/drawing/2014/main" id="{7BC00DC0-179E-E64C-B0A6-C7E27711E1D2}"/>
                </a:ext>
              </a:extLst>
            </p:cNvPr>
            <p:cNvSpPr>
              <a:spLocks/>
            </p:cNvSpPr>
            <p:nvPr/>
          </p:nvSpPr>
          <p:spPr bwMode="auto">
            <a:xfrm>
              <a:off x="4555" y="3463"/>
              <a:ext cx="108" cy="142"/>
            </a:xfrm>
            <a:custGeom>
              <a:avLst/>
              <a:gdLst>
                <a:gd name="T0" fmla="*/ 108 w 108"/>
                <a:gd name="T1" fmla="*/ 29 h 142"/>
                <a:gd name="T2" fmla="*/ 93 w 108"/>
                <a:gd name="T3" fmla="*/ 14 h 142"/>
                <a:gd name="T4" fmla="*/ 73 w 108"/>
                <a:gd name="T5" fmla="*/ 2 h 142"/>
                <a:gd name="T6" fmla="*/ 47 w 108"/>
                <a:gd name="T7" fmla="*/ 0 h 142"/>
                <a:gd name="T8" fmla="*/ 22 w 108"/>
                <a:gd name="T9" fmla="*/ 41 h 142"/>
                <a:gd name="T10" fmla="*/ 9 w 108"/>
                <a:gd name="T11" fmla="*/ 71 h 142"/>
                <a:gd name="T12" fmla="*/ 0 w 108"/>
                <a:gd name="T13" fmla="*/ 97 h 142"/>
                <a:gd name="T14" fmla="*/ 0 w 108"/>
                <a:gd name="T15" fmla="*/ 112 h 142"/>
                <a:gd name="T16" fmla="*/ 12 w 108"/>
                <a:gd name="T17" fmla="*/ 126 h 142"/>
                <a:gd name="T18" fmla="*/ 22 w 108"/>
                <a:gd name="T19" fmla="*/ 136 h 142"/>
                <a:gd name="T20" fmla="*/ 44 w 108"/>
                <a:gd name="T21" fmla="*/ 142 h 142"/>
                <a:gd name="T22" fmla="*/ 108 w 108"/>
                <a:gd name="T23" fmla="*/ 29 h 1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8" h="142">
                  <a:moveTo>
                    <a:pt x="108" y="29"/>
                  </a:moveTo>
                  <a:lnTo>
                    <a:pt x="93" y="14"/>
                  </a:lnTo>
                  <a:lnTo>
                    <a:pt x="73" y="2"/>
                  </a:lnTo>
                  <a:lnTo>
                    <a:pt x="47" y="0"/>
                  </a:lnTo>
                  <a:lnTo>
                    <a:pt x="22" y="41"/>
                  </a:lnTo>
                  <a:lnTo>
                    <a:pt x="9" y="71"/>
                  </a:lnTo>
                  <a:lnTo>
                    <a:pt x="0" y="97"/>
                  </a:lnTo>
                  <a:lnTo>
                    <a:pt x="0" y="112"/>
                  </a:lnTo>
                  <a:lnTo>
                    <a:pt x="12" y="126"/>
                  </a:lnTo>
                  <a:lnTo>
                    <a:pt x="22" y="136"/>
                  </a:lnTo>
                  <a:lnTo>
                    <a:pt x="44" y="142"/>
                  </a:lnTo>
                  <a:lnTo>
                    <a:pt x="108" y="29"/>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109582" name="Freeform 33">
              <a:extLst>
                <a:ext uri="{FF2B5EF4-FFF2-40B4-BE49-F238E27FC236}">
                  <a16:creationId xmlns:a16="http://schemas.microsoft.com/office/drawing/2014/main" id="{AB5F8C7F-3BD4-D248-85A5-25C4F29F5A78}"/>
                </a:ext>
              </a:extLst>
            </p:cNvPr>
            <p:cNvSpPr>
              <a:spLocks/>
            </p:cNvSpPr>
            <p:nvPr/>
          </p:nvSpPr>
          <p:spPr bwMode="auto">
            <a:xfrm>
              <a:off x="4327" y="2661"/>
              <a:ext cx="135" cy="180"/>
            </a:xfrm>
            <a:custGeom>
              <a:avLst/>
              <a:gdLst>
                <a:gd name="T0" fmla="*/ 25 w 135"/>
                <a:gd name="T1" fmla="*/ 12 h 180"/>
                <a:gd name="T2" fmla="*/ 12 w 135"/>
                <a:gd name="T3" fmla="*/ 52 h 180"/>
                <a:gd name="T4" fmla="*/ 4 w 135"/>
                <a:gd name="T5" fmla="*/ 89 h 180"/>
                <a:gd name="T6" fmla="*/ 0 w 135"/>
                <a:gd name="T7" fmla="*/ 129 h 180"/>
                <a:gd name="T8" fmla="*/ 4 w 135"/>
                <a:gd name="T9" fmla="*/ 147 h 180"/>
                <a:gd name="T10" fmla="*/ 20 w 135"/>
                <a:gd name="T11" fmla="*/ 166 h 180"/>
                <a:gd name="T12" fmla="*/ 37 w 135"/>
                <a:gd name="T13" fmla="*/ 178 h 180"/>
                <a:gd name="T14" fmla="*/ 46 w 135"/>
                <a:gd name="T15" fmla="*/ 180 h 180"/>
                <a:gd name="T16" fmla="*/ 90 w 135"/>
                <a:gd name="T17" fmla="*/ 135 h 180"/>
                <a:gd name="T18" fmla="*/ 135 w 135"/>
                <a:gd name="T19" fmla="*/ 66 h 180"/>
                <a:gd name="T20" fmla="*/ 122 w 135"/>
                <a:gd name="T21" fmla="*/ 36 h 180"/>
                <a:gd name="T22" fmla="*/ 108 w 135"/>
                <a:gd name="T23" fmla="*/ 26 h 180"/>
                <a:gd name="T24" fmla="*/ 90 w 135"/>
                <a:gd name="T25" fmla="*/ 12 h 180"/>
                <a:gd name="T26" fmla="*/ 66 w 135"/>
                <a:gd name="T27" fmla="*/ 2 h 180"/>
                <a:gd name="T28" fmla="*/ 46 w 135"/>
                <a:gd name="T29" fmla="*/ 0 h 180"/>
                <a:gd name="T30" fmla="*/ 25 w 135"/>
                <a:gd name="T31" fmla="*/ 12 h 1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5" h="180">
                  <a:moveTo>
                    <a:pt x="25" y="12"/>
                  </a:moveTo>
                  <a:lnTo>
                    <a:pt x="12" y="52"/>
                  </a:lnTo>
                  <a:lnTo>
                    <a:pt x="4" y="89"/>
                  </a:lnTo>
                  <a:lnTo>
                    <a:pt x="0" y="129"/>
                  </a:lnTo>
                  <a:lnTo>
                    <a:pt x="4" y="147"/>
                  </a:lnTo>
                  <a:lnTo>
                    <a:pt x="20" y="166"/>
                  </a:lnTo>
                  <a:lnTo>
                    <a:pt x="37" y="178"/>
                  </a:lnTo>
                  <a:lnTo>
                    <a:pt x="46" y="180"/>
                  </a:lnTo>
                  <a:lnTo>
                    <a:pt x="90" y="135"/>
                  </a:lnTo>
                  <a:lnTo>
                    <a:pt x="135" y="66"/>
                  </a:lnTo>
                  <a:lnTo>
                    <a:pt x="122" y="36"/>
                  </a:lnTo>
                  <a:lnTo>
                    <a:pt x="108" y="26"/>
                  </a:lnTo>
                  <a:lnTo>
                    <a:pt x="90" y="12"/>
                  </a:lnTo>
                  <a:lnTo>
                    <a:pt x="66" y="2"/>
                  </a:lnTo>
                  <a:lnTo>
                    <a:pt x="46" y="0"/>
                  </a:lnTo>
                  <a:lnTo>
                    <a:pt x="25" y="12"/>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109583" name="Freeform 34">
              <a:extLst>
                <a:ext uri="{FF2B5EF4-FFF2-40B4-BE49-F238E27FC236}">
                  <a16:creationId xmlns:a16="http://schemas.microsoft.com/office/drawing/2014/main" id="{E686F54B-994B-E44E-8516-DE4D6F62B25A}"/>
                </a:ext>
              </a:extLst>
            </p:cNvPr>
            <p:cNvSpPr>
              <a:spLocks/>
            </p:cNvSpPr>
            <p:nvPr/>
          </p:nvSpPr>
          <p:spPr bwMode="auto">
            <a:xfrm>
              <a:off x="4491" y="2487"/>
              <a:ext cx="81" cy="63"/>
            </a:xfrm>
            <a:custGeom>
              <a:avLst/>
              <a:gdLst>
                <a:gd name="T0" fmla="*/ 81 w 81"/>
                <a:gd name="T1" fmla="*/ 63 h 63"/>
                <a:gd name="T2" fmla="*/ 64 w 81"/>
                <a:gd name="T3" fmla="*/ 40 h 63"/>
                <a:gd name="T4" fmla="*/ 42 w 81"/>
                <a:gd name="T5" fmla="*/ 20 h 63"/>
                <a:gd name="T6" fmla="*/ 22 w 81"/>
                <a:gd name="T7" fmla="*/ 6 h 63"/>
                <a:gd name="T8" fmla="*/ 0 w 81"/>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63">
                  <a:moveTo>
                    <a:pt x="81" y="63"/>
                  </a:moveTo>
                  <a:lnTo>
                    <a:pt x="64" y="40"/>
                  </a:lnTo>
                  <a:lnTo>
                    <a:pt x="42" y="20"/>
                  </a:lnTo>
                  <a:lnTo>
                    <a:pt x="22" y="6"/>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84" name="Freeform 35">
              <a:extLst>
                <a:ext uri="{FF2B5EF4-FFF2-40B4-BE49-F238E27FC236}">
                  <a16:creationId xmlns:a16="http://schemas.microsoft.com/office/drawing/2014/main" id="{02EC415B-7CAB-5540-AA58-871A54D8F7D1}"/>
                </a:ext>
              </a:extLst>
            </p:cNvPr>
            <p:cNvSpPr>
              <a:spLocks/>
            </p:cNvSpPr>
            <p:nvPr/>
          </p:nvSpPr>
          <p:spPr bwMode="auto">
            <a:xfrm>
              <a:off x="4611" y="2303"/>
              <a:ext cx="79" cy="63"/>
            </a:xfrm>
            <a:custGeom>
              <a:avLst/>
              <a:gdLst>
                <a:gd name="T0" fmla="*/ 79 w 79"/>
                <a:gd name="T1" fmla="*/ 63 h 63"/>
                <a:gd name="T2" fmla="*/ 59 w 79"/>
                <a:gd name="T3" fmla="*/ 38 h 63"/>
                <a:gd name="T4" fmla="*/ 39 w 79"/>
                <a:gd name="T5" fmla="*/ 18 h 63"/>
                <a:gd name="T6" fmla="*/ 12 w 79"/>
                <a:gd name="T7" fmla="*/ 6 h 63"/>
                <a:gd name="T8" fmla="*/ 0 w 79"/>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63">
                  <a:moveTo>
                    <a:pt x="79" y="63"/>
                  </a:moveTo>
                  <a:lnTo>
                    <a:pt x="59" y="38"/>
                  </a:lnTo>
                  <a:lnTo>
                    <a:pt x="39" y="18"/>
                  </a:lnTo>
                  <a:lnTo>
                    <a:pt x="12" y="6"/>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85" name="Freeform 36">
              <a:extLst>
                <a:ext uri="{FF2B5EF4-FFF2-40B4-BE49-F238E27FC236}">
                  <a16:creationId xmlns:a16="http://schemas.microsoft.com/office/drawing/2014/main" id="{6F2DBF1B-EFEC-1B4D-ACC8-7995C0C1FE0C}"/>
                </a:ext>
              </a:extLst>
            </p:cNvPr>
            <p:cNvSpPr>
              <a:spLocks/>
            </p:cNvSpPr>
            <p:nvPr/>
          </p:nvSpPr>
          <p:spPr bwMode="auto">
            <a:xfrm>
              <a:off x="4651" y="2281"/>
              <a:ext cx="44" cy="72"/>
            </a:xfrm>
            <a:custGeom>
              <a:avLst/>
              <a:gdLst>
                <a:gd name="T0" fmla="*/ 44 w 44"/>
                <a:gd name="T1" fmla="*/ 72 h 72"/>
                <a:gd name="T2" fmla="*/ 27 w 44"/>
                <a:gd name="T3" fmla="*/ 38 h 72"/>
                <a:gd name="T4" fmla="*/ 14 w 44"/>
                <a:gd name="T5" fmla="*/ 16 h 72"/>
                <a:gd name="T6" fmla="*/ 0 w 44"/>
                <a:gd name="T7" fmla="*/ 0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72">
                  <a:moveTo>
                    <a:pt x="44" y="72"/>
                  </a:moveTo>
                  <a:lnTo>
                    <a:pt x="27" y="38"/>
                  </a:lnTo>
                  <a:lnTo>
                    <a:pt x="14" y="16"/>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86" name="Freeform 37">
              <a:extLst>
                <a:ext uri="{FF2B5EF4-FFF2-40B4-BE49-F238E27FC236}">
                  <a16:creationId xmlns:a16="http://schemas.microsoft.com/office/drawing/2014/main" id="{F5C7C0EF-9FCB-F340-9C63-26965940791D}"/>
                </a:ext>
              </a:extLst>
            </p:cNvPr>
            <p:cNvSpPr>
              <a:spLocks/>
            </p:cNvSpPr>
            <p:nvPr/>
          </p:nvSpPr>
          <p:spPr bwMode="auto">
            <a:xfrm>
              <a:off x="5241" y="1555"/>
              <a:ext cx="152" cy="141"/>
            </a:xfrm>
            <a:custGeom>
              <a:avLst/>
              <a:gdLst>
                <a:gd name="T0" fmla="*/ 0 w 152"/>
                <a:gd name="T1" fmla="*/ 141 h 141"/>
                <a:gd name="T2" fmla="*/ 76 w 152"/>
                <a:gd name="T3" fmla="*/ 40 h 141"/>
                <a:gd name="T4" fmla="*/ 152 w 152"/>
                <a:gd name="T5" fmla="*/ 0 h 141"/>
                <a:gd name="T6" fmla="*/ 0 60000 65536"/>
                <a:gd name="T7" fmla="*/ 0 60000 65536"/>
                <a:gd name="T8" fmla="*/ 0 60000 65536"/>
              </a:gdLst>
              <a:ahLst/>
              <a:cxnLst>
                <a:cxn ang="T6">
                  <a:pos x="T0" y="T1"/>
                </a:cxn>
                <a:cxn ang="T7">
                  <a:pos x="T2" y="T3"/>
                </a:cxn>
                <a:cxn ang="T8">
                  <a:pos x="T4" y="T5"/>
                </a:cxn>
              </a:cxnLst>
              <a:rect l="0" t="0" r="r" b="b"/>
              <a:pathLst>
                <a:path w="152" h="141">
                  <a:moveTo>
                    <a:pt x="0" y="141"/>
                  </a:moveTo>
                  <a:lnTo>
                    <a:pt x="76" y="40"/>
                  </a:lnTo>
                  <a:lnTo>
                    <a:pt x="152"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87" name="Freeform 38">
              <a:extLst>
                <a:ext uri="{FF2B5EF4-FFF2-40B4-BE49-F238E27FC236}">
                  <a16:creationId xmlns:a16="http://schemas.microsoft.com/office/drawing/2014/main" id="{948A313A-F281-B545-8F08-79088686F8F1}"/>
                </a:ext>
              </a:extLst>
            </p:cNvPr>
            <p:cNvSpPr>
              <a:spLocks/>
            </p:cNvSpPr>
            <p:nvPr/>
          </p:nvSpPr>
          <p:spPr bwMode="auto">
            <a:xfrm>
              <a:off x="4689" y="3296"/>
              <a:ext cx="47" cy="44"/>
            </a:xfrm>
            <a:custGeom>
              <a:avLst/>
              <a:gdLst>
                <a:gd name="T0" fmla="*/ 47 w 47"/>
                <a:gd name="T1" fmla="*/ 44 h 44"/>
                <a:gd name="T2" fmla="*/ 25 w 47"/>
                <a:gd name="T3" fmla="*/ 14 h 44"/>
                <a:gd name="T4" fmla="*/ 0 w 47"/>
                <a:gd name="T5" fmla="*/ 0 h 44"/>
                <a:gd name="T6" fmla="*/ 0 60000 65536"/>
                <a:gd name="T7" fmla="*/ 0 60000 65536"/>
                <a:gd name="T8" fmla="*/ 0 60000 65536"/>
              </a:gdLst>
              <a:ahLst/>
              <a:cxnLst>
                <a:cxn ang="T6">
                  <a:pos x="T0" y="T1"/>
                </a:cxn>
                <a:cxn ang="T7">
                  <a:pos x="T2" y="T3"/>
                </a:cxn>
                <a:cxn ang="T8">
                  <a:pos x="T4" y="T5"/>
                </a:cxn>
              </a:cxnLst>
              <a:rect l="0" t="0" r="r" b="b"/>
              <a:pathLst>
                <a:path w="47" h="44">
                  <a:moveTo>
                    <a:pt x="47" y="44"/>
                  </a:moveTo>
                  <a:lnTo>
                    <a:pt x="25" y="14"/>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88" name="Freeform 39">
              <a:extLst>
                <a:ext uri="{FF2B5EF4-FFF2-40B4-BE49-F238E27FC236}">
                  <a16:creationId xmlns:a16="http://schemas.microsoft.com/office/drawing/2014/main" id="{E7FE4A85-F0CC-6043-B4A0-CEBF40DF71AE}"/>
                </a:ext>
              </a:extLst>
            </p:cNvPr>
            <p:cNvSpPr>
              <a:spLocks/>
            </p:cNvSpPr>
            <p:nvPr/>
          </p:nvSpPr>
          <p:spPr bwMode="auto">
            <a:xfrm>
              <a:off x="4616" y="2881"/>
              <a:ext cx="64" cy="71"/>
            </a:xfrm>
            <a:custGeom>
              <a:avLst/>
              <a:gdLst>
                <a:gd name="T0" fmla="*/ 64 w 64"/>
                <a:gd name="T1" fmla="*/ 71 h 71"/>
                <a:gd name="T2" fmla="*/ 44 w 64"/>
                <a:gd name="T3" fmla="*/ 41 h 71"/>
                <a:gd name="T4" fmla="*/ 19 w 64"/>
                <a:gd name="T5" fmla="*/ 16 h 71"/>
                <a:gd name="T6" fmla="*/ 0 w 64"/>
                <a:gd name="T7" fmla="*/ 0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4" h="71">
                  <a:moveTo>
                    <a:pt x="64" y="71"/>
                  </a:moveTo>
                  <a:lnTo>
                    <a:pt x="44" y="41"/>
                  </a:lnTo>
                  <a:lnTo>
                    <a:pt x="19" y="16"/>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89" name="Freeform 40">
              <a:extLst>
                <a:ext uri="{FF2B5EF4-FFF2-40B4-BE49-F238E27FC236}">
                  <a16:creationId xmlns:a16="http://schemas.microsoft.com/office/drawing/2014/main" id="{F043981C-192B-FB46-8579-C36947408A61}"/>
                </a:ext>
              </a:extLst>
            </p:cNvPr>
            <p:cNvSpPr>
              <a:spLocks/>
            </p:cNvSpPr>
            <p:nvPr/>
          </p:nvSpPr>
          <p:spPr bwMode="auto">
            <a:xfrm>
              <a:off x="4332" y="3251"/>
              <a:ext cx="48" cy="65"/>
            </a:xfrm>
            <a:custGeom>
              <a:avLst/>
              <a:gdLst>
                <a:gd name="T0" fmla="*/ 48 w 48"/>
                <a:gd name="T1" fmla="*/ 65 h 65"/>
                <a:gd name="T2" fmla="*/ 26 w 48"/>
                <a:gd name="T3" fmla="*/ 30 h 65"/>
                <a:gd name="T4" fmla="*/ 0 w 48"/>
                <a:gd name="T5" fmla="*/ 0 h 65"/>
                <a:gd name="T6" fmla="*/ 0 60000 65536"/>
                <a:gd name="T7" fmla="*/ 0 60000 65536"/>
                <a:gd name="T8" fmla="*/ 0 60000 65536"/>
              </a:gdLst>
              <a:ahLst/>
              <a:cxnLst>
                <a:cxn ang="T6">
                  <a:pos x="T0" y="T1"/>
                </a:cxn>
                <a:cxn ang="T7">
                  <a:pos x="T2" y="T3"/>
                </a:cxn>
                <a:cxn ang="T8">
                  <a:pos x="T4" y="T5"/>
                </a:cxn>
              </a:cxnLst>
              <a:rect l="0" t="0" r="r" b="b"/>
              <a:pathLst>
                <a:path w="48" h="65">
                  <a:moveTo>
                    <a:pt x="48" y="65"/>
                  </a:moveTo>
                  <a:lnTo>
                    <a:pt x="26" y="30"/>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extLst>
      <p:ext uri="{BB962C8B-B14F-4D97-AF65-F5344CB8AC3E}">
        <p14:creationId xmlns:p14="http://schemas.microsoft.com/office/powerpoint/2010/main" val="3263182711"/>
      </p:ext>
    </p:extLst>
  </p:cSld>
  <p:clrMapOvr>
    <a:masterClrMapping/>
  </p:clrMapOvr>
  <p:transition>
    <p:fade thruBlk="1"/>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a:xfrm>
            <a:off x="344489" y="1143000"/>
            <a:ext cx="9289032" cy="861774"/>
          </a:xfrm>
        </p:spPr>
        <p:txBody>
          <a:bodyPr/>
          <a:lstStyle/>
          <a:p>
            <a:pPr>
              <a:lnSpc>
                <a:spcPct val="100000"/>
              </a:lnSpc>
              <a:spcBef>
                <a:spcPts val="0"/>
              </a:spcBef>
            </a:pPr>
            <a:r>
              <a:rPr lang="en-US" altLang="zh-CN" b="0" dirty="0"/>
              <a:t>3.</a:t>
            </a:r>
            <a:r>
              <a:rPr lang="zh-CN" altLang="en-US" b="0" dirty="0"/>
              <a:t> 数据库设计包括哪些阶段？分别简述各阶段的要完成的工作。</a:t>
            </a:r>
            <a:endParaRPr lang="en-US" altLang="zh-CN" b="0" dirty="0"/>
          </a:p>
        </p:txBody>
      </p:sp>
      <p:sp>
        <p:nvSpPr>
          <p:cNvPr id="4" name="灯片编号占位符 3"/>
          <p:cNvSpPr>
            <a:spLocks noGrp="1"/>
          </p:cNvSpPr>
          <p:nvPr>
            <p:ph type="sldNum" sz="quarter" idx="10"/>
          </p:nvPr>
        </p:nvSpPr>
        <p:spPr/>
        <p:txBody>
          <a:bodyPr/>
          <a:lstStyle/>
          <a:p>
            <a:pPr>
              <a:defRPr/>
            </a:pPr>
            <a:fld id="{8E85C290-66D7-462D-A3D3-BF1D489C307C}" type="slidenum">
              <a:rPr lang="zh-CN" altLang="en-US" smtClean="0"/>
              <a:pPr>
                <a:defRPr/>
              </a:pPr>
              <a:t>71</a:t>
            </a:fld>
            <a:endParaRPr lang="en-US" altLang="zh-CN"/>
          </a:p>
        </p:txBody>
      </p:sp>
      <p:sp>
        <p:nvSpPr>
          <p:cNvPr id="5" name="日期占位符 4"/>
          <p:cNvSpPr>
            <a:spLocks noGrp="1"/>
          </p:cNvSpPr>
          <p:nvPr>
            <p:ph type="dt" sz="half" idx="11"/>
          </p:nvPr>
        </p:nvSpPr>
        <p:spPr/>
        <p:txBody>
          <a:bodyPr/>
          <a:lstStyle/>
          <a:p>
            <a:pPr>
              <a:defRPr/>
            </a:pPr>
            <a:fld id="{243232A3-5862-4980-BEDF-A7E6FECDDA58}" type="datetime1">
              <a:rPr lang="zh-CN" altLang="en-US" smtClean="0"/>
              <a:pPr>
                <a:defRPr/>
              </a:pPr>
              <a:t>2023/5/16</a:t>
            </a:fld>
            <a:endParaRPr lang="en-US" altLang="zh-CN" sz="1000"/>
          </a:p>
        </p:txBody>
      </p:sp>
    </p:spTree>
    <p:extLst>
      <p:ext uri="{BB962C8B-B14F-4D97-AF65-F5344CB8AC3E}">
        <p14:creationId xmlns:p14="http://schemas.microsoft.com/office/powerpoint/2010/main" val="23208974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5">
            <a:extLst>
              <a:ext uri="{FF2B5EF4-FFF2-40B4-BE49-F238E27FC236}">
                <a16:creationId xmlns:a16="http://schemas.microsoft.com/office/drawing/2014/main" id="{472EA8D1-C9A7-1A42-B12F-F82A0493C286}"/>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E8DA1BEA-3970-3744-8294-0BB8AEC3AE93}" type="slidenum">
              <a:rPr lang="de-DE" altLang="zh-CN" sz="1400">
                <a:solidFill>
                  <a:srgbClr val="40458C"/>
                </a:solidFill>
                <a:latin typeface="Tahoma" panose="020B0604030504040204" pitchFamily="34" charset="0"/>
              </a:rPr>
              <a:pPr/>
              <a:t>72</a:t>
            </a:fld>
            <a:endParaRPr lang="de-DE" altLang="zh-CN" sz="1400">
              <a:solidFill>
                <a:srgbClr val="40458C"/>
              </a:solidFill>
              <a:latin typeface="Tahoma" panose="020B0604030504040204" pitchFamily="34" charset="0"/>
            </a:endParaRPr>
          </a:p>
          <a:p>
            <a:endParaRPr lang="de-DE" altLang="zh-CN" sz="1400">
              <a:solidFill>
                <a:srgbClr val="40458C"/>
              </a:solidFill>
              <a:latin typeface="Tahoma" panose="020B0604030504040204" pitchFamily="34" charset="0"/>
            </a:endParaRPr>
          </a:p>
        </p:txBody>
      </p:sp>
      <p:sp>
        <p:nvSpPr>
          <p:cNvPr id="69635" name="Rectangle 2">
            <a:extLst>
              <a:ext uri="{FF2B5EF4-FFF2-40B4-BE49-F238E27FC236}">
                <a16:creationId xmlns:a16="http://schemas.microsoft.com/office/drawing/2014/main" id="{8571BF2F-C625-2244-9AFB-BB5CA309A5FC}"/>
              </a:ext>
            </a:extLst>
          </p:cNvPr>
          <p:cNvSpPr>
            <a:spLocks noGrp="1" noChangeArrowheads="1"/>
          </p:cNvSpPr>
          <p:nvPr>
            <p:ph type="title"/>
          </p:nvPr>
        </p:nvSpPr>
        <p:spPr>
          <a:xfrm>
            <a:off x="990600" y="188913"/>
            <a:ext cx="7677150" cy="649287"/>
          </a:xfrm>
        </p:spPr>
        <p:txBody>
          <a:bodyPr/>
          <a:lstStyle/>
          <a:p>
            <a:pPr eaLnBrk="1" hangingPunct="1"/>
            <a:r>
              <a:rPr lang="en-US" altLang="zh-CN"/>
              <a:t>ER</a:t>
            </a:r>
            <a:r>
              <a:rPr lang="zh-CN" altLang="en-US"/>
              <a:t>模型的转换实例</a:t>
            </a:r>
            <a:endParaRPr lang="en-US" altLang="zh-CN"/>
          </a:p>
        </p:txBody>
      </p:sp>
      <p:sp>
        <p:nvSpPr>
          <p:cNvPr id="481331" name="Text Box 51">
            <a:extLst>
              <a:ext uri="{FF2B5EF4-FFF2-40B4-BE49-F238E27FC236}">
                <a16:creationId xmlns:a16="http://schemas.microsoft.com/office/drawing/2014/main" id="{334734B8-C8A5-534F-A153-0AE845D22CCC}"/>
              </a:ext>
            </a:extLst>
          </p:cNvPr>
          <p:cNvSpPr txBox="1">
            <a:spLocks noChangeArrowheads="1"/>
          </p:cNvSpPr>
          <p:nvPr/>
        </p:nvSpPr>
        <p:spPr bwMode="auto">
          <a:xfrm>
            <a:off x="741363" y="1557338"/>
            <a:ext cx="9828212" cy="31400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lang="zh-CN" altLang="en-US" sz="3600" b="0">
                <a:solidFill>
                  <a:srgbClr val="0000CC"/>
                </a:solidFill>
                <a:latin typeface="宋体" panose="02010600030101010101" pitchFamily="2" charset="-122"/>
              </a:rPr>
              <a:t>旅游线路 旅游团 游客 导游</a:t>
            </a:r>
            <a:endParaRPr lang="en-US" altLang="zh-CN" sz="3600" b="0">
              <a:solidFill>
                <a:srgbClr val="0000CC"/>
              </a:solidFill>
              <a:latin typeface="宋体" panose="02010600030101010101" pitchFamily="2" charset="-122"/>
            </a:endParaRPr>
          </a:p>
          <a:p>
            <a:pPr eaLnBrk="1" hangingPunct="1">
              <a:spcBef>
                <a:spcPct val="50000"/>
              </a:spcBef>
              <a:buFontTx/>
              <a:buChar char="•"/>
            </a:pPr>
            <a:r>
              <a:rPr lang="zh-CN" altLang="en-US" sz="3600">
                <a:solidFill>
                  <a:srgbClr val="40458C"/>
                </a:solidFill>
                <a:latin typeface="宋体" panose="02010600030101010101" pitchFamily="2" charset="-122"/>
              </a:rPr>
              <a:t>旅游班次交通 工具</a:t>
            </a:r>
          </a:p>
          <a:p>
            <a:pPr eaLnBrk="1" hangingPunct="1">
              <a:spcBef>
                <a:spcPct val="50000"/>
              </a:spcBef>
              <a:buFontTx/>
              <a:buChar char="•"/>
            </a:pPr>
            <a:r>
              <a:rPr lang="zh-CN" altLang="en-US" sz="3600">
                <a:solidFill>
                  <a:srgbClr val="40458C"/>
                </a:solidFill>
                <a:latin typeface="宋体" panose="02010600030101010101" pitchFamily="2" charset="-122"/>
              </a:rPr>
              <a:t>安全保险</a:t>
            </a:r>
          </a:p>
          <a:p>
            <a:pPr eaLnBrk="1" hangingPunct="1">
              <a:spcBef>
                <a:spcPct val="50000"/>
              </a:spcBef>
              <a:buFontTx/>
              <a:buChar char="•"/>
            </a:pPr>
            <a:r>
              <a:rPr lang="zh-CN" altLang="en-US" sz="3600">
                <a:solidFill>
                  <a:srgbClr val="40458C"/>
                </a:solidFill>
                <a:latin typeface="宋体" panose="02010600030101010101" pitchFamily="2" charset="-122"/>
              </a:rPr>
              <a:t>宾馆</a:t>
            </a:r>
            <a:r>
              <a:rPr lang="en-US" altLang="zh-CN" sz="3600" b="0">
                <a:solidFill>
                  <a:srgbClr val="0000CC"/>
                </a:solidFill>
                <a:latin typeface="宋体" panose="02010600030101010101" pitchFamily="2" charset="-122"/>
              </a:rPr>
              <a:t>…</a:t>
            </a:r>
            <a:endParaRPr lang="zh-CN" altLang="en-US" sz="3600" b="0">
              <a:solidFill>
                <a:srgbClr val="0000CC"/>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1331"/>
                                        </p:tgtEl>
                                        <p:attrNameLst>
                                          <p:attrName>style.visibility</p:attrName>
                                        </p:attrNameLst>
                                      </p:cBhvr>
                                      <p:to>
                                        <p:strVal val="visible"/>
                                      </p:to>
                                    </p:set>
                                    <p:animEffect transition="in" filter="dissolve">
                                      <p:cBhvr>
                                        <p:cTn id="7" dur="500"/>
                                        <p:tgtEl>
                                          <p:spTgt spid="481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5">
            <a:extLst>
              <a:ext uri="{FF2B5EF4-FFF2-40B4-BE49-F238E27FC236}">
                <a16:creationId xmlns:a16="http://schemas.microsoft.com/office/drawing/2014/main" id="{3D8C2AA7-72D6-E140-89A8-626A623C0F12}"/>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BE91120-DB60-B643-A6E1-1090FD262901}" type="slidenum">
              <a:rPr lang="de-DE" altLang="zh-CN" sz="1400">
                <a:solidFill>
                  <a:srgbClr val="40458C"/>
                </a:solidFill>
                <a:latin typeface="Tahoma" panose="020B0604030504040204" pitchFamily="34" charset="0"/>
              </a:rPr>
              <a:pPr/>
              <a:t>73</a:t>
            </a:fld>
            <a:endParaRPr lang="de-DE" altLang="zh-CN" sz="1400">
              <a:solidFill>
                <a:srgbClr val="40458C"/>
              </a:solidFill>
              <a:latin typeface="Tahoma" panose="020B0604030504040204" pitchFamily="34" charset="0"/>
            </a:endParaRPr>
          </a:p>
          <a:p>
            <a:endParaRPr lang="de-DE" altLang="zh-CN" sz="1400">
              <a:solidFill>
                <a:srgbClr val="40458C"/>
              </a:solidFill>
              <a:latin typeface="Tahoma" panose="020B0604030504040204" pitchFamily="34" charset="0"/>
            </a:endParaRPr>
          </a:p>
        </p:txBody>
      </p:sp>
      <p:sp>
        <p:nvSpPr>
          <p:cNvPr id="70659" name="Rectangle 2">
            <a:extLst>
              <a:ext uri="{FF2B5EF4-FFF2-40B4-BE49-F238E27FC236}">
                <a16:creationId xmlns:a16="http://schemas.microsoft.com/office/drawing/2014/main" id="{D92D77AC-0AC9-194D-A130-DE1676A8B93B}"/>
              </a:ext>
            </a:extLst>
          </p:cNvPr>
          <p:cNvSpPr>
            <a:spLocks noGrp="1" noChangeArrowheads="1"/>
          </p:cNvSpPr>
          <p:nvPr>
            <p:ph type="title"/>
          </p:nvPr>
        </p:nvSpPr>
        <p:spPr>
          <a:xfrm>
            <a:off x="990600" y="188913"/>
            <a:ext cx="7677150" cy="649287"/>
          </a:xfrm>
        </p:spPr>
        <p:txBody>
          <a:bodyPr/>
          <a:lstStyle/>
          <a:p>
            <a:pPr eaLnBrk="1" hangingPunct="1"/>
            <a:r>
              <a:rPr lang="en-US" altLang="zh-CN"/>
              <a:t>ER</a:t>
            </a:r>
            <a:r>
              <a:rPr lang="zh-CN" altLang="en-US"/>
              <a:t>模型的转换实例</a:t>
            </a:r>
            <a:endParaRPr lang="en-US" altLang="zh-CN"/>
          </a:p>
        </p:txBody>
      </p:sp>
      <p:grpSp>
        <p:nvGrpSpPr>
          <p:cNvPr id="481332" name="Group 52">
            <a:extLst>
              <a:ext uri="{FF2B5EF4-FFF2-40B4-BE49-F238E27FC236}">
                <a16:creationId xmlns:a16="http://schemas.microsoft.com/office/drawing/2014/main" id="{C74B0329-7E7C-6744-BD13-41A83E48B0BE}"/>
              </a:ext>
            </a:extLst>
          </p:cNvPr>
          <p:cNvGrpSpPr>
            <a:grpSpLocks/>
          </p:cNvGrpSpPr>
          <p:nvPr/>
        </p:nvGrpSpPr>
        <p:grpSpPr bwMode="auto">
          <a:xfrm>
            <a:off x="271463" y="1052513"/>
            <a:ext cx="9363075" cy="5400675"/>
            <a:chOff x="158" y="663"/>
            <a:chExt cx="5444" cy="3402"/>
          </a:xfrm>
        </p:grpSpPr>
        <p:sp>
          <p:nvSpPr>
            <p:cNvPr id="103430" name="Rectangle 4">
              <a:extLst>
                <a:ext uri="{FF2B5EF4-FFF2-40B4-BE49-F238E27FC236}">
                  <a16:creationId xmlns:a16="http://schemas.microsoft.com/office/drawing/2014/main" id="{EC0FCEED-6747-3A49-8E6D-2FB0F3B0B25E}"/>
                </a:ext>
              </a:extLst>
            </p:cNvPr>
            <p:cNvSpPr>
              <a:spLocks noChangeArrowheads="1"/>
            </p:cNvSpPr>
            <p:nvPr/>
          </p:nvSpPr>
          <p:spPr bwMode="auto">
            <a:xfrm>
              <a:off x="2336" y="663"/>
              <a:ext cx="907" cy="27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 旅游线路</a:t>
              </a:r>
            </a:p>
          </p:txBody>
        </p:sp>
        <p:sp>
          <p:nvSpPr>
            <p:cNvPr id="103431" name="AutoShape 5">
              <a:extLst>
                <a:ext uri="{FF2B5EF4-FFF2-40B4-BE49-F238E27FC236}">
                  <a16:creationId xmlns:a16="http://schemas.microsoft.com/office/drawing/2014/main" id="{01EF9BD9-FDAD-0241-9B72-E487F29E4ACB}"/>
                </a:ext>
              </a:extLst>
            </p:cNvPr>
            <p:cNvSpPr>
              <a:spLocks noChangeArrowheads="1"/>
            </p:cNvSpPr>
            <p:nvPr/>
          </p:nvSpPr>
          <p:spPr bwMode="auto">
            <a:xfrm>
              <a:off x="2426" y="1117"/>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开 设</a:t>
              </a:r>
            </a:p>
          </p:txBody>
        </p:sp>
        <p:sp>
          <p:nvSpPr>
            <p:cNvPr id="103432" name="Rectangle 8">
              <a:extLst>
                <a:ext uri="{FF2B5EF4-FFF2-40B4-BE49-F238E27FC236}">
                  <a16:creationId xmlns:a16="http://schemas.microsoft.com/office/drawing/2014/main" id="{5DFEB995-2E29-E145-8C22-1A968E0E77CA}"/>
                </a:ext>
              </a:extLst>
            </p:cNvPr>
            <p:cNvSpPr>
              <a:spLocks noChangeArrowheads="1"/>
            </p:cNvSpPr>
            <p:nvPr/>
          </p:nvSpPr>
          <p:spPr bwMode="auto">
            <a:xfrm>
              <a:off x="2336" y="1616"/>
              <a:ext cx="907" cy="27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 旅游班次</a:t>
              </a:r>
            </a:p>
          </p:txBody>
        </p:sp>
        <p:sp>
          <p:nvSpPr>
            <p:cNvPr id="103433" name="AutoShape 9">
              <a:extLst>
                <a:ext uri="{FF2B5EF4-FFF2-40B4-BE49-F238E27FC236}">
                  <a16:creationId xmlns:a16="http://schemas.microsoft.com/office/drawing/2014/main" id="{5F409CE5-B734-B449-98B2-CF1858529F91}"/>
                </a:ext>
              </a:extLst>
            </p:cNvPr>
            <p:cNvSpPr>
              <a:spLocks noChangeArrowheads="1"/>
            </p:cNvSpPr>
            <p:nvPr/>
          </p:nvSpPr>
          <p:spPr bwMode="auto">
            <a:xfrm>
              <a:off x="2426" y="2205"/>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有</a:t>
              </a:r>
            </a:p>
          </p:txBody>
        </p:sp>
        <p:sp>
          <p:nvSpPr>
            <p:cNvPr id="103434" name="Rectangle 10">
              <a:extLst>
                <a:ext uri="{FF2B5EF4-FFF2-40B4-BE49-F238E27FC236}">
                  <a16:creationId xmlns:a16="http://schemas.microsoft.com/office/drawing/2014/main" id="{DA9596E8-01F7-424A-8A50-11CAF82CF417}"/>
                </a:ext>
              </a:extLst>
            </p:cNvPr>
            <p:cNvSpPr>
              <a:spLocks noChangeArrowheads="1"/>
            </p:cNvSpPr>
            <p:nvPr/>
          </p:nvSpPr>
          <p:spPr bwMode="auto">
            <a:xfrm>
              <a:off x="2336" y="2750"/>
              <a:ext cx="907" cy="27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 旅游团</a:t>
              </a:r>
            </a:p>
          </p:txBody>
        </p:sp>
        <p:sp>
          <p:nvSpPr>
            <p:cNvPr id="103435" name="AutoShape 11">
              <a:extLst>
                <a:ext uri="{FF2B5EF4-FFF2-40B4-BE49-F238E27FC236}">
                  <a16:creationId xmlns:a16="http://schemas.microsoft.com/office/drawing/2014/main" id="{F71147FF-5438-F34E-A8C7-CA1DB1B4AF7D}"/>
                </a:ext>
              </a:extLst>
            </p:cNvPr>
            <p:cNvSpPr>
              <a:spLocks noChangeArrowheads="1"/>
            </p:cNvSpPr>
            <p:nvPr/>
          </p:nvSpPr>
          <p:spPr bwMode="auto">
            <a:xfrm>
              <a:off x="2426" y="3204"/>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组成 </a:t>
              </a:r>
            </a:p>
          </p:txBody>
        </p:sp>
        <p:sp>
          <p:nvSpPr>
            <p:cNvPr id="103436" name="Rectangle 12">
              <a:extLst>
                <a:ext uri="{FF2B5EF4-FFF2-40B4-BE49-F238E27FC236}">
                  <a16:creationId xmlns:a16="http://schemas.microsoft.com/office/drawing/2014/main" id="{8FA076E9-A277-CC49-9A07-4CAD853CE35B}"/>
                </a:ext>
              </a:extLst>
            </p:cNvPr>
            <p:cNvSpPr>
              <a:spLocks noChangeArrowheads="1"/>
            </p:cNvSpPr>
            <p:nvPr/>
          </p:nvSpPr>
          <p:spPr bwMode="auto">
            <a:xfrm>
              <a:off x="2336" y="3793"/>
              <a:ext cx="907" cy="27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游客 </a:t>
              </a:r>
            </a:p>
          </p:txBody>
        </p:sp>
        <p:sp>
          <p:nvSpPr>
            <p:cNvPr id="103437" name="AutoShape 14">
              <a:extLst>
                <a:ext uri="{FF2B5EF4-FFF2-40B4-BE49-F238E27FC236}">
                  <a16:creationId xmlns:a16="http://schemas.microsoft.com/office/drawing/2014/main" id="{C213DA9F-482F-3840-873D-C732CAC0D74C}"/>
                </a:ext>
              </a:extLst>
            </p:cNvPr>
            <p:cNvSpPr>
              <a:spLocks noChangeArrowheads="1"/>
            </p:cNvSpPr>
            <p:nvPr/>
          </p:nvSpPr>
          <p:spPr bwMode="auto">
            <a:xfrm>
              <a:off x="3787" y="1207"/>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载运 </a:t>
              </a:r>
            </a:p>
          </p:txBody>
        </p:sp>
        <p:sp>
          <p:nvSpPr>
            <p:cNvPr id="103438" name="AutoShape 15">
              <a:extLst>
                <a:ext uri="{FF2B5EF4-FFF2-40B4-BE49-F238E27FC236}">
                  <a16:creationId xmlns:a16="http://schemas.microsoft.com/office/drawing/2014/main" id="{C61BA490-D983-424E-937A-68401C760D74}"/>
                </a:ext>
              </a:extLst>
            </p:cNvPr>
            <p:cNvSpPr>
              <a:spLocks noChangeArrowheads="1"/>
            </p:cNvSpPr>
            <p:nvPr/>
          </p:nvSpPr>
          <p:spPr bwMode="auto">
            <a:xfrm>
              <a:off x="3787" y="1797"/>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食宿 </a:t>
              </a:r>
            </a:p>
          </p:txBody>
        </p:sp>
        <p:sp>
          <p:nvSpPr>
            <p:cNvPr id="103439" name="Rectangle 16">
              <a:extLst>
                <a:ext uri="{FF2B5EF4-FFF2-40B4-BE49-F238E27FC236}">
                  <a16:creationId xmlns:a16="http://schemas.microsoft.com/office/drawing/2014/main" id="{DA8FF023-CD2A-764A-AB4B-6F8631945A42}"/>
                </a:ext>
              </a:extLst>
            </p:cNvPr>
            <p:cNvSpPr>
              <a:spLocks noChangeArrowheads="1"/>
            </p:cNvSpPr>
            <p:nvPr/>
          </p:nvSpPr>
          <p:spPr bwMode="auto">
            <a:xfrm>
              <a:off x="4921" y="1071"/>
              <a:ext cx="635" cy="4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 交通</a:t>
              </a:r>
            </a:p>
            <a:p>
              <a:pPr algn="ctr" eaLnBrk="1" hangingPunct="1"/>
              <a:r>
                <a:rPr lang="zh-CN" altLang="en-US">
                  <a:solidFill>
                    <a:srgbClr val="40458C"/>
                  </a:solidFill>
                  <a:latin typeface="宋体" panose="02010600030101010101" pitchFamily="2" charset="-122"/>
                </a:rPr>
                <a:t> 工具</a:t>
              </a:r>
            </a:p>
          </p:txBody>
        </p:sp>
        <p:sp>
          <p:nvSpPr>
            <p:cNvPr id="103440" name="Rectangle 17">
              <a:extLst>
                <a:ext uri="{FF2B5EF4-FFF2-40B4-BE49-F238E27FC236}">
                  <a16:creationId xmlns:a16="http://schemas.microsoft.com/office/drawing/2014/main" id="{F88CA69F-C1F0-2942-A50C-99A20AF46CC0}"/>
                </a:ext>
              </a:extLst>
            </p:cNvPr>
            <p:cNvSpPr>
              <a:spLocks noChangeArrowheads="1"/>
            </p:cNvSpPr>
            <p:nvPr/>
          </p:nvSpPr>
          <p:spPr bwMode="auto">
            <a:xfrm>
              <a:off x="4967" y="1842"/>
              <a:ext cx="635" cy="40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宾馆 </a:t>
              </a:r>
            </a:p>
          </p:txBody>
        </p:sp>
        <p:sp>
          <p:nvSpPr>
            <p:cNvPr id="103441" name="AutoShape 18">
              <a:extLst>
                <a:ext uri="{FF2B5EF4-FFF2-40B4-BE49-F238E27FC236}">
                  <a16:creationId xmlns:a16="http://schemas.microsoft.com/office/drawing/2014/main" id="{A67A6FD3-4A14-024E-ABC7-469759991A5A}"/>
                </a:ext>
              </a:extLst>
            </p:cNvPr>
            <p:cNvSpPr>
              <a:spLocks noChangeArrowheads="1"/>
            </p:cNvSpPr>
            <p:nvPr/>
          </p:nvSpPr>
          <p:spPr bwMode="auto">
            <a:xfrm>
              <a:off x="3787" y="2704"/>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参加 </a:t>
              </a:r>
            </a:p>
          </p:txBody>
        </p:sp>
        <p:sp>
          <p:nvSpPr>
            <p:cNvPr id="103442" name="Rectangle 19">
              <a:extLst>
                <a:ext uri="{FF2B5EF4-FFF2-40B4-BE49-F238E27FC236}">
                  <a16:creationId xmlns:a16="http://schemas.microsoft.com/office/drawing/2014/main" id="{D7332BB5-B441-EB49-9BFC-73D71F09D191}"/>
                </a:ext>
              </a:extLst>
            </p:cNvPr>
            <p:cNvSpPr>
              <a:spLocks noChangeArrowheads="1"/>
            </p:cNvSpPr>
            <p:nvPr/>
          </p:nvSpPr>
          <p:spPr bwMode="auto">
            <a:xfrm>
              <a:off x="4967" y="2659"/>
              <a:ext cx="635" cy="40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 安全</a:t>
              </a:r>
            </a:p>
            <a:p>
              <a:pPr algn="ctr" eaLnBrk="1" hangingPunct="1"/>
              <a:r>
                <a:rPr lang="zh-CN" altLang="en-US">
                  <a:solidFill>
                    <a:srgbClr val="40458C"/>
                  </a:solidFill>
                  <a:latin typeface="宋体" panose="02010600030101010101" pitchFamily="2" charset="-122"/>
                </a:rPr>
                <a:t> 保险</a:t>
              </a:r>
            </a:p>
          </p:txBody>
        </p:sp>
        <p:sp>
          <p:nvSpPr>
            <p:cNvPr id="103443" name="AutoShape 20">
              <a:extLst>
                <a:ext uri="{FF2B5EF4-FFF2-40B4-BE49-F238E27FC236}">
                  <a16:creationId xmlns:a16="http://schemas.microsoft.com/office/drawing/2014/main" id="{91121973-1936-EB4A-BE50-A548EEBD949A}"/>
                </a:ext>
              </a:extLst>
            </p:cNvPr>
            <p:cNvSpPr>
              <a:spLocks noChangeArrowheads="1"/>
            </p:cNvSpPr>
            <p:nvPr/>
          </p:nvSpPr>
          <p:spPr bwMode="auto">
            <a:xfrm>
              <a:off x="1066" y="2704"/>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陪同 </a:t>
              </a:r>
            </a:p>
          </p:txBody>
        </p:sp>
        <p:sp>
          <p:nvSpPr>
            <p:cNvPr id="103444" name="Rectangle 21">
              <a:extLst>
                <a:ext uri="{FF2B5EF4-FFF2-40B4-BE49-F238E27FC236}">
                  <a16:creationId xmlns:a16="http://schemas.microsoft.com/office/drawing/2014/main" id="{28F93D80-2C02-7B47-88A2-66E1DE238089}"/>
                </a:ext>
              </a:extLst>
            </p:cNvPr>
            <p:cNvSpPr>
              <a:spLocks noChangeArrowheads="1"/>
            </p:cNvSpPr>
            <p:nvPr/>
          </p:nvSpPr>
          <p:spPr bwMode="auto">
            <a:xfrm>
              <a:off x="158" y="2659"/>
              <a:ext cx="635" cy="40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导游 </a:t>
              </a:r>
            </a:p>
          </p:txBody>
        </p:sp>
        <p:sp>
          <p:nvSpPr>
            <p:cNvPr id="103445" name="Line 22">
              <a:extLst>
                <a:ext uri="{FF2B5EF4-FFF2-40B4-BE49-F238E27FC236}">
                  <a16:creationId xmlns:a16="http://schemas.microsoft.com/office/drawing/2014/main" id="{FA0636C3-0ABF-5349-B22E-7C01BCED165D}"/>
                </a:ext>
              </a:extLst>
            </p:cNvPr>
            <p:cNvSpPr>
              <a:spLocks noChangeShapeType="1"/>
            </p:cNvSpPr>
            <p:nvPr/>
          </p:nvSpPr>
          <p:spPr bwMode="auto">
            <a:xfrm>
              <a:off x="2789" y="935"/>
              <a:ext cx="0" cy="18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46" name="Line 23">
              <a:extLst>
                <a:ext uri="{FF2B5EF4-FFF2-40B4-BE49-F238E27FC236}">
                  <a16:creationId xmlns:a16="http://schemas.microsoft.com/office/drawing/2014/main" id="{9EE0BBFF-FE1C-5942-B71D-1B0A737F3ECC}"/>
                </a:ext>
              </a:extLst>
            </p:cNvPr>
            <p:cNvSpPr>
              <a:spLocks noChangeShapeType="1"/>
            </p:cNvSpPr>
            <p:nvPr/>
          </p:nvSpPr>
          <p:spPr bwMode="auto">
            <a:xfrm>
              <a:off x="2789" y="1434"/>
              <a:ext cx="0" cy="18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47" name="Line 24">
              <a:extLst>
                <a:ext uri="{FF2B5EF4-FFF2-40B4-BE49-F238E27FC236}">
                  <a16:creationId xmlns:a16="http://schemas.microsoft.com/office/drawing/2014/main" id="{DDB722D3-CF7D-E949-9BBC-F1D20D9489C9}"/>
                </a:ext>
              </a:extLst>
            </p:cNvPr>
            <p:cNvSpPr>
              <a:spLocks noChangeShapeType="1"/>
            </p:cNvSpPr>
            <p:nvPr/>
          </p:nvSpPr>
          <p:spPr bwMode="auto">
            <a:xfrm>
              <a:off x="2789" y="1888"/>
              <a:ext cx="0"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48" name="Line 25">
              <a:extLst>
                <a:ext uri="{FF2B5EF4-FFF2-40B4-BE49-F238E27FC236}">
                  <a16:creationId xmlns:a16="http://schemas.microsoft.com/office/drawing/2014/main" id="{8EA1368A-DA3E-6F41-9DDD-F5C4DAD7007A}"/>
                </a:ext>
              </a:extLst>
            </p:cNvPr>
            <p:cNvSpPr>
              <a:spLocks noChangeShapeType="1"/>
            </p:cNvSpPr>
            <p:nvPr/>
          </p:nvSpPr>
          <p:spPr bwMode="auto">
            <a:xfrm>
              <a:off x="2789" y="2523"/>
              <a:ext cx="0" cy="22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49" name="Line 26">
              <a:extLst>
                <a:ext uri="{FF2B5EF4-FFF2-40B4-BE49-F238E27FC236}">
                  <a16:creationId xmlns:a16="http://schemas.microsoft.com/office/drawing/2014/main" id="{2E04C738-9854-3644-92F5-856C2A9F38F8}"/>
                </a:ext>
              </a:extLst>
            </p:cNvPr>
            <p:cNvSpPr>
              <a:spLocks noChangeShapeType="1"/>
            </p:cNvSpPr>
            <p:nvPr/>
          </p:nvSpPr>
          <p:spPr bwMode="auto">
            <a:xfrm>
              <a:off x="2789" y="3022"/>
              <a:ext cx="0" cy="18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50" name="Line 27">
              <a:extLst>
                <a:ext uri="{FF2B5EF4-FFF2-40B4-BE49-F238E27FC236}">
                  <a16:creationId xmlns:a16="http://schemas.microsoft.com/office/drawing/2014/main" id="{00727418-60B9-8449-95C6-191837E630EB}"/>
                </a:ext>
              </a:extLst>
            </p:cNvPr>
            <p:cNvSpPr>
              <a:spLocks noChangeShapeType="1"/>
            </p:cNvSpPr>
            <p:nvPr/>
          </p:nvSpPr>
          <p:spPr bwMode="auto">
            <a:xfrm>
              <a:off x="2789" y="3521"/>
              <a:ext cx="0" cy="27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51" name="Line 28">
              <a:extLst>
                <a:ext uri="{FF2B5EF4-FFF2-40B4-BE49-F238E27FC236}">
                  <a16:creationId xmlns:a16="http://schemas.microsoft.com/office/drawing/2014/main" id="{39D1FF11-64AD-E141-B522-3115ACA2B9AB}"/>
                </a:ext>
              </a:extLst>
            </p:cNvPr>
            <p:cNvSpPr>
              <a:spLocks noChangeShapeType="1"/>
            </p:cNvSpPr>
            <p:nvPr/>
          </p:nvSpPr>
          <p:spPr bwMode="auto">
            <a:xfrm flipV="1">
              <a:off x="3243" y="1344"/>
              <a:ext cx="54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52" name="Line 29">
              <a:extLst>
                <a:ext uri="{FF2B5EF4-FFF2-40B4-BE49-F238E27FC236}">
                  <a16:creationId xmlns:a16="http://schemas.microsoft.com/office/drawing/2014/main" id="{5179CDBA-0A47-1244-B1DE-1C79C58BF271}"/>
                </a:ext>
              </a:extLst>
            </p:cNvPr>
            <p:cNvSpPr>
              <a:spLocks noChangeShapeType="1"/>
            </p:cNvSpPr>
            <p:nvPr/>
          </p:nvSpPr>
          <p:spPr bwMode="auto">
            <a:xfrm>
              <a:off x="3243" y="1842"/>
              <a:ext cx="544" cy="1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53" name="Line 30">
              <a:extLst>
                <a:ext uri="{FF2B5EF4-FFF2-40B4-BE49-F238E27FC236}">
                  <a16:creationId xmlns:a16="http://schemas.microsoft.com/office/drawing/2014/main" id="{AB1849EE-B371-0E4D-89F5-922749C9C787}"/>
                </a:ext>
              </a:extLst>
            </p:cNvPr>
            <p:cNvSpPr>
              <a:spLocks noChangeShapeType="1"/>
            </p:cNvSpPr>
            <p:nvPr/>
          </p:nvSpPr>
          <p:spPr bwMode="auto">
            <a:xfrm>
              <a:off x="4513" y="1389"/>
              <a:ext cx="4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54" name="Line 31">
              <a:extLst>
                <a:ext uri="{FF2B5EF4-FFF2-40B4-BE49-F238E27FC236}">
                  <a16:creationId xmlns:a16="http://schemas.microsoft.com/office/drawing/2014/main" id="{58E0E9E7-11D3-3844-8B24-DF478AB1111A}"/>
                </a:ext>
              </a:extLst>
            </p:cNvPr>
            <p:cNvSpPr>
              <a:spLocks noChangeShapeType="1"/>
            </p:cNvSpPr>
            <p:nvPr/>
          </p:nvSpPr>
          <p:spPr bwMode="auto">
            <a:xfrm>
              <a:off x="4468" y="1979"/>
              <a:ext cx="49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55" name="Line 32">
              <a:extLst>
                <a:ext uri="{FF2B5EF4-FFF2-40B4-BE49-F238E27FC236}">
                  <a16:creationId xmlns:a16="http://schemas.microsoft.com/office/drawing/2014/main" id="{5A70AC18-4DBE-1B48-B2D3-9E49F3CFC246}"/>
                </a:ext>
              </a:extLst>
            </p:cNvPr>
            <p:cNvSpPr>
              <a:spLocks noChangeShapeType="1"/>
            </p:cNvSpPr>
            <p:nvPr/>
          </p:nvSpPr>
          <p:spPr bwMode="auto">
            <a:xfrm>
              <a:off x="4468" y="2840"/>
              <a:ext cx="49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56" name="Line 33">
              <a:extLst>
                <a:ext uri="{FF2B5EF4-FFF2-40B4-BE49-F238E27FC236}">
                  <a16:creationId xmlns:a16="http://schemas.microsoft.com/office/drawing/2014/main" id="{62C9301B-12A1-004F-BD6A-D77822790588}"/>
                </a:ext>
              </a:extLst>
            </p:cNvPr>
            <p:cNvSpPr>
              <a:spLocks noChangeShapeType="1"/>
            </p:cNvSpPr>
            <p:nvPr/>
          </p:nvSpPr>
          <p:spPr bwMode="auto">
            <a:xfrm>
              <a:off x="3243" y="2886"/>
              <a:ext cx="5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57" name="Line 34">
              <a:extLst>
                <a:ext uri="{FF2B5EF4-FFF2-40B4-BE49-F238E27FC236}">
                  <a16:creationId xmlns:a16="http://schemas.microsoft.com/office/drawing/2014/main" id="{F68D4469-0047-1B43-A349-85D633D186C4}"/>
                </a:ext>
              </a:extLst>
            </p:cNvPr>
            <p:cNvSpPr>
              <a:spLocks noChangeShapeType="1"/>
            </p:cNvSpPr>
            <p:nvPr/>
          </p:nvSpPr>
          <p:spPr bwMode="auto">
            <a:xfrm>
              <a:off x="793" y="2886"/>
              <a:ext cx="3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58" name="Text Box 36">
              <a:extLst>
                <a:ext uri="{FF2B5EF4-FFF2-40B4-BE49-F238E27FC236}">
                  <a16:creationId xmlns:a16="http://schemas.microsoft.com/office/drawing/2014/main" id="{3B447EA9-04EB-D844-8967-68371D7B28C3}"/>
                </a:ext>
              </a:extLst>
            </p:cNvPr>
            <p:cNvSpPr txBox="1">
              <a:spLocks noChangeArrowheads="1"/>
            </p:cNvSpPr>
            <p:nvPr/>
          </p:nvSpPr>
          <p:spPr bwMode="auto">
            <a:xfrm>
              <a:off x="2925" y="981"/>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1</a:t>
              </a:r>
            </a:p>
          </p:txBody>
        </p:sp>
        <p:sp>
          <p:nvSpPr>
            <p:cNvPr id="103459" name="Text Box 37">
              <a:extLst>
                <a:ext uri="{FF2B5EF4-FFF2-40B4-BE49-F238E27FC236}">
                  <a16:creationId xmlns:a16="http://schemas.microsoft.com/office/drawing/2014/main" id="{4161CBD9-4210-E148-8A19-CAF9B82091EA}"/>
                </a:ext>
              </a:extLst>
            </p:cNvPr>
            <p:cNvSpPr txBox="1">
              <a:spLocks noChangeArrowheads="1"/>
            </p:cNvSpPr>
            <p:nvPr/>
          </p:nvSpPr>
          <p:spPr bwMode="auto">
            <a:xfrm>
              <a:off x="2971" y="1344"/>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3460" name="Text Box 38">
              <a:extLst>
                <a:ext uri="{FF2B5EF4-FFF2-40B4-BE49-F238E27FC236}">
                  <a16:creationId xmlns:a16="http://schemas.microsoft.com/office/drawing/2014/main" id="{905095BA-FCA6-CD48-A350-DD23CC03EF59}"/>
                </a:ext>
              </a:extLst>
            </p:cNvPr>
            <p:cNvSpPr txBox="1">
              <a:spLocks noChangeArrowheads="1"/>
            </p:cNvSpPr>
            <p:nvPr/>
          </p:nvSpPr>
          <p:spPr bwMode="auto">
            <a:xfrm>
              <a:off x="3470" y="1207"/>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m</a:t>
              </a:r>
            </a:p>
          </p:txBody>
        </p:sp>
        <p:sp>
          <p:nvSpPr>
            <p:cNvPr id="103461" name="Text Box 39">
              <a:extLst>
                <a:ext uri="{FF2B5EF4-FFF2-40B4-BE49-F238E27FC236}">
                  <a16:creationId xmlns:a16="http://schemas.microsoft.com/office/drawing/2014/main" id="{4C379D15-333F-524C-8EE4-A3769AC761B3}"/>
                </a:ext>
              </a:extLst>
            </p:cNvPr>
            <p:cNvSpPr txBox="1">
              <a:spLocks noChangeArrowheads="1"/>
            </p:cNvSpPr>
            <p:nvPr/>
          </p:nvSpPr>
          <p:spPr bwMode="auto">
            <a:xfrm>
              <a:off x="4604" y="1071"/>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3462" name="Text Box 40">
              <a:extLst>
                <a:ext uri="{FF2B5EF4-FFF2-40B4-BE49-F238E27FC236}">
                  <a16:creationId xmlns:a16="http://schemas.microsoft.com/office/drawing/2014/main" id="{BF4A3C95-BBCA-A446-9A36-AF6903084BB0}"/>
                </a:ext>
              </a:extLst>
            </p:cNvPr>
            <p:cNvSpPr txBox="1">
              <a:spLocks noChangeArrowheads="1"/>
            </p:cNvSpPr>
            <p:nvPr/>
          </p:nvSpPr>
          <p:spPr bwMode="auto">
            <a:xfrm>
              <a:off x="839" y="2614"/>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m</a:t>
              </a:r>
            </a:p>
          </p:txBody>
        </p:sp>
        <p:sp>
          <p:nvSpPr>
            <p:cNvPr id="103463" name="Text Box 41">
              <a:extLst>
                <a:ext uri="{FF2B5EF4-FFF2-40B4-BE49-F238E27FC236}">
                  <a16:creationId xmlns:a16="http://schemas.microsoft.com/office/drawing/2014/main" id="{CD898AB8-CB2C-884F-87BC-EC805101C31B}"/>
                </a:ext>
              </a:extLst>
            </p:cNvPr>
            <p:cNvSpPr txBox="1">
              <a:spLocks noChangeArrowheads="1"/>
            </p:cNvSpPr>
            <p:nvPr/>
          </p:nvSpPr>
          <p:spPr bwMode="auto">
            <a:xfrm>
              <a:off x="1882" y="2568"/>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3464" name="Text Box 42">
              <a:extLst>
                <a:ext uri="{FF2B5EF4-FFF2-40B4-BE49-F238E27FC236}">
                  <a16:creationId xmlns:a16="http://schemas.microsoft.com/office/drawing/2014/main" id="{1AAC89FE-6516-774F-B118-104728975530}"/>
                </a:ext>
              </a:extLst>
            </p:cNvPr>
            <p:cNvSpPr txBox="1">
              <a:spLocks noChangeArrowheads="1"/>
            </p:cNvSpPr>
            <p:nvPr/>
          </p:nvSpPr>
          <p:spPr bwMode="auto">
            <a:xfrm>
              <a:off x="3470" y="1933"/>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m</a:t>
              </a:r>
            </a:p>
          </p:txBody>
        </p:sp>
        <p:sp>
          <p:nvSpPr>
            <p:cNvPr id="103465" name="Text Box 43">
              <a:extLst>
                <a:ext uri="{FF2B5EF4-FFF2-40B4-BE49-F238E27FC236}">
                  <a16:creationId xmlns:a16="http://schemas.microsoft.com/office/drawing/2014/main" id="{276E33D8-F434-C841-B927-7E0E3D0336BF}"/>
                </a:ext>
              </a:extLst>
            </p:cNvPr>
            <p:cNvSpPr txBox="1">
              <a:spLocks noChangeArrowheads="1"/>
            </p:cNvSpPr>
            <p:nvPr/>
          </p:nvSpPr>
          <p:spPr bwMode="auto">
            <a:xfrm>
              <a:off x="4604" y="2024"/>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3466" name="Text Box 44">
              <a:extLst>
                <a:ext uri="{FF2B5EF4-FFF2-40B4-BE49-F238E27FC236}">
                  <a16:creationId xmlns:a16="http://schemas.microsoft.com/office/drawing/2014/main" id="{B569FE95-1991-3B43-9303-52DA2A1F866E}"/>
                </a:ext>
              </a:extLst>
            </p:cNvPr>
            <p:cNvSpPr txBox="1">
              <a:spLocks noChangeArrowheads="1"/>
            </p:cNvSpPr>
            <p:nvPr/>
          </p:nvSpPr>
          <p:spPr bwMode="auto">
            <a:xfrm>
              <a:off x="2880" y="1933"/>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1</a:t>
              </a:r>
            </a:p>
          </p:txBody>
        </p:sp>
        <p:sp>
          <p:nvSpPr>
            <p:cNvPr id="103467" name="Text Box 45">
              <a:extLst>
                <a:ext uri="{FF2B5EF4-FFF2-40B4-BE49-F238E27FC236}">
                  <a16:creationId xmlns:a16="http://schemas.microsoft.com/office/drawing/2014/main" id="{083440F3-5324-7B45-8FDE-4E27FB83EA7D}"/>
                </a:ext>
              </a:extLst>
            </p:cNvPr>
            <p:cNvSpPr txBox="1">
              <a:spLocks noChangeArrowheads="1"/>
            </p:cNvSpPr>
            <p:nvPr/>
          </p:nvSpPr>
          <p:spPr bwMode="auto">
            <a:xfrm>
              <a:off x="2925" y="2478"/>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3468" name="Text Box 46">
              <a:extLst>
                <a:ext uri="{FF2B5EF4-FFF2-40B4-BE49-F238E27FC236}">
                  <a16:creationId xmlns:a16="http://schemas.microsoft.com/office/drawing/2014/main" id="{A755599E-CE51-8644-AE46-8321209CE403}"/>
                </a:ext>
              </a:extLst>
            </p:cNvPr>
            <p:cNvSpPr txBox="1">
              <a:spLocks noChangeArrowheads="1"/>
            </p:cNvSpPr>
            <p:nvPr/>
          </p:nvSpPr>
          <p:spPr bwMode="auto">
            <a:xfrm>
              <a:off x="3515" y="2614"/>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1</a:t>
              </a:r>
            </a:p>
          </p:txBody>
        </p:sp>
        <p:sp>
          <p:nvSpPr>
            <p:cNvPr id="103469" name="Text Box 47">
              <a:extLst>
                <a:ext uri="{FF2B5EF4-FFF2-40B4-BE49-F238E27FC236}">
                  <a16:creationId xmlns:a16="http://schemas.microsoft.com/office/drawing/2014/main" id="{C4203B80-409C-DD4B-B858-31E0B41652D4}"/>
                </a:ext>
              </a:extLst>
            </p:cNvPr>
            <p:cNvSpPr txBox="1">
              <a:spLocks noChangeArrowheads="1"/>
            </p:cNvSpPr>
            <p:nvPr/>
          </p:nvSpPr>
          <p:spPr bwMode="auto">
            <a:xfrm>
              <a:off x="4694" y="2568"/>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1</a:t>
              </a:r>
            </a:p>
          </p:txBody>
        </p:sp>
        <p:sp>
          <p:nvSpPr>
            <p:cNvPr id="103470" name="Text Box 48">
              <a:extLst>
                <a:ext uri="{FF2B5EF4-FFF2-40B4-BE49-F238E27FC236}">
                  <a16:creationId xmlns:a16="http://schemas.microsoft.com/office/drawing/2014/main" id="{A46DD143-6466-9A4C-B2EC-4B36D24C0DD9}"/>
                </a:ext>
              </a:extLst>
            </p:cNvPr>
            <p:cNvSpPr txBox="1">
              <a:spLocks noChangeArrowheads="1"/>
            </p:cNvSpPr>
            <p:nvPr/>
          </p:nvSpPr>
          <p:spPr bwMode="auto">
            <a:xfrm>
              <a:off x="3061" y="3067"/>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1</a:t>
              </a:r>
            </a:p>
          </p:txBody>
        </p:sp>
        <p:sp>
          <p:nvSpPr>
            <p:cNvPr id="103471" name="Text Box 49">
              <a:extLst>
                <a:ext uri="{FF2B5EF4-FFF2-40B4-BE49-F238E27FC236}">
                  <a16:creationId xmlns:a16="http://schemas.microsoft.com/office/drawing/2014/main" id="{BAB191F0-4AA3-3A49-8813-9D0D9B170B07}"/>
                </a:ext>
              </a:extLst>
            </p:cNvPr>
            <p:cNvSpPr txBox="1">
              <a:spLocks noChangeArrowheads="1"/>
            </p:cNvSpPr>
            <p:nvPr/>
          </p:nvSpPr>
          <p:spPr bwMode="auto">
            <a:xfrm>
              <a:off x="3016" y="3521"/>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3472" name="Line 50">
              <a:extLst>
                <a:ext uri="{FF2B5EF4-FFF2-40B4-BE49-F238E27FC236}">
                  <a16:creationId xmlns:a16="http://schemas.microsoft.com/office/drawing/2014/main" id="{99127D00-2C8B-7446-A452-D20345EF1EC6}"/>
                </a:ext>
              </a:extLst>
            </p:cNvPr>
            <p:cNvSpPr>
              <a:spLocks noChangeShapeType="1"/>
            </p:cNvSpPr>
            <p:nvPr/>
          </p:nvSpPr>
          <p:spPr bwMode="auto">
            <a:xfrm>
              <a:off x="1791" y="2886"/>
              <a:ext cx="5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81331" name="Text Box 51">
            <a:extLst>
              <a:ext uri="{FF2B5EF4-FFF2-40B4-BE49-F238E27FC236}">
                <a16:creationId xmlns:a16="http://schemas.microsoft.com/office/drawing/2014/main" id="{6D0A8EC7-915B-6D40-95F8-F7D3B3A00650}"/>
              </a:ext>
            </a:extLst>
          </p:cNvPr>
          <p:cNvSpPr txBox="1">
            <a:spLocks noChangeArrowheads="1"/>
          </p:cNvSpPr>
          <p:nvPr/>
        </p:nvSpPr>
        <p:spPr bwMode="auto">
          <a:xfrm>
            <a:off x="741363" y="1557338"/>
            <a:ext cx="2417762" cy="10160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lang="zh-CN" altLang="en-US" b="0">
                <a:solidFill>
                  <a:srgbClr val="0000CC"/>
                </a:solidFill>
                <a:latin typeface="宋体" panose="02010600030101010101" pitchFamily="2" charset="-122"/>
              </a:rPr>
              <a:t>八个实体类型</a:t>
            </a:r>
          </a:p>
          <a:p>
            <a:pPr eaLnBrk="1" hangingPunct="1">
              <a:spcBef>
                <a:spcPct val="50000"/>
              </a:spcBef>
              <a:buFontTx/>
              <a:buChar char="•"/>
            </a:pPr>
            <a:r>
              <a:rPr lang="zh-CN" altLang="en-US" b="0">
                <a:solidFill>
                  <a:srgbClr val="0000CC"/>
                </a:solidFill>
                <a:latin typeface="宋体" panose="02010600030101010101" pitchFamily="2" charset="-122"/>
              </a:rPr>
              <a:t>七个联系类型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 presetClass="entr" presetSubtype="16" fill="hold" nodeType="clickEffect">
                                  <p:stCondLst>
                                    <p:cond delay="0"/>
                                  </p:stCondLst>
                                  <p:childTnLst>
                                    <p:set>
                                      <p:cBhvr>
                                        <p:cTn id="6" dur="1" fill="hold">
                                          <p:stCondLst>
                                            <p:cond delay="0"/>
                                          </p:stCondLst>
                                        </p:cTn>
                                        <p:tgtEl>
                                          <p:spTgt spid="481332"/>
                                        </p:tgtEl>
                                        <p:attrNameLst>
                                          <p:attrName>style.visibility</p:attrName>
                                        </p:attrNameLst>
                                      </p:cBhvr>
                                      <p:to>
                                        <p:strVal val="visible"/>
                                      </p:to>
                                    </p:set>
                                    <p:animEffect transition="in" filter="plus(in)">
                                      <p:cBhvr>
                                        <p:cTn id="7" dur="2000"/>
                                        <p:tgtEl>
                                          <p:spTgt spid="4813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1331"/>
                                        </p:tgtEl>
                                        <p:attrNameLst>
                                          <p:attrName>style.visibility</p:attrName>
                                        </p:attrNameLst>
                                      </p:cBhvr>
                                      <p:to>
                                        <p:strVal val="visible"/>
                                      </p:to>
                                    </p:set>
                                    <p:animEffect transition="in" filter="dissolve">
                                      <p:cBhvr>
                                        <p:cTn id="12" dur="500"/>
                                        <p:tgtEl>
                                          <p:spTgt spid="481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1"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5">
            <a:extLst>
              <a:ext uri="{FF2B5EF4-FFF2-40B4-BE49-F238E27FC236}">
                <a16:creationId xmlns:a16="http://schemas.microsoft.com/office/drawing/2014/main" id="{EA59030F-61B3-A441-8326-B4850DFFF9AF}"/>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81107BAF-3F58-F846-B215-4927ED8FBB6E}" type="slidenum">
              <a:rPr lang="de-DE" altLang="zh-CN" sz="1400">
                <a:solidFill>
                  <a:srgbClr val="40458C"/>
                </a:solidFill>
                <a:latin typeface="Tahoma" panose="020B0604030504040204" pitchFamily="34" charset="0"/>
              </a:rPr>
              <a:pPr/>
              <a:t>74</a:t>
            </a:fld>
            <a:endParaRPr lang="de-DE" altLang="zh-CN" sz="1400">
              <a:solidFill>
                <a:srgbClr val="40458C"/>
              </a:solidFill>
              <a:latin typeface="Tahoma" panose="020B0604030504040204" pitchFamily="34" charset="0"/>
            </a:endParaRPr>
          </a:p>
          <a:p>
            <a:endParaRPr lang="de-DE" altLang="zh-CN" sz="1400">
              <a:solidFill>
                <a:srgbClr val="40458C"/>
              </a:solidFill>
              <a:latin typeface="Tahoma" panose="020B0604030504040204" pitchFamily="34" charset="0"/>
            </a:endParaRPr>
          </a:p>
        </p:txBody>
      </p:sp>
      <p:sp>
        <p:nvSpPr>
          <p:cNvPr id="71683" name="Rectangle 2">
            <a:extLst>
              <a:ext uri="{FF2B5EF4-FFF2-40B4-BE49-F238E27FC236}">
                <a16:creationId xmlns:a16="http://schemas.microsoft.com/office/drawing/2014/main" id="{32BD63DB-1CC3-FE4C-9595-C01B9582C359}"/>
              </a:ext>
            </a:extLst>
          </p:cNvPr>
          <p:cNvSpPr>
            <a:spLocks noGrp="1" noChangeArrowheads="1"/>
          </p:cNvSpPr>
          <p:nvPr>
            <p:ph type="title"/>
          </p:nvPr>
        </p:nvSpPr>
        <p:spPr/>
        <p:txBody>
          <a:bodyPr/>
          <a:lstStyle/>
          <a:p>
            <a:pPr eaLnBrk="1" hangingPunct="1"/>
            <a:r>
              <a:rPr lang="zh-CN" altLang="en-US"/>
              <a:t>实体和联系的属性</a:t>
            </a:r>
          </a:p>
        </p:txBody>
      </p:sp>
      <p:sp>
        <p:nvSpPr>
          <p:cNvPr id="104452" name="Rectangle 3" descr="Rectangle: Click to edit Master text styles&#13;&#10;Second level&#13;&#10;Third level&#13;&#10;Fourth level&#13;&#10;Fifth level">
            <a:extLst>
              <a:ext uri="{FF2B5EF4-FFF2-40B4-BE49-F238E27FC236}">
                <a16:creationId xmlns:a16="http://schemas.microsoft.com/office/drawing/2014/main" id="{C326D5F2-68E7-6048-84BA-FC85BA978B10}"/>
              </a:ext>
            </a:extLst>
          </p:cNvPr>
          <p:cNvSpPr>
            <a:spLocks noGrp="1" noChangeArrowheads="1"/>
          </p:cNvSpPr>
          <p:nvPr>
            <p:ph type="body" idx="1"/>
          </p:nvPr>
        </p:nvSpPr>
        <p:spPr>
          <a:ln w="12700" cap="flat">
            <a:solidFill>
              <a:schemeClr val="tx1"/>
            </a:solidFill>
            <a:prstDash val="sysDot"/>
            <a:miter lim="800000"/>
            <a:headEnd/>
            <a:tailEnd/>
          </a:ln>
        </p:spPr>
        <p:txBody>
          <a:bodyPr/>
          <a:lstStyle/>
          <a:p>
            <a:pPr eaLnBrk="1" hangingPunct="1"/>
            <a:r>
              <a:rPr lang="zh-CN" altLang="en-US" sz="2400"/>
              <a:t>旅游线路 （</a:t>
            </a:r>
            <a:r>
              <a:rPr lang="zh-CN" altLang="en-US" sz="2400" u="sng"/>
              <a:t>路线号</a:t>
            </a:r>
            <a:r>
              <a:rPr lang="zh-CN" altLang="en-US" sz="2400"/>
              <a:t>，起点，终点）</a:t>
            </a:r>
          </a:p>
          <a:p>
            <a:pPr eaLnBrk="1" hangingPunct="1"/>
            <a:r>
              <a:rPr lang="zh-CN" altLang="en-US" sz="2400"/>
              <a:t>旅游班次 （</a:t>
            </a:r>
            <a:r>
              <a:rPr lang="zh-CN" altLang="en-US" sz="2400" u="sng"/>
              <a:t>班次号</a:t>
            </a:r>
            <a:r>
              <a:rPr lang="zh-CN" altLang="en-US" sz="2400"/>
              <a:t>，出发日期，回程日期，报价）</a:t>
            </a:r>
          </a:p>
          <a:p>
            <a:pPr eaLnBrk="1" hangingPunct="1"/>
            <a:r>
              <a:rPr lang="zh-CN" altLang="en-US" sz="2400"/>
              <a:t>旅游团 （</a:t>
            </a:r>
            <a:r>
              <a:rPr lang="zh-CN" altLang="en-US" sz="2400" u="sng"/>
              <a:t>团号</a:t>
            </a:r>
            <a:r>
              <a:rPr lang="zh-CN" altLang="en-US" sz="2400"/>
              <a:t>，团名，人数）</a:t>
            </a:r>
          </a:p>
          <a:p>
            <a:pPr eaLnBrk="1" hangingPunct="1"/>
            <a:r>
              <a:rPr lang="zh-CN" altLang="en-US" sz="2400"/>
              <a:t>游客（</a:t>
            </a:r>
            <a:r>
              <a:rPr lang="zh-CN" altLang="en-US" sz="2400" u="sng"/>
              <a:t>游客编号</a:t>
            </a:r>
            <a:r>
              <a:rPr lang="zh-CN" altLang="en-US" sz="2400"/>
              <a:t>，姓名，年龄，性别）</a:t>
            </a:r>
          </a:p>
          <a:p>
            <a:pPr eaLnBrk="1" hangingPunct="1"/>
            <a:r>
              <a:rPr lang="zh-CN" altLang="en-US" sz="2400"/>
              <a:t>导游（</a:t>
            </a:r>
            <a:r>
              <a:rPr lang="zh-CN" altLang="en-US" sz="2400" u="sng"/>
              <a:t>导游编号</a:t>
            </a:r>
            <a:r>
              <a:rPr lang="zh-CN" altLang="en-US" sz="2400"/>
              <a:t>，姓名，年龄，性别，职称）</a:t>
            </a:r>
          </a:p>
          <a:p>
            <a:pPr eaLnBrk="1" hangingPunct="1"/>
            <a:r>
              <a:rPr lang="zh-CN" altLang="en-US" sz="2400"/>
              <a:t>交通工具（</a:t>
            </a:r>
            <a:r>
              <a:rPr lang="zh-CN" altLang="en-US" sz="2400" u="sng"/>
              <a:t>交通工具编号</a:t>
            </a:r>
            <a:r>
              <a:rPr lang="zh-CN" altLang="en-US" sz="2400"/>
              <a:t>）</a:t>
            </a:r>
          </a:p>
          <a:p>
            <a:pPr eaLnBrk="1" hangingPunct="1"/>
            <a:r>
              <a:rPr lang="zh-CN" altLang="en-US" sz="2400"/>
              <a:t>宾馆（</a:t>
            </a:r>
            <a:r>
              <a:rPr lang="zh-CN" altLang="en-US" sz="2400" u="sng"/>
              <a:t>宾馆编号</a:t>
            </a:r>
            <a:r>
              <a:rPr lang="zh-CN" altLang="en-US" sz="2400"/>
              <a:t>，宾馆名，星级，标准房价）</a:t>
            </a:r>
          </a:p>
          <a:p>
            <a:pPr eaLnBrk="1" hangingPunct="1"/>
            <a:r>
              <a:rPr lang="zh-CN" altLang="en-US" sz="2400"/>
              <a:t>保险单 （</a:t>
            </a:r>
            <a:r>
              <a:rPr lang="zh-CN" altLang="en-US" sz="2400" u="sng"/>
              <a:t>保险单编号</a:t>
            </a:r>
            <a:r>
              <a:rPr lang="zh-CN" altLang="en-US" sz="2400"/>
              <a:t>，保险费，投保日期）</a:t>
            </a:r>
          </a:p>
          <a:p>
            <a:pPr eaLnBrk="1" hangingPunct="1"/>
            <a:r>
              <a:rPr lang="zh-CN" altLang="en-US" sz="2400">
                <a:solidFill>
                  <a:srgbClr val="660066"/>
                </a:solidFill>
              </a:rPr>
              <a:t>开设 （旅游班次季节时段）</a:t>
            </a:r>
          </a:p>
          <a:p>
            <a:pPr eaLnBrk="1" hangingPunct="1"/>
            <a:r>
              <a:rPr lang="zh-CN" altLang="en-US" sz="2400">
                <a:solidFill>
                  <a:srgbClr val="660066"/>
                </a:solidFill>
              </a:rPr>
              <a:t>食宿（团体订单折扣）</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5">
            <a:extLst>
              <a:ext uri="{FF2B5EF4-FFF2-40B4-BE49-F238E27FC236}">
                <a16:creationId xmlns:a16="http://schemas.microsoft.com/office/drawing/2014/main" id="{C9AC1FAE-513F-7E4A-A016-15AA9C41E9BC}"/>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D53AE72-788C-FD45-AA80-670359FC9D56}" type="slidenum">
              <a:rPr lang="de-DE" altLang="zh-CN" sz="1400">
                <a:solidFill>
                  <a:srgbClr val="40458C"/>
                </a:solidFill>
                <a:latin typeface="Tahoma" panose="020B0604030504040204" pitchFamily="34" charset="0"/>
              </a:rPr>
              <a:pPr/>
              <a:t>75</a:t>
            </a:fld>
            <a:endParaRPr lang="de-DE" altLang="zh-CN" sz="1400">
              <a:solidFill>
                <a:srgbClr val="40458C"/>
              </a:solidFill>
              <a:latin typeface="Tahoma" panose="020B0604030504040204" pitchFamily="34" charset="0"/>
            </a:endParaRPr>
          </a:p>
          <a:p>
            <a:endParaRPr lang="de-DE" altLang="zh-CN" sz="1400">
              <a:solidFill>
                <a:srgbClr val="40458C"/>
              </a:solidFill>
              <a:latin typeface="Tahoma" panose="020B0604030504040204" pitchFamily="34" charset="0"/>
            </a:endParaRPr>
          </a:p>
        </p:txBody>
      </p:sp>
      <p:sp>
        <p:nvSpPr>
          <p:cNvPr id="72707" name="Rectangle 3">
            <a:extLst>
              <a:ext uri="{FF2B5EF4-FFF2-40B4-BE49-F238E27FC236}">
                <a16:creationId xmlns:a16="http://schemas.microsoft.com/office/drawing/2014/main" id="{ECF256F6-3E39-134E-B2DB-A37879D7CE2F}"/>
              </a:ext>
            </a:extLst>
          </p:cNvPr>
          <p:cNvSpPr>
            <a:spLocks noGrp="1" noChangeArrowheads="1"/>
          </p:cNvSpPr>
          <p:nvPr>
            <p:ph type="title"/>
          </p:nvPr>
        </p:nvSpPr>
        <p:spPr>
          <a:xfrm>
            <a:off x="990600" y="188913"/>
            <a:ext cx="7677150" cy="649287"/>
          </a:xfrm>
        </p:spPr>
        <p:txBody>
          <a:bodyPr/>
          <a:lstStyle/>
          <a:p>
            <a:pPr eaLnBrk="1" hangingPunct="1"/>
            <a:r>
              <a:rPr lang="en-US" altLang="zh-CN"/>
              <a:t>ER</a:t>
            </a:r>
            <a:r>
              <a:rPr lang="zh-CN" altLang="en-US"/>
              <a:t>模型的转换实例分析</a:t>
            </a:r>
          </a:p>
        </p:txBody>
      </p:sp>
      <p:grpSp>
        <p:nvGrpSpPr>
          <p:cNvPr id="105476" name="Group 4">
            <a:extLst>
              <a:ext uri="{FF2B5EF4-FFF2-40B4-BE49-F238E27FC236}">
                <a16:creationId xmlns:a16="http://schemas.microsoft.com/office/drawing/2014/main" id="{51057E13-269C-004A-97D6-AC77EEE2F8B7}"/>
              </a:ext>
            </a:extLst>
          </p:cNvPr>
          <p:cNvGrpSpPr>
            <a:grpSpLocks/>
          </p:cNvGrpSpPr>
          <p:nvPr/>
        </p:nvGrpSpPr>
        <p:grpSpPr bwMode="auto">
          <a:xfrm>
            <a:off x="271463" y="1052513"/>
            <a:ext cx="9363075" cy="5400675"/>
            <a:chOff x="158" y="663"/>
            <a:chExt cx="5444" cy="3402"/>
          </a:xfrm>
        </p:grpSpPr>
        <p:sp>
          <p:nvSpPr>
            <p:cNvPr id="105492" name="Rectangle 5">
              <a:extLst>
                <a:ext uri="{FF2B5EF4-FFF2-40B4-BE49-F238E27FC236}">
                  <a16:creationId xmlns:a16="http://schemas.microsoft.com/office/drawing/2014/main" id="{F286681A-AC5F-E74F-A9F8-4812549C5751}"/>
                </a:ext>
              </a:extLst>
            </p:cNvPr>
            <p:cNvSpPr>
              <a:spLocks noChangeArrowheads="1"/>
            </p:cNvSpPr>
            <p:nvPr/>
          </p:nvSpPr>
          <p:spPr bwMode="auto">
            <a:xfrm>
              <a:off x="2336" y="663"/>
              <a:ext cx="907" cy="27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旅游线路</a:t>
              </a:r>
            </a:p>
          </p:txBody>
        </p:sp>
        <p:sp>
          <p:nvSpPr>
            <p:cNvPr id="105493" name="AutoShape 6">
              <a:extLst>
                <a:ext uri="{FF2B5EF4-FFF2-40B4-BE49-F238E27FC236}">
                  <a16:creationId xmlns:a16="http://schemas.microsoft.com/office/drawing/2014/main" id="{60A1822C-CF29-4B43-A28B-2EE66A9BF822}"/>
                </a:ext>
              </a:extLst>
            </p:cNvPr>
            <p:cNvSpPr>
              <a:spLocks noChangeArrowheads="1"/>
            </p:cNvSpPr>
            <p:nvPr/>
          </p:nvSpPr>
          <p:spPr bwMode="auto">
            <a:xfrm>
              <a:off x="2426" y="1117"/>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开设</a:t>
              </a:r>
            </a:p>
          </p:txBody>
        </p:sp>
        <p:sp>
          <p:nvSpPr>
            <p:cNvPr id="105494" name="Rectangle 7">
              <a:extLst>
                <a:ext uri="{FF2B5EF4-FFF2-40B4-BE49-F238E27FC236}">
                  <a16:creationId xmlns:a16="http://schemas.microsoft.com/office/drawing/2014/main" id="{B52E6697-0535-194E-B862-FD79B0BF3F7D}"/>
                </a:ext>
              </a:extLst>
            </p:cNvPr>
            <p:cNvSpPr>
              <a:spLocks noChangeArrowheads="1"/>
            </p:cNvSpPr>
            <p:nvPr/>
          </p:nvSpPr>
          <p:spPr bwMode="auto">
            <a:xfrm>
              <a:off x="2336" y="1616"/>
              <a:ext cx="907" cy="27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旅游班次</a:t>
              </a:r>
            </a:p>
          </p:txBody>
        </p:sp>
        <p:sp>
          <p:nvSpPr>
            <p:cNvPr id="105495" name="AutoShape 8">
              <a:extLst>
                <a:ext uri="{FF2B5EF4-FFF2-40B4-BE49-F238E27FC236}">
                  <a16:creationId xmlns:a16="http://schemas.microsoft.com/office/drawing/2014/main" id="{E204AC42-D8FA-1F4B-88FA-06733169BD7E}"/>
                </a:ext>
              </a:extLst>
            </p:cNvPr>
            <p:cNvSpPr>
              <a:spLocks noChangeArrowheads="1"/>
            </p:cNvSpPr>
            <p:nvPr/>
          </p:nvSpPr>
          <p:spPr bwMode="auto">
            <a:xfrm>
              <a:off x="2426" y="2205"/>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有</a:t>
              </a:r>
            </a:p>
          </p:txBody>
        </p:sp>
        <p:sp>
          <p:nvSpPr>
            <p:cNvPr id="105496" name="Rectangle 9">
              <a:extLst>
                <a:ext uri="{FF2B5EF4-FFF2-40B4-BE49-F238E27FC236}">
                  <a16:creationId xmlns:a16="http://schemas.microsoft.com/office/drawing/2014/main" id="{0E040684-B14F-9745-90B2-F78794B2FC49}"/>
                </a:ext>
              </a:extLst>
            </p:cNvPr>
            <p:cNvSpPr>
              <a:spLocks noChangeArrowheads="1"/>
            </p:cNvSpPr>
            <p:nvPr/>
          </p:nvSpPr>
          <p:spPr bwMode="auto">
            <a:xfrm>
              <a:off x="2336" y="2750"/>
              <a:ext cx="907" cy="27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旅游团</a:t>
              </a:r>
            </a:p>
          </p:txBody>
        </p:sp>
        <p:sp>
          <p:nvSpPr>
            <p:cNvPr id="105497" name="AutoShape 10">
              <a:extLst>
                <a:ext uri="{FF2B5EF4-FFF2-40B4-BE49-F238E27FC236}">
                  <a16:creationId xmlns:a16="http://schemas.microsoft.com/office/drawing/2014/main" id="{3F6C0C5B-1B3F-2642-AC46-89EABE6648C2}"/>
                </a:ext>
              </a:extLst>
            </p:cNvPr>
            <p:cNvSpPr>
              <a:spLocks noChangeArrowheads="1"/>
            </p:cNvSpPr>
            <p:nvPr/>
          </p:nvSpPr>
          <p:spPr bwMode="auto">
            <a:xfrm>
              <a:off x="2426" y="3204"/>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组成</a:t>
              </a:r>
            </a:p>
          </p:txBody>
        </p:sp>
        <p:sp>
          <p:nvSpPr>
            <p:cNvPr id="105498" name="Rectangle 11">
              <a:extLst>
                <a:ext uri="{FF2B5EF4-FFF2-40B4-BE49-F238E27FC236}">
                  <a16:creationId xmlns:a16="http://schemas.microsoft.com/office/drawing/2014/main" id="{E82FEDC4-69C3-8744-B0C2-BA1643E36C36}"/>
                </a:ext>
              </a:extLst>
            </p:cNvPr>
            <p:cNvSpPr>
              <a:spLocks noChangeArrowheads="1"/>
            </p:cNvSpPr>
            <p:nvPr/>
          </p:nvSpPr>
          <p:spPr bwMode="auto">
            <a:xfrm>
              <a:off x="2336" y="3793"/>
              <a:ext cx="907" cy="27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游客</a:t>
              </a:r>
            </a:p>
          </p:txBody>
        </p:sp>
        <p:sp>
          <p:nvSpPr>
            <p:cNvPr id="105499" name="AutoShape 12">
              <a:extLst>
                <a:ext uri="{FF2B5EF4-FFF2-40B4-BE49-F238E27FC236}">
                  <a16:creationId xmlns:a16="http://schemas.microsoft.com/office/drawing/2014/main" id="{D481FF26-0647-544C-AE53-4CA659E95139}"/>
                </a:ext>
              </a:extLst>
            </p:cNvPr>
            <p:cNvSpPr>
              <a:spLocks noChangeArrowheads="1"/>
            </p:cNvSpPr>
            <p:nvPr/>
          </p:nvSpPr>
          <p:spPr bwMode="auto">
            <a:xfrm>
              <a:off x="3787" y="1207"/>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载运</a:t>
              </a:r>
            </a:p>
          </p:txBody>
        </p:sp>
        <p:sp>
          <p:nvSpPr>
            <p:cNvPr id="105500" name="AutoShape 13">
              <a:extLst>
                <a:ext uri="{FF2B5EF4-FFF2-40B4-BE49-F238E27FC236}">
                  <a16:creationId xmlns:a16="http://schemas.microsoft.com/office/drawing/2014/main" id="{176CFB4A-4083-3845-849A-48304A4A43E3}"/>
                </a:ext>
              </a:extLst>
            </p:cNvPr>
            <p:cNvSpPr>
              <a:spLocks noChangeArrowheads="1"/>
            </p:cNvSpPr>
            <p:nvPr/>
          </p:nvSpPr>
          <p:spPr bwMode="auto">
            <a:xfrm>
              <a:off x="3787" y="1797"/>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食宿</a:t>
              </a:r>
            </a:p>
          </p:txBody>
        </p:sp>
        <p:sp>
          <p:nvSpPr>
            <p:cNvPr id="105501" name="Rectangle 14">
              <a:extLst>
                <a:ext uri="{FF2B5EF4-FFF2-40B4-BE49-F238E27FC236}">
                  <a16:creationId xmlns:a16="http://schemas.microsoft.com/office/drawing/2014/main" id="{879E1CA4-C079-834D-B3D6-25CB1590B89E}"/>
                </a:ext>
              </a:extLst>
            </p:cNvPr>
            <p:cNvSpPr>
              <a:spLocks noChangeArrowheads="1"/>
            </p:cNvSpPr>
            <p:nvPr/>
          </p:nvSpPr>
          <p:spPr bwMode="auto">
            <a:xfrm>
              <a:off x="4921" y="1071"/>
              <a:ext cx="635" cy="49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交通</a:t>
              </a:r>
            </a:p>
            <a:p>
              <a:pPr algn="ctr" eaLnBrk="1" hangingPunct="1"/>
              <a:r>
                <a:rPr lang="zh-CN" altLang="en-US">
                  <a:solidFill>
                    <a:srgbClr val="40458C"/>
                  </a:solidFill>
                  <a:latin typeface="宋体" panose="02010600030101010101" pitchFamily="2" charset="-122"/>
                </a:rPr>
                <a:t>工具</a:t>
              </a:r>
            </a:p>
          </p:txBody>
        </p:sp>
        <p:sp>
          <p:nvSpPr>
            <p:cNvPr id="105502" name="Rectangle 15">
              <a:extLst>
                <a:ext uri="{FF2B5EF4-FFF2-40B4-BE49-F238E27FC236}">
                  <a16:creationId xmlns:a16="http://schemas.microsoft.com/office/drawing/2014/main" id="{83A0EBF2-9CDE-B842-9FAB-F414382197E3}"/>
                </a:ext>
              </a:extLst>
            </p:cNvPr>
            <p:cNvSpPr>
              <a:spLocks noChangeArrowheads="1"/>
            </p:cNvSpPr>
            <p:nvPr/>
          </p:nvSpPr>
          <p:spPr bwMode="auto">
            <a:xfrm>
              <a:off x="4967" y="1842"/>
              <a:ext cx="635" cy="40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宾馆</a:t>
              </a:r>
            </a:p>
          </p:txBody>
        </p:sp>
        <p:sp>
          <p:nvSpPr>
            <p:cNvPr id="105503" name="AutoShape 16">
              <a:extLst>
                <a:ext uri="{FF2B5EF4-FFF2-40B4-BE49-F238E27FC236}">
                  <a16:creationId xmlns:a16="http://schemas.microsoft.com/office/drawing/2014/main" id="{6B7FB441-7DE3-8F41-97E6-EE77922FA148}"/>
                </a:ext>
              </a:extLst>
            </p:cNvPr>
            <p:cNvSpPr>
              <a:spLocks noChangeArrowheads="1"/>
            </p:cNvSpPr>
            <p:nvPr/>
          </p:nvSpPr>
          <p:spPr bwMode="auto">
            <a:xfrm>
              <a:off x="3787" y="2704"/>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参加</a:t>
              </a:r>
            </a:p>
          </p:txBody>
        </p:sp>
        <p:sp>
          <p:nvSpPr>
            <p:cNvPr id="105504" name="Rectangle 17">
              <a:extLst>
                <a:ext uri="{FF2B5EF4-FFF2-40B4-BE49-F238E27FC236}">
                  <a16:creationId xmlns:a16="http://schemas.microsoft.com/office/drawing/2014/main" id="{A8B3B336-7EFF-BB43-9CB3-EE7149BC9C81}"/>
                </a:ext>
              </a:extLst>
            </p:cNvPr>
            <p:cNvSpPr>
              <a:spLocks noChangeArrowheads="1"/>
            </p:cNvSpPr>
            <p:nvPr/>
          </p:nvSpPr>
          <p:spPr bwMode="auto">
            <a:xfrm>
              <a:off x="4967" y="2659"/>
              <a:ext cx="635" cy="40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安全</a:t>
              </a:r>
            </a:p>
            <a:p>
              <a:pPr algn="ctr" eaLnBrk="1" hangingPunct="1"/>
              <a:r>
                <a:rPr lang="zh-CN" altLang="en-US">
                  <a:solidFill>
                    <a:srgbClr val="40458C"/>
                  </a:solidFill>
                  <a:latin typeface="宋体" panose="02010600030101010101" pitchFamily="2" charset="-122"/>
                </a:rPr>
                <a:t>保险</a:t>
              </a:r>
            </a:p>
          </p:txBody>
        </p:sp>
        <p:sp>
          <p:nvSpPr>
            <p:cNvPr id="105505" name="AutoShape 18">
              <a:extLst>
                <a:ext uri="{FF2B5EF4-FFF2-40B4-BE49-F238E27FC236}">
                  <a16:creationId xmlns:a16="http://schemas.microsoft.com/office/drawing/2014/main" id="{D2082627-9E19-C04C-B350-B3EC2A97FFBC}"/>
                </a:ext>
              </a:extLst>
            </p:cNvPr>
            <p:cNvSpPr>
              <a:spLocks noChangeArrowheads="1"/>
            </p:cNvSpPr>
            <p:nvPr/>
          </p:nvSpPr>
          <p:spPr bwMode="auto">
            <a:xfrm>
              <a:off x="1066" y="2704"/>
              <a:ext cx="726" cy="317"/>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陪同</a:t>
              </a:r>
            </a:p>
          </p:txBody>
        </p:sp>
        <p:sp>
          <p:nvSpPr>
            <p:cNvPr id="105506" name="Rectangle 19">
              <a:extLst>
                <a:ext uri="{FF2B5EF4-FFF2-40B4-BE49-F238E27FC236}">
                  <a16:creationId xmlns:a16="http://schemas.microsoft.com/office/drawing/2014/main" id="{A1E864F1-B48F-7146-BE35-55FA20328E52}"/>
                </a:ext>
              </a:extLst>
            </p:cNvPr>
            <p:cNvSpPr>
              <a:spLocks noChangeArrowheads="1"/>
            </p:cNvSpPr>
            <p:nvPr/>
          </p:nvSpPr>
          <p:spPr bwMode="auto">
            <a:xfrm>
              <a:off x="158" y="2659"/>
              <a:ext cx="635" cy="40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40458C"/>
                  </a:solidFill>
                  <a:latin typeface="宋体" panose="02010600030101010101" pitchFamily="2" charset="-122"/>
                </a:rPr>
                <a:t>导游</a:t>
              </a:r>
            </a:p>
          </p:txBody>
        </p:sp>
        <p:sp>
          <p:nvSpPr>
            <p:cNvPr id="105507" name="Line 20">
              <a:extLst>
                <a:ext uri="{FF2B5EF4-FFF2-40B4-BE49-F238E27FC236}">
                  <a16:creationId xmlns:a16="http://schemas.microsoft.com/office/drawing/2014/main" id="{0C201190-26DC-7342-93EF-6462D21F9DE6}"/>
                </a:ext>
              </a:extLst>
            </p:cNvPr>
            <p:cNvSpPr>
              <a:spLocks noChangeShapeType="1"/>
            </p:cNvSpPr>
            <p:nvPr/>
          </p:nvSpPr>
          <p:spPr bwMode="auto">
            <a:xfrm>
              <a:off x="2789" y="935"/>
              <a:ext cx="0" cy="18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08" name="Line 21">
              <a:extLst>
                <a:ext uri="{FF2B5EF4-FFF2-40B4-BE49-F238E27FC236}">
                  <a16:creationId xmlns:a16="http://schemas.microsoft.com/office/drawing/2014/main" id="{0CE1CFC8-22DA-194F-911B-748814FB0F0D}"/>
                </a:ext>
              </a:extLst>
            </p:cNvPr>
            <p:cNvSpPr>
              <a:spLocks noChangeShapeType="1"/>
            </p:cNvSpPr>
            <p:nvPr/>
          </p:nvSpPr>
          <p:spPr bwMode="auto">
            <a:xfrm>
              <a:off x="2789" y="1434"/>
              <a:ext cx="0" cy="18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09" name="Line 22">
              <a:extLst>
                <a:ext uri="{FF2B5EF4-FFF2-40B4-BE49-F238E27FC236}">
                  <a16:creationId xmlns:a16="http://schemas.microsoft.com/office/drawing/2014/main" id="{BE8BCE9F-EEC5-9F4F-93B8-D01CA9660E6F}"/>
                </a:ext>
              </a:extLst>
            </p:cNvPr>
            <p:cNvSpPr>
              <a:spLocks noChangeShapeType="1"/>
            </p:cNvSpPr>
            <p:nvPr/>
          </p:nvSpPr>
          <p:spPr bwMode="auto">
            <a:xfrm>
              <a:off x="2789" y="1888"/>
              <a:ext cx="0"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10" name="Line 23">
              <a:extLst>
                <a:ext uri="{FF2B5EF4-FFF2-40B4-BE49-F238E27FC236}">
                  <a16:creationId xmlns:a16="http://schemas.microsoft.com/office/drawing/2014/main" id="{7AE4B68A-8EE7-5049-85C7-650AF4594FD0}"/>
                </a:ext>
              </a:extLst>
            </p:cNvPr>
            <p:cNvSpPr>
              <a:spLocks noChangeShapeType="1"/>
            </p:cNvSpPr>
            <p:nvPr/>
          </p:nvSpPr>
          <p:spPr bwMode="auto">
            <a:xfrm>
              <a:off x="2789" y="2523"/>
              <a:ext cx="0" cy="22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11" name="Line 24">
              <a:extLst>
                <a:ext uri="{FF2B5EF4-FFF2-40B4-BE49-F238E27FC236}">
                  <a16:creationId xmlns:a16="http://schemas.microsoft.com/office/drawing/2014/main" id="{6B8CCB04-EDD2-EA4A-94B0-687B9D0C5668}"/>
                </a:ext>
              </a:extLst>
            </p:cNvPr>
            <p:cNvSpPr>
              <a:spLocks noChangeShapeType="1"/>
            </p:cNvSpPr>
            <p:nvPr/>
          </p:nvSpPr>
          <p:spPr bwMode="auto">
            <a:xfrm>
              <a:off x="2789" y="3022"/>
              <a:ext cx="0" cy="18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12" name="Line 25">
              <a:extLst>
                <a:ext uri="{FF2B5EF4-FFF2-40B4-BE49-F238E27FC236}">
                  <a16:creationId xmlns:a16="http://schemas.microsoft.com/office/drawing/2014/main" id="{F005CA91-FF42-3E44-B3F0-B1477F96291D}"/>
                </a:ext>
              </a:extLst>
            </p:cNvPr>
            <p:cNvSpPr>
              <a:spLocks noChangeShapeType="1"/>
            </p:cNvSpPr>
            <p:nvPr/>
          </p:nvSpPr>
          <p:spPr bwMode="auto">
            <a:xfrm>
              <a:off x="2789" y="3521"/>
              <a:ext cx="0" cy="27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13" name="Line 26">
              <a:extLst>
                <a:ext uri="{FF2B5EF4-FFF2-40B4-BE49-F238E27FC236}">
                  <a16:creationId xmlns:a16="http://schemas.microsoft.com/office/drawing/2014/main" id="{7E5E7D35-6094-CE4C-ABE5-0FE24AD6D6CD}"/>
                </a:ext>
              </a:extLst>
            </p:cNvPr>
            <p:cNvSpPr>
              <a:spLocks noChangeShapeType="1"/>
            </p:cNvSpPr>
            <p:nvPr/>
          </p:nvSpPr>
          <p:spPr bwMode="auto">
            <a:xfrm flipV="1">
              <a:off x="3243" y="1344"/>
              <a:ext cx="54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14" name="Line 27">
              <a:extLst>
                <a:ext uri="{FF2B5EF4-FFF2-40B4-BE49-F238E27FC236}">
                  <a16:creationId xmlns:a16="http://schemas.microsoft.com/office/drawing/2014/main" id="{960FF871-DCC5-F043-AD34-2F369962FB66}"/>
                </a:ext>
              </a:extLst>
            </p:cNvPr>
            <p:cNvSpPr>
              <a:spLocks noChangeShapeType="1"/>
            </p:cNvSpPr>
            <p:nvPr/>
          </p:nvSpPr>
          <p:spPr bwMode="auto">
            <a:xfrm>
              <a:off x="3243" y="1842"/>
              <a:ext cx="544" cy="1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15" name="Line 28">
              <a:extLst>
                <a:ext uri="{FF2B5EF4-FFF2-40B4-BE49-F238E27FC236}">
                  <a16:creationId xmlns:a16="http://schemas.microsoft.com/office/drawing/2014/main" id="{DAA9C369-DC8E-604B-95D5-7DCAD4D860D7}"/>
                </a:ext>
              </a:extLst>
            </p:cNvPr>
            <p:cNvSpPr>
              <a:spLocks noChangeShapeType="1"/>
            </p:cNvSpPr>
            <p:nvPr/>
          </p:nvSpPr>
          <p:spPr bwMode="auto">
            <a:xfrm>
              <a:off x="4513" y="1389"/>
              <a:ext cx="4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16" name="Line 29">
              <a:extLst>
                <a:ext uri="{FF2B5EF4-FFF2-40B4-BE49-F238E27FC236}">
                  <a16:creationId xmlns:a16="http://schemas.microsoft.com/office/drawing/2014/main" id="{1CA6CE6B-68DC-0F4D-BB85-EEF2ACBCDFB3}"/>
                </a:ext>
              </a:extLst>
            </p:cNvPr>
            <p:cNvSpPr>
              <a:spLocks noChangeShapeType="1"/>
            </p:cNvSpPr>
            <p:nvPr/>
          </p:nvSpPr>
          <p:spPr bwMode="auto">
            <a:xfrm>
              <a:off x="4468" y="1979"/>
              <a:ext cx="49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17" name="Line 30">
              <a:extLst>
                <a:ext uri="{FF2B5EF4-FFF2-40B4-BE49-F238E27FC236}">
                  <a16:creationId xmlns:a16="http://schemas.microsoft.com/office/drawing/2014/main" id="{AA27BA91-9551-FF48-8F91-417401FBCD22}"/>
                </a:ext>
              </a:extLst>
            </p:cNvPr>
            <p:cNvSpPr>
              <a:spLocks noChangeShapeType="1"/>
            </p:cNvSpPr>
            <p:nvPr/>
          </p:nvSpPr>
          <p:spPr bwMode="auto">
            <a:xfrm>
              <a:off x="4468" y="2840"/>
              <a:ext cx="49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18" name="Line 31">
              <a:extLst>
                <a:ext uri="{FF2B5EF4-FFF2-40B4-BE49-F238E27FC236}">
                  <a16:creationId xmlns:a16="http://schemas.microsoft.com/office/drawing/2014/main" id="{AB7E2626-89C7-DC49-A7CA-FD9411D7B4F5}"/>
                </a:ext>
              </a:extLst>
            </p:cNvPr>
            <p:cNvSpPr>
              <a:spLocks noChangeShapeType="1"/>
            </p:cNvSpPr>
            <p:nvPr/>
          </p:nvSpPr>
          <p:spPr bwMode="auto">
            <a:xfrm>
              <a:off x="3243" y="2886"/>
              <a:ext cx="5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19" name="Line 32">
              <a:extLst>
                <a:ext uri="{FF2B5EF4-FFF2-40B4-BE49-F238E27FC236}">
                  <a16:creationId xmlns:a16="http://schemas.microsoft.com/office/drawing/2014/main" id="{5F60B091-B962-824E-A8CB-095999454865}"/>
                </a:ext>
              </a:extLst>
            </p:cNvPr>
            <p:cNvSpPr>
              <a:spLocks noChangeShapeType="1"/>
            </p:cNvSpPr>
            <p:nvPr/>
          </p:nvSpPr>
          <p:spPr bwMode="auto">
            <a:xfrm>
              <a:off x="793" y="2886"/>
              <a:ext cx="3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20" name="Text Box 33">
              <a:extLst>
                <a:ext uri="{FF2B5EF4-FFF2-40B4-BE49-F238E27FC236}">
                  <a16:creationId xmlns:a16="http://schemas.microsoft.com/office/drawing/2014/main" id="{0C5AF226-3EBA-D34E-B59F-C68506A40769}"/>
                </a:ext>
              </a:extLst>
            </p:cNvPr>
            <p:cNvSpPr txBox="1">
              <a:spLocks noChangeArrowheads="1"/>
            </p:cNvSpPr>
            <p:nvPr/>
          </p:nvSpPr>
          <p:spPr bwMode="auto">
            <a:xfrm>
              <a:off x="2925" y="981"/>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1</a:t>
              </a:r>
            </a:p>
          </p:txBody>
        </p:sp>
        <p:sp>
          <p:nvSpPr>
            <p:cNvPr id="105521" name="Text Box 34">
              <a:extLst>
                <a:ext uri="{FF2B5EF4-FFF2-40B4-BE49-F238E27FC236}">
                  <a16:creationId xmlns:a16="http://schemas.microsoft.com/office/drawing/2014/main" id="{6DE2F27B-4268-8A44-A79E-C52B9E2AA9BA}"/>
                </a:ext>
              </a:extLst>
            </p:cNvPr>
            <p:cNvSpPr txBox="1">
              <a:spLocks noChangeArrowheads="1"/>
            </p:cNvSpPr>
            <p:nvPr/>
          </p:nvSpPr>
          <p:spPr bwMode="auto">
            <a:xfrm>
              <a:off x="2971" y="1344"/>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5522" name="Text Box 35">
              <a:extLst>
                <a:ext uri="{FF2B5EF4-FFF2-40B4-BE49-F238E27FC236}">
                  <a16:creationId xmlns:a16="http://schemas.microsoft.com/office/drawing/2014/main" id="{187902E6-8F7C-9A45-AEB7-23650BC42EEE}"/>
                </a:ext>
              </a:extLst>
            </p:cNvPr>
            <p:cNvSpPr txBox="1">
              <a:spLocks noChangeArrowheads="1"/>
            </p:cNvSpPr>
            <p:nvPr/>
          </p:nvSpPr>
          <p:spPr bwMode="auto">
            <a:xfrm>
              <a:off x="3470" y="1207"/>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m</a:t>
              </a:r>
            </a:p>
          </p:txBody>
        </p:sp>
        <p:sp>
          <p:nvSpPr>
            <p:cNvPr id="105523" name="Text Box 36">
              <a:extLst>
                <a:ext uri="{FF2B5EF4-FFF2-40B4-BE49-F238E27FC236}">
                  <a16:creationId xmlns:a16="http://schemas.microsoft.com/office/drawing/2014/main" id="{2D95B58C-F4A3-1343-B069-C8C7AD613757}"/>
                </a:ext>
              </a:extLst>
            </p:cNvPr>
            <p:cNvSpPr txBox="1">
              <a:spLocks noChangeArrowheads="1"/>
            </p:cNvSpPr>
            <p:nvPr/>
          </p:nvSpPr>
          <p:spPr bwMode="auto">
            <a:xfrm>
              <a:off x="4604" y="1071"/>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5524" name="Text Box 37">
              <a:extLst>
                <a:ext uri="{FF2B5EF4-FFF2-40B4-BE49-F238E27FC236}">
                  <a16:creationId xmlns:a16="http://schemas.microsoft.com/office/drawing/2014/main" id="{08366C6A-229E-CF47-B94D-4F1ED5BE2F57}"/>
                </a:ext>
              </a:extLst>
            </p:cNvPr>
            <p:cNvSpPr txBox="1">
              <a:spLocks noChangeArrowheads="1"/>
            </p:cNvSpPr>
            <p:nvPr/>
          </p:nvSpPr>
          <p:spPr bwMode="auto">
            <a:xfrm>
              <a:off x="839" y="2614"/>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m</a:t>
              </a:r>
            </a:p>
          </p:txBody>
        </p:sp>
        <p:sp>
          <p:nvSpPr>
            <p:cNvPr id="105525" name="Text Box 38">
              <a:extLst>
                <a:ext uri="{FF2B5EF4-FFF2-40B4-BE49-F238E27FC236}">
                  <a16:creationId xmlns:a16="http://schemas.microsoft.com/office/drawing/2014/main" id="{49F3F902-F4BC-6B4C-8BC6-7DBCD0D8EA18}"/>
                </a:ext>
              </a:extLst>
            </p:cNvPr>
            <p:cNvSpPr txBox="1">
              <a:spLocks noChangeArrowheads="1"/>
            </p:cNvSpPr>
            <p:nvPr/>
          </p:nvSpPr>
          <p:spPr bwMode="auto">
            <a:xfrm>
              <a:off x="1882" y="2568"/>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5526" name="Text Box 39">
              <a:extLst>
                <a:ext uri="{FF2B5EF4-FFF2-40B4-BE49-F238E27FC236}">
                  <a16:creationId xmlns:a16="http://schemas.microsoft.com/office/drawing/2014/main" id="{7E87D653-30AB-4C43-8131-ED6AF9A7BCE9}"/>
                </a:ext>
              </a:extLst>
            </p:cNvPr>
            <p:cNvSpPr txBox="1">
              <a:spLocks noChangeArrowheads="1"/>
            </p:cNvSpPr>
            <p:nvPr/>
          </p:nvSpPr>
          <p:spPr bwMode="auto">
            <a:xfrm>
              <a:off x="3470" y="1933"/>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m</a:t>
              </a:r>
            </a:p>
          </p:txBody>
        </p:sp>
        <p:sp>
          <p:nvSpPr>
            <p:cNvPr id="105527" name="Text Box 40">
              <a:extLst>
                <a:ext uri="{FF2B5EF4-FFF2-40B4-BE49-F238E27FC236}">
                  <a16:creationId xmlns:a16="http://schemas.microsoft.com/office/drawing/2014/main" id="{7F01B897-4568-454B-BDDF-91F309E21004}"/>
                </a:ext>
              </a:extLst>
            </p:cNvPr>
            <p:cNvSpPr txBox="1">
              <a:spLocks noChangeArrowheads="1"/>
            </p:cNvSpPr>
            <p:nvPr/>
          </p:nvSpPr>
          <p:spPr bwMode="auto">
            <a:xfrm>
              <a:off x="4604" y="2024"/>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5528" name="Text Box 41">
              <a:extLst>
                <a:ext uri="{FF2B5EF4-FFF2-40B4-BE49-F238E27FC236}">
                  <a16:creationId xmlns:a16="http://schemas.microsoft.com/office/drawing/2014/main" id="{8D6935C7-6247-614C-A408-C32D20D86CC6}"/>
                </a:ext>
              </a:extLst>
            </p:cNvPr>
            <p:cNvSpPr txBox="1">
              <a:spLocks noChangeArrowheads="1"/>
            </p:cNvSpPr>
            <p:nvPr/>
          </p:nvSpPr>
          <p:spPr bwMode="auto">
            <a:xfrm>
              <a:off x="2880" y="1933"/>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1</a:t>
              </a:r>
            </a:p>
          </p:txBody>
        </p:sp>
        <p:sp>
          <p:nvSpPr>
            <p:cNvPr id="105529" name="Text Box 42">
              <a:extLst>
                <a:ext uri="{FF2B5EF4-FFF2-40B4-BE49-F238E27FC236}">
                  <a16:creationId xmlns:a16="http://schemas.microsoft.com/office/drawing/2014/main" id="{C888BBA6-7F04-5148-A20E-7E8238F129F3}"/>
                </a:ext>
              </a:extLst>
            </p:cNvPr>
            <p:cNvSpPr txBox="1">
              <a:spLocks noChangeArrowheads="1"/>
            </p:cNvSpPr>
            <p:nvPr/>
          </p:nvSpPr>
          <p:spPr bwMode="auto">
            <a:xfrm>
              <a:off x="2925" y="2478"/>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5530" name="Text Box 43">
              <a:extLst>
                <a:ext uri="{FF2B5EF4-FFF2-40B4-BE49-F238E27FC236}">
                  <a16:creationId xmlns:a16="http://schemas.microsoft.com/office/drawing/2014/main" id="{57F8B14C-0562-DA49-8EF8-488223CD7551}"/>
                </a:ext>
              </a:extLst>
            </p:cNvPr>
            <p:cNvSpPr txBox="1">
              <a:spLocks noChangeArrowheads="1"/>
            </p:cNvSpPr>
            <p:nvPr/>
          </p:nvSpPr>
          <p:spPr bwMode="auto">
            <a:xfrm>
              <a:off x="3515" y="2614"/>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1</a:t>
              </a:r>
            </a:p>
          </p:txBody>
        </p:sp>
        <p:sp>
          <p:nvSpPr>
            <p:cNvPr id="105531" name="Text Box 44">
              <a:extLst>
                <a:ext uri="{FF2B5EF4-FFF2-40B4-BE49-F238E27FC236}">
                  <a16:creationId xmlns:a16="http://schemas.microsoft.com/office/drawing/2014/main" id="{3986A2C1-27BA-AC4F-8751-40081CE73787}"/>
                </a:ext>
              </a:extLst>
            </p:cNvPr>
            <p:cNvSpPr txBox="1">
              <a:spLocks noChangeArrowheads="1"/>
            </p:cNvSpPr>
            <p:nvPr/>
          </p:nvSpPr>
          <p:spPr bwMode="auto">
            <a:xfrm>
              <a:off x="4694" y="2568"/>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1</a:t>
              </a:r>
            </a:p>
          </p:txBody>
        </p:sp>
        <p:sp>
          <p:nvSpPr>
            <p:cNvPr id="105532" name="Text Box 45">
              <a:extLst>
                <a:ext uri="{FF2B5EF4-FFF2-40B4-BE49-F238E27FC236}">
                  <a16:creationId xmlns:a16="http://schemas.microsoft.com/office/drawing/2014/main" id="{2B8B2B76-78EF-D743-80B0-576996AE6844}"/>
                </a:ext>
              </a:extLst>
            </p:cNvPr>
            <p:cNvSpPr txBox="1">
              <a:spLocks noChangeArrowheads="1"/>
            </p:cNvSpPr>
            <p:nvPr/>
          </p:nvSpPr>
          <p:spPr bwMode="auto">
            <a:xfrm>
              <a:off x="3061" y="3067"/>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1</a:t>
              </a:r>
            </a:p>
          </p:txBody>
        </p:sp>
        <p:sp>
          <p:nvSpPr>
            <p:cNvPr id="105533" name="Text Box 46">
              <a:extLst>
                <a:ext uri="{FF2B5EF4-FFF2-40B4-BE49-F238E27FC236}">
                  <a16:creationId xmlns:a16="http://schemas.microsoft.com/office/drawing/2014/main" id="{78510458-8D0E-7B43-8830-16F52808C8CF}"/>
                </a:ext>
              </a:extLst>
            </p:cNvPr>
            <p:cNvSpPr txBox="1">
              <a:spLocks noChangeArrowheads="1"/>
            </p:cNvSpPr>
            <p:nvPr/>
          </p:nvSpPr>
          <p:spPr bwMode="auto">
            <a:xfrm>
              <a:off x="3016" y="3521"/>
              <a:ext cx="183" cy="25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40458C"/>
                  </a:solidFill>
                  <a:latin typeface="宋体" panose="02010600030101010101" pitchFamily="2" charset="-122"/>
                </a:rPr>
                <a:t>n</a:t>
              </a:r>
            </a:p>
          </p:txBody>
        </p:sp>
        <p:sp>
          <p:nvSpPr>
            <p:cNvPr id="105534" name="Line 47">
              <a:extLst>
                <a:ext uri="{FF2B5EF4-FFF2-40B4-BE49-F238E27FC236}">
                  <a16:creationId xmlns:a16="http://schemas.microsoft.com/office/drawing/2014/main" id="{782122D7-1C89-5640-B38C-30F4F1D8D918}"/>
                </a:ext>
              </a:extLst>
            </p:cNvPr>
            <p:cNvSpPr>
              <a:spLocks noChangeShapeType="1"/>
            </p:cNvSpPr>
            <p:nvPr/>
          </p:nvSpPr>
          <p:spPr bwMode="auto">
            <a:xfrm>
              <a:off x="1791" y="2886"/>
              <a:ext cx="5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87473" name="Oval 49">
            <a:extLst>
              <a:ext uri="{FF2B5EF4-FFF2-40B4-BE49-F238E27FC236}">
                <a16:creationId xmlns:a16="http://schemas.microsoft.com/office/drawing/2014/main" id="{9C705CA8-86A2-764A-879C-C9822505592E}"/>
              </a:ext>
            </a:extLst>
          </p:cNvPr>
          <p:cNvSpPr>
            <a:spLocks noChangeArrowheads="1"/>
          </p:cNvSpPr>
          <p:nvPr/>
        </p:nvSpPr>
        <p:spPr bwMode="auto">
          <a:xfrm>
            <a:off x="5500688" y="981075"/>
            <a:ext cx="857250" cy="504825"/>
          </a:xfrm>
          <a:prstGeom prst="ellipse">
            <a:avLst/>
          </a:prstGeom>
          <a:noFill/>
          <a:ln w="25400">
            <a:solidFill>
              <a:srgbClr val="CC0000"/>
            </a:solidFill>
            <a:prstDash val="dash"/>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CC0000"/>
                </a:solidFill>
                <a:latin typeface="宋体" panose="02010600030101010101" pitchFamily="2" charset="-122"/>
              </a:rPr>
              <a:t>1</a:t>
            </a:r>
          </a:p>
        </p:txBody>
      </p:sp>
      <p:sp>
        <p:nvSpPr>
          <p:cNvPr id="487480" name="Oval 56">
            <a:extLst>
              <a:ext uri="{FF2B5EF4-FFF2-40B4-BE49-F238E27FC236}">
                <a16:creationId xmlns:a16="http://schemas.microsoft.com/office/drawing/2014/main" id="{373D0561-4B6D-C84A-B7A9-25BD784BC7C4}"/>
              </a:ext>
            </a:extLst>
          </p:cNvPr>
          <p:cNvSpPr>
            <a:spLocks noChangeArrowheads="1"/>
          </p:cNvSpPr>
          <p:nvPr/>
        </p:nvSpPr>
        <p:spPr bwMode="auto">
          <a:xfrm>
            <a:off x="3549650" y="3860800"/>
            <a:ext cx="935038" cy="863600"/>
          </a:xfrm>
          <a:prstGeom prst="ellipse">
            <a:avLst/>
          </a:prstGeom>
          <a:noFill/>
          <a:ln w="25400">
            <a:solidFill>
              <a:srgbClr val="CC0000"/>
            </a:solidFill>
            <a:prstDash val="dash"/>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CC0000"/>
                </a:solidFill>
                <a:latin typeface="宋体" panose="02010600030101010101" pitchFamily="2" charset="-122"/>
              </a:rPr>
              <a:t>3</a:t>
            </a:r>
          </a:p>
        </p:txBody>
      </p:sp>
      <p:sp>
        <p:nvSpPr>
          <p:cNvPr id="487481" name="Oval 57">
            <a:extLst>
              <a:ext uri="{FF2B5EF4-FFF2-40B4-BE49-F238E27FC236}">
                <a16:creationId xmlns:a16="http://schemas.microsoft.com/office/drawing/2014/main" id="{6B8ED3B8-E52E-B743-B852-288EB8AC055F}"/>
              </a:ext>
            </a:extLst>
          </p:cNvPr>
          <p:cNvSpPr>
            <a:spLocks noChangeArrowheads="1"/>
          </p:cNvSpPr>
          <p:nvPr/>
        </p:nvSpPr>
        <p:spPr bwMode="auto">
          <a:xfrm>
            <a:off x="3549650" y="5373688"/>
            <a:ext cx="935038" cy="863600"/>
          </a:xfrm>
          <a:prstGeom prst="ellipse">
            <a:avLst/>
          </a:prstGeom>
          <a:noFill/>
          <a:ln w="25400">
            <a:solidFill>
              <a:srgbClr val="CC0000"/>
            </a:solidFill>
            <a:prstDash val="dash"/>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CC0000"/>
                </a:solidFill>
                <a:latin typeface="宋体" panose="02010600030101010101" pitchFamily="2" charset="-122"/>
              </a:rPr>
              <a:t>4</a:t>
            </a:r>
          </a:p>
        </p:txBody>
      </p:sp>
      <p:sp>
        <p:nvSpPr>
          <p:cNvPr id="487482" name="Oval 58">
            <a:extLst>
              <a:ext uri="{FF2B5EF4-FFF2-40B4-BE49-F238E27FC236}">
                <a16:creationId xmlns:a16="http://schemas.microsoft.com/office/drawing/2014/main" id="{32A983E1-392B-7048-A721-EA0E0D0939BF}"/>
              </a:ext>
            </a:extLst>
          </p:cNvPr>
          <p:cNvSpPr>
            <a:spLocks noChangeArrowheads="1"/>
          </p:cNvSpPr>
          <p:nvPr/>
        </p:nvSpPr>
        <p:spPr bwMode="auto">
          <a:xfrm>
            <a:off x="428625" y="3789363"/>
            <a:ext cx="701675" cy="649287"/>
          </a:xfrm>
          <a:prstGeom prst="ellipse">
            <a:avLst/>
          </a:prstGeom>
          <a:noFill/>
          <a:ln w="25400">
            <a:solidFill>
              <a:srgbClr val="CC0000"/>
            </a:solidFill>
            <a:prstDash val="dash"/>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CC0000"/>
                </a:solidFill>
                <a:latin typeface="宋体" panose="02010600030101010101" pitchFamily="2" charset="-122"/>
              </a:rPr>
              <a:t>5</a:t>
            </a:r>
          </a:p>
        </p:txBody>
      </p:sp>
      <p:sp>
        <p:nvSpPr>
          <p:cNvPr id="487484" name="Oval 60">
            <a:extLst>
              <a:ext uri="{FF2B5EF4-FFF2-40B4-BE49-F238E27FC236}">
                <a16:creationId xmlns:a16="http://schemas.microsoft.com/office/drawing/2014/main" id="{599B6DC2-B653-7F48-B0EF-8A698871B7C6}"/>
              </a:ext>
            </a:extLst>
          </p:cNvPr>
          <p:cNvSpPr>
            <a:spLocks noChangeArrowheads="1"/>
          </p:cNvSpPr>
          <p:nvPr/>
        </p:nvSpPr>
        <p:spPr bwMode="auto">
          <a:xfrm>
            <a:off x="2066925" y="3789363"/>
            <a:ext cx="779463" cy="647700"/>
          </a:xfrm>
          <a:prstGeom prst="ellipse">
            <a:avLst/>
          </a:prstGeom>
          <a:noFill/>
          <a:ln w="25400">
            <a:solidFill>
              <a:srgbClr val="CC0000"/>
            </a:solidFill>
            <a:prstDash val="dash"/>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CC0000"/>
                </a:solidFill>
                <a:latin typeface="宋体" panose="02010600030101010101" pitchFamily="2" charset="-122"/>
              </a:rPr>
              <a:t>11</a:t>
            </a:r>
          </a:p>
        </p:txBody>
      </p:sp>
      <p:sp>
        <p:nvSpPr>
          <p:cNvPr id="487485" name="Oval 61">
            <a:extLst>
              <a:ext uri="{FF2B5EF4-FFF2-40B4-BE49-F238E27FC236}">
                <a16:creationId xmlns:a16="http://schemas.microsoft.com/office/drawing/2014/main" id="{70EDA2DB-FB7F-4344-B40D-79E41872B24D}"/>
              </a:ext>
            </a:extLst>
          </p:cNvPr>
          <p:cNvSpPr>
            <a:spLocks noChangeArrowheads="1"/>
          </p:cNvSpPr>
          <p:nvPr/>
        </p:nvSpPr>
        <p:spPr bwMode="auto">
          <a:xfrm>
            <a:off x="8385175" y="3284538"/>
            <a:ext cx="779463" cy="647700"/>
          </a:xfrm>
          <a:prstGeom prst="ellipse">
            <a:avLst/>
          </a:prstGeom>
          <a:noFill/>
          <a:ln w="25400">
            <a:solidFill>
              <a:srgbClr val="CC0000"/>
            </a:solidFill>
            <a:prstDash val="dash"/>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CC0000"/>
                </a:solidFill>
                <a:latin typeface="宋体" panose="02010600030101010101" pitchFamily="2" charset="-122"/>
              </a:rPr>
              <a:t>7</a:t>
            </a:r>
          </a:p>
        </p:txBody>
      </p:sp>
      <p:sp>
        <p:nvSpPr>
          <p:cNvPr id="487487" name="Oval 63">
            <a:extLst>
              <a:ext uri="{FF2B5EF4-FFF2-40B4-BE49-F238E27FC236}">
                <a16:creationId xmlns:a16="http://schemas.microsoft.com/office/drawing/2014/main" id="{E321CAF6-CC4D-A14B-92EF-FA4330417E3B}"/>
              </a:ext>
            </a:extLst>
          </p:cNvPr>
          <p:cNvSpPr>
            <a:spLocks noChangeArrowheads="1"/>
          </p:cNvSpPr>
          <p:nvPr/>
        </p:nvSpPr>
        <p:spPr bwMode="auto">
          <a:xfrm>
            <a:off x="6746875" y="3213100"/>
            <a:ext cx="779463" cy="647700"/>
          </a:xfrm>
          <a:prstGeom prst="ellipse">
            <a:avLst/>
          </a:prstGeom>
          <a:noFill/>
          <a:ln w="25400">
            <a:solidFill>
              <a:srgbClr val="CC0000"/>
            </a:solidFill>
            <a:prstDash val="dash"/>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CC0000"/>
                </a:solidFill>
                <a:latin typeface="宋体" panose="02010600030101010101" pitchFamily="2" charset="-122"/>
              </a:rPr>
              <a:t>9</a:t>
            </a:r>
          </a:p>
        </p:txBody>
      </p:sp>
      <p:sp>
        <p:nvSpPr>
          <p:cNvPr id="105484" name="Rectangle 64" descr="Rectangle: Click to edit Master text styles&#13;&#10;Second level&#13;&#10;Third level&#13;&#10;Fourth level&#13;&#10;Fifth level">
            <a:extLst>
              <a:ext uri="{FF2B5EF4-FFF2-40B4-BE49-F238E27FC236}">
                <a16:creationId xmlns:a16="http://schemas.microsoft.com/office/drawing/2014/main" id="{8C2DFD5D-4223-A448-BCED-D4BC6602A14C}"/>
              </a:ext>
            </a:extLst>
          </p:cNvPr>
          <p:cNvSpPr>
            <a:spLocks noGrp="1" noChangeArrowheads="1"/>
          </p:cNvSpPr>
          <p:nvPr>
            <p:ph type="body" idx="1"/>
          </p:nvPr>
        </p:nvSpPr>
        <p:spPr>
          <a:xfrm>
            <a:off x="0" y="908050"/>
            <a:ext cx="3783013" cy="2592388"/>
          </a:xfrm>
          <a:solidFill>
            <a:srgbClr val="DEECD8"/>
          </a:solidFill>
          <a:extLst>
            <a:ext uri="{91240B29-F687-4F45-9708-019B960494DF}">
              <a14:hiddenLine xmlns:a14="http://schemas.microsoft.com/office/drawing/2010/main" w="9525" cap="flat">
                <a:solidFill>
                  <a:schemeClr val="tx1"/>
                </a:solidFill>
                <a:prstDash val="sysDot"/>
                <a:miter lim="800000"/>
                <a:headEnd/>
                <a:tailEnd/>
              </a14:hiddenLine>
            </a:ext>
          </a:extLst>
        </p:spPr>
        <p:txBody>
          <a:bodyPr/>
          <a:lstStyle/>
          <a:p>
            <a:pPr eaLnBrk="1" hangingPunct="1"/>
            <a:r>
              <a:rPr lang="zh-CN" altLang="en-US" sz="2000"/>
              <a:t>旅游线路 （</a:t>
            </a:r>
            <a:r>
              <a:rPr lang="zh-CN" altLang="en-US" sz="2000" u="sng"/>
              <a:t>路线号</a:t>
            </a:r>
            <a:r>
              <a:rPr lang="zh-CN" altLang="en-US" sz="2000"/>
              <a:t>，起点，终点）</a:t>
            </a:r>
          </a:p>
          <a:p>
            <a:pPr eaLnBrk="1" hangingPunct="1"/>
            <a:r>
              <a:rPr lang="zh-CN" altLang="en-US" sz="2000"/>
              <a:t>旅游班次 （</a:t>
            </a:r>
            <a:r>
              <a:rPr lang="zh-CN" altLang="en-US" sz="2000" u="sng"/>
              <a:t>班次号</a:t>
            </a:r>
            <a:r>
              <a:rPr lang="zh-CN" altLang="en-US" sz="2000"/>
              <a:t>，出发日期，回程日期，报价）</a:t>
            </a:r>
          </a:p>
          <a:p>
            <a:pPr eaLnBrk="1" hangingPunct="1"/>
            <a:r>
              <a:rPr lang="zh-CN" altLang="en-US" sz="2000"/>
              <a:t>开设 （旅游班次季节时段）</a:t>
            </a:r>
          </a:p>
          <a:p>
            <a:pPr eaLnBrk="1" hangingPunct="1"/>
            <a:r>
              <a:rPr lang="zh-CN" altLang="en-US" sz="2000"/>
              <a:t>游客（</a:t>
            </a:r>
            <a:r>
              <a:rPr lang="zh-CN" altLang="en-US" sz="2000" u="sng"/>
              <a:t>游客编号</a:t>
            </a:r>
            <a:r>
              <a:rPr lang="zh-CN" altLang="en-US" sz="2000"/>
              <a:t>，姓名，年龄，性别）</a:t>
            </a:r>
          </a:p>
        </p:txBody>
      </p:sp>
      <p:sp>
        <p:nvSpPr>
          <p:cNvPr id="105485" name="Text Box 65">
            <a:extLst>
              <a:ext uri="{FF2B5EF4-FFF2-40B4-BE49-F238E27FC236}">
                <a16:creationId xmlns:a16="http://schemas.microsoft.com/office/drawing/2014/main" id="{18993CEE-CFFA-ED4F-9F7C-4D6A94ED8C14}"/>
              </a:ext>
            </a:extLst>
          </p:cNvPr>
          <p:cNvSpPr txBox="1">
            <a:spLocks noChangeArrowheads="1"/>
          </p:cNvSpPr>
          <p:nvPr/>
        </p:nvSpPr>
        <p:spPr bwMode="auto">
          <a:xfrm>
            <a:off x="0" y="5157788"/>
            <a:ext cx="3589338" cy="1169987"/>
          </a:xfrm>
          <a:prstGeom prst="rect">
            <a:avLst/>
          </a:prstGeom>
          <a:solidFill>
            <a:srgbClr val="DEECD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0">
                <a:solidFill>
                  <a:srgbClr val="0000CC"/>
                </a:solidFill>
                <a:latin typeface="宋体" panose="02010600030101010101" pitchFamily="2" charset="-122"/>
              </a:rPr>
              <a:t>旅游团 （</a:t>
            </a:r>
            <a:r>
              <a:rPr lang="zh-CN" altLang="en-US" sz="2000" b="0" u="sng">
                <a:solidFill>
                  <a:srgbClr val="0000CC"/>
                </a:solidFill>
                <a:latin typeface="宋体" panose="02010600030101010101" pitchFamily="2" charset="-122"/>
              </a:rPr>
              <a:t>团号</a:t>
            </a:r>
            <a:r>
              <a:rPr lang="zh-CN" altLang="en-US" sz="2000" b="0">
                <a:solidFill>
                  <a:srgbClr val="0000CC"/>
                </a:solidFill>
                <a:latin typeface="宋体" panose="02010600030101010101" pitchFamily="2" charset="-122"/>
              </a:rPr>
              <a:t>，团名，人数）</a:t>
            </a:r>
          </a:p>
          <a:p>
            <a:pPr eaLnBrk="1" hangingPunct="1">
              <a:spcBef>
                <a:spcPct val="50000"/>
              </a:spcBef>
            </a:pPr>
            <a:r>
              <a:rPr lang="zh-CN" altLang="en-US" sz="2000" b="0">
                <a:solidFill>
                  <a:srgbClr val="0000CC"/>
                </a:solidFill>
                <a:latin typeface="宋体" panose="02010600030101010101" pitchFamily="2" charset="-122"/>
              </a:rPr>
              <a:t>导游（</a:t>
            </a:r>
            <a:r>
              <a:rPr lang="zh-CN" altLang="en-US" sz="2000" b="0" u="sng">
                <a:solidFill>
                  <a:srgbClr val="0000CC"/>
                </a:solidFill>
                <a:latin typeface="宋体" panose="02010600030101010101" pitchFamily="2" charset="-122"/>
              </a:rPr>
              <a:t>导游编号</a:t>
            </a:r>
            <a:r>
              <a:rPr lang="zh-CN" altLang="en-US" sz="2000" b="0">
                <a:solidFill>
                  <a:srgbClr val="0000CC"/>
                </a:solidFill>
                <a:latin typeface="宋体" panose="02010600030101010101" pitchFamily="2" charset="-122"/>
              </a:rPr>
              <a:t>，姓名，年龄，性别，职称）</a:t>
            </a:r>
            <a:endParaRPr lang="en-US" altLang="zh-CN" sz="2000" b="0">
              <a:solidFill>
                <a:srgbClr val="0000CC"/>
              </a:solidFill>
              <a:latin typeface="宋体" panose="02010600030101010101" pitchFamily="2" charset="-122"/>
            </a:endParaRPr>
          </a:p>
        </p:txBody>
      </p:sp>
      <p:sp>
        <p:nvSpPr>
          <p:cNvPr id="105486" name="Text Box 66">
            <a:extLst>
              <a:ext uri="{FF2B5EF4-FFF2-40B4-BE49-F238E27FC236}">
                <a16:creationId xmlns:a16="http://schemas.microsoft.com/office/drawing/2014/main" id="{04E374ED-1F88-0844-88E7-C577479A7B2E}"/>
              </a:ext>
            </a:extLst>
          </p:cNvPr>
          <p:cNvSpPr txBox="1">
            <a:spLocks noChangeArrowheads="1"/>
          </p:cNvSpPr>
          <p:nvPr/>
        </p:nvSpPr>
        <p:spPr bwMode="auto">
          <a:xfrm>
            <a:off x="5594350" y="4937125"/>
            <a:ext cx="4311650" cy="1920875"/>
          </a:xfrm>
          <a:prstGeom prst="rect">
            <a:avLst/>
          </a:prstGeom>
          <a:solidFill>
            <a:srgbClr val="DEECD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0">
                <a:solidFill>
                  <a:srgbClr val="0000CC"/>
                </a:solidFill>
                <a:latin typeface="宋体" panose="02010600030101010101" pitchFamily="2" charset="-122"/>
              </a:rPr>
              <a:t>交通工具（</a:t>
            </a:r>
            <a:r>
              <a:rPr lang="zh-CN" altLang="en-US" sz="2000" b="0" u="sng">
                <a:solidFill>
                  <a:srgbClr val="0000CC"/>
                </a:solidFill>
                <a:latin typeface="宋体" panose="02010600030101010101" pitchFamily="2" charset="-122"/>
              </a:rPr>
              <a:t>交通工具编号</a:t>
            </a:r>
            <a:r>
              <a:rPr lang="zh-CN" altLang="en-US" sz="2000" b="0">
                <a:solidFill>
                  <a:srgbClr val="0000CC"/>
                </a:solidFill>
                <a:latin typeface="宋体" panose="02010600030101010101" pitchFamily="2" charset="-122"/>
              </a:rPr>
              <a:t>）</a:t>
            </a:r>
          </a:p>
          <a:p>
            <a:pPr eaLnBrk="1" hangingPunct="1">
              <a:spcBef>
                <a:spcPct val="50000"/>
              </a:spcBef>
            </a:pPr>
            <a:r>
              <a:rPr lang="zh-CN" altLang="en-US" sz="2000" b="0">
                <a:solidFill>
                  <a:srgbClr val="0000CC"/>
                </a:solidFill>
                <a:latin typeface="宋体" panose="02010600030101010101" pitchFamily="2" charset="-122"/>
              </a:rPr>
              <a:t>宾馆（</a:t>
            </a:r>
            <a:r>
              <a:rPr lang="zh-CN" altLang="en-US" sz="2000" b="0" u="sng">
                <a:solidFill>
                  <a:srgbClr val="0000CC"/>
                </a:solidFill>
                <a:latin typeface="宋体" panose="02010600030101010101" pitchFamily="2" charset="-122"/>
              </a:rPr>
              <a:t>宾馆编号</a:t>
            </a:r>
            <a:r>
              <a:rPr lang="zh-CN" altLang="en-US" sz="2000" b="0">
                <a:solidFill>
                  <a:srgbClr val="0000CC"/>
                </a:solidFill>
                <a:latin typeface="宋体" panose="02010600030101010101" pitchFamily="2" charset="-122"/>
              </a:rPr>
              <a:t>，宾馆名，星级，标准房价）</a:t>
            </a:r>
          </a:p>
          <a:p>
            <a:pPr eaLnBrk="1" hangingPunct="1">
              <a:spcBef>
                <a:spcPct val="50000"/>
              </a:spcBef>
            </a:pPr>
            <a:r>
              <a:rPr lang="zh-CN" altLang="en-US" sz="2000" b="0">
                <a:solidFill>
                  <a:srgbClr val="0000CC"/>
                </a:solidFill>
                <a:latin typeface="宋体" panose="02010600030101010101" pitchFamily="2" charset="-122"/>
              </a:rPr>
              <a:t>保险单 （</a:t>
            </a:r>
            <a:r>
              <a:rPr lang="zh-CN" altLang="en-US" sz="2000" b="0" u="sng">
                <a:solidFill>
                  <a:srgbClr val="0000CC"/>
                </a:solidFill>
                <a:latin typeface="宋体" panose="02010600030101010101" pitchFamily="2" charset="-122"/>
              </a:rPr>
              <a:t>保险单编号</a:t>
            </a:r>
            <a:r>
              <a:rPr lang="zh-CN" altLang="en-US" sz="2000" b="0">
                <a:solidFill>
                  <a:srgbClr val="0000CC"/>
                </a:solidFill>
                <a:latin typeface="宋体" panose="02010600030101010101" pitchFamily="2" charset="-122"/>
              </a:rPr>
              <a:t>，保险费，投保日期）</a:t>
            </a:r>
            <a:endParaRPr lang="en-US" altLang="zh-CN" sz="2800">
              <a:solidFill>
                <a:srgbClr val="CC0000"/>
              </a:solidFill>
              <a:latin typeface="宋体" panose="02010600030101010101" pitchFamily="2" charset="-122"/>
            </a:endParaRPr>
          </a:p>
        </p:txBody>
      </p:sp>
      <p:sp>
        <p:nvSpPr>
          <p:cNvPr id="487479" name="Oval 55">
            <a:extLst>
              <a:ext uri="{FF2B5EF4-FFF2-40B4-BE49-F238E27FC236}">
                <a16:creationId xmlns:a16="http://schemas.microsoft.com/office/drawing/2014/main" id="{F67D4DD7-D844-804B-9FA8-44075907555D}"/>
              </a:ext>
            </a:extLst>
          </p:cNvPr>
          <p:cNvSpPr>
            <a:spLocks noChangeArrowheads="1"/>
          </p:cNvSpPr>
          <p:nvPr/>
        </p:nvSpPr>
        <p:spPr bwMode="auto">
          <a:xfrm>
            <a:off x="3392488" y="2205038"/>
            <a:ext cx="936625" cy="863600"/>
          </a:xfrm>
          <a:prstGeom prst="ellipse">
            <a:avLst/>
          </a:prstGeom>
          <a:noFill/>
          <a:ln w="25400">
            <a:solidFill>
              <a:srgbClr val="CC0000"/>
            </a:solidFill>
            <a:prstDash val="dash"/>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CC0000"/>
                </a:solidFill>
                <a:latin typeface="宋体" panose="02010600030101010101" pitchFamily="2" charset="-122"/>
              </a:rPr>
              <a:t>2</a:t>
            </a:r>
          </a:p>
        </p:txBody>
      </p:sp>
      <p:sp>
        <p:nvSpPr>
          <p:cNvPr id="487486" name="Oval 62">
            <a:extLst>
              <a:ext uri="{FF2B5EF4-FFF2-40B4-BE49-F238E27FC236}">
                <a16:creationId xmlns:a16="http://schemas.microsoft.com/office/drawing/2014/main" id="{8C03F458-EFE8-DC45-A388-0B4A296B20C7}"/>
              </a:ext>
            </a:extLst>
          </p:cNvPr>
          <p:cNvSpPr>
            <a:spLocks noChangeArrowheads="1"/>
          </p:cNvSpPr>
          <p:nvPr/>
        </p:nvSpPr>
        <p:spPr bwMode="auto">
          <a:xfrm>
            <a:off x="7839075" y="4292600"/>
            <a:ext cx="1246188" cy="1008063"/>
          </a:xfrm>
          <a:prstGeom prst="ellipse">
            <a:avLst/>
          </a:prstGeom>
          <a:noFill/>
          <a:ln w="25400">
            <a:solidFill>
              <a:srgbClr val="CC0000"/>
            </a:solidFill>
            <a:prstDash val="dash"/>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CC0000"/>
                </a:solidFill>
                <a:latin typeface="宋体" panose="02010600030101010101" pitchFamily="2" charset="-122"/>
              </a:rPr>
              <a:t>8</a:t>
            </a:r>
          </a:p>
        </p:txBody>
      </p:sp>
      <p:sp>
        <p:nvSpPr>
          <p:cNvPr id="487483" name="Oval 59">
            <a:extLst>
              <a:ext uri="{FF2B5EF4-FFF2-40B4-BE49-F238E27FC236}">
                <a16:creationId xmlns:a16="http://schemas.microsoft.com/office/drawing/2014/main" id="{51F41E70-920E-E34A-BEB9-CF6122DF1585}"/>
              </a:ext>
            </a:extLst>
          </p:cNvPr>
          <p:cNvSpPr>
            <a:spLocks noChangeArrowheads="1"/>
          </p:cNvSpPr>
          <p:nvPr/>
        </p:nvSpPr>
        <p:spPr bwMode="auto">
          <a:xfrm>
            <a:off x="7761288" y="2133600"/>
            <a:ext cx="935037" cy="647700"/>
          </a:xfrm>
          <a:prstGeom prst="ellipse">
            <a:avLst/>
          </a:prstGeom>
          <a:noFill/>
          <a:ln w="25400">
            <a:solidFill>
              <a:srgbClr val="CC0000"/>
            </a:solidFill>
            <a:prstDash val="dash"/>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CC0000"/>
                </a:solidFill>
                <a:latin typeface="宋体" panose="02010600030101010101" pitchFamily="2" charset="-122"/>
              </a:rPr>
              <a:t>6</a:t>
            </a:r>
          </a:p>
        </p:txBody>
      </p:sp>
      <p:sp>
        <p:nvSpPr>
          <p:cNvPr id="105490" name="Text Box 67">
            <a:extLst>
              <a:ext uri="{FF2B5EF4-FFF2-40B4-BE49-F238E27FC236}">
                <a16:creationId xmlns:a16="http://schemas.microsoft.com/office/drawing/2014/main" id="{CCB06B74-A1E7-4645-8C96-B05B4866F9E0}"/>
              </a:ext>
            </a:extLst>
          </p:cNvPr>
          <p:cNvSpPr txBox="1">
            <a:spLocks noChangeArrowheads="1"/>
          </p:cNvSpPr>
          <p:nvPr/>
        </p:nvSpPr>
        <p:spPr bwMode="auto">
          <a:xfrm>
            <a:off x="6513513" y="1125538"/>
            <a:ext cx="3159125" cy="396875"/>
          </a:xfrm>
          <a:prstGeom prst="rect">
            <a:avLst/>
          </a:prstGeom>
          <a:solidFill>
            <a:srgbClr val="DEECD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0">
                <a:solidFill>
                  <a:srgbClr val="0000CC"/>
                </a:solidFill>
                <a:latin typeface="宋体" panose="02010600030101010101" pitchFamily="2" charset="-122"/>
              </a:rPr>
              <a:t>食宿（团体订单折扣） </a:t>
            </a:r>
            <a:endParaRPr lang="en-US" altLang="zh-CN" sz="2000" b="0">
              <a:solidFill>
                <a:srgbClr val="0000CC"/>
              </a:solidFill>
              <a:latin typeface="宋体" panose="02010600030101010101" pitchFamily="2" charset="-122"/>
            </a:endParaRPr>
          </a:p>
        </p:txBody>
      </p:sp>
      <p:sp>
        <p:nvSpPr>
          <p:cNvPr id="487492" name="Oval 68">
            <a:extLst>
              <a:ext uri="{FF2B5EF4-FFF2-40B4-BE49-F238E27FC236}">
                <a16:creationId xmlns:a16="http://schemas.microsoft.com/office/drawing/2014/main" id="{1F705579-6C6D-B449-BD85-1E90B90BE785}"/>
              </a:ext>
            </a:extLst>
          </p:cNvPr>
          <p:cNvSpPr>
            <a:spLocks noChangeArrowheads="1"/>
          </p:cNvSpPr>
          <p:nvPr/>
        </p:nvSpPr>
        <p:spPr bwMode="auto">
          <a:xfrm>
            <a:off x="6435725" y="2205038"/>
            <a:ext cx="779463" cy="647700"/>
          </a:xfrm>
          <a:prstGeom prst="ellipse">
            <a:avLst/>
          </a:prstGeom>
          <a:noFill/>
          <a:ln w="25400">
            <a:solidFill>
              <a:srgbClr val="CC0000"/>
            </a:solidFill>
            <a:prstDash val="dash"/>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CC0000"/>
                </a:solidFill>
                <a:latin typeface="宋体" panose="02010600030101010101" pitchFamily="2" charset="-122"/>
              </a:rPr>
              <a:t>10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487473"/>
                                        </p:tgtEl>
                                        <p:attrNameLst>
                                          <p:attrName>style.visibility</p:attrName>
                                        </p:attrNameLst>
                                      </p:cBhvr>
                                      <p:to>
                                        <p:strVal val="visible"/>
                                      </p:to>
                                    </p:set>
                                    <p:animEffect transition="in" filter="wedge">
                                      <p:cBhvr>
                                        <p:cTn id="7" dur="1000"/>
                                        <p:tgtEl>
                                          <p:spTgt spid="487473"/>
                                        </p:tgtEl>
                                      </p:cBhvr>
                                    </p:animEffect>
                                  </p:childTnLst>
                                  <p:subTnLst>
                                    <p:set>
                                      <p:cBhvr override="childStyle">
                                        <p:cTn dur="1" fill="hold" display="0" masterRel="nextClick" afterEffect="1"/>
                                        <p:tgtEl>
                                          <p:spTgt spid="48747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487479"/>
                                        </p:tgtEl>
                                        <p:attrNameLst>
                                          <p:attrName>style.visibility</p:attrName>
                                        </p:attrNameLst>
                                      </p:cBhvr>
                                      <p:to>
                                        <p:strVal val="visible"/>
                                      </p:to>
                                    </p:set>
                                    <p:animEffect transition="in" filter="wedge">
                                      <p:cBhvr>
                                        <p:cTn id="12" dur="1000"/>
                                        <p:tgtEl>
                                          <p:spTgt spid="487479"/>
                                        </p:tgtEl>
                                      </p:cBhvr>
                                    </p:animEffect>
                                  </p:childTnLst>
                                  <p:subTnLst>
                                    <p:set>
                                      <p:cBhvr override="childStyle">
                                        <p:cTn dur="1" fill="hold" display="0" masterRel="nextClick" afterEffect="1"/>
                                        <p:tgtEl>
                                          <p:spTgt spid="487479"/>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487480"/>
                                        </p:tgtEl>
                                        <p:attrNameLst>
                                          <p:attrName>style.visibility</p:attrName>
                                        </p:attrNameLst>
                                      </p:cBhvr>
                                      <p:to>
                                        <p:strVal val="visible"/>
                                      </p:to>
                                    </p:set>
                                    <p:animEffect transition="in" filter="wedge">
                                      <p:cBhvr>
                                        <p:cTn id="17" dur="1000"/>
                                        <p:tgtEl>
                                          <p:spTgt spid="487480"/>
                                        </p:tgtEl>
                                      </p:cBhvr>
                                    </p:animEffect>
                                  </p:childTnLst>
                                  <p:subTnLst>
                                    <p:set>
                                      <p:cBhvr override="childStyle">
                                        <p:cTn dur="1" fill="hold" display="0" masterRel="nextClick" afterEffect="1"/>
                                        <p:tgtEl>
                                          <p:spTgt spid="487480"/>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487481"/>
                                        </p:tgtEl>
                                        <p:attrNameLst>
                                          <p:attrName>style.visibility</p:attrName>
                                        </p:attrNameLst>
                                      </p:cBhvr>
                                      <p:to>
                                        <p:strVal val="visible"/>
                                      </p:to>
                                    </p:set>
                                    <p:animEffect transition="in" filter="wedge">
                                      <p:cBhvr>
                                        <p:cTn id="22" dur="1000"/>
                                        <p:tgtEl>
                                          <p:spTgt spid="487481"/>
                                        </p:tgtEl>
                                      </p:cBhvr>
                                    </p:animEffect>
                                  </p:childTnLst>
                                  <p:subTnLst>
                                    <p:set>
                                      <p:cBhvr override="childStyle">
                                        <p:cTn dur="1" fill="hold" display="0" masterRel="nextClick" afterEffect="1"/>
                                        <p:tgtEl>
                                          <p:spTgt spid="487481"/>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487482"/>
                                        </p:tgtEl>
                                        <p:attrNameLst>
                                          <p:attrName>style.visibility</p:attrName>
                                        </p:attrNameLst>
                                      </p:cBhvr>
                                      <p:to>
                                        <p:strVal val="visible"/>
                                      </p:to>
                                    </p:set>
                                    <p:animEffect transition="in" filter="wedge">
                                      <p:cBhvr>
                                        <p:cTn id="27" dur="1000"/>
                                        <p:tgtEl>
                                          <p:spTgt spid="487482"/>
                                        </p:tgtEl>
                                      </p:cBhvr>
                                    </p:animEffect>
                                  </p:childTnLst>
                                  <p:subTnLst>
                                    <p:set>
                                      <p:cBhvr override="childStyle">
                                        <p:cTn dur="1" fill="hold" display="0" masterRel="nextClick" afterEffect="1"/>
                                        <p:tgtEl>
                                          <p:spTgt spid="487482"/>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20" presetClass="entr" presetSubtype="0" fill="hold" grpId="0" nodeType="clickEffect">
                                  <p:stCondLst>
                                    <p:cond delay="0"/>
                                  </p:stCondLst>
                                  <p:childTnLst>
                                    <p:set>
                                      <p:cBhvr>
                                        <p:cTn id="31" dur="1" fill="hold">
                                          <p:stCondLst>
                                            <p:cond delay="0"/>
                                          </p:stCondLst>
                                        </p:cTn>
                                        <p:tgtEl>
                                          <p:spTgt spid="487483"/>
                                        </p:tgtEl>
                                        <p:attrNameLst>
                                          <p:attrName>style.visibility</p:attrName>
                                        </p:attrNameLst>
                                      </p:cBhvr>
                                      <p:to>
                                        <p:strVal val="visible"/>
                                      </p:to>
                                    </p:set>
                                    <p:animEffect transition="in" filter="wedge">
                                      <p:cBhvr>
                                        <p:cTn id="32" dur="1000"/>
                                        <p:tgtEl>
                                          <p:spTgt spid="487483"/>
                                        </p:tgtEl>
                                      </p:cBhvr>
                                    </p:animEffect>
                                  </p:childTnLst>
                                  <p:subTnLst>
                                    <p:set>
                                      <p:cBhvr override="childStyle">
                                        <p:cTn dur="1" fill="hold" display="0" masterRel="nextClick" afterEffect="1"/>
                                        <p:tgtEl>
                                          <p:spTgt spid="487483"/>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0" presetClass="entr" presetSubtype="0" fill="hold" grpId="0" nodeType="clickEffect">
                                  <p:stCondLst>
                                    <p:cond delay="0"/>
                                  </p:stCondLst>
                                  <p:childTnLst>
                                    <p:set>
                                      <p:cBhvr>
                                        <p:cTn id="36" dur="1" fill="hold">
                                          <p:stCondLst>
                                            <p:cond delay="0"/>
                                          </p:stCondLst>
                                        </p:cTn>
                                        <p:tgtEl>
                                          <p:spTgt spid="487485"/>
                                        </p:tgtEl>
                                        <p:attrNameLst>
                                          <p:attrName>style.visibility</p:attrName>
                                        </p:attrNameLst>
                                      </p:cBhvr>
                                      <p:to>
                                        <p:strVal val="visible"/>
                                      </p:to>
                                    </p:set>
                                    <p:animEffect transition="in" filter="wedge">
                                      <p:cBhvr>
                                        <p:cTn id="37" dur="1000"/>
                                        <p:tgtEl>
                                          <p:spTgt spid="487485"/>
                                        </p:tgtEl>
                                      </p:cBhvr>
                                    </p:animEffect>
                                  </p:childTnLst>
                                  <p:subTnLst>
                                    <p:set>
                                      <p:cBhvr override="childStyle">
                                        <p:cTn dur="1" fill="hold" display="0" masterRel="nextClick" afterEffect="1"/>
                                        <p:tgtEl>
                                          <p:spTgt spid="487485"/>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20" presetClass="entr" presetSubtype="0" fill="hold" grpId="0" nodeType="clickEffect">
                                  <p:stCondLst>
                                    <p:cond delay="0"/>
                                  </p:stCondLst>
                                  <p:childTnLst>
                                    <p:set>
                                      <p:cBhvr>
                                        <p:cTn id="41" dur="1" fill="hold">
                                          <p:stCondLst>
                                            <p:cond delay="0"/>
                                          </p:stCondLst>
                                        </p:cTn>
                                        <p:tgtEl>
                                          <p:spTgt spid="487486"/>
                                        </p:tgtEl>
                                        <p:attrNameLst>
                                          <p:attrName>style.visibility</p:attrName>
                                        </p:attrNameLst>
                                      </p:cBhvr>
                                      <p:to>
                                        <p:strVal val="visible"/>
                                      </p:to>
                                    </p:set>
                                    <p:animEffect transition="in" filter="wedge">
                                      <p:cBhvr>
                                        <p:cTn id="42" dur="1000"/>
                                        <p:tgtEl>
                                          <p:spTgt spid="487486"/>
                                        </p:tgtEl>
                                      </p:cBhvr>
                                    </p:animEffect>
                                  </p:childTnLst>
                                  <p:subTnLst>
                                    <p:set>
                                      <p:cBhvr override="childStyle">
                                        <p:cTn dur="1" fill="hold" display="0" masterRel="nextClick" afterEffect="1"/>
                                        <p:tgtEl>
                                          <p:spTgt spid="487486"/>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20" presetClass="entr" presetSubtype="0" fill="hold" grpId="0" nodeType="clickEffect">
                                  <p:stCondLst>
                                    <p:cond delay="0"/>
                                  </p:stCondLst>
                                  <p:childTnLst>
                                    <p:set>
                                      <p:cBhvr>
                                        <p:cTn id="46" dur="1" fill="hold">
                                          <p:stCondLst>
                                            <p:cond delay="0"/>
                                          </p:stCondLst>
                                        </p:cTn>
                                        <p:tgtEl>
                                          <p:spTgt spid="487487"/>
                                        </p:tgtEl>
                                        <p:attrNameLst>
                                          <p:attrName>style.visibility</p:attrName>
                                        </p:attrNameLst>
                                      </p:cBhvr>
                                      <p:to>
                                        <p:strVal val="visible"/>
                                      </p:to>
                                    </p:set>
                                    <p:animEffect transition="in" filter="wedge">
                                      <p:cBhvr>
                                        <p:cTn id="47" dur="1000"/>
                                        <p:tgtEl>
                                          <p:spTgt spid="487487"/>
                                        </p:tgtEl>
                                      </p:cBhvr>
                                    </p:animEffect>
                                  </p:childTnLst>
                                  <p:subTnLst>
                                    <p:set>
                                      <p:cBhvr override="childStyle">
                                        <p:cTn dur="1" fill="hold" display="0" masterRel="nextClick" afterEffect="1"/>
                                        <p:tgtEl>
                                          <p:spTgt spid="487487"/>
                                        </p:tgtEl>
                                        <p:attrNameLst>
                                          <p:attrName>style.visibility</p:attrName>
                                        </p:attrNameLst>
                                      </p:cBhvr>
                                      <p:to>
                                        <p:strVal val="hidden"/>
                                      </p:to>
                                    </p:set>
                                  </p:subTnLst>
                                </p:cTn>
                              </p:par>
                            </p:childTnLst>
                          </p:cTn>
                        </p:par>
                      </p:childTnLst>
                    </p:cTn>
                  </p:par>
                  <p:par>
                    <p:cTn id="48" fill="hold" nodeType="clickPar">
                      <p:stCondLst>
                        <p:cond delay="indefinite"/>
                      </p:stCondLst>
                      <p:childTnLst>
                        <p:par>
                          <p:cTn id="49" fill="hold" nodeType="withGroup">
                            <p:stCondLst>
                              <p:cond delay="0"/>
                            </p:stCondLst>
                            <p:childTnLst>
                              <p:par>
                                <p:cTn id="50" presetID="20" presetClass="entr" presetSubtype="0" fill="hold" grpId="0" nodeType="clickEffect">
                                  <p:stCondLst>
                                    <p:cond delay="0"/>
                                  </p:stCondLst>
                                  <p:childTnLst>
                                    <p:set>
                                      <p:cBhvr>
                                        <p:cTn id="51" dur="1" fill="hold">
                                          <p:stCondLst>
                                            <p:cond delay="0"/>
                                          </p:stCondLst>
                                        </p:cTn>
                                        <p:tgtEl>
                                          <p:spTgt spid="487484"/>
                                        </p:tgtEl>
                                        <p:attrNameLst>
                                          <p:attrName>style.visibility</p:attrName>
                                        </p:attrNameLst>
                                      </p:cBhvr>
                                      <p:to>
                                        <p:strVal val="visible"/>
                                      </p:to>
                                    </p:set>
                                    <p:animEffect transition="in" filter="wedge">
                                      <p:cBhvr>
                                        <p:cTn id="52" dur="1000"/>
                                        <p:tgtEl>
                                          <p:spTgt spid="487484"/>
                                        </p:tgtEl>
                                      </p:cBhvr>
                                    </p:animEffect>
                                  </p:childTnLst>
                                  <p:subTnLst>
                                    <p:set>
                                      <p:cBhvr override="childStyle">
                                        <p:cTn dur="1" fill="hold" display="0" masterRel="nextClick" afterEffect="1"/>
                                        <p:tgtEl>
                                          <p:spTgt spid="487484"/>
                                        </p:tgtEl>
                                        <p:attrNameLst>
                                          <p:attrName>style.visibility</p:attrName>
                                        </p:attrNameLst>
                                      </p:cBhvr>
                                      <p:to>
                                        <p:strVal val="hidden"/>
                                      </p:to>
                                    </p:set>
                                  </p:subTnLst>
                                </p:cTn>
                              </p:par>
                            </p:childTnLst>
                          </p:cTn>
                        </p:par>
                      </p:childTnLst>
                    </p:cTn>
                  </p:par>
                  <p:par>
                    <p:cTn id="53" fill="hold" nodeType="clickPar">
                      <p:stCondLst>
                        <p:cond delay="indefinite"/>
                      </p:stCondLst>
                      <p:childTnLst>
                        <p:par>
                          <p:cTn id="54" fill="hold" nodeType="withGroup">
                            <p:stCondLst>
                              <p:cond delay="0"/>
                            </p:stCondLst>
                            <p:childTnLst>
                              <p:par>
                                <p:cTn id="55" presetID="20" presetClass="entr" presetSubtype="0" fill="hold" grpId="0" nodeType="clickEffect">
                                  <p:stCondLst>
                                    <p:cond delay="0"/>
                                  </p:stCondLst>
                                  <p:childTnLst>
                                    <p:set>
                                      <p:cBhvr>
                                        <p:cTn id="56" dur="1" fill="hold">
                                          <p:stCondLst>
                                            <p:cond delay="0"/>
                                          </p:stCondLst>
                                        </p:cTn>
                                        <p:tgtEl>
                                          <p:spTgt spid="487492"/>
                                        </p:tgtEl>
                                        <p:attrNameLst>
                                          <p:attrName>style.visibility</p:attrName>
                                        </p:attrNameLst>
                                      </p:cBhvr>
                                      <p:to>
                                        <p:strVal val="visible"/>
                                      </p:to>
                                    </p:set>
                                    <p:animEffect transition="in" filter="wedge">
                                      <p:cBhvr>
                                        <p:cTn id="57" dur="1000"/>
                                        <p:tgtEl>
                                          <p:spTgt spid="487492"/>
                                        </p:tgtEl>
                                      </p:cBhvr>
                                    </p:animEffect>
                                  </p:childTnLst>
                                  <p:subTnLst>
                                    <p:set>
                                      <p:cBhvr override="childStyle">
                                        <p:cTn dur="1" fill="hold" display="0" masterRel="nextClick" afterEffect="1"/>
                                        <p:tgtEl>
                                          <p:spTgt spid="48749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473" grpId="0" animBg="1"/>
      <p:bldP spid="487480" grpId="0" animBg="1"/>
      <p:bldP spid="487481" grpId="0" animBg="1"/>
      <p:bldP spid="487482" grpId="0" animBg="1"/>
      <p:bldP spid="487484" grpId="0" animBg="1"/>
      <p:bldP spid="487485" grpId="0" animBg="1"/>
      <p:bldP spid="487487" grpId="0" animBg="1"/>
      <p:bldP spid="487479" grpId="0" animBg="1"/>
      <p:bldP spid="487486" grpId="0" animBg="1"/>
      <p:bldP spid="487483" grpId="0" animBg="1"/>
      <p:bldP spid="48749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5">
            <a:extLst>
              <a:ext uri="{FF2B5EF4-FFF2-40B4-BE49-F238E27FC236}">
                <a16:creationId xmlns:a16="http://schemas.microsoft.com/office/drawing/2014/main" id="{348EADDD-18DD-A141-A9F0-746A0BCDA831}"/>
              </a:ext>
            </a:extLst>
          </p:cNvPr>
          <p:cNvSpPr>
            <a:spLocks noGrp="1"/>
          </p:cNvSpPr>
          <p:nvPr>
            <p:ph type="sldNum" sz="quarter" idx="10"/>
          </p:nvPr>
        </p:nvSpPr>
        <p:spPr>
          <a:noFill/>
        </p:spPr>
        <p:txBody>
          <a:bodyPr/>
          <a:lstStyle>
            <a:lvl1pPr defTabSz="1157288">
              <a:defRPr sz="2400" b="1">
                <a:solidFill>
                  <a:schemeClr val="tx1"/>
                </a:solidFill>
                <a:latin typeface="Arial" panose="020B0604020202020204" pitchFamily="34" charset="0"/>
                <a:ea typeface="宋体" panose="02010600030101010101" pitchFamily="2" charset="-122"/>
              </a:defRPr>
            </a:lvl1pPr>
            <a:lvl2pPr marL="742950" indent="-285750" defTabSz="1157288">
              <a:defRPr sz="2400" b="1">
                <a:solidFill>
                  <a:schemeClr val="tx1"/>
                </a:solidFill>
                <a:latin typeface="Arial" panose="020B0604020202020204" pitchFamily="34" charset="0"/>
                <a:ea typeface="宋体" panose="02010600030101010101" pitchFamily="2" charset="-122"/>
              </a:defRPr>
            </a:lvl2pPr>
            <a:lvl3pPr marL="1143000" indent="-228600" defTabSz="1157288">
              <a:defRPr sz="2400" b="1">
                <a:solidFill>
                  <a:schemeClr val="tx1"/>
                </a:solidFill>
                <a:latin typeface="Arial" panose="020B0604020202020204" pitchFamily="34" charset="0"/>
                <a:ea typeface="宋体" panose="02010600030101010101" pitchFamily="2" charset="-122"/>
              </a:defRPr>
            </a:lvl3pPr>
            <a:lvl4pPr marL="1600200" indent="-228600" defTabSz="1157288">
              <a:defRPr sz="2400" b="1">
                <a:solidFill>
                  <a:schemeClr val="tx1"/>
                </a:solidFill>
                <a:latin typeface="Arial" panose="020B0604020202020204" pitchFamily="34" charset="0"/>
                <a:ea typeface="宋体" panose="02010600030101010101" pitchFamily="2" charset="-122"/>
              </a:defRPr>
            </a:lvl4pPr>
            <a:lvl5pPr marL="2057400" indent="-228600" defTabSz="1157288">
              <a:defRPr sz="2400" b="1">
                <a:solidFill>
                  <a:schemeClr val="tx1"/>
                </a:solidFill>
                <a:latin typeface="Arial" panose="020B0604020202020204" pitchFamily="34" charset="0"/>
                <a:ea typeface="宋体" panose="02010600030101010101" pitchFamily="2" charset="-122"/>
              </a:defRPr>
            </a:lvl5pPr>
            <a:lvl6pPr marL="25146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defTabSz="1157288"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3F6A6156-F8B1-5945-B509-FB9053B74E5C}" type="slidenum">
              <a:rPr lang="de-DE" altLang="zh-CN" sz="1400">
                <a:solidFill>
                  <a:srgbClr val="40458C"/>
                </a:solidFill>
                <a:latin typeface="Tahoma" panose="020B0604030504040204" pitchFamily="34" charset="0"/>
              </a:rPr>
              <a:pPr/>
              <a:t>76</a:t>
            </a:fld>
            <a:endParaRPr lang="de-DE" altLang="zh-CN" sz="1400">
              <a:solidFill>
                <a:srgbClr val="40458C"/>
              </a:solidFill>
              <a:latin typeface="Tahoma" panose="020B0604030504040204" pitchFamily="34" charset="0"/>
            </a:endParaRPr>
          </a:p>
          <a:p>
            <a:endParaRPr lang="de-DE" altLang="zh-CN" sz="1400">
              <a:solidFill>
                <a:srgbClr val="40458C"/>
              </a:solidFill>
              <a:latin typeface="Tahoma" panose="020B0604030504040204" pitchFamily="34" charset="0"/>
            </a:endParaRPr>
          </a:p>
        </p:txBody>
      </p:sp>
      <p:sp>
        <p:nvSpPr>
          <p:cNvPr id="73731" name="Rectangle 2">
            <a:extLst>
              <a:ext uri="{FF2B5EF4-FFF2-40B4-BE49-F238E27FC236}">
                <a16:creationId xmlns:a16="http://schemas.microsoft.com/office/drawing/2014/main" id="{70D17DC6-29C3-384C-93E8-E4335430E7E8}"/>
              </a:ext>
            </a:extLst>
          </p:cNvPr>
          <p:cNvSpPr>
            <a:spLocks noGrp="1" noChangeArrowheads="1"/>
          </p:cNvSpPr>
          <p:nvPr>
            <p:ph type="title"/>
          </p:nvPr>
        </p:nvSpPr>
        <p:spPr/>
        <p:txBody>
          <a:bodyPr/>
          <a:lstStyle/>
          <a:p>
            <a:pPr eaLnBrk="1" hangingPunct="1"/>
            <a:r>
              <a:rPr lang="zh-CN" altLang="en-US"/>
              <a:t>转换后的关系模式</a:t>
            </a:r>
          </a:p>
        </p:txBody>
      </p:sp>
      <p:sp>
        <p:nvSpPr>
          <p:cNvPr id="482307" name="Rectangle 3" descr="Rectangle: Click to edit Master text styles&#13;&#10;Second level&#13;&#10;Third level&#13;&#10;Fourth level&#13;&#10;Fifth level">
            <a:extLst>
              <a:ext uri="{FF2B5EF4-FFF2-40B4-BE49-F238E27FC236}">
                <a16:creationId xmlns:a16="http://schemas.microsoft.com/office/drawing/2014/main" id="{E6AC7FE6-394C-5D49-B061-C3DC9F34FB14}"/>
              </a:ext>
            </a:extLst>
          </p:cNvPr>
          <p:cNvSpPr>
            <a:spLocks noGrp="1" noChangeArrowheads="1"/>
          </p:cNvSpPr>
          <p:nvPr>
            <p:ph type="body" idx="1"/>
          </p:nvPr>
        </p:nvSpPr>
        <p:spPr>
          <a:xfrm>
            <a:off x="271463" y="908050"/>
            <a:ext cx="9283700" cy="5689600"/>
          </a:xfrm>
          <a:solidFill>
            <a:srgbClr val="DEECD8"/>
          </a:solidFill>
        </p:spPr>
        <p:txBody>
          <a:bodyPr/>
          <a:lstStyle/>
          <a:p>
            <a:pPr marL="533400" indent="-533400" eaLnBrk="1" hangingPunct="1">
              <a:buFontTx/>
              <a:buAutoNum type="arabicPeriod"/>
            </a:pPr>
            <a:r>
              <a:rPr lang="zh-CN" altLang="en-US" sz="2400"/>
              <a:t>旅游线路 （</a:t>
            </a:r>
            <a:r>
              <a:rPr lang="zh-CN" altLang="en-US" sz="2400" u="sng">
                <a:solidFill>
                  <a:srgbClr val="660066"/>
                </a:solidFill>
              </a:rPr>
              <a:t>路线号</a:t>
            </a:r>
            <a:r>
              <a:rPr lang="zh-CN" altLang="en-US" sz="2400"/>
              <a:t>，起点，终点）</a:t>
            </a:r>
          </a:p>
          <a:p>
            <a:pPr marL="533400" indent="-533400" eaLnBrk="1" hangingPunct="1">
              <a:buFontTx/>
              <a:buAutoNum type="arabicPeriod"/>
            </a:pPr>
            <a:r>
              <a:rPr lang="zh-CN" altLang="en-US" sz="2400"/>
              <a:t>旅游班次 （</a:t>
            </a:r>
            <a:r>
              <a:rPr lang="zh-CN" altLang="en-US" sz="2400" u="sng">
                <a:solidFill>
                  <a:srgbClr val="660066"/>
                </a:solidFill>
              </a:rPr>
              <a:t>班次号</a:t>
            </a:r>
            <a:r>
              <a:rPr lang="zh-CN" altLang="en-US" sz="2400"/>
              <a:t>，出发日期，回程日期，报价，</a:t>
            </a:r>
            <a:r>
              <a:rPr lang="zh-CN" altLang="en-US" sz="2400">
                <a:solidFill>
                  <a:srgbClr val="CC0000"/>
                </a:solidFill>
              </a:rPr>
              <a:t>路线号</a:t>
            </a:r>
            <a:r>
              <a:rPr lang="en-US" altLang="zh-CN" sz="2400">
                <a:solidFill>
                  <a:srgbClr val="CC0000"/>
                </a:solidFill>
              </a:rPr>
              <a:t>,</a:t>
            </a:r>
            <a:r>
              <a:rPr lang="zh-CN" altLang="en-US" sz="2400">
                <a:solidFill>
                  <a:srgbClr val="CC0000"/>
                </a:solidFill>
              </a:rPr>
              <a:t>旅游班次季节时段</a:t>
            </a:r>
            <a:r>
              <a:rPr lang="zh-CN" altLang="en-US" sz="2400"/>
              <a:t>）</a:t>
            </a:r>
          </a:p>
          <a:p>
            <a:pPr marL="533400" indent="-533400" eaLnBrk="1" hangingPunct="1">
              <a:buFontTx/>
              <a:buAutoNum type="arabicPeriod"/>
            </a:pPr>
            <a:r>
              <a:rPr lang="zh-CN" altLang="en-US" sz="2400"/>
              <a:t>交通工具（</a:t>
            </a:r>
            <a:r>
              <a:rPr lang="zh-CN" altLang="en-US" sz="2400" u="sng">
                <a:solidFill>
                  <a:srgbClr val="660066"/>
                </a:solidFill>
              </a:rPr>
              <a:t>交通工具编号</a:t>
            </a:r>
            <a:r>
              <a:rPr lang="zh-CN" altLang="en-US" sz="2400"/>
              <a:t>，名称，价格）</a:t>
            </a:r>
          </a:p>
          <a:p>
            <a:pPr marL="533400" indent="-533400" eaLnBrk="1" hangingPunct="1">
              <a:buFontTx/>
              <a:buAutoNum type="arabicPeriod"/>
            </a:pPr>
            <a:r>
              <a:rPr lang="zh-CN" altLang="en-US" sz="2400"/>
              <a:t>旅游团 （</a:t>
            </a:r>
            <a:r>
              <a:rPr lang="zh-CN" altLang="en-US" sz="2400" u="sng">
                <a:solidFill>
                  <a:srgbClr val="660066"/>
                </a:solidFill>
              </a:rPr>
              <a:t>团号</a:t>
            </a:r>
            <a:r>
              <a:rPr lang="zh-CN" altLang="en-US" sz="2400"/>
              <a:t>，团名，人数</a:t>
            </a:r>
            <a:r>
              <a:rPr lang="en-US" altLang="zh-CN" sz="2400"/>
              <a:t>, </a:t>
            </a:r>
            <a:r>
              <a:rPr lang="zh-CN" altLang="en-US" sz="2400">
                <a:solidFill>
                  <a:srgbClr val="CC0000"/>
                </a:solidFill>
              </a:rPr>
              <a:t>旅游班次号</a:t>
            </a:r>
            <a:r>
              <a:rPr lang="zh-CN" altLang="en-US" sz="2400"/>
              <a:t>）</a:t>
            </a:r>
          </a:p>
          <a:p>
            <a:pPr marL="533400" indent="-533400" eaLnBrk="1" hangingPunct="1">
              <a:buFontTx/>
              <a:buAutoNum type="arabicPeriod"/>
            </a:pPr>
            <a:r>
              <a:rPr lang="zh-CN" altLang="en-US" sz="2400"/>
              <a:t>游客（</a:t>
            </a:r>
            <a:r>
              <a:rPr lang="zh-CN" altLang="en-US" sz="2400" u="sng">
                <a:solidFill>
                  <a:srgbClr val="660066"/>
                </a:solidFill>
              </a:rPr>
              <a:t>游客编号</a:t>
            </a:r>
            <a:r>
              <a:rPr lang="zh-CN" altLang="en-US" sz="2400"/>
              <a:t>，姓名，年龄，性别</a:t>
            </a:r>
            <a:r>
              <a:rPr lang="en-US" altLang="zh-CN" sz="2400"/>
              <a:t>,</a:t>
            </a:r>
            <a:r>
              <a:rPr lang="zh-CN" altLang="en-US" sz="2400">
                <a:solidFill>
                  <a:srgbClr val="CC0000"/>
                </a:solidFill>
              </a:rPr>
              <a:t>团号</a:t>
            </a:r>
            <a:r>
              <a:rPr lang="zh-CN" altLang="en-US" sz="2400"/>
              <a:t>）</a:t>
            </a:r>
          </a:p>
          <a:p>
            <a:pPr marL="533400" indent="-533400" eaLnBrk="1" hangingPunct="1">
              <a:buFontTx/>
              <a:buAutoNum type="arabicPeriod"/>
            </a:pPr>
            <a:r>
              <a:rPr lang="zh-CN" altLang="en-US" sz="2400"/>
              <a:t>导游（</a:t>
            </a:r>
            <a:r>
              <a:rPr lang="zh-CN" altLang="en-US" sz="2400" u="sng">
                <a:solidFill>
                  <a:srgbClr val="660066"/>
                </a:solidFill>
              </a:rPr>
              <a:t>导游编号</a:t>
            </a:r>
            <a:r>
              <a:rPr lang="zh-CN" altLang="en-US" sz="2400"/>
              <a:t>，姓名，年龄，性别，职称）</a:t>
            </a:r>
          </a:p>
          <a:p>
            <a:pPr marL="533400" indent="-533400" eaLnBrk="1" hangingPunct="1">
              <a:buFontTx/>
              <a:buAutoNum type="arabicPeriod"/>
            </a:pPr>
            <a:r>
              <a:rPr lang="zh-CN" altLang="en-US" sz="2400"/>
              <a:t>宾馆（</a:t>
            </a:r>
            <a:r>
              <a:rPr lang="zh-CN" altLang="en-US" sz="2400" u="sng">
                <a:solidFill>
                  <a:srgbClr val="660066"/>
                </a:solidFill>
              </a:rPr>
              <a:t>宾馆编号</a:t>
            </a:r>
            <a:r>
              <a:rPr lang="zh-CN" altLang="en-US" sz="2400"/>
              <a:t>，宾馆名，星级，标准房价）</a:t>
            </a:r>
          </a:p>
          <a:p>
            <a:pPr marL="533400" indent="-533400" eaLnBrk="1" hangingPunct="1">
              <a:buFontTx/>
              <a:buAutoNum type="arabicPeriod"/>
            </a:pPr>
            <a:r>
              <a:rPr lang="zh-CN" altLang="en-US" sz="2400"/>
              <a:t>安全保险 （</a:t>
            </a:r>
            <a:r>
              <a:rPr lang="zh-CN" altLang="en-US" sz="2400" u="sng">
                <a:solidFill>
                  <a:srgbClr val="660066"/>
                </a:solidFill>
              </a:rPr>
              <a:t>保险单编号</a:t>
            </a:r>
            <a:r>
              <a:rPr lang="zh-CN" altLang="en-US" sz="2400"/>
              <a:t>，保险费，投保日期</a:t>
            </a:r>
            <a:r>
              <a:rPr lang="en-US" altLang="zh-CN" sz="2400"/>
              <a:t>,</a:t>
            </a:r>
            <a:r>
              <a:rPr lang="zh-CN" altLang="en-US" sz="2400">
                <a:solidFill>
                  <a:srgbClr val="A50021"/>
                </a:solidFill>
              </a:rPr>
              <a:t>团号</a:t>
            </a:r>
            <a:r>
              <a:rPr lang="zh-CN" altLang="en-US" sz="2400"/>
              <a:t>）</a:t>
            </a:r>
          </a:p>
          <a:p>
            <a:pPr marL="533400" indent="-533400" eaLnBrk="1" hangingPunct="1">
              <a:buFontTx/>
              <a:buNone/>
            </a:pPr>
            <a:endParaRPr lang="zh-CN" altLang="en-US" sz="2400"/>
          </a:p>
          <a:p>
            <a:pPr marL="533400" indent="-533400" eaLnBrk="1" hangingPunct="1">
              <a:buFontTx/>
              <a:buAutoNum type="arabicPeriod"/>
            </a:pPr>
            <a:r>
              <a:rPr lang="zh-CN" altLang="en-US" sz="2400">
                <a:solidFill>
                  <a:srgbClr val="000099"/>
                </a:solidFill>
              </a:rPr>
              <a:t>食宿（</a:t>
            </a:r>
            <a:r>
              <a:rPr lang="zh-CN" altLang="en-US" sz="2400" u="sng">
                <a:solidFill>
                  <a:srgbClr val="000099"/>
                </a:solidFill>
              </a:rPr>
              <a:t>旅游班次号</a:t>
            </a:r>
            <a:r>
              <a:rPr lang="zh-CN" altLang="en-US" sz="2400">
                <a:solidFill>
                  <a:srgbClr val="000099"/>
                </a:solidFill>
              </a:rPr>
              <a:t>，</a:t>
            </a:r>
            <a:r>
              <a:rPr lang="zh-CN" altLang="en-US" sz="2400" u="sng">
                <a:solidFill>
                  <a:srgbClr val="000099"/>
                </a:solidFill>
              </a:rPr>
              <a:t>宾馆编号</a:t>
            </a:r>
            <a:r>
              <a:rPr lang="zh-CN" altLang="en-US" sz="2400">
                <a:solidFill>
                  <a:srgbClr val="000099"/>
                </a:solidFill>
              </a:rPr>
              <a:t>，团体订单折扣）</a:t>
            </a:r>
          </a:p>
          <a:p>
            <a:pPr marL="533400" indent="-533400" eaLnBrk="1" hangingPunct="1">
              <a:buFontTx/>
              <a:buAutoNum type="arabicPeriod"/>
            </a:pPr>
            <a:r>
              <a:rPr lang="zh-CN" altLang="en-US" sz="2400">
                <a:solidFill>
                  <a:srgbClr val="000099"/>
                </a:solidFill>
              </a:rPr>
              <a:t>载运（</a:t>
            </a:r>
            <a:r>
              <a:rPr lang="zh-CN" altLang="en-US" sz="2400" u="sng">
                <a:solidFill>
                  <a:srgbClr val="000099"/>
                </a:solidFill>
              </a:rPr>
              <a:t>旅游班次号，交通工具编号</a:t>
            </a:r>
            <a:r>
              <a:rPr lang="zh-CN" altLang="en-US" sz="2400">
                <a:solidFill>
                  <a:srgbClr val="000099"/>
                </a:solidFill>
              </a:rPr>
              <a:t>）</a:t>
            </a:r>
          </a:p>
          <a:p>
            <a:pPr marL="533400" indent="-533400" eaLnBrk="1" hangingPunct="1">
              <a:buFontTx/>
              <a:buAutoNum type="arabicPeriod"/>
            </a:pPr>
            <a:r>
              <a:rPr lang="zh-CN" altLang="en-US" sz="2400">
                <a:solidFill>
                  <a:srgbClr val="000099"/>
                </a:solidFill>
              </a:rPr>
              <a:t>陪同 （</a:t>
            </a:r>
            <a:r>
              <a:rPr lang="zh-CN" altLang="en-US" sz="2400" u="sng">
                <a:solidFill>
                  <a:srgbClr val="000099"/>
                </a:solidFill>
              </a:rPr>
              <a:t>团号</a:t>
            </a:r>
            <a:r>
              <a:rPr lang="zh-CN" altLang="en-US" sz="2400">
                <a:solidFill>
                  <a:srgbClr val="000099"/>
                </a:solidFill>
              </a:rPr>
              <a:t>，</a:t>
            </a:r>
            <a:r>
              <a:rPr lang="zh-CN" altLang="en-US" sz="2400" u="sng">
                <a:solidFill>
                  <a:srgbClr val="000099"/>
                </a:solidFill>
              </a:rPr>
              <a:t>导游编号</a:t>
            </a:r>
            <a:r>
              <a:rPr lang="zh-CN" altLang="en-US" sz="2400">
                <a:solidFill>
                  <a:srgbClr val="000099"/>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2307">
                                            <p:txEl>
                                              <p:pRg st="0" end="0"/>
                                            </p:txEl>
                                          </p:spTgt>
                                        </p:tgtEl>
                                        <p:attrNameLst>
                                          <p:attrName>style.visibility</p:attrName>
                                        </p:attrNameLst>
                                      </p:cBhvr>
                                      <p:to>
                                        <p:strVal val="visible"/>
                                      </p:to>
                                    </p:set>
                                    <p:animEffect transition="in" filter="dissolve">
                                      <p:cBhvr>
                                        <p:cTn id="7" dur="500"/>
                                        <p:tgtEl>
                                          <p:spTgt spid="4823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2307">
                                            <p:txEl>
                                              <p:pRg st="1" end="1"/>
                                            </p:txEl>
                                          </p:spTgt>
                                        </p:tgtEl>
                                        <p:attrNameLst>
                                          <p:attrName>style.visibility</p:attrName>
                                        </p:attrNameLst>
                                      </p:cBhvr>
                                      <p:to>
                                        <p:strVal val="visible"/>
                                      </p:to>
                                    </p:set>
                                    <p:animEffect transition="in" filter="dissolve">
                                      <p:cBhvr>
                                        <p:cTn id="12" dur="500"/>
                                        <p:tgtEl>
                                          <p:spTgt spid="4823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82307">
                                            <p:txEl>
                                              <p:pRg st="2" end="2"/>
                                            </p:txEl>
                                          </p:spTgt>
                                        </p:tgtEl>
                                        <p:attrNameLst>
                                          <p:attrName>style.visibility</p:attrName>
                                        </p:attrNameLst>
                                      </p:cBhvr>
                                      <p:to>
                                        <p:strVal val="visible"/>
                                      </p:to>
                                    </p:set>
                                    <p:animEffect transition="in" filter="dissolve">
                                      <p:cBhvr>
                                        <p:cTn id="17" dur="500"/>
                                        <p:tgtEl>
                                          <p:spTgt spid="4823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82307">
                                            <p:txEl>
                                              <p:pRg st="3" end="3"/>
                                            </p:txEl>
                                          </p:spTgt>
                                        </p:tgtEl>
                                        <p:attrNameLst>
                                          <p:attrName>style.visibility</p:attrName>
                                        </p:attrNameLst>
                                      </p:cBhvr>
                                      <p:to>
                                        <p:strVal val="visible"/>
                                      </p:to>
                                    </p:set>
                                    <p:animEffect transition="in" filter="dissolve">
                                      <p:cBhvr>
                                        <p:cTn id="22" dur="500"/>
                                        <p:tgtEl>
                                          <p:spTgt spid="4823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82307">
                                            <p:txEl>
                                              <p:pRg st="4" end="4"/>
                                            </p:txEl>
                                          </p:spTgt>
                                        </p:tgtEl>
                                        <p:attrNameLst>
                                          <p:attrName>style.visibility</p:attrName>
                                        </p:attrNameLst>
                                      </p:cBhvr>
                                      <p:to>
                                        <p:strVal val="visible"/>
                                      </p:to>
                                    </p:set>
                                    <p:animEffect transition="in" filter="dissolve">
                                      <p:cBhvr>
                                        <p:cTn id="27" dur="500"/>
                                        <p:tgtEl>
                                          <p:spTgt spid="48230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82307">
                                            <p:txEl>
                                              <p:pRg st="5" end="5"/>
                                            </p:txEl>
                                          </p:spTgt>
                                        </p:tgtEl>
                                        <p:attrNameLst>
                                          <p:attrName>style.visibility</p:attrName>
                                        </p:attrNameLst>
                                      </p:cBhvr>
                                      <p:to>
                                        <p:strVal val="visible"/>
                                      </p:to>
                                    </p:set>
                                    <p:animEffect transition="in" filter="dissolve">
                                      <p:cBhvr>
                                        <p:cTn id="32" dur="500"/>
                                        <p:tgtEl>
                                          <p:spTgt spid="48230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2307">
                                            <p:txEl>
                                              <p:pRg st="6" end="6"/>
                                            </p:txEl>
                                          </p:spTgt>
                                        </p:tgtEl>
                                        <p:attrNameLst>
                                          <p:attrName>style.visibility</p:attrName>
                                        </p:attrNameLst>
                                      </p:cBhvr>
                                      <p:to>
                                        <p:strVal val="visible"/>
                                      </p:to>
                                    </p:set>
                                    <p:animEffect transition="in" filter="dissolve">
                                      <p:cBhvr>
                                        <p:cTn id="37" dur="500"/>
                                        <p:tgtEl>
                                          <p:spTgt spid="48230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82307">
                                            <p:txEl>
                                              <p:pRg st="7" end="7"/>
                                            </p:txEl>
                                          </p:spTgt>
                                        </p:tgtEl>
                                        <p:attrNameLst>
                                          <p:attrName>style.visibility</p:attrName>
                                        </p:attrNameLst>
                                      </p:cBhvr>
                                      <p:to>
                                        <p:strVal val="visible"/>
                                      </p:to>
                                    </p:set>
                                    <p:animEffect transition="in" filter="dissolve">
                                      <p:cBhvr>
                                        <p:cTn id="42" dur="500"/>
                                        <p:tgtEl>
                                          <p:spTgt spid="482307">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82307">
                                            <p:txEl>
                                              <p:pRg st="9" end="9"/>
                                            </p:txEl>
                                          </p:spTgt>
                                        </p:tgtEl>
                                        <p:attrNameLst>
                                          <p:attrName>style.visibility</p:attrName>
                                        </p:attrNameLst>
                                      </p:cBhvr>
                                      <p:to>
                                        <p:strVal val="visible"/>
                                      </p:to>
                                    </p:set>
                                    <p:animEffect transition="in" filter="dissolve">
                                      <p:cBhvr>
                                        <p:cTn id="47" dur="500"/>
                                        <p:tgtEl>
                                          <p:spTgt spid="482307">
                                            <p:txEl>
                                              <p:pRg st="9" end="9"/>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482307">
                                            <p:txEl>
                                              <p:pRg st="10" end="10"/>
                                            </p:txEl>
                                          </p:spTgt>
                                        </p:tgtEl>
                                        <p:attrNameLst>
                                          <p:attrName>style.visibility</p:attrName>
                                        </p:attrNameLst>
                                      </p:cBhvr>
                                      <p:to>
                                        <p:strVal val="visible"/>
                                      </p:to>
                                    </p:set>
                                    <p:animEffect transition="in" filter="dissolve">
                                      <p:cBhvr>
                                        <p:cTn id="52" dur="500"/>
                                        <p:tgtEl>
                                          <p:spTgt spid="482307">
                                            <p:txEl>
                                              <p:pRg st="10" end="1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482307">
                                            <p:txEl>
                                              <p:pRg st="11" end="11"/>
                                            </p:txEl>
                                          </p:spTgt>
                                        </p:tgtEl>
                                        <p:attrNameLst>
                                          <p:attrName>style.visibility</p:attrName>
                                        </p:attrNameLst>
                                      </p:cBhvr>
                                      <p:to>
                                        <p:strVal val="visible"/>
                                      </p:to>
                                    </p:set>
                                    <p:animEffect transition="in" filter="dissolve">
                                      <p:cBhvr>
                                        <p:cTn id="57" dur="500"/>
                                        <p:tgtEl>
                                          <p:spTgt spid="48230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7" grpId="0" build="p"/>
    </p:bldLst>
  </p:timing>
</p:sld>
</file>

<file path=ppt/theme/theme1.xml><?xml version="1.0" encoding="utf-8"?>
<a:theme xmlns:a="http://schemas.openxmlformats.org/drawingml/2006/main" name="Borland">
  <a:themeElements>
    <a:clrScheme name="">
      <a:dk1>
        <a:srgbClr val="000000"/>
      </a:dk1>
      <a:lt1>
        <a:srgbClr val="FFFFFF"/>
      </a:lt1>
      <a:dk2>
        <a:srgbClr val="000000"/>
      </a:dk2>
      <a:lt2>
        <a:srgbClr val="000000"/>
      </a:lt2>
      <a:accent1>
        <a:srgbClr val="7283CA"/>
      </a:accent1>
      <a:accent2>
        <a:srgbClr val="F3E685"/>
      </a:accent2>
      <a:accent3>
        <a:srgbClr val="FFFFFF"/>
      </a:accent3>
      <a:accent4>
        <a:srgbClr val="000000"/>
      </a:accent4>
      <a:accent5>
        <a:srgbClr val="BCC1E1"/>
      </a:accent5>
      <a:accent6>
        <a:srgbClr val="DCD078"/>
      </a:accent6>
      <a:hlink>
        <a:srgbClr val="499FBD"/>
      </a:hlink>
      <a:folHlink>
        <a:srgbClr val="B9555A"/>
      </a:folHlink>
    </a:clrScheme>
    <a:fontScheme name="Borland">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tx1"/>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tx1"/>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Borland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orlan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orland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orland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orlan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orlan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orlan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BSystemCh3-yz-new">
  <a:themeElements>
    <a:clrScheme name="DBSystemCh3-yz-new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DBSystemCh3-yz-new">
      <a:majorFont>
        <a:latin typeface="宋体"/>
        <a:ea typeface="宋体"/>
        <a:cs typeface=""/>
      </a:majorFont>
      <a:minorFont>
        <a:latin typeface="宋体"/>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US" sz="2800" b="1" i="0" u="none" strike="noStrike" cap="none" normalizeH="0" baseline="0" smtClean="0">
            <a:ln>
              <a:noFill/>
            </a:ln>
            <a:solidFill>
              <a:srgbClr val="CC0000"/>
            </a:solidFill>
            <a:effectLst/>
            <a:latin typeface="宋体" pitchFamily="2" charset="-122"/>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US" sz="2800" b="1" i="0" u="none" strike="noStrike" cap="none" normalizeH="0" baseline="0" smtClean="0">
            <a:ln>
              <a:noFill/>
            </a:ln>
            <a:solidFill>
              <a:srgbClr val="CC0000"/>
            </a:solidFill>
            <a:effectLst/>
            <a:latin typeface="宋体" pitchFamily="2" charset="-122"/>
            <a:ea typeface="宋体" pitchFamily="2" charset="-122"/>
          </a:defRPr>
        </a:defPPr>
      </a:lstStyle>
    </a:lnDef>
  </a:objectDefaults>
  <a:extraClrSchemeLst>
    <a:extraClrScheme>
      <a:clrScheme name="DBSystemCh3-yz-new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DBSystemCh3-yz-new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DBSystemCh3-yz-new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DBSystemCh3-yz-new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DBSystemCh3-yz-new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DBSystemCh3-yz-new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DBSystemCh3-yz-new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DBSystemCh3-yz-new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Office\Templates\Borland.pot</Template>
  <TotalTime>12596</TotalTime>
  <Pages>26</Pages>
  <Words>6909</Words>
  <Application>Microsoft Macintosh PowerPoint</Application>
  <PresentationFormat>A4 纸张(210x297 毫米)</PresentationFormat>
  <Paragraphs>981</Paragraphs>
  <Slides>76</Slides>
  <Notes>9</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76</vt:i4>
      </vt:variant>
    </vt:vector>
  </HeadingPairs>
  <TitlesOfParts>
    <vt:vector size="88" baseType="lpstr">
      <vt:lpstr>Arial</vt:lpstr>
      <vt:lpstr>宋体</vt:lpstr>
      <vt:lpstr>黑体</vt:lpstr>
      <vt:lpstr>Times New Roman</vt:lpstr>
      <vt:lpstr>Wingdings</vt:lpstr>
      <vt:lpstr>Tahoma</vt:lpstr>
      <vt:lpstr>Gulim</vt:lpstr>
      <vt:lpstr>楷体_GB2312</vt:lpstr>
      <vt:lpstr>Symbol</vt:lpstr>
      <vt:lpstr>Borland</vt:lpstr>
      <vt:lpstr>DBSystemCh3-yz-new</vt:lpstr>
      <vt:lpstr>位图图像</vt:lpstr>
      <vt:lpstr>第11章  数据库设计</vt:lpstr>
      <vt:lpstr>第11章  数据库设计</vt:lpstr>
      <vt:lpstr>1.  数据库设计方法</vt:lpstr>
      <vt:lpstr>1.  数据库设计方法</vt:lpstr>
      <vt:lpstr>1.  数据库设计方法</vt:lpstr>
      <vt:lpstr>1. 数据库设计方法</vt:lpstr>
      <vt:lpstr>数据库设计的过程</vt:lpstr>
      <vt:lpstr>数据库设计的过程</vt:lpstr>
      <vt:lpstr>PowerPoint 演示文稿</vt:lpstr>
      <vt:lpstr>数据库设计全过程</vt:lpstr>
      <vt:lpstr>数据库各级模式的形成过程</vt:lpstr>
      <vt:lpstr>一. 需求分析</vt:lpstr>
      <vt:lpstr>进一步分析和表达用户需求</vt:lpstr>
      <vt:lpstr>进一步分析和表达用户需求（续）</vt:lpstr>
      <vt:lpstr>一.需求分析</vt:lpstr>
      <vt:lpstr>数据流图设计示例</vt:lpstr>
      <vt:lpstr>第一层数据流图</vt:lpstr>
      <vt:lpstr>第二层数据流图</vt:lpstr>
      <vt:lpstr>第二层数据流图</vt:lpstr>
      <vt:lpstr>第二层数据流图</vt:lpstr>
      <vt:lpstr>第二层数据流图</vt:lpstr>
      <vt:lpstr>二. 概念设计</vt:lpstr>
      <vt:lpstr>二.概念设计</vt:lpstr>
      <vt:lpstr>设计概念结构的四类方法</vt:lpstr>
      <vt:lpstr>设计概念结构的四类方法</vt:lpstr>
      <vt:lpstr>二.概念设计</vt:lpstr>
      <vt:lpstr>采用E-R模型方法的概念结构设计</vt:lpstr>
      <vt:lpstr>概念设计过程- ①设计分E-R图</vt:lpstr>
      <vt:lpstr>概念设计过程</vt:lpstr>
      <vt:lpstr>如何抽象实体和属性示例</vt:lpstr>
      <vt:lpstr>如何抽象实体和属性示例</vt:lpstr>
      <vt:lpstr>分E-R图设计示例</vt:lpstr>
      <vt:lpstr>概念设计过程</vt:lpstr>
      <vt:lpstr>概念设计过程-②集成局部E-R图</vt:lpstr>
      <vt:lpstr>概念设计过程-②集成局部E-R图</vt:lpstr>
      <vt:lpstr>优化全局E-R模型 </vt:lpstr>
      <vt:lpstr>PowerPoint 演示文稿</vt:lpstr>
      <vt:lpstr>局部E-R图</vt:lpstr>
      <vt:lpstr>合并示例</vt:lpstr>
      <vt:lpstr>三. 逻辑结构设计</vt:lpstr>
      <vt:lpstr>PowerPoint 演示文稿</vt:lpstr>
      <vt:lpstr>E-R模型向关系模型的转换</vt:lpstr>
      <vt:lpstr>1:1转换示例</vt:lpstr>
      <vt:lpstr>1:n转换示例</vt:lpstr>
      <vt:lpstr>m:n转换示例</vt:lpstr>
      <vt:lpstr>m:n转换示例</vt:lpstr>
      <vt:lpstr>E-R图向关系模型的转换</vt:lpstr>
      <vt:lpstr>PowerPoint 演示文稿</vt:lpstr>
      <vt:lpstr>数据模型的优化</vt:lpstr>
      <vt:lpstr>数据模型的优化</vt:lpstr>
      <vt:lpstr>数据模型的优化（续）</vt:lpstr>
      <vt:lpstr>数据模型的优化（续）</vt:lpstr>
      <vt:lpstr>数据模型的优化（续）</vt:lpstr>
      <vt:lpstr>数据模型的优化（续）</vt:lpstr>
      <vt:lpstr>数据模型的优化（续）</vt:lpstr>
      <vt:lpstr>数据模型的优化（续）</vt:lpstr>
      <vt:lpstr>设计外模式 </vt:lpstr>
      <vt:lpstr>逻辑结构设计小结</vt:lpstr>
      <vt:lpstr>逻辑结构设计小结</vt:lpstr>
      <vt:lpstr>四.数据库的物理设计</vt:lpstr>
      <vt:lpstr>数据库物理设计的内容和方法（续）</vt:lpstr>
      <vt:lpstr>数据库物理设计的内容和方法（续）</vt:lpstr>
      <vt:lpstr>确定存取方法</vt:lpstr>
      <vt:lpstr>确定存储结构</vt:lpstr>
      <vt:lpstr>物理结构设计的评价</vt:lpstr>
      <vt:lpstr>五.  数据库的实施</vt:lpstr>
      <vt:lpstr>六. 数据库的运行和维护</vt:lpstr>
      <vt:lpstr>六. 数据库的运行和维护</vt:lpstr>
      <vt:lpstr>本章小结</vt:lpstr>
      <vt:lpstr>PowerPoint 演示文稿</vt:lpstr>
      <vt:lpstr>作业</vt:lpstr>
      <vt:lpstr>ER模型的转换实例</vt:lpstr>
      <vt:lpstr>ER模型的转换实例</vt:lpstr>
      <vt:lpstr>实体和联系的属性</vt:lpstr>
      <vt:lpstr>ER模型的转换实例分析</vt:lpstr>
      <vt:lpstr>转换后的关系模式</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考试题型</dc:title>
  <dc:creator>sunxin</dc:creator>
  <cp:lastModifiedBy>Zhang Aoqian</cp:lastModifiedBy>
  <cp:revision>2544</cp:revision>
  <cp:lastPrinted>1998-03-12T04:44:47Z</cp:lastPrinted>
  <dcterms:created xsi:type="dcterms:W3CDTF">2001-07-02T15:09:48Z</dcterms:created>
  <dcterms:modified xsi:type="dcterms:W3CDTF">2023-05-15T17:38:48Z</dcterms:modified>
</cp:coreProperties>
</file>