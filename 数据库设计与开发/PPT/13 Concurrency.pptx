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</p:sldIdLst>
  <p:sldSz cx="9144000" cy="6858000" type="screen4x3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52" y="4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presProps" Target="presProps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theme" Target="theme/theme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2T05:51:24.53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1,'166'0,"217"-1,1116 11,140 6,-1514-15,216 31,-196-7,79 12,-185-30,0 2,-1 2,58 23,6 3,60 9,270 42,180-19,-31 24,-373-53,-151-32,46 11,-94-17,1 1,-1 0,0 1,0 0,-1 0,1 1,-1 0,10 8,-2 2,-12-11,0 0,0 0,1-1,-1 1,1-1,0-1,0 1,9 3,51 17,1-3,112 17,-94-20,625 81,-410-68,384 21,-325-53,1-27,-223 12,86-14,-74 3,266-44,56-1,-384 58,-79 15,-1-1,1-1,-1 1,8-4,-14 5,1 0,-1 0,0-1,1 1,-1 0,0 0,0-1,1 1,-1 0,0 0,0-1,1 1,-1 0,0-1,0 1,0 0,0-1,1 1,-1 0,0-1,0 1,0 0,0-1,0 1,0 0,0-1,0 1,0-1,0 1,0 0,0-1,0 1,0 0,-1-1,1 1,0 0,0-1,0 1,0 0,-1-1,1 1,0 0,0 0,-1-1,1 1,0 0,0 0,-1-1,1 1,0 0,-1 0,-4-4,-1 1,1 0,-1 0,1 1,-1-1,-7-1,-114-30,-94-6,-88 1,-689-24,-10 45,849 16,-1948-58,635 13,663 35,718 12,-1 4,-167 28,-271 90,38-8,-263 28,628-119,-229 55,294-60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2T05:44:11.50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1,'4'0,"19"0,5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2T05:44:12.48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3462 302,'66'-5,"-29"1,342-22,-40 11,110-5,106-5,93-7,1544-50,-1458 62,-54 1,-76 2,-92 2,-104 5,-96 3,-82 3,254 4,-226 2,-283-2,-1 1,-47 10,24-3,-181 31,-112 17,-97 11,-65 4,-1263 119,1136-144,50-13,75-12,57-10,-1413-12,724-5,1054 6,-135 19,-84 20,-4 6,-249 32,-486-10,-2-56,873-12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2T05:44:14.60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1 885,'134'0,"681"0,-501 0,76 1,554-4,-678-4,-13-6,251-46,-157-4,124-27,88-19,-549 107,1473-281,18 70,-1105 181,-82 21,-220 12,119 17,-145-7,0 3,87 30,-60-11,53 18,209 45,-19-43,-106-19,23 9,119 17,520 91,-388-61,-1-30,-462-57,148 7,-144-10,0-2,49-9,-60 6,0 1,43 0,367 28,-279-10,583 33,-364-25,-233-16,-1-6,1-8,248-43,363-130,-466 81,-268 86,-25 9,-55 14,-95 24,-104 14,-103 9,-93 3,-67 0,-114 7,-101 4,-2908 120,3091-185,94-13,99-14,117-7,-244-62,239 30,-76-17,-621-50,691 113,-327 20,-372 80,89-4,326-54,6-36,430 1,1-5,-97-26,131 23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2T05:44:16.10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1 104,'200'0,"-10"0,73-1,62-5,551-38,-79 3,-672 35,297 0,-410 7,0 1,0 0,-1 0,1 1,-1 1,14 5,59 35,-57-28,35 15,-36-22,0-1,1-1,0-1,54 5,113-7,-135-5,10 0,-19-1,1 2,73 11,-111-9,-1 1,1 1,-1 0,0 0,0 1,-1 1,1 0,-1 1,0 0,-1 0,14 13,-4 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2T05:44:27.05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29,'24'1,"-1"1,1 2,25 6,10 2,22-1,95 1,84-13,-92-1,680 2,-667-12,-36 0,-126 11,1-2,-2-1,1 0,22-9,-20 6,-1 1,1 1,25-2,-12 5,-4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2T05:44:28.23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0,'535'12,"-129"-1,383-8,-659-3,-104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2T05:44:29.40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2,'63'0,"31"-1,-1 3,105 18,-16 17,64 11,132-1,105 17,-407-50,-21-3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2T05:48:42.14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211 226,'50'-4,"-17"-1,779-74,-325 35,-368 32,891-69,-1006 81,172 0,-175 0,35 6,-35-5,-1-1,1 0,-1 0,1 0,-1 1,1-1,-1 0,0 0,1 1,-1-1,1 1,-1-1,0 0,1 1,-1-1,0 1,1-1,-1 1,0-1,0 0,0 1,1 0,-1 0,0 0,-1 0,1 0,0 0,0-1,-1 1,1 0,-1 0,1 0,-1-1,1 1,-1 0,1-1,-1 1,1 0,-1-1,0 1,-1 0,-26 22,-57 33,55-37,-502 288,-26-18,540-280,-468 229,-52 26,17 31,519-294,-19 11,1 1,1 0,0 2,-28 28,46-42,-1 1,1 0,0 0,-1 0,1 0,0 0,0 0,0 0,0 0,1 1,-1 2,0-4,1 0,0 0,0 0,0 0,1 0,-1 0,0 0,0 0,1 0,-1 0,0 0,1 0,-1 0,1 0,-1-1,1 1,-1 0,2 1,2 1,-1-1,0 0,1 0,0 0,-1 0,1 0,0-1,0 0,0 0,0 0,7 1,35 3,1-3,0-1,82-9,-56 2,587-60,1505-67,-2067 132,158 6,-241 0,-15-4,0-1,0 0,0 0,1 1,-1-1,0 0,0 1,0-1,0 0,0 1,1-1,-1 0,0 1,0-1,0 0,0 1,0-1,0 0,0 1,0-1,0 0,-1 1,1-1,0 0,0 1,0-1,-3 4,1 0,-1 0,0 0,0-1,-6 6,-37 32,-95 64,122-91,-457 282,-24-31,-464 189,433-213,216-86,227-109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2T05:48:42.64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456 480,'-12'-12,"-26"-22,-24-26,-21-16,-11-7,12 6,15 17,49 17,40 17,54 17,28 10,20 9,16 2,0 1,2-4,-15-2,-24-3,-30-2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2T05:49:02.30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1 375,'927'0,"1039"-19,-509-5,-527 11,414-50,-7-50,-288 24,-3 38,71 49,-972 10,222 41,-179-20,46 7,255 30,116-5,-583-58,0 0,-1 2,0 0,0 1,37 17,-33-11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2T05:49:04.09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3,'111'15,"-62"-10,867 76,1602-12,1-64,-2228-6,-103-1,354-51,-180 6,-82 16,-93 9,190 1,-202 21,127 3,-280-2,-1 2,1 0,-1 1,0 2,0 0,-1 1,0 1,38 20,-39-18,0-1,0-1,1 0,0-2,1 0,-1-2,1 0,0-1,27 0,-17-3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2T05:49:07.32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0 253,'5'0,"0"-1,-1 0,1 0,0 0,-1 0,1-1,-1 1,6-4,18-7,48-12,82-15,91-8,-144 29,188-27,2 13,449 9,-117 35,232 3,-621-14,459 7,-2 35,-401-19,-6-28,70-33,-1-1,304 17,-390 22,421 14,-464-2,545 43,-764-55,189 28,-172-23,0 1,-1 2,0 0,0 1,32 20,-30-16,2 0,0-2,0-1,1-2,0-1,1-1,0-1,0-2,51 1,48-4,-93-1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84935" y="2027237"/>
            <a:ext cx="6374129" cy="12439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23241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23241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94702" y="1304289"/>
            <a:ext cx="2680970" cy="35363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23241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23241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23241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06039" y="922655"/>
            <a:ext cx="393192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1840" y="1403349"/>
            <a:ext cx="6993890" cy="2520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64540" y="6280698"/>
            <a:ext cx="579119" cy="241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210050" y="6280698"/>
            <a:ext cx="723900" cy="241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037194" y="6280698"/>
            <a:ext cx="368300" cy="241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23241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5" Type="http://schemas.openxmlformats.org/officeDocument/2006/relationships/image" Target="../media/image16.png"/><Relationship Id="rId4" Type="http://schemas.openxmlformats.org/officeDocument/2006/relationships/customXml" Target="../ink/ink3.xml"/><Relationship Id="rId9" Type="http://schemas.openxmlformats.org/officeDocument/2006/relationships/image" Target="../media/image18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5" Type="http://schemas.openxmlformats.org/officeDocument/2006/relationships/image" Target="../media/image21.png"/><Relationship Id="rId4" Type="http://schemas.openxmlformats.org/officeDocument/2006/relationships/customXml" Target="../ink/ink6.xml"/><Relationship Id="rId9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customXml" Target="../ink/ink1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5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3.xml"/><Relationship Id="rId5" Type="http://schemas.openxmlformats.org/officeDocument/2006/relationships/image" Target="../media/image34.png"/><Relationship Id="rId4" Type="http://schemas.openxmlformats.org/officeDocument/2006/relationships/customXml" Target="../ink/ink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4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4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5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3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1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12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5" Type="http://schemas.openxmlformats.org/officeDocument/2006/relationships/image" Target="../media/image73.png"/><Relationship Id="rId10" Type="http://schemas.openxmlformats.org/officeDocument/2006/relationships/image" Target="../media/image78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48739" y="6280784"/>
            <a:ext cx="57912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Tahoma"/>
                <a:cs typeface="Tahoma"/>
              </a:rPr>
              <a:t>CS</a:t>
            </a:r>
            <a:r>
              <a:rPr sz="1400" spc="-7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245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10050" y="6280784"/>
            <a:ext cx="72390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Tahoma"/>
                <a:cs typeface="Tahoma"/>
              </a:rPr>
              <a:t>Notes</a:t>
            </a:r>
            <a:r>
              <a:rPr sz="1400" spc="-6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09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56905" y="6280784"/>
            <a:ext cx="123189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Tahoma"/>
                <a:cs typeface="Tahoma"/>
              </a:rPr>
              <a:t>1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48535" marR="5080" indent="-223647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Chapter 13: Concurrency  Control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691129" y="3633787"/>
            <a:ext cx="376174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Hector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Garcia-Molina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3329" y="891540"/>
            <a:ext cx="411670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Concurrency</a:t>
            </a:r>
            <a:r>
              <a:rPr sz="3600" spc="-45" dirty="0"/>
              <a:t> </a:t>
            </a:r>
            <a:r>
              <a:rPr sz="3600" spc="-5" dirty="0"/>
              <a:t>Control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2059939" y="2011680"/>
            <a:ext cx="376682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459865" algn="l"/>
                <a:tab pos="2374265" algn="l"/>
                <a:tab pos="3288665" algn="l"/>
              </a:tabLst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3200" dirty="0">
                <a:latin typeface="Tahoma"/>
                <a:cs typeface="Tahoma"/>
              </a:rPr>
              <a:t>1	</a:t>
            </a:r>
            <a:r>
              <a:rPr sz="3200" spc="-5" dirty="0">
                <a:latin typeface="Tahoma"/>
                <a:cs typeface="Tahoma"/>
              </a:rPr>
              <a:t>T</a:t>
            </a:r>
            <a:r>
              <a:rPr sz="3200" dirty="0">
                <a:latin typeface="Tahoma"/>
                <a:cs typeface="Tahoma"/>
              </a:rPr>
              <a:t>2	…	</a:t>
            </a:r>
            <a:r>
              <a:rPr sz="3200" spc="-5" dirty="0">
                <a:latin typeface="Tahoma"/>
                <a:cs typeface="Tahoma"/>
              </a:rPr>
              <a:t>T</a:t>
            </a:r>
            <a:r>
              <a:rPr sz="3200" dirty="0">
                <a:latin typeface="Tahoma"/>
                <a:cs typeface="Tahoma"/>
              </a:rPr>
              <a:t>n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52800" y="3209544"/>
            <a:ext cx="1676400" cy="2200910"/>
          </a:xfrm>
          <a:custGeom>
            <a:avLst/>
            <a:gdLst/>
            <a:ahLst/>
            <a:cxnLst/>
            <a:rect l="l" t="t" r="r" b="b"/>
            <a:pathLst>
              <a:path w="1676400" h="2200910">
                <a:moveTo>
                  <a:pt x="838200" y="2200655"/>
                </a:moveTo>
                <a:lnTo>
                  <a:pt x="769454" y="2199614"/>
                </a:lnTo>
                <a:lnTo>
                  <a:pt x="702238" y="2196542"/>
                </a:lnTo>
                <a:lnTo>
                  <a:pt x="636769" y="2191522"/>
                </a:lnTo>
                <a:lnTo>
                  <a:pt x="573262" y="2184634"/>
                </a:lnTo>
                <a:lnTo>
                  <a:pt x="511933" y="2175960"/>
                </a:lnTo>
                <a:lnTo>
                  <a:pt x="452997" y="2165581"/>
                </a:lnTo>
                <a:lnTo>
                  <a:pt x="396670" y="2153579"/>
                </a:lnTo>
                <a:lnTo>
                  <a:pt x="343168" y="2140033"/>
                </a:lnTo>
                <a:lnTo>
                  <a:pt x="292707" y="2125026"/>
                </a:lnTo>
                <a:lnTo>
                  <a:pt x="245502" y="2108639"/>
                </a:lnTo>
                <a:lnTo>
                  <a:pt x="201768" y="2090953"/>
                </a:lnTo>
                <a:lnTo>
                  <a:pt x="161723" y="2072049"/>
                </a:lnTo>
                <a:lnTo>
                  <a:pt x="125580" y="2052008"/>
                </a:lnTo>
                <a:lnTo>
                  <a:pt x="93557" y="2030911"/>
                </a:lnTo>
                <a:lnTo>
                  <a:pt x="42731" y="1985876"/>
                </a:lnTo>
                <a:lnTo>
                  <a:pt x="10970" y="1937593"/>
                </a:lnTo>
                <a:lnTo>
                  <a:pt x="0" y="1886711"/>
                </a:lnTo>
                <a:lnTo>
                  <a:pt x="0" y="0"/>
                </a:lnTo>
                <a:lnTo>
                  <a:pt x="2778" y="25833"/>
                </a:lnTo>
                <a:lnTo>
                  <a:pt x="10970" y="51088"/>
                </a:lnTo>
                <a:lnTo>
                  <a:pt x="42731" y="99536"/>
                </a:lnTo>
                <a:lnTo>
                  <a:pt x="93557" y="144700"/>
                </a:lnTo>
                <a:lnTo>
                  <a:pt x="125580" y="165849"/>
                </a:lnTo>
                <a:lnTo>
                  <a:pt x="161723" y="185934"/>
                </a:lnTo>
                <a:lnTo>
                  <a:pt x="201768" y="204876"/>
                </a:lnTo>
                <a:lnTo>
                  <a:pt x="245502" y="222594"/>
                </a:lnTo>
                <a:lnTo>
                  <a:pt x="292707" y="239007"/>
                </a:lnTo>
                <a:lnTo>
                  <a:pt x="343168" y="254034"/>
                </a:lnTo>
                <a:lnTo>
                  <a:pt x="396670" y="267596"/>
                </a:lnTo>
                <a:lnTo>
                  <a:pt x="452997" y="279611"/>
                </a:lnTo>
                <a:lnTo>
                  <a:pt x="511933" y="289998"/>
                </a:lnTo>
                <a:lnTo>
                  <a:pt x="573262" y="298678"/>
                </a:lnTo>
                <a:lnTo>
                  <a:pt x="636769" y="305569"/>
                </a:lnTo>
                <a:lnTo>
                  <a:pt x="702238" y="310591"/>
                </a:lnTo>
                <a:lnTo>
                  <a:pt x="769454" y="313663"/>
                </a:lnTo>
                <a:lnTo>
                  <a:pt x="838200" y="314705"/>
                </a:lnTo>
                <a:lnTo>
                  <a:pt x="1676400" y="314705"/>
                </a:lnTo>
                <a:lnTo>
                  <a:pt x="1676400" y="1886711"/>
                </a:lnTo>
                <a:lnTo>
                  <a:pt x="1665429" y="1937593"/>
                </a:lnTo>
                <a:lnTo>
                  <a:pt x="1633668" y="1985876"/>
                </a:lnTo>
                <a:lnTo>
                  <a:pt x="1582842" y="2030911"/>
                </a:lnTo>
                <a:lnTo>
                  <a:pt x="1550819" y="2052008"/>
                </a:lnTo>
                <a:lnTo>
                  <a:pt x="1514676" y="2072049"/>
                </a:lnTo>
                <a:lnTo>
                  <a:pt x="1474631" y="2090953"/>
                </a:lnTo>
                <a:lnTo>
                  <a:pt x="1430897" y="2108639"/>
                </a:lnTo>
                <a:lnTo>
                  <a:pt x="1383692" y="2125026"/>
                </a:lnTo>
                <a:lnTo>
                  <a:pt x="1333231" y="2140033"/>
                </a:lnTo>
                <a:lnTo>
                  <a:pt x="1279729" y="2153579"/>
                </a:lnTo>
                <a:lnTo>
                  <a:pt x="1223402" y="2165581"/>
                </a:lnTo>
                <a:lnTo>
                  <a:pt x="1164466" y="2175960"/>
                </a:lnTo>
                <a:lnTo>
                  <a:pt x="1103137" y="2184634"/>
                </a:lnTo>
                <a:lnTo>
                  <a:pt x="1039630" y="2191522"/>
                </a:lnTo>
                <a:lnTo>
                  <a:pt x="974161" y="2196542"/>
                </a:lnTo>
                <a:lnTo>
                  <a:pt x="906945" y="2199614"/>
                </a:lnTo>
                <a:lnTo>
                  <a:pt x="838200" y="2200655"/>
                </a:lnTo>
                <a:close/>
              </a:path>
              <a:path w="1676400" h="2200910">
                <a:moveTo>
                  <a:pt x="1676400" y="314705"/>
                </a:moveTo>
                <a:lnTo>
                  <a:pt x="838200" y="314705"/>
                </a:lnTo>
                <a:lnTo>
                  <a:pt x="906945" y="313663"/>
                </a:lnTo>
                <a:lnTo>
                  <a:pt x="974161" y="310591"/>
                </a:lnTo>
                <a:lnTo>
                  <a:pt x="1039630" y="305569"/>
                </a:lnTo>
                <a:lnTo>
                  <a:pt x="1103137" y="298678"/>
                </a:lnTo>
                <a:lnTo>
                  <a:pt x="1164466" y="289998"/>
                </a:lnTo>
                <a:lnTo>
                  <a:pt x="1223402" y="279611"/>
                </a:lnTo>
                <a:lnTo>
                  <a:pt x="1279729" y="267596"/>
                </a:lnTo>
                <a:lnTo>
                  <a:pt x="1333231" y="254034"/>
                </a:lnTo>
                <a:lnTo>
                  <a:pt x="1383692" y="239007"/>
                </a:lnTo>
                <a:lnTo>
                  <a:pt x="1430897" y="222594"/>
                </a:lnTo>
                <a:lnTo>
                  <a:pt x="1474631" y="204876"/>
                </a:lnTo>
                <a:lnTo>
                  <a:pt x="1514676" y="185934"/>
                </a:lnTo>
                <a:lnTo>
                  <a:pt x="1550819" y="165849"/>
                </a:lnTo>
                <a:lnTo>
                  <a:pt x="1582842" y="144700"/>
                </a:lnTo>
                <a:lnTo>
                  <a:pt x="1633668" y="99536"/>
                </a:lnTo>
                <a:lnTo>
                  <a:pt x="1665429" y="51088"/>
                </a:lnTo>
                <a:lnTo>
                  <a:pt x="1676400" y="0"/>
                </a:lnTo>
                <a:lnTo>
                  <a:pt x="1676400" y="3147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349752" y="2892551"/>
            <a:ext cx="1682496" cy="6355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48037" y="2890837"/>
            <a:ext cx="1685925" cy="2514600"/>
          </a:xfrm>
          <a:custGeom>
            <a:avLst/>
            <a:gdLst/>
            <a:ahLst/>
            <a:cxnLst/>
            <a:rect l="l" t="t" r="r" b="b"/>
            <a:pathLst>
              <a:path w="1685925" h="2514600">
                <a:moveTo>
                  <a:pt x="715568" y="12700"/>
                </a:moveTo>
                <a:lnTo>
                  <a:pt x="593128" y="12700"/>
                </a:lnTo>
                <a:lnTo>
                  <a:pt x="612965" y="0"/>
                </a:lnTo>
                <a:lnTo>
                  <a:pt x="736460" y="0"/>
                </a:lnTo>
                <a:lnTo>
                  <a:pt x="715568" y="12700"/>
                </a:lnTo>
                <a:close/>
              </a:path>
              <a:path w="1685925" h="2514600">
                <a:moveTo>
                  <a:pt x="1092746" y="12700"/>
                </a:moveTo>
                <a:lnTo>
                  <a:pt x="970356" y="12700"/>
                </a:lnTo>
                <a:lnTo>
                  <a:pt x="949464" y="0"/>
                </a:lnTo>
                <a:lnTo>
                  <a:pt x="1072908" y="0"/>
                </a:lnTo>
                <a:lnTo>
                  <a:pt x="1092746" y="12700"/>
                </a:lnTo>
                <a:close/>
              </a:path>
              <a:path w="1685925" h="2514600">
                <a:moveTo>
                  <a:pt x="574700" y="25400"/>
                </a:moveTo>
                <a:lnTo>
                  <a:pt x="497243" y="25400"/>
                </a:lnTo>
                <a:lnTo>
                  <a:pt x="515975" y="12700"/>
                </a:lnTo>
                <a:lnTo>
                  <a:pt x="594283" y="12700"/>
                </a:lnTo>
                <a:lnTo>
                  <a:pt x="574700" y="25400"/>
                </a:lnTo>
                <a:close/>
              </a:path>
              <a:path w="1685925" h="2514600">
                <a:moveTo>
                  <a:pt x="1188732" y="25400"/>
                </a:moveTo>
                <a:lnTo>
                  <a:pt x="1111224" y="25400"/>
                </a:lnTo>
                <a:lnTo>
                  <a:pt x="1091641" y="12700"/>
                </a:lnTo>
                <a:lnTo>
                  <a:pt x="1170000" y="12700"/>
                </a:lnTo>
                <a:lnTo>
                  <a:pt x="1188732" y="25400"/>
                </a:lnTo>
                <a:close/>
              </a:path>
              <a:path w="1685925" h="2514600">
                <a:moveTo>
                  <a:pt x="480390" y="38100"/>
                </a:moveTo>
                <a:lnTo>
                  <a:pt x="424764" y="38100"/>
                </a:lnTo>
                <a:lnTo>
                  <a:pt x="442506" y="25400"/>
                </a:lnTo>
                <a:lnTo>
                  <a:pt x="498830" y="25400"/>
                </a:lnTo>
                <a:lnTo>
                  <a:pt x="480390" y="38100"/>
                </a:lnTo>
                <a:close/>
              </a:path>
              <a:path w="1685925" h="2514600">
                <a:moveTo>
                  <a:pt x="1261211" y="38100"/>
                </a:moveTo>
                <a:lnTo>
                  <a:pt x="1205534" y="38100"/>
                </a:lnTo>
                <a:lnTo>
                  <a:pt x="1187094" y="25400"/>
                </a:lnTo>
                <a:lnTo>
                  <a:pt x="1243469" y="25400"/>
                </a:lnTo>
                <a:lnTo>
                  <a:pt x="1261211" y="38100"/>
                </a:lnTo>
                <a:close/>
              </a:path>
              <a:path w="1685925" h="2514600">
                <a:moveTo>
                  <a:pt x="426720" y="50800"/>
                </a:moveTo>
                <a:lnTo>
                  <a:pt x="373176" y="50800"/>
                </a:lnTo>
                <a:lnTo>
                  <a:pt x="390093" y="38100"/>
                </a:lnTo>
                <a:lnTo>
                  <a:pt x="444398" y="38100"/>
                </a:lnTo>
                <a:lnTo>
                  <a:pt x="426720" y="50800"/>
                </a:lnTo>
                <a:close/>
              </a:path>
              <a:path w="1685925" h="2514600">
                <a:moveTo>
                  <a:pt x="1312811" y="50800"/>
                </a:moveTo>
                <a:lnTo>
                  <a:pt x="1259204" y="50800"/>
                </a:lnTo>
                <a:lnTo>
                  <a:pt x="1241526" y="38100"/>
                </a:lnTo>
                <a:lnTo>
                  <a:pt x="1295882" y="38100"/>
                </a:lnTo>
                <a:lnTo>
                  <a:pt x="1312811" y="50800"/>
                </a:lnTo>
                <a:close/>
              </a:path>
              <a:path w="1685925" h="2514600">
                <a:moveTo>
                  <a:pt x="358940" y="63500"/>
                </a:moveTo>
                <a:lnTo>
                  <a:pt x="324154" y="63500"/>
                </a:lnTo>
                <a:lnTo>
                  <a:pt x="340194" y="50800"/>
                </a:lnTo>
                <a:lnTo>
                  <a:pt x="375513" y="50800"/>
                </a:lnTo>
                <a:lnTo>
                  <a:pt x="358940" y="63500"/>
                </a:lnTo>
                <a:close/>
              </a:path>
              <a:path w="1685925" h="2514600">
                <a:moveTo>
                  <a:pt x="1361833" y="63500"/>
                </a:moveTo>
                <a:lnTo>
                  <a:pt x="1326984" y="63500"/>
                </a:lnTo>
                <a:lnTo>
                  <a:pt x="1310411" y="50800"/>
                </a:lnTo>
                <a:lnTo>
                  <a:pt x="1345780" y="50800"/>
                </a:lnTo>
                <a:lnTo>
                  <a:pt x="1361833" y="63500"/>
                </a:lnTo>
                <a:close/>
              </a:path>
              <a:path w="1685925" h="2514600">
                <a:moveTo>
                  <a:pt x="326783" y="76200"/>
                </a:moveTo>
                <a:lnTo>
                  <a:pt x="292988" y="76200"/>
                </a:lnTo>
                <a:lnTo>
                  <a:pt x="308406" y="63500"/>
                </a:lnTo>
                <a:lnTo>
                  <a:pt x="342773" y="63500"/>
                </a:lnTo>
                <a:lnTo>
                  <a:pt x="326783" y="76200"/>
                </a:lnTo>
                <a:close/>
              </a:path>
              <a:path w="1685925" h="2514600">
                <a:moveTo>
                  <a:pt x="1392999" y="76200"/>
                </a:moveTo>
                <a:lnTo>
                  <a:pt x="1359141" y="76200"/>
                </a:lnTo>
                <a:lnTo>
                  <a:pt x="1343152" y="63500"/>
                </a:lnTo>
                <a:lnTo>
                  <a:pt x="1377569" y="63500"/>
                </a:lnTo>
                <a:lnTo>
                  <a:pt x="1392999" y="76200"/>
                </a:lnTo>
                <a:close/>
              </a:path>
              <a:path w="1685925" h="2514600">
                <a:moveTo>
                  <a:pt x="280873" y="88900"/>
                </a:moveTo>
                <a:lnTo>
                  <a:pt x="248627" y="88900"/>
                </a:lnTo>
                <a:lnTo>
                  <a:pt x="263080" y="76200"/>
                </a:lnTo>
                <a:lnTo>
                  <a:pt x="295922" y="76200"/>
                </a:lnTo>
                <a:lnTo>
                  <a:pt x="280873" y="88900"/>
                </a:lnTo>
                <a:close/>
              </a:path>
              <a:path w="1685925" h="2514600">
                <a:moveTo>
                  <a:pt x="1437360" y="88900"/>
                </a:moveTo>
                <a:lnTo>
                  <a:pt x="1405051" y="88900"/>
                </a:lnTo>
                <a:lnTo>
                  <a:pt x="1390002" y="76200"/>
                </a:lnTo>
                <a:lnTo>
                  <a:pt x="1422908" y="76200"/>
                </a:lnTo>
                <a:lnTo>
                  <a:pt x="1437360" y="88900"/>
                </a:lnTo>
                <a:close/>
              </a:path>
              <a:path w="1685925" h="2514600">
                <a:moveTo>
                  <a:pt x="237921" y="101600"/>
                </a:moveTo>
                <a:lnTo>
                  <a:pt x="220725" y="101600"/>
                </a:lnTo>
                <a:lnTo>
                  <a:pt x="234505" y="88900"/>
                </a:lnTo>
                <a:lnTo>
                  <a:pt x="251967" y="88900"/>
                </a:lnTo>
                <a:lnTo>
                  <a:pt x="237921" y="101600"/>
                </a:lnTo>
                <a:close/>
              </a:path>
              <a:path w="1685925" h="2514600">
                <a:moveTo>
                  <a:pt x="1465262" y="101600"/>
                </a:moveTo>
                <a:lnTo>
                  <a:pt x="1448003" y="101600"/>
                </a:lnTo>
                <a:lnTo>
                  <a:pt x="1433957" y="88900"/>
                </a:lnTo>
                <a:lnTo>
                  <a:pt x="1451483" y="88900"/>
                </a:lnTo>
                <a:lnTo>
                  <a:pt x="1465262" y="101600"/>
                </a:lnTo>
                <a:close/>
              </a:path>
              <a:path w="1685925" h="2514600">
                <a:moveTo>
                  <a:pt x="211010" y="114300"/>
                </a:moveTo>
                <a:lnTo>
                  <a:pt x="194233" y="114300"/>
                </a:lnTo>
                <a:lnTo>
                  <a:pt x="207302" y="101600"/>
                </a:lnTo>
                <a:lnTo>
                  <a:pt x="224370" y="101600"/>
                </a:lnTo>
                <a:lnTo>
                  <a:pt x="211010" y="114300"/>
                </a:lnTo>
                <a:close/>
              </a:path>
              <a:path w="1685925" h="2514600">
                <a:moveTo>
                  <a:pt x="1491767" y="114300"/>
                </a:moveTo>
                <a:lnTo>
                  <a:pt x="1474914" y="114300"/>
                </a:lnTo>
                <a:lnTo>
                  <a:pt x="1461554" y="101600"/>
                </a:lnTo>
                <a:lnTo>
                  <a:pt x="1478699" y="101600"/>
                </a:lnTo>
                <a:lnTo>
                  <a:pt x="1491767" y="114300"/>
                </a:lnTo>
                <a:close/>
              </a:path>
              <a:path w="1685925" h="2514600">
                <a:moveTo>
                  <a:pt x="185547" y="127000"/>
                </a:moveTo>
                <a:lnTo>
                  <a:pt x="157225" y="127000"/>
                </a:lnTo>
                <a:lnTo>
                  <a:pt x="169189" y="114300"/>
                </a:lnTo>
                <a:lnTo>
                  <a:pt x="198170" y="114300"/>
                </a:lnTo>
                <a:lnTo>
                  <a:pt x="185547" y="127000"/>
                </a:lnTo>
                <a:close/>
              </a:path>
              <a:path w="1685925" h="2514600">
                <a:moveTo>
                  <a:pt x="1528787" y="127000"/>
                </a:moveTo>
                <a:lnTo>
                  <a:pt x="1500377" y="127000"/>
                </a:lnTo>
                <a:lnTo>
                  <a:pt x="1487754" y="114300"/>
                </a:lnTo>
                <a:lnTo>
                  <a:pt x="1516824" y="114300"/>
                </a:lnTo>
                <a:lnTo>
                  <a:pt x="1528787" y="127000"/>
                </a:lnTo>
                <a:close/>
              </a:path>
              <a:path w="1685925" h="2514600">
                <a:moveTo>
                  <a:pt x="161582" y="139700"/>
                </a:moveTo>
                <a:lnTo>
                  <a:pt x="134454" y="139700"/>
                </a:lnTo>
                <a:lnTo>
                  <a:pt x="145643" y="127000"/>
                </a:lnTo>
                <a:lnTo>
                  <a:pt x="173456" y="127000"/>
                </a:lnTo>
                <a:lnTo>
                  <a:pt x="161582" y="139700"/>
                </a:lnTo>
                <a:close/>
              </a:path>
              <a:path w="1685925" h="2514600">
                <a:moveTo>
                  <a:pt x="1551559" y="139700"/>
                </a:moveTo>
                <a:lnTo>
                  <a:pt x="1524342" y="139700"/>
                </a:lnTo>
                <a:lnTo>
                  <a:pt x="1512468" y="127000"/>
                </a:lnTo>
                <a:lnTo>
                  <a:pt x="1540370" y="127000"/>
                </a:lnTo>
                <a:lnTo>
                  <a:pt x="1551559" y="139700"/>
                </a:lnTo>
                <a:close/>
              </a:path>
              <a:path w="1685925" h="2514600">
                <a:moveTo>
                  <a:pt x="118363" y="165100"/>
                </a:moveTo>
                <a:lnTo>
                  <a:pt x="103276" y="165100"/>
                </a:lnTo>
                <a:lnTo>
                  <a:pt x="113258" y="152400"/>
                </a:lnTo>
                <a:lnTo>
                  <a:pt x="123659" y="139700"/>
                </a:lnTo>
                <a:lnTo>
                  <a:pt x="150266" y="139700"/>
                </a:lnTo>
                <a:lnTo>
                  <a:pt x="139166" y="152400"/>
                </a:lnTo>
                <a:lnTo>
                  <a:pt x="128663" y="152400"/>
                </a:lnTo>
                <a:lnTo>
                  <a:pt x="118363" y="165100"/>
                </a:lnTo>
                <a:close/>
              </a:path>
              <a:path w="1685925" h="2514600">
                <a:moveTo>
                  <a:pt x="1582750" y="165100"/>
                </a:moveTo>
                <a:lnTo>
                  <a:pt x="1567561" y="165100"/>
                </a:lnTo>
                <a:lnTo>
                  <a:pt x="1557261" y="152400"/>
                </a:lnTo>
                <a:lnTo>
                  <a:pt x="1546758" y="152400"/>
                </a:lnTo>
                <a:lnTo>
                  <a:pt x="1535658" y="139700"/>
                </a:lnTo>
                <a:lnTo>
                  <a:pt x="1562366" y="139700"/>
                </a:lnTo>
                <a:lnTo>
                  <a:pt x="1572767" y="152400"/>
                </a:lnTo>
                <a:lnTo>
                  <a:pt x="1582750" y="165100"/>
                </a:lnTo>
                <a:close/>
              </a:path>
              <a:path w="1685925" h="2514600">
                <a:moveTo>
                  <a:pt x="99225" y="177800"/>
                </a:moveTo>
                <a:lnTo>
                  <a:pt x="84543" y="177800"/>
                </a:lnTo>
                <a:lnTo>
                  <a:pt x="93700" y="165100"/>
                </a:lnTo>
                <a:lnTo>
                  <a:pt x="108686" y="165100"/>
                </a:lnTo>
                <a:lnTo>
                  <a:pt x="99225" y="177800"/>
                </a:lnTo>
                <a:close/>
              </a:path>
              <a:path w="1685925" h="2514600">
                <a:moveTo>
                  <a:pt x="1601495" y="177800"/>
                </a:moveTo>
                <a:lnTo>
                  <a:pt x="1586699" y="177800"/>
                </a:lnTo>
                <a:lnTo>
                  <a:pt x="1577238" y="165100"/>
                </a:lnTo>
                <a:lnTo>
                  <a:pt x="1592338" y="165100"/>
                </a:lnTo>
                <a:lnTo>
                  <a:pt x="1601495" y="177800"/>
                </a:lnTo>
                <a:close/>
              </a:path>
              <a:path w="1685925" h="2514600">
                <a:moveTo>
                  <a:pt x="81787" y="190500"/>
                </a:moveTo>
                <a:lnTo>
                  <a:pt x="67538" y="190500"/>
                </a:lnTo>
                <a:lnTo>
                  <a:pt x="75819" y="177800"/>
                </a:lnTo>
                <a:lnTo>
                  <a:pt x="90398" y="177800"/>
                </a:lnTo>
                <a:lnTo>
                  <a:pt x="81787" y="190500"/>
                </a:lnTo>
                <a:close/>
              </a:path>
              <a:path w="1685925" h="2514600">
                <a:moveTo>
                  <a:pt x="1618513" y="190500"/>
                </a:moveTo>
                <a:lnTo>
                  <a:pt x="1604137" y="190500"/>
                </a:lnTo>
                <a:lnTo>
                  <a:pt x="1595526" y="177800"/>
                </a:lnTo>
                <a:lnTo>
                  <a:pt x="1610220" y="177800"/>
                </a:lnTo>
                <a:lnTo>
                  <a:pt x="1618513" y="190500"/>
                </a:lnTo>
                <a:close/>
              </a:path>
              <a:path w="1685925" h="2514600">
                <a:moveTo>
                  <a:pt x="66128" y="203200"/>
                </a:moveTo>
                <a:lnTo>
                  <a:pt x="52285" y="203200"/>
                </a:lnTo>
                <a:lnTo>
                  <a:pt x="59677" y="190500"/>
                </a:lnTo>
                <a:lnTo>
                  <a:pt x="73850" y="190500"/>
                </a:lnTo>
                <a:lnTo>
                  <a:pt x="66128" y="203200"/>
                </a:lnTo>
                <a:close/>
              </a:path>
              <a:path w="1685925" h="2514600">
                <a:moveTo>
                  <a:pt x="1633766" y="203200"/>
                </a:moveTo>
                <a:lnTo>
                  <a:pt x="1619796" y="203200"/>
                </a:lnTo>
                <a:lnTo>
                  <a:pt x="1612074" y="190500"/>
                </a:lnTo>
                <a:lnTo>
                  <a:pt x="1626362" y="190500"/>
                </a:lnTo>
                <a:lnTo>
                  <a:pt x="1633766" y="203200"/>
                </a:lnTo>
                <a:close/>
              </a:path>
              <a:path w="1685925" h="2514600">
                <a:moveTo>
                  <a:pt x="40297" y="228600"/>
                </a:moveTo>
                <a:lnTo>
                  <a:pt x="32829" y="228600"/>
                </a:lnTo>
                <a:lnTo>
                  <a:pt x="38709" y="215900"/>
                </a:lnTo>
                <a:lnTo>
                  <a:pt x="45326" y="203200"/>
                </a:lnTo>
                <a:lnTo>
                  <a:pt x="59093" y="203200"/>
                </a:lnTo>
                <a:lnTo>
                  <a:pt x="52273" y="215900"/>
                </a:lnTo>
                <a:lnTo>
                  <a:pt x="46177" y="215900"/>
                </a:lnTo>
                <a:lnTo>
                  <a:pt x="40297" y="228600"/>
                </a:lnTo>
                <a:close/>
              </a:path>
              <a:path w="1685925" h="2514600">
                <a:moveTo>
                  <a:pt x="1653222" y="228600"/>
                </a:moveTo>
                <a:lnTo>
                  <a:pt x="1645627" y="228600"/>
                </a:lnTo>
                <a:lnTo>
                  <a:pt x="1639747" y="215900"/>
                </a:lnTo>
                <a:lnTo>
                  <a:pt x="1633651" y="215900"/>
                </a:lnTo>
                <a:lnTo>
                  <a:pt x="1626831" y="203200"/>
                </a:lnTo>
                <a:lnTo>
                  <a:pt x="1640725" y="203200"/>
                </a:lnTo>
                <a:lnTo>
                  <a:pt x="1647215" y="215900"/>
                </a:lnTo>
                <a:lnTo>
                  <a:pt x="1653222" y="228600"/>
                </a:lnTo>
                <a:close/>
              </a:path>
              <a:path w="1685925" h="2514600">
                <a:moveTo>
                  <a:pt x="46050" y="228600"/>
                </a:moveTo>
                <a:lnTo>
                  <a:pt x="46177" y="215900"/>
                </a:lnTo>
                <a:lnTo>
                  <a:pt x="52400" y="215900"/>
                </a:lnTo>
                <a:lnTo>
                  <a:pt x="46050" y="228600"/>
                </a:lnTo>
                <a:close/>
              </a:path>
              <a:path w="1685925" h="2514600">
                <a:moveTo>
                  <a:pt x="1639874" y="228600"/>
                </a:moveTo>
                <a:lnTo>
                  <a:pt x="1633524" y="215900"/>
                </a:lnTo>
                <a:lnTo>
                  <a:pt x="1639747" y="215900"/>
                </a:lnTo>
                <a:lnTo>
                  <a:pt x="1639874" y="228600"/>
                </a:lnTo>
                <a:close/>
              </a:path>
              <a:path w="1685925" h="2514600">
                <a:moveTo>
                  <a:pt x="35013" y="241300"/>
                </a:moveTo>
                <a:lnTo>
                  <a:pt x="22237" y="241300"/>
                </a:lnTo>
                <a:lnTo>
                  <a:pt x="27292" y="228600"/>
                </a:lnTo>
                <a:lnTo>
                  <a:pt x="40424" y="228600"/>
                </a:lnTo>
                <a:lnTo>
                  <a:pt x="35013" y="241300"/>
                </a:lnTo>
                <a:close/>
              </a:path>
              <a:path w="1685925" h="2514600">
                <a:moveTo>
                  <a:pt x="1663814" y="241300"/>
                </a:moveTo>
                <a:lnTo>
                  <a:pt x="1650911" y="241300"/>
                </a:lnTo>
                <a:lnTo>
                  <a:pt x="1645500" y="228600"/>
                </a:lnTo>
                <a:lnTo>
                  <a:pt x="1658759" y="228600"/>
                </a:lnTo>
                <a:lnTo>
                  <a:pt x="1663814" y="241300"/>
                </a:lnTo>
                <a:close/>
              </a:path>
              <a:path w="1685925" h="2514600">
                <a:moveTo>
                  <a:pt x="18770" y="266700"/>
                </a:moveTo>
                <a:lnTo>
                  <a:pt x="10058" y="266700"/>
                </a:lnTo>
                <a:lnTo>
                  <a:pt x="13614" y="254000"/>
                </a:lnTo>
                <a:lnTo>
                  <a:pt x="17551" y="241300"/>
                </a:lnTo>
                <a:lnTo>
                  <a:pt x="30340" y="241300"/>
                </a:lnTo>
                <a:lnTo>
                  <a:pt x="25908" y="254000"/>
                </a:lnTo>
                <a:lnTo>
                  <a:pt x="22212" y="254000"/>
                </a:lnTo>
                <a:lnTo>
                  <a:pt x="18770" y="266700"/>
                </a:lnTo>
                <a:close/>
              </a:path>
              <a:path w="1685925" h="2514600">
                <a:moveTo>
                  <a:pt x="1675866" y="266700"/>
                </a:moveTo>
                <a:lnTo>
                  <a:pt x="1667154" y="266700"/>
                </a:lnTo>
                <a:lnTo>
                  <a:pt x="1663712" y="254000"/>
                </a:lnTo>
                <a:lnTo>
                  <a:pt x="1660016" y="254000"/>
                </a:lnTo>
                <a:lnTo>
                  <a:pt x="1655584" y="241300"/>
                </a:lnTo>
                <a:lnTo>
                  <a:pt x="1668373" y="241300"/>
                </a:lnTo>
                <a:lnTo>
                  <a:pt x="1672424" y="254000"/>
                </a:lnTo>
                <a:lnTo>
                  <a:pt x="1675866" y="266700"/>
                </a:lnTo>
                <a:close/>
              </a:path>
              <a:path w="1685925" h="2514600">
                <a:moveTo>
                  <a:pt x="11836" y="292100"/>
                </a:moveTo>
                <a:lnTo>
                  <a:pt x="2578" y="292100"/>
                </a:lnTo>
                <a:lnTo>
                  <a:pt x="4533" y="279400"/>
                </a:lnTo>
                <a:lnTo>
                  <a:pt x="7035" y="266700"/>
                </a:lnTo>
                <a:lnTo>
                  <a:pt x="18884" y="266700"/>
                </a:lnTo>
                <a:lnTo>
                  <a:pt x="15963" y="279400"/>
                </a:lnTo>
                <a:lnTo>
                  <a:pt x="13728" y="279400"/>
                </a:lnTo>
                <a:lnTo>
                  <a:pt x="11836" y="292100"/>
                </a:lnTo>
                <a:close/>
              </a:path>
              <a:path w="1685925" h="2514600">
                <a:moveTo>
                  <a:pt x="1683410" y="292100"/>
                </a:moveTo>
                <a:lnTo>
                  <a:pt x="1674088" y="292100"/>
                </a:lnTo>
                <a:lnTo>
                  <a:pt x="1672196" y="279400"/>
                </a:lnTo>
                <a:lnTo>
                  <a:pt x="1669961" y="279400"/>
                </a:lnTo>
                <a:lnTo>
                  <a:pt x="1667040" y="266700"/>
                </a:lnTo>
                <a:lnTo>
                  <a:pt x="1678978" y="266700"/>
                </a:lnTo>
                <a:lnTo>
                  <a:pt x="1681467" y="279400"/>
                </a:lnTo>
                <a:lnTo>
                  <a:pt x="1683410" y="292100"/>
                </a:lnTo>
                <a:close/>
              </a:path>
              <a:path w="1685925" h="2514600">
                <a:moveTo>
                  <a:pt x="10109" y="304800"/>
                </a:moveTo>
                <a:lnTo>
                  <a:pt x="647" y="304800"/>
                </a:lnTo>
                <a:lnTo>
                  <a:pt x="1155" y="292100"/>
                </a:lnTo>
                <a:lnTo>
                  <a:pt x="10579" y="292100"/>
                </a:lnTo>
                <a:lnTo>
                  <a:pt x="10109" y="304800"/>
                </a:lnTo>
                <a:close/>
              </a:path>
              <a:path w="1685925" h="2514600">
                <a:moveTo>
                  <a:pt x="1685289" y="304800"/>
                </a:moveTo>
                <a:lnTo>
                  <a:pt x="1675815" y="304800"/>
                </a:lnTo>
                <a:lnTo>
                  <a:pt x="1675345" y="292100"/>
                </a:lnTo>
                <a:lnTo>
                  <a:pt x="1684807" y="292100"/>
                </a:lnTo>
                <a:lnTo>
                  <a:pt x="1685289" y="304800"/>
                </a:lnTo>
                <a:close/>
              </a:path>
              <a:path w="1685925" h="2514600">
                <a:moveTo>
                  <a:pt x="9525" y="2197100"/>
                </a:moveTo>
                <a:lnTo>
                  <a:pt x="0" y="2197100"/>
                </a:lnTo>
                <a:lnTo>
                  <a:pt x="76" y="304800"/>
                </a:lnTo>
                <a:lnTo>
                  <a:pt x="9588" y="304800"/>
                </a:lnTo>
                <a:lnTo>
                  <a:pt x="9525" y="317500"/>
                </a:lnTo>
                <a:lnTo>
                  <a:pt x="279" y="317500"/>
                </a:lnTo>
                <a:lnTo>
                  <a:pt x="635" y="330200"/>
                </a:lnTo>
                <a:lnTo>
                  <a:pt x="1117" y="330200"/>
                </a:lnTo>
                <a:lnTo>
                  <a:pt x="2514" y="342900"/>
                </a:lnTo>
                <a:lnTo>
                  <a:pt x="4457" y="342900"/>
                </a:lnTo>
                <a:lnTo>
                  <a:pt x="6946" y="355600"/>
                </a:lnTo>
                <a:lnTo>
                  <a:pt x="9509" y="366058"/>
                </a:lnTo>
                <a:lnTo>
                  <a:pt x="9525" y="2197100"/>
                </a:lnTo>
                <a:close/>
              </a:path>
              <a:path w="1685925" h="2514600">
                <a:moveTo>
                  <a:pt x="1676400" y="366058"/>
                </a:moveTo>
                <a:lnTo>
                  <a:pt x="1676336" y="304800"/>
                </a:lnTo>
                <a:lnTo>
                  <a:pt x="1685861" y="304800"/>
                </a:lnTo>
                <a:lnTo>
                  <a:pt x="1685925" y="317500"/>
                </a:lnTo>
                <a:lnTo>
                  <a:pt x="1685632" y="317500"/>
                </a:lnTo>
                <a:lnTo>
                  <a:pt x="1685277" y="330200"/>
                </a:lnTo>
                <a:lnTo>
                  <a:pt x="1684769" y="330200"/>
                </a:lnTo>
                <a:lnTo>
                  <a:pt x="1683346" y="342900"/>
                </a:lnTo>
                <a:lnTo>
                  <a:pt x="1681391" y="342900"/>
                </a:lnTo>
                <a:lnTo>
                  <a:pt x="1678889" y="355600"/>
                </a:lnTo>
                <a:lnTo>
                  <a:pt x="1676400" y="366058"/>
                </a:lnTo>
                <a:close/>
              </a:path>
              <a:path w="1685925" h="2514600">
                <a:moveTo>
                  <a:pt x="9525" y="366122"/>
                </a:moveTo>
                <a:lnTo>
                  <a:pt x="6946" y="355600"/>
                </a:lnTo>
                <a:lnTo>
                  <a:pt x="4457" y="342900"/>
                </a:lnTo>
                <a:lnTo>
                  <a:pt x="2514" y="342900"/>
                </a:lnTo>
                <a:lnTo>
                  <a:pt x="1117" y="330200"/>
                </a:lnTo>
                <a:lnTo>
                  <a:pt x="635" y="330200"/>
                </a:lnTo>
                <a:lnTo>
                  <a:pt x="279" y="317500"/>
                </a:lnTo>
                <a:lnTo>
                  <a:pt x="9525" y="317500"/>
                </a:lnTo>
                <a:lnTo>
                  <a:pt x="9525" y="366122"/>
                </a:lnTo>
                <a:close/>
              </a:path>
              <a:path w="1685925" h="2514600">
                <a:moveTo>
                  <a:pt x="22212" y="368300"/>
                </a:moveTo>
                <a:lnTo>
                  <a:pt x="10058" y="368300"/>
                </a:lnTo>
                <a:lnTo>
                  <a:pt x="9525" y="366122"/>
                </a:lnTo>
                <a:lnTo>
                  <a:pt x="9525" y="317500"/>
                </a:lnTo>
                <a:lnTo>
                  <a:pt x="9778" y="317500"/>
                </a:lnTo>
                <a:lnTo>
                  <a:pt x="10121" y="330200"/>
                </a:lnTo>
                <a:lnTo>
                  <a:pt x="11836" y="330200"/>
                </a:lnTo>
                <a:lnTo>
                  <a:pt x="13728" y="342900"/>
                </a:lnTo>
                <a:lnTo>
                  <a:pt x="16052" y="355600"/>
                </a:lnTo>
                <a:lnTo>
                  <a:pt x="18770" y="355600"/>
                </a:lnTo>
                <a:lnTo>
                  <a:pt x="22212" y="368300"/>
                </a:lnTo>
                <a:close/>
              </a:path>
              <a:path w="1685925" h="2514600">
                <a:moveTo>
                  <a:pt x="1675866" y="368300"/>
                </a:moveTo>
                <a:lnTo>
                  <a:pt x="1663712" y="368300"/>
                </a:lnTo>
                <a:lnTo>
                  <a:pt x="1667154" y="355600"/>
                </a:lnTo>
                <a:lnTo>
                  <a:pt x="1669872" y="355600"/>
                </a:lnTo>
                <a:lnTo>
                  <a:pt x="1672285" y="342900"/>
                </a:lnTo>
                <a:lnTo>
                  <a:pt x="1674088" y="330200"/>
                </a:lnTo>
                <a:lnTo>
                  <a:pt x="1675803" y="330200"/>
                </a:lnTo>
                <a:lnTo>
                  <a:pt x="1676146" y="317500"/>
                </a:lnTo>
                <a:lnTo>
                  <a:pt x="1676400" y="317500"/>
                </a:lnTo>
                <a:lnTo>
                  <a:pt x="1676384" y="366122"/>
                </a:lnTo>
                <a:lnTo>
                  <a:pt x="1675866" y="368300"/>
                </a:lnTo>
                <a:close/>
              </a:path>
              <a:path w="1685925" h="2514600">
                <a:moveTo>
                  <a:pt x="1685925" y="2197100"/>
                </a:moveTo>
                <a:lnTo>
                  <a:pt x="1676400" y="2197100"/>
                </a:lnTo>
                <a:lnTo>
                  <a:pt x="1676400" y="366058"/>
                </a:lnTo>
                <a:lnTo>
                  <a:pt x="1678889" y="355600"/>
                </a:lnTo>
                <a:lnTo>
                  <a:pt x="1681391" y="342900"/>
                </a:lnTo>
                <a:lnTo>
                  <a:pt x="1683346" y="342900"/>
                </a:lnTo>
                <a:lnTo>
                  <a:pt x="1684769" y="330200"/>
                </a:lnTo>
                <a:lnTo>
                  <a:pt x="1685277" y="330200"/>
                </a:lnTo>
                <a:lnTo>
                  <a:pt x="1685632" y="317500"/>
                </a:lnTo>
                <a:lnTo>
                  <a:pt x="1685925" y="317500"/>
                </a:lnTo>
                <a:lnTo>
                  <a:pt x="1685925" y="2197100"/>
                </a:lnTo>
                <a:close/>
              </a:path>
              <a:path w="1685925" h="2514600">
                <a:moveTo>
                  <a:pt x="30340" y="381000"/>
                </a:moveTo>
                <a:lnTo>
                  <a:pt x="17551" y="381000"/>
                </a:lnTo>
                <a:lnTo>
                  <a:pt x="13500" y="368300"/>
                </a:lnTo>
                <a:lnTo>
                  <a:pt x="25908" y="368300"/>
                </a:lnTo>
                <a:lnTo>
                  <a:pt x="30340" y="381000"/>
                </a:lnTo>
                <a:close/>
              </a:path>
              <a:path w="1685925" h="2514600">
                <a:moveTo>
                  <a:pt x="1668373" y="381000"/>
                </a:moveTo>
                <a:lnTo>
                  <a:pt x="1655584" y="381000"/>
                </a:lnTo>
                <a:lnTo>
                  <a:pt x="1660016" y="368300"/>
                </a:lnTo>
                <a:lnTo>
                  <a:pt x="1672310" y="368300"/>
                </a:lnTo>
                <a:lnTo>
                  <a:pt x="1668373" y="381000"/>
                </a:lnTo>
                <a:close/>
              </a:path>
              <a:path w="1685925" h="2514600">
                <a:moveTo>
                  <a:pt x="46177" y="406400"/>
                </a:moveTo>
                <a:lnTo>
                  <a:pt x="32702" y="406400"/>
                </a:lnTo>
                <a:lnTo>
                  <a:pt x="27165" y="393700"/>
                </a:lnTo>
                <a:lnTo>
                  <a:pt x="22110" y="381000"/>
                </a:lnTo>
                <a:lnTo>
                  <a:pt x="30213" y="381000"/>
                </a:lnTo>
                <a:lnTo>
                  <a:pt x="35140" y="393700"/>
                </a:lnTo>
                <a:lnTo>
                  <a:pt x="40297" y="393700"/>
                </a:lnTo>
                <a:lnTo>
                  <a:pt x="46177" y="406400"/>
                </a:lnTo>
                <a:close/>
              </a:path>
              <a:path w="1685925" h="2514600">
                <a:moveTo>
                  <a:pt x="1653095" y="406400"/>
                </a:moveTo>
                <a:lnTo>
                  <a:pt x="1639747" y="406400"/>
                </a:lnTo>
                <a:lnTo>
                  <a:pt x="1645627" y="393700"/>
                </a:lnTo>
                <a:lnTo>
                  <a:pt x="1650784" y="393700"/>
                </a:lnTo>
                <a:lnTo>
                  <a:pt x="1655711" y="381000"/>
                </a:lnTo>
                <a:lnTo>
                  <a:pt x="1663687" y="381000"/>
                </a:lnTo>
                <a:lnTo>
                  <a:pt x="1658632" y="393700"/>
                </a:lnTo>
                <a:lnTo>
                  <a:pt x="1653095" y="406400"/>
                </a:lnTo>
                <a:close/>
              </a:path>
              <a:path w="1685925" h="2514600">
                <a:moveTo>
                  <a:pt x="59093" y="419100"/>
                </a:moveTo>
                <a:lnTo>
                  <a:pt x="45199" y="419100"/>
                </a:lnTo>
                <a:lnTo>
                  <a:pt x="38709" y="406400"/>
                </a:lnTo>
                <a:lnTo>
                  <a:pt x="52273" y="406400"/>
                </a:lnTo>
                <a:lnTo>
                  <a:pt x="59093" y="419100"/>
                </a:lnTo>
                <a:close/>
              </a:path>
              <a:path w="1685925" h="2514600">
                <a:moveTo>
                  <a:pt x="1640598" y="419100"/>
                </a:moveTo>
                <a:lnTo>
                  <a:pt x="1626831" y="419100"/>
                </a:lnTo>
                <a:lnTo>
                  <a:pt x="1633651" y="406400"/>
                </a:lnTo>
                <a:lnTo>
                  <a:pt x="1647215" y="406400"/>
                </a:lnTo>
                <a:lnTo>
                  <a:pt x="1640598" y="419100"/>
                </a:lnTo>
                <a:close/>
              </a:path>
              <a:path w="1685925" h="2514600">
                <a:moveTo>
                  <a:pt x="81902" y="444500"/>
                </a:moveTo>
                <a:lnTo>
                  <a:pt x="67411" y="444500"/>
                </a:lnTo>
                <a:lnTo>
                  <a:pt x="59562" y="431800"/>
                </a:lnTo>
                <a:lnTo>
                  <a:pt x="52158" y="419100"/>
                </a:lnTo>
                <a:lnTo>
                  <a:pt x="66128" y="419100"/>
                </a:lnTo>
                <a:lnTo>
                  <a:pt x="73850" y="431800"/>
                </a:lnTo>
                <a:lnTo>
                  <a:pt x="81902" y="444500"/>
                </a:lnTo>
                <a:close/>
              </a:path>
              <a:path w="1685925" h="2514600">
                <a:moveTo>
                  <a:pt x="1618386" y="444500"/>
                </a:moveTo>
                <a:lnTo>
                  <a:pt x="1604022" y="444500"/>
                </a:lnTo>
                <a:lnTo>
                  <a:pt x="1612188" y="431800"/>
                </a:lnTo>
                <a:lnTo>
                  <a:pt x="1619796" y="419100"/>
                </a:lnTo>
                <a:lnTo>
                  <a:pt x="1633639" y="419100"/>
                </a:lnTo>
                <a:lnTo>
                  <a:pt x="1626247" y="431800"/>
                </a:lnTo>
                <a:lnTo>
                  <a:pt x="1618386" y="444500"/>
                </a:lnTo>
                <a:close/>
              </a:path>
              <a:path w="1685925" h="2514600">
                <a:moveTo>
                  <a:pt x="99326" y="457200"/>
                </a:moveTo>
                <a:lnTo>
                  <a:pt x="84429" y="457200"/>
                </a:lnTo>
                <a:lnTo>
                  <a:pt x="75704" y="444500"/>
                </a:lnTo>
                <a:lnTo>
                  <a:pt x="90284" y="444500"/>
                </a:lnTo>
                <a:lnTo>
                  <a:pt x="99326" y="457200"/>
                </a:lnTo>
                <a:close/>
              </a:path>
              <a:path w="1685925" h="2514600">
                <a:moveTo>
                  <a:pt x="1601381" y="457200"/>
                </a:moveTo>
                <a:lnTo>
                  <a:pt x="1586598" y="457200"/>
                </a:lnTo>
                <a:lnTo>
                  <a:pt x="1595640" y="444500"/>
                </a:lnTo>
                <a:lnTo>
                  <a:pt x="1610105" y="444500"/>
                </a:lnTo>
                <a:lnTo>
                  <a:pt x="1601381" y="457200"/>
                </a:lnTo>
                <a:close/>
              </a:path>
              <a:path w="1685925" h="2514600">
                <a:moveTo>
                  <a:pt x="118465" y="469900"/>
                </a:moveTo>
                <a:lnTo>
                  <a:pt x="103174" y="469900"/>
                </a:lnTo>
                <a:lnTo>
                  <a:pt x="93586" y="457200"/>
                </a:lnTo>
                <a:lnTo>
                  <a:pt x="108585" y="457200"/>
                </a:lnTo>
                <a:lnTo>
                  <a:pt x="118465" y="469900"/>
                </a:lnTo>
                <a:close/>
              </a:path>
              <a:path w="1685925" h="2514600">
                <a:moveTo>
                  <a:pt x="1582648" y="469900"/>
                </a:moveTo>
                <a:lnTo>
                  <a:pt x="1567459" y="469900"/>
                </a:lnTo>
                <a:lnTo>
                  <a:pt x="1577339" y="457200"/>
                </a:lnTo>
                <a:lnTo>
                  <a:pt x="1592224" y="457200"/>
                </a:lnTo>
                <a:lnTo>
                  <a:pt x="1582648" y="469900"/>
                </a:lnTo>
                <a:close/>
              </a:path>
              <a:path w="1685925" h="2514600">
                <a:moveTo>
                  <a:pt x="139268" y="482600"/>
                </a:moveTo>
                <a:lnTo>
                  <a:pt x="123558" y="482600"/>
                </a:lnTo>
                <a:lnTo>
                  <a:pt x="113157" y="469900"/>
                </a:lnTo>
                <a:lnTo>
                  <a:pt x="128562" y="469900"/>
                </a:lnTo>
                <a:lnTo>
                  <a:pt x="139268" y="482600"/>
                </a:lnTo>
                <a:close/>
              </a:path>
              <a:path w="1685925" h="2514600">
                <a:moveTo>
                  <a:pt x="1562265" y="482600"/>
                </a:moveTo>
                <a:lnTo>
                  <a:pt x="1546656" y="482600"/>
                </a:lnTo>
                <a:lnTo>
                  <a:pt x="1557362" y="469900"/>
                </a:lnTo>
                <a:lnTo>
                  <a:pt x="1572666" y="469900"/>
                </a:lnTo>
                <a:lnTo>
                  <a:pt x="1562265" y="482600"/>
                </a:lnTo>
                <a:close/>
              </a:path>
              <a:path w="1685925" h="2514600">
                <a:moveTo>
                  <a:pt x="161671" y="495300"/>
                </a:moveTo>
                <a:lnTo>
                  <a:pt x="145554" y="495300"/>
                </a:lnTo>
                <a:lnTo>
                  <a:pt x="134365" y="482600"/>
                </a:lnTo>
                <a:lnTo>
                  <a:pt x="150177" y="482600"/>
                </a:lnTo>
                <a:lnTo>
                  <a:pt x="161671" y="495300"/>
                </a:lnTo>
                <a:close/>
              </a:path>
              <a:path w="1685925" h="2514600">
                <a:moveTo>
                  <a:pt x="1540281" y="495300"/>
                </a:moveTo>
                <a:lnTo>
                  <a:pt x="1524253" y="495300"/>
                </a:lnTo>
                <a:lnTo>
                  <a:pt x="1535747" y="482600"/>
                </a:lnTo>
                <a:lnTo>
                  <a:pt x="1551470" y="482600"/>
                </a:lnTo>
                <a:lnTo>
                  <a:pt x="1540281" y="495300"/>
                </a:lnTo>
                <a:close/>
              </a:path>
              <a:path w="1685925" h="2514600">
                <a:moveTo>
                  <a:pt x="185635" y="508000"/>
                </a:moveTo>
                <a:lnTo>
                  <a:pt x="169100" y="508000"/>
                </a:lnTo>
                <a:lnTo>
                  <a:pt x="157137" y="495300"/>
                </a:lnTo>
                <a:lnTo>
                  <a:pt x="173380" y="495300"/>
                </a:lnTo>
                <a:lnTo>
                  <a:pt x="185635" y="508000"/>
                </a:lnTo>
                <a:close/>
              </a:path>
              <a:path w="1685925" h="2514600">
                <a:moveTo>
                  <a:pt x="1516735" y="508000"/>
                </a:moveTo>
                <a:lnTo>
                  <a:pt x="1500289" y="508000"/>
                </a:lnTo>
                <a:lnTo>
                  <a:pt x="1512544" y="495300"/>
                </a:lnTo>
                <a:lnTo>
                  <a:pt x="1528699" y="495300"/>
                </a:lnTo>
                <a:lnTo>
                  <a:pt x="1516735" y="508000"/>
                </a:lnTo>
                <a:close/>
              </a:path>
              <a:path w="1685925" h="2514600">
                <a:moveTo>
                  <a:pt x="224370" y="520700"/>
                </a:moveTo>
                <a:lnTo>
                  <a:pt x="194157" y="520700"/>
                </a:lnTo>
                <a:lnTo>
                  <a:pt x="181444" y="508000"/>
                </a:lnTo>
                <a:lnTo>
                  <a:pt x="211010" y="508000"/>
                </a:lnTo>
                <a:lnTo>
                  <a:pt x="224370" y="520700"/>
                </a:lnTo>
                <a:close/>
              </a:path>
              <a:path w="1685925" h="2514600">
                <a:moveTo>
                  <a:pt x="1491691" y="520700"/>
                </a:moveTo>
                <a:lnTo>
                  <a:pt x="1461554" y="520700"/>
                </a:lnTo>
                <a:lnTo>
                  <a:pt x="1474914" y="508000"/>
                </a:lnTo>
                <a:lnTo>
                  <a:pt x="1504391" y="508000"/>
                </a:lnTo>
                <a:lnTo>
                  <a:pt x="1491691" y="520700"/>
                </a:lnTo>
                <a:close/>
              </a:path>
              <a:path w="1685925" h="2514600">
                <a:moveTo>
                  <a:pt x="251967" y="533400"/>
                </a:moveTo>
                <a:lnTo>
                  <a:pt x="220662" y="533400"/>
                </a:lnTo>
                <a:lnTo>
                  <a:pt x="207225" y="520700"/>
                </a:lnTo>
                <a:lnTo>
                  <a:pt x="237921" y="520700"/>
                </a:lnTo>
                <a:lnTo>
                  <a:pt x="251967" y="533400"/>
                </a:lnTo>
                <a:close/>
              </a:path>
              <a:path w="1685925" h="2514600">
                <a:moveTo>
                  <a:pt x="1465199" y="533400"/>
                </a:moveTo>
                <a:lnTo>
                  <a:pt x="1433957" y="533400"/>
                </a:lnTo>
                <a:lnTo>
                  <a:pt x="1448003" y="520700"/>
                </a:lnTo>
                <a:lnTo>
                  <a:pt x="1478622" y="520700"/>
                </a:lnTo>
                <a:lnTo>
                  <a:pt x="1465199" y="533400"/>
                </a:lnTo>
                <a:close/>
              </a:path>
              <a:path w="1685925" h="2514600">
                <a:moveTo>
                  <a:pt x="280949" y="546100"/>
                </a:moveTo>
                <a:lnTo>
                  <a:pt x="263016" y="546100"/>
                </a:lnTo>
                <a:lnTo>
                  <a:pt x="248564" y="533400"/>
                </a:lnTo>
                <a:lnTo>
                  <a:pt x="266230" y="533400"/>
                </a:lnTo>
                <a:lnTo>
                  <a:pt x="280949" y="546100"/>
                </a:lnTo>
                <a:close/>
              </a:path>
              <a:path w="1685925" h="2514600">
                <a:moveTo>
                  <a:pt x="1422844" y="546100"/>
                </a:moveTo>
                <a:lnTo>
                  <a:pt x="1404975" y="546100"/>
                </a:lnTo>
                <a:lnTo>
                  <a:pt x="1419694" y="533400"/>
                </a:lnTo>
                <a:lnTo>
                  <a:pt x="1437297" y="533400"/>
                </a:lnTo>
                <a:lnTo>
                  <a:pt x="1422844" y="546100"/>
                </a:lnTo>
                <a:close/>
              </a:path>
              <a:path w="1685925" h="2514600">
                <a:moveTo>
                  <a:pt x="326847" y="558800"/>
                </a:moveTo>
                <a:lnTo>
                  <a:pt x="292925" y="558800"/>
                </a:lnTo>
                <a:lnTo>
                  <a:pt x="277799" y="546100"/>
                </a:lnTo>
                <a:lnTo>
                  <a:pt x="311162" y="546100"/>
                </a:lnTo>
                <a:lnTo>
                  <a:pt x="326847" y="558800"/>
                </a:lnTo>
                <a:close/>
              </a:path>
              <a:path w="1685925" h="2514600">
                <a:moveTo>
                  <a:pt x="1392936" y="558800"/>
                </a:moveTo>
                <a:lnTo>
                  <a:pt x="1359077" y="558800"/>
                </a:lnTo>
                <a:lnTo>
                  <a:pt x="1374762" y="546100"/>
                </a:lnTo>
                <a:lnTo>
                  <a:pt x="1408049" y="546100"/>
                </a:lnTo>
                <a:lnTo>
                  <a:pt x="1392936" y="558800"/>
                </a:lnTo>
                <a:close/>
              </a:path>
              <a:path w="1685925" h="2514600">
                <a:moveTo>
                  <a:pt x="375513" y="571500"/>
                </a:moveTo>
                <a:lnTo>
                  <a:pt x="340144" y="571500"/>
                </a:lnTo>
                <a:lnTo>
                  <a:pt x="324091" y="558800"/>
                </a:lnTo>
                <a:lnTo>
                  <a:pt x="358940" y="558800"/>
                </a:lnTo>
                <a:lnTo>
                  <a:pt x="375513" y="571500"/>
                </a:lnTo>
                <a:close/>
              </a:path>
              <a:path w="1685925" h="2514600">
                <a:moveTo>
                  <a:pt x="1345730" y="571500"/>
                </a:moveTo>
                <a:lnTo>
                  <a:pt x="1310411" y="571500"/>
                </a:lnTo>
                <a:lnTo>
                  <a:pt x="1326984" y="558800"/>
                </a:lnTo>
                <a:lnTo>
                  <a:pt x="1361770" y="558800"/>
                </a:lnTo>
                <a:lnTo>
                  <a:pt x="1345730" y="571500"/>
                </a:lnTo>
                <a:close/>
              </a:path>
              <a:path w="1685925" h="2514600">
                <a:moveTo>
                  <a:pt x="426770" y="584200"/>
                </a:moveTo>
                <a:lnTo>
                  <a:pt x="373113" y="584200"/>
                </a:lnTo>
                <a:lnTo>
                  <a:pt x="356476" y="571500"/>
                </a:lnTo>
                <a:lnTo>
                  <a:pt x="409359" y="571500"/>
                </a:lnTo>
                <a:lnTo>
                  <a:pt x="426770" y="584200"/>
                </a:lnTo>
                <a:close/>
              </a:path>
              <a:path w="1685925" h="2514600">
                <a:moveTo>
                  <a:pt x="1312748" y="584200"/>
                </a:moveTo>
                <a:lnTo>
                  <a:pt x="1259154" y="584200"/>
                </a:lnTo>
                <a:lnTo>
                  <a:pt x="1276565" y="571500"/>
                </a:lnTo>
                <a:lnTo>
                  <a:pt x="1329385" y="571500"/>
                </a:lnTo>
                <a:lnTo>
                  <a:pt x="1312748" y="584200"/>
                </a:lnTo>
                <a:close/>
              </a:path>
              <a:path w="1685925" h="2514600">
                <a:moveTo>
                  <a:pt x="480440" y="596900"/>
                </a:moveTo>
                <a:lnTo>
                  <a:pt x="442455" y="596900"/>
                </a:lnTo>
                <a:lnTo>
                  <a:pt x="424713" y="584200"/>
                </a:lnTo>
                <a:lnTo>
                  <a:pt x="462241" y="584200"/>
                </a:lnTo>
                <a:lnTo>
                  <a:pt x="480440" y="596900"/>
                </a:lnTo>
                <a:close/>
              </a:path>
              <a:path w="1685925" h="2514600">
                <a:moveTo>
                  <a:pt x="1243418" y="596900"/>
                </a:moveTo>
                <a:lnTo>
                  <a:pt x="1205484" y="596900"/>
                </a:lnTo>
                <a:lnTo>
                  <a:pt x="1223683" y="584200"/>
                </a:lnTo>
                <a:lnTo>
                  <a:pt x="1261160" y="584200"/>
                </a:lnTo>
                <a:lnTo>
                  <a:pt x="1243418" y="596900"/>
                </a:lnTo>
                <a:close/>
              </a:path>
              <a:path w="1685925" h="2514600">
                <a:moveTo>
                  <a:pt x="555434" y="609600"/>
                </a:moveTo>
                <a:lnTo>
                  <a:pt x="497192" y="609600"/>
                </a:lnTo>
                <a:lnTo>
                  <a:pt x="478701" y="596900"/>
                </a:lnTo>
                <a:lnTo>
                  <a:pt x="536282" y="596900"/>
                </a:lnTo>
                <a:lnTo>
                  <a:pt x="555434" y="609600"/>
                </a:lnTo>
                <a:close/>
              </a:path>
              <a:path w="1685925" h="2514600">
                <a:moveTo>
                  <a:pt x="1188681" y="609600"/>
                </a:moveTo>
                <a:lnTo>
                  <a:pt x="1130490" y="609600"/>
                </a:lnTo>
                <a:lnTo>
                  <a:pt x="1149642" y="596900"/>
                </a:lnTo>
                <a:lnTo>
                  <a:pt x="1207173" y="596900"/>
                </a:lnTo>
                <a:lnTo>
                  <a:pt x="1188681" y="609600"/>
                </a:lnTo>
                <a:close/>
              </a:path>
              <a:path w="1685925" h="2514600">
                <a:moveTo>
                  <a:pt x="694931" y="622300"/>
                </a:moveTo>
                <a:lnTo>
                  <a:pt x="593178" y="622300"/>
                </a:lnTo>
                <a:lnTo>
                  <a:pt x="573506" y="609600"/>
                </a:lnTo>
                <a:lnTo>
                  <a:pt x="674382" y="609600"/>
                </a:lnTo>
                <a:lnTo>
                  <a:pt x="694931" y="622300"/>
                </a:lnTo>
                <a:close/>
              </a:path>
              <a:path w="1685925" h="2514600">
                <a:moveTo>
                  <a:pt x="1092796" y="622300"/>
                </a:moveTo>
                <a:lnTo>
                  <a:pt x="990993" y="622300"/>
                </a:lnTo>
                <a:lnTo>
                  <a:pt x="1011542" y="609600"/>
                </a:lnTo>
                <a:lnTo>
                  <a:pt x="1112367" y="609600"/>
                </a:lnTo>
                <a:lnTo>
                  <a:pt x="1092796" y="622300"/>
                </a:lnTo>
                <a:close/>
              </a:path>
              <a:path w="1685925" h="2514600">
                <a:moveTo>
                  <a:pt x="949972" y="635000"/>
                </a:moveTo>
                <a:lnTo>
                  <a:pt x="736003" y="635000"/>
                </a:lnTo>
                <a:lnTo>
                  <a:pt x="715060" y="622300"/>
                </a:lnTo>
                <a:lnTo>
                  <a:pt x="970902" y="622300"/>
                </a:lnTo>
                <a:lnTo>
                  <a:pt x="949972" y="635000"/>
                </a:lnTo>
                <a:close/>
              </a:path>
              <a:path w="1685925" h="2514600">
                <a:moveTo>
                  <a:pt x="9791" y="2209800"/>
                </a:moveTo>
                <a:lnTo>
                  <a:pt x="279" y="2209800"/>
                </a:lnTo>
                <a:lnTo>
                  <a:pt x="63" y="2197100"/>
                </a:lnTo>
                <a:lnTo>
                  <a:pt x="9588" y="2197100"/>
                </a:lnTo>
                <a:lnTo>
                  <a:pt x="9791" y="2209800"/>
                </a:lnTo>
                <a:close/>
              </a:path>
              <a:path w="1685925" h="2514600">
                <a:moveTo>
                  <a:pt x="1685632" y="2209800"/>
                </a:moveTo>
                <a:lnTo>
                  <a:pt x="1676133" y="2209800"/>
                </a:lnTo>
                <a:lnTo>
                  <a:pt x="1676336" y="2197100"/>
                </a:lnTo>
                <a:lnTo>
                  <a:pt x="1685848" y="2197100"/>
                </a:lnTo>
                <a:lnTo>
                  <a:pt x="1685632" y="2209800"/>
                </a:lnTo>
                <a:close/>
              </a:path>
              <a:path w="1685925" h="2514600">
                <a:moveTo>
                  <a:pt x="13728" y="2235200"/>
                </a:moveTo>
                <a:lnTo>
                  <a:pt x="4457" y="2235200"/>
                </a:lnTo>
                <a:lnTo>
                  <a:pt x="2514" y="2222500"/>
                </a:lnTo>
                <a:lnTo>
                  <a:pt x="1117" y="2209800"/>
                </a:lnTo>
                <a:lnTo>
                  <a:pt x="10553" y="2209800"/>
                </a:lnTo>
                <a:lnTo>
                  <a:pt x="11899" y="2222500"/>
                </a:lnTo>
                <a:lnTo>
                  <a:pt x="13728" y="2235200"/>
                </a:lnTo>
                <a:close/>
              </a:path>
              <a:path w="1685925" h="2514600">
                <a:moveTo>
                  <a:pt x="1681391" y="2235200"/>
                </a:moveTo>
                <a:lnTo>
                  <a:pt x="1672196" y="2235200"/>
                </a:lnTo>
                <a:lnTo>
                  <a:pt x="1674088" y="2222500"/>
                </a:lnTo>
                <a:lnTo>
                  <a:pt x="1675371" y="2209800"/>
                </a:lnTo>
                <a:lnTo>
                  <a:pt x="1684769" y="2209800"/>
                </a:lnTo>
                <a:lnTo>
                  <a:pt x="1683346" y="2222500"/>
                </a:lnTo>
                <a:lnTo>
                  <a:pt x="1681391" y="2235200"/>
                </a:lnTo>
                <a:close/>
              </a:path>
              <a:path w="1685925" h="2514600">
                <a:moveTo>
                  <a:pt x="26035" y="2260600"/>
                </a:moveTo>
                <a:lnTo>
                  <a:pt x="13500" y="2260600"/>
                </a:lnTo>
                <a:lnTo>
                  <a:pt x="10058" y="2247900"/>
                </a:lnTo>
                <a:lnTo>
                  <a:pt x="6946" y="2235200"/>
                </a:lnTo>
                <a:lnTo>
                  <a:pt x="15963" y="2235200"/>
                </a:lnTo>
                <a:lnTo>
                  <a:pt x="18884" y="2247900"/>
                </a:lnTo>
                <a:lnTo>
                  <a:pt x="22098" y="2247900"/>
                </a:lnTo>
                <a:lnTo>
                  <a:pt x="26035" y="2260600"/>
                </a:lnTo>
                <a:close/>
              </a:path>
              <a:path w="1685925" h="2514600">
                <a:moveTo>
                  <a:pt x="1672310" y="2260600"/>
                </a:moveTo>
                <a:lnTo>
                  <a:pt x="1659889" y="2260600"/>
                </a:lnTo>
                <a:lnTo>
                  <a:pt x="1663827" y="2247900"/>
                </a:lnTo>
                <a:lnTo>
                  <a:pt x="1667040" y="2247900"/>
                </a:lnTo>
                <a:lnTo>
                  <a:pt x="1669961" y="2235200"/>
                </a:lnTo>
                <a:lnTo>
                  <a:pt x="1678889" y="2235200"/>
                </a:lnTo>
                <a:lnTo>
                  <a:pt x="1675866" y="2247900"/>
                </a:lnTo>
                <a:lnTo>
                  <a:pt x="1672310" y="2260600"/>
                </a:lnTo>
                <a:close/>
              </a:path>
              <a:path w="1685925" h="2514600">
                <a:moveTo>
                  <a:pt x="40424" y="2286000"/>
                </a:moveTo>
                <a:lnTo>
                  <a:pt x="27165" y="2286000"/>
                </a:lnTo>
                <a:lnTo>
                  <a:pt x="22110" y="2273300"/>
                </a:lnTo>
                <a:lnTo>
                  <a:pt x="17551" y="2260600"/>
                </a:lnTo>
                <a:lnTo>
                  <a:pt x="25908" y="2260600"/>
                </a:lnTo>
                <a:lnTo>
                  <a:pt x="30340" y="2273300"/>
                </a:lnTo>
                <a:lnTo>
                  <a:pt x="35013" y="2273300"/>
                </a:lnTo>
                <a:lnTo>
                  <a:pt x="40424" y="2286000"/>
                </a:lnTo>
                <a:close/>
              </a:path>
              <a:path w="1685925" h="2514600">
                <a:moveTo>
                  <a:pt x="1658632" y="2286000"/>
                </a:moveTo>
                <a:lnTo>
                  <a:pt x="1645500" y="2286000"/>
                </a:lnTo>
                <a:lnTo>
                  <a:pt x="1650911" y="2273300"/>
                </a:lnTo>
                <a:lnTo>
                  <a:pt x="1655584" y="2273300"/>
                </a:lnTo>
                <a:lnTo>
                  <a:pt x="1660016" y="2260600"/>
                </a:lnTo>
                <a:lnTo>
                  <a:pt x="1668373" y="2260600"/>
                </a:lnTo>
                <a:lnTo>
                  <a:pt x="1663687" y="2273300"/>
                </a:lnTo>
                <a:lnTo>
                  <a:pt x="1658632" y="2286000"/>
                </a:lnTo>
                <a:close/>
              </a:path>
              <a:path w="1685925" h="2514600">
                <a:moveTo>
                  <a:pt x="52400" y="2298700"/>
                </a:moveTo>
                <a:lnTo>
                  <a:pt x="38709" y="2298700"/>
                </a:lnTo>
                <a:lnTo>
                  <a:pt x="32702" y="2286000"/>
                </a:lnTo>
                <a:lnTo>
                  <a:pt x="46050" y="2286000"/>
                </a:lnTo>
                <a:lnTo>
                  <a:pt x="52400" y="2298700"/>
                </a:lnTo>
                <a:close/>
              </a:path>
              <a:path w="1685925" h="2514600">
                <a:moveTo>
                  <a:pt x="1647215" y="2298700"/>
                </a:moveTo>
                <a:lnTo>
                  <a:pt x="1633524" y="2298700"/>
                </a:lnTo>
                <a:lnTo>
                  <a:pt x="1639874" y="2286000"/>
                </a:lnTo>
                <a:lnTo>
                  <a:pt x="1653095" y="2286000"/>
                </a:lnTo>
                <a:lnTo>
                  <a:pt x="1647215" y="2298700"/>
                </a:lnTo>
                <a:close/>
              </a:path>
              <a:path w="1685925" h="2514600">
                <a:moveTo>
                  <a:pt x="66243" y="2311400"/>
                </a:moveTo>
                <a:lnTo>
                  <a:pt x="52158" y="2311400"/>
                </a:lnTo>
                <a:lnTo>
                  <a:pt x="45199" y="2298700"/>
                </a:lnTo>
                <a:lnTo>
                  <a:pt x="58966" y="2298700"/>
                </a:lnTo>
                <a:lnTo>
                  <a:pt x="66243" y="2311400"/>
                </a:lnTo>
                <a:close/>
              </a:path>
              <a:path w="1685925" h="2514600">
                <a:moveTo>
                  <a:pt x="1633639" y="2311400"/>
                </a:moveTo>
                <a:lnTo>
                  <a:pt x="1619681" y="2311400"/>
                </a:lnTo>
                <a:lnTo>
                  <a:pt x="1626958" y="2298700"/>
                </a:lnTo>
                <a:lnTo>
                  <a:pt x="1640598" y="2298700"/>
                </a:lnTo>
                <a:lnTo>
                  <a:pt x="1633639" y="2311400"/>
                </a:lnTo>
                <a:close/>
              </a:path>
              <a:path w="1685925" h="2514600">
                <a:moveTo>
                  <a:pt x="90398" y="2336800"/>
                </a:moveTo>
                <a:lnTo>
                  <a:pt x="75704" y="2336800"/>
                </a:lnTo>
                <a:lnTo>
                  <a:pt x="67411" y="2324100"/>
                </a:lnTo>
                <a:lnTo>
                  <a:pt x="59562" y="2311400"/>
                </a:lnTo>
                <a:lnTo>
                  <a:pt x="73736" y="2311400"/>
                </a:lnTo>
                <a:lnTo>
                  <a:pt x="81902" y="2324100"/>
                </a:lnTo>
                <a:lnTo>
                  <a:pt x="90398" y="2336800"/>
                </a:lnTo>
                <a:close/>
              </a:path>
              <a:path w="1685925" h="2514600">
                <a:moveTo>
                  <a:pt x="1610105" y="2336800"/>
                </a:moveTo>
                <a:lnTo>
                  <a:pt x="1595526" y="2336800"/>
                </a:lnTo>
                <a:lnTo>
                  <a:pt x="1604137" y="2324100"/>
                </a:lnTo>
                <a:lnTo>
                  <a:pt x="1612188" y="2311400"/>
                </a:lnTo>
                <a:lnTo>
                  <a:pt x="1626247" y="2311400"/>
                </a:lnTo>
                <a:lnTo>
                  <a:pt x="1618386" y="2324100"/>
                </a:lnTo>
                <a:lnTo>
                  <a:pt x="1610105" y="2336800"/>
                </a:lnTo>
                <a:close/>
              </a:path>
              <a:path w="1685925" h="2514600">
                <a:moveTo>
                  <a:pt x="108686" y="2349500"/>
                </a:moveTo>
                <a:lnTo>
                  <a:pt x="93586" y="2349500"/>
                </a:lnTo>
                <a:lnTo>
                  <a:pt x="84429" y="2336800"/>
                </a:lnTo>
                <a:lnTo>
                  <a:pt x="99225" y="2336800"/>
                </a:lnTo>
                <a:lnTo>
                  <a:pt x="108686" y="2349500"/>
                </a:lnTo>
                <a:close/>
              </a:path>
              <a:path w="1685925" h="2514600">
                <a:moveTo>
                  <a:pt x="1592224" y="2349500"/>
                </a:moveTo>
                <a:lnTo>
                  <a:pt x="1577238" y="2349500"/>
                </a:lnTo>
                <a:lnTo>
                  <a:pt x="1586699" y="2336800"/>
                </a:lnTo>
                <a:lnTo>
                  <a:pt x="1601381" y="2336800"/>
                </a:lnTo>
                <a:lnTo>
                  <a:pt x="1592224" y="2349500"/>
                </a:lnTo>
                <a:close/>
              </a:path>
              <a:path w="1685925" h="2514600">
                <a:moveTo>
                  <a:pt x="128663" y="2362200"/>
                </a:moveTo>
                <a:lnTo>
                  <a:pt x="113157" y="2362200"/>
                </a:lnTo>
                <a:lnTo>
                  <a:pt x="103174" y="2349500"/>
                </a:lnTo>
                <a:lnTo>
                  <a:pt x="118363" y="2349500"/>
                </a:lnTo>
                <a:lnTo>
                  <a:pt x="128663" y="2362200"/>
                </a:lnTo>
                <a:close/>
              </a:path>
              <a:path w="1685925" h="2514600">
                <a:moveTo>
                  <a:pt x="1572666" y="2362200"/>
                </a:moveTo>
                <a:lnTo>
                  <a:pt x="1557261" y="2362200"/>
                </a:lnTo>
                <a:lnTo>
                  <a:pt x="1567561" y="2349500"/>
                </a:lnTo>
                <a:lnTo>
                  <a:pt x="1582648" y="2349500"/>
                </a:lnTo>
                <a:lnTo>
                  <a:pt x="1572666" y="2362200"/>
                </a:lnTo>
                <a:close/>
              </a:path>
              <a:path w="1685925" h="2514600">
                <a:moveTo>
                  <a:pt x="150266" y="2374900"/>
                </a:moveTo>
                <a:lnTo>
                  <a:pt x="134365" y="2374900"/>
                </a:lnTo>
                <a:lnTo>
                  <a:pt x="123558" y="2362200"/>
                </a:lnTo>
                <a:lnTo>
                  <a:pt x="139166" y="2362200"/>
                </a:lnTo>
                <a:lnTo>
                  <a:pt x="150266" y="2374900"/>
                </a:lnTo>
                <a:close/>
              </a:path>
              <a:path w="1685925" h="2514600">
                <a:moveTo>
                  <a:pt x="1551470" y="2374900"/>
                </a:moveTo>
                <a:lnTo>
                  <a:pt x="1535658" y="2374900"/>
                </a:lnTo>
                <a:lnTo>
                  <a:pt x="1546758" y="2362200"/>
                </a:lnTo>
                <a:lnTo>
                  <a:pt x="1562265" y="2362200"/>
                </a:lnTo>
                <a:lnTo>
                  <a:pt x="1551470" y="2374900"/>
                </a:lnTo>
                <a:close/>
              </a:path>
              <a:path w="1685925" h="2514600">
                <a:moveTo>
                  <a:pt x="173456" y="2387600"/>
                </a:moveTo>
                <a:lnTo>
                  <a:pt x="157137" y="2387600"/>
                </a:lnTo>
                <a:lnTo>
                  <a:pt x="145554" y="2374900"/>
                </a:lnTo>
                <a:lnTo>
                  <a:pt x="161582" y="2374900"/>
                </a:lnTo>
                <a:lnTo>
                  <a:pt x="173456" y="2387600"/>
                </a:lnTo>
                <a:close/>
              </a:path>
              <a:path w="1685925" h="2514600">
                <a:moveTo>
                  <a:pt x="1528699" y="2387600"/>
                </a:moveTo>
                <a:lnTo>
                  <a:pt x="1512468" y="2387600"/>
                </a:lnTo>
                <a:lnTo>
                  <a:pt x="1524342" y="2374900"/>
                </a:lnTo>
                <a:lnTo>
                  <a:pt x="1540281" y="2374900"/>
                </a:lnTo>
                <a:lnTo>
                  <a:pt x="1528699" y="2387600"/>
                </a:lnTo>
                <a:close/>
              </a:path>
              <a:path w="1685925" h="2514600">
                <a:moveTo>
                  <a:pt x="198170" y="2400300"/>
                </a:moveTo>
                <a:lnTo>
                  <a:pt x="181444" y="2400300"/>
                </a:lnTo>
                <a:lnTo>
                  <a:pt x="169100" y="2387600"/>
                </a:lnTo>
                <a:lnTo>
                  <a:pt x="185547" y="2387600"/>
                </a:lnTo>
                <a:lnTo>
                  <a:pt x="198170" y="2400300"/>
                </a:lnTo>
                <a:close/>
              </a:path>
              <a:path w="1685925" h="2514600">
                <a:moveTo>
                  <a:pt x="1504391" y="2400300"/>
                </a:moveTo>
                <a:lnTo>
                  <a:pt x="1487754" y="2400300"/>
                </a:lnTo>
                <a:lnTo>
                  <a:pt x="1500377" y="2387600"/>
                </a:lnTo>
                <a:lnTo>
                  <a:pt x="1516735" y="2387600"/>
                </a:lnTo>
                <a:lnTo>
                  <a:pt x="1504391" y="2400300"/>
                </a:lnTo>
                <a:close/>
              </a:path>
              <a:path w="1685925" h="2514600">
                <a:moveTo>
                  <a:pt x="237998" y="2413000"/>
                </a:moveTo>
                <a:lnTo>
                  <a:pt x="207225" y="2413000"/>
                </a:lnTo>
                <a:lnTo>
                  <a:pt x="194157" y="2400300"/>
                </a:lnTo>
                <a:lnTo>
                  <a:pt x="224294" y="2400300"/>
                </a:lnTo>
                <a:lnTo>
                  <a:pt x="237998" y="2413000"/>
                </a:lnTo>
                <a:close/>
              </a:path>
              <a:path w="1685925" h="2514600">
                <a:moveTo>
                  <a:pt x="1478622" y="2413000"/>
                </a:moveTo>
                <a:lnTo>
                  <a:pt x="1447927" y="2413000"/>
                </a:lnTo>
                <a:lnTo>
                  <a:pt x="1461630" y="2400300"/>
                </a:lnTo>
                <a:lnTo>
                  <a:pt x="1491691" y="2400300"/>
                </a:lnTo>
                <a:lnTo>
                  <a:pt x="1478622" y="2413000"/>
                </a:lnTo>
                <a:close/>
              </a:path>
              <a:path w="1685925" h="2514600">
                <a:moveTo>
                  <a:pt x="266293" y="2425700"/>
                </a:moveTo>
                <a:lnTo>
                  <a:pt x="234441" y="2425700"/>
                </a:lnTo>
                <a:lnTo>
                  <a:pt x="220662" y="2413000"/>
                </a:lnTo>
                <a:lnTo>
                  <a:pt x="251904" y="2413000"/>
                </a:lnTo>
                <a:lnTo>
                  <a:pt x="266293" y="2425700"/>
                </a:lnTo>
                <a:close/>
              </a:path>
              <a:path w="1685925" h="2514600">
                <a:moveTo>
                  <a:pt x="1451419" y="2425700"/>
                </a:moveTo>
                <a:lnTo>
                  <a:pt x="1419631" y="2425700"/>
                </a:lnTo>
                <a:lnTo>
                  <a:pt x="1434020" y="2413000"/>
                </a:lnTo>
                <a:lnTo>
                  <a:pt x="1465199" y="2413000"/>
                </a:lnTo>
                <a:lnTo>
                  <a:pt x="1451419" y="2425700"/>
                </a:lnTo>
                <a:close/>
              </a:path>
              <a:path w="1685925" h="2514600">
                <a:moveTo>
                  <a:pt x="311226" y="2438400"/>
                </a:moveTo>
                <a:lnTo>
                  <a:pt x="277799" y="2438400"/>
                </a:lnTo>
                <a:lnTo>
                  <a:pt x="263016" y="2425700"/>
                </a:lnTo>
                <a:lnTo>
                  <a:pt x="295859" y="2425700"/>
                </a:lnTo>
                <a:lnTo>
                  <a:pt x="311226" y="2438400"/>
                </a:lnTo>
                <a:close/>
              </a:path>
              <a:path w="1685925" h="2514600">
                <a:moveTo>
                  <a:pt x="1408049" y="2438400"/>
                </a:moveTo>
                <a:lnTo>
                  <a:pt x="1374698" y="2438400"/>
                </a:lnTo>
                <a:lnTo>
                  <a:pt x="1390065" y="2425700"/>
                </a:lnTo>
                <a:lnTo>
                  <a:pt x="1422844" y="2425700"/>
                </a:lnTo>
                <a:lnTo>
                  <a:pt x="1408049" y="2438400"/>
                </a:lnTo>
                <a:close/>
              </a:path>
              <a:path w="1685925" h="2514600">
                <a:moveTo>
                  <a:pt x="342773" y="2451100"/>
                </a:moveTo>
                <a:lnTo>
                  <a:pt x="308355" y="2451100"/>
                </a:lnTo>
                <a:lnTo>
                  <a:pt x="292925" y="2438400"/>
                </a:lnTo>
                <a:lnTo>
                  <a:pt x="326783" y="2438400"/>
                </a:lnTo>
                <a:lnTo>
                  <a:pt x="342773" y="2451100"/>
                </a:lnTo>
                <a:close/>
              </a:path>
              <a:path w="1685925" h="2514600">
                <a:moveTo>
                  <a:pt x="1377518" y="2451100"/>
                </a:moveTo>
                <a:lnTo>
                  <a:pt x="1343152" y="2451100"/>
                </a:lnTo>
                <a:lnTo>
                  <a:pt x="1359141" y="2438400"/>
                </a:lnTo>
                <a:lnTo>
                  <a:pt x="1392936" y="2438400"/>
                </a:lnTo>
                <a:lnTo>
                  <a:pt x="1377518" y="2451100"/>
                </a:lnTo>
                <a:close/>
              </a:path>
              <a:path w="1685925" h="2514600">
                <a:moveTo>
                  <a:pt x="392328" y="2463800"/>
                </a:moveTo>
                <a:lnTo>
                  <a:pt x="356476" y="2463800"/>
                </a:lnTo>
                <a:lnTo>
                  <a:pt x="340144" y="2451100"/>
                </a:lnTo>
                <a:lnTo>
                  <a:pt x="375462" y="2451100"/>
                </a:lnTo>
                <a:lnTo>
                  <a:pt x="392328" y="2463800"/>
                </a:lnTo>
                <a:close/>
              </a:path>
              <a:path w="1685925" h="2514600">
                <a:moveTo>
                  <a:pt x="1329385" y="2463800"/>
                </a:moveTo>
                <a:lnTo>
                  <a:pt x="1293596" y="2463800"/>
                </a:lnTo>
                <a:lnTo>
                  <a:pt x="1310462" y="2451100"/>
                </a:lnTo>
                <a:lnTo>
                  <a:pt x="1345730" y="2451100"/>
                </a:lnTo>
                <a:lnTo>
                  <a:pt x="1329385" y="2463800"/>
                </a:lnTo>
                <a:close/>
              </a:path>
              <a:path w="1685925" h="2514600">
                <a:moveTo>
                  <a:pt x="444398" y="2476500"/>
                </a:moveTo>
                <a:lnTo>
                  <a:pt x="407238" y="2476500"/>
                </a:lnTo>
                <a:lnTo>
                  <a:pt x="390042" y="2463800"/>
                </a:lnTo>
                <a:lnTo>
                  <a:pt x="426720" y="2463800"/>
                </a:lnTo>
                <a:lnTo>
                  <a:pt x="444398" y="2476500"/>
                </a:lnTo>
                <a:close/>
              </a:path>
              <a:path w="1685925" h="2514600">
                <a:moveTo>
                  <a:pt x="1278636" y="2476500"/>
                </a:moveTo>
                <a:lnTo>
                  <a:pt x="1241526" y="2476500"/>
                </a:lnTo>
                <a:lnTo>
                  <a:pt x="1259204" y="2463800"/>
                </a:lnTo>
                <a:lnTo>
                  <a:pt x="1295831" y="2463800"/>
                </a:lnTo>
                <a:lnTo>
                  <a:pt x="1278636" y="2476500"/>
                </a:lnTo>
                <a:close/>
              </a:path>
              <a:path w="1685925" h="2514600">
                <a:moveTo>
                  <a:pt x="517474" y="2489200"/>
                </a:moveTo>
                <a:lnTo>
                  <a:pt x="460451" y="2489200"/>
                </a:lnTo>
                <a:lnTo>
                  <a:pt x="442455" y="2476500"/>
                </a:lnTo>
                <a:lnTo>
                  <a:pt x="498779" y="2476500"/>
                </a:lnTo>
                <a:lnTo>
                  <a:pt x="517474" y="2489200"/>
                </a:lnTo>
                <a:close/>
              </a:path>
              <a:path w="1685925" h="2514600">
                <a:moveTo>
                  <a:pt x="1225423" y="2489200"/>
                </a:moveTo>
                <a:lnTo>
                  <a:pt x="1168450" y="2489200"/>
                </a:lnTo>
                <a:lnTo>
                  <a:pt x="1187145" y="2476500"/>
                </a:lnTo>
                <a:lnTo>
                  <a:pt x="1243418" y="2476500"/>
                </a:lnTo>
                <a:lnTo>
                  <a:pt x="1225423" y="2489200"/>
                </a:lnTo>
                <a:close/>
              </a:path>
              <a:path w="1685925" h="2514600">
                <a:moveTo>
                  <a:pt x="614019" y="2501900"/>
                </a:moveTo>
                <a:lnTo>
                  <a:pt x="534949" y="2501900"/>
                </a:lnTo>
                <a:lnTo>
                  <a:pt x="515924" y="2489200"/>
                </a:lnTo>
                <a:lnTo>
                  <a:pt x="594233" y="2489200"/>
                </a:lnTo>
                <a:lnTo>
                  <a:pt x="614019" y="2501900"/>
                </a:lnTo>
                <a:close/>
              </a:path>
              <a:path w="1685925" h="2514600">
                <a:moveTo>
                  <a:pt x="1151026" y="2501900"/>
                </a:moveTo>
                <a:lnTo>
                  <a:pt x="1071905" y="2501900"/>
                </a:lnTo>
                <a:lnTo>
                  <a:pt x="1091691" y="2489200"/>
                </a:lnTo>
                <a:lnTo>
                  <a:pt x="1169949" y="2489200"/>
                </a:lnTo>
                <a:lnTo>
                  <a:pt x="1151026" y="2501900"/>
                </a:lnTo>
                <a:close/>
              </a:path>
              <a:path w="1685925" h="2514600">
                <a:moveTo>
                  <a:pt x="842937" y="2514600"/>
                </a:moveTo>
                <a:lnTo>
                  <a:pt x="653275" y="2514600"/>
                </a:lnTo>
                <a:lnTo>
                  <a:pt x="633044" y="2501900"/>
                </a:lnTo>
                <a:lnTo>
                  <a:pt x="821347" y="2501900"/>
                </a:lnTo>
                <a:lnTo>
                  <a:pt x="842962" y="2514585"/>
                </a:lnTo>
                <a:close/>
              </a:path>
              <a:path w="1685925" h="2514600">
                <a:moveTo>
                  <a:pt x="1032687" y="2514600"/>
                </a:moveTo>
                <a:lnTo>
                  <a:pt x="842987" y="2514600"/>
                </a:lnTo>
                <a:lnTo>
                  <a:pt x="864577" y="2501900"/>
                </a:lnTo>
                <a:lnTo>
                  <a:pt x="1052918" y="2501900"/>
                </a:lnTo>
                <a:lnTo>
                  <a:pt x="1032687" y="2514600"/>
                </a:lnTo>
                <a:close/>
              </a:path>
              <a:path w="1685925" h="2514600">
                <a:moveTo>
                  <a:pt x="842987" y="2514600"/>
                </a:move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348354" y="3747134"/>
            <a:ext cx="168592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DB</a:t>
            </a:r>
            <a:endParaRPr sz="2400">
              <a:latin typeface="Tahoma"/>
              <a:cs typeface="Tahoma"/>
            </a:endParaRPr>
          </a:p>
          <a:p>
            <a:pPr marL="12700" marR="5080" algn="ctr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(</a:t>
            </a:r>
            <a:r>
              <a:rPr sz="2400" spc="-5" dirty="0">
                <a:latin typeface="Tahoma"/>
                <a:cs typeface="Tahoma"/>
              </a:rPr>
              <a:t>c</a:t>
            </a:r>
            <a:r>
              <a:rPr sz="2400" dirty="0">
                <a:latin typeface="Tahoma"/>
                <a:cs typeface="Tahoma"/>
              </a:rPr>
              <a:t>on</a:t>
            </a:r>
            <a:r>
              <a:rPr sz="2400" spc="-5" dirty="0">
                <a:latin typeface="Tahoma"/>
                <a:cs typeface="Tahoma"/>
              </a:rPr>
              <a:t>s</a:t>
            </a:r>
            <a:r>
              <a:rPr sz="2400" dirty="0">
                <a:latin typeface="Tahoma"/>
                <a:cs typeface="Tahoma"/>
              </a:rPr>
              <a:t>i</a:t>
            </a:r>
            <a:r>
              <a:rPr sz="2400" spc="-5" dirty="0">
                <a:latin typeface="Tahoma"/>
                <a:cs typeface="Tahoma"/>
              </a:rPr>
              <a:t>s</a:t>
            </a:r>
            <a:r>
              <a:rPr sz="2400" dirty="0">
                <a:latin typeface="Tahoma"/>
                <a:cs typeface="Tahoma"/>
              </a:rPr>
              <a:t>ten</a:t>
            </a:r>
            <a:r>
              <a:rPr sz="2400" spc="-5" dirty="0">
                <a:latin typeface="Tahoma"/>
                <a:cs typeface="Tahoma"/>
              </a:rPr>
              <a:t>c</a:t>
            </a:r>
            <a:r>
              <a:rPr sz="2400" dirty="0">
                <a:latin typeface="Tahoma"/>
                <a:cs typeface="Tahoma"/>
              </a:rPr>
              <a:t>y  </a:t>
            </a:r>
            <a:r>
              <a:rPr sz="2400" spc="-5" dirty="0">
                <a:latin typeface="Tahoma"/>
                <a:cs typeface="Tahoma"/>
              </a:rPr>
              <a:t>constraints)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40431" y="2586926"/>
            <a:ext cx="536575" cy="385445"/>
          </a:xfrm>
          <a:custGeom>
            <a:avLst/>
            <a:gdLst/>
            <a:ahLst/>
            <a:cxnLst/>
            <a:rect l="l" t="t" r="r" b="b"/>
            <a:pathLst>
              <a:path w="536575" h="385444">
                <a:moveTo>
                  <a:pt x="471389" y="344462"/>
                </a:moveTo>
                <a:lnTo>
                  <a:pt x="0" y="7747"/>
                </a:lnTo>
                <a:lnTo>
                  <a:pt x="5537" y="0"/>
                </a:lnTo>
                <a:lnTo>
                  <a:pt x="476929" y="336705"/>
                </a:lnTo>
                <a:lnTo>
                  <a:pt x="471389" y="344462"/>
                </a:lnTo>
                <a:close/>
              </a:path>
              <a:path w="536575" h="385444">
                <a:moveTo>
                  <a:pt x="520636" y="355536"/>
                </a:moveTo>
                <a:lnTo>
                  <a:pt x="486892" y="355536"/>
                </a:lnTo>
                <a:lnTo>
                  <a:pt x="492429" y="347776"/>
                </a:lnTo>
                <a:lnTo>
                  <a:pt x="476929" y="336705"/>
                </a:lnTo>
                <a:lnTo>
                  <a:pt x="496303" y="309575"/>
                </a:lnTo>
                <a:lnTo>
                  <a:pt x="520636" y="355536"/>
                </a:lnTo>
                <a:close/>
              </a:path>
              <a:path w="536575" h="385444">
                <a:moveTo>
                  <a:pt x="486892" y="355536"/>
                </a:moveTo>
                <a:lnTo>
                  <a:pt x="471389" y="344462"/>
                </a:lnTo>
                <a:lnTo>
                  <a:pt x="476929" y="336705"/>
                </a:lnTo>
                <a:lnTo>
                  <a:pt x="492429" y="347776"/>
                </a:lnTo>
                <a:lnTo>
                  <a:pt x="486892" y="355536"/>
                </a:lnTo>
                <a:close/>
              </a:path>
              <a:path w="536575" h="385444">
                <a:moveTo>
                  <a:pt x="536168" y="384873"/>
                </a:moveTo>
                <a:lnTo>
                  <a:pt x="452018" y="371589"/>
                </a:lnTo>
                <a:lnTo>
                  <a:pt x="471389" y="344462"/>
                </a:lnTo>
                <a:lnTo>
                  <a:pt x="486892" y="355536"/>
                </a:lnTo>
                <a:lnTo>
                  <a:pt x="520636" y="355536"/>
                </a:lnTo>
                <a:lnTo>
                  <a:pt x="536168" y="3848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881945" y="2512466"/>
            <a:ext cx="156845" cy="307340"/>
          </a:xfrm>
          <a:custGeom>
            <a:avLst/>
            <a:gdLst/>
            <a:ahLst/>
            <a:cxnLst/>
            <a:rect l="l" t="t" r="r" b="b"/>
            <a:pathLst>
              <a:path w="156845" h="307339">
                <a:moveTo>
                  <a:pt x="118314" y="240908"/>
                </a:moveTo>
                <a:lnTo>
                  <a:pt x="0" y="4267"/>
                </a:lnTo>
                <a:lnTo>
                  <a:pt x="8508" y="0"/>
                </a:lnTo>
                <a:lnTo>
                  <a:pt x="126838" y="236647"/>
                </a:lnTo>
                <a:lnTo>
                  <a:pt x="118314" y="240908"/>
                </a:lnTo>
                <a:close/>
              </a:path>
              <a:path w="156845" h="307339">
                <a:moveTo>
                  <a:pt x="156654" y="257949"/>
                </a:moveTo>
                <a:lnTo>
                  <a:pt x="126834" y="257949"/>
                </a:lnTo>
                <a:lnTo>
                  <a:pt x="135356" y="253682"/>
                </a:lnTo>
                <a:lnTo>
                  <a:pt x="126838" y="236647"/>
                </a:lnTo>
                <a:lnTo>
                  <a:pt x="156654" y="221742"/>
                </a:lnTo>
                <a:lnTo>
                  <a:pt x="156654" y="257949"/>
                </a:lnTo>
                <a:close/>
              </a:path>
              <a:path w="156845" h="307339">
                <a:moveTo>
                  <a:pt x="126834" y="257949"/>
                </a:moveTo>
                <a:lnTo>
                  <a:pt x="118314" y="240908"/>
                </a:lnTo>
                <a:lnTo>
                  <a:pt x="126838" y="236647"/>
                </a:lnTo>
                <a:lnTo>
                  <a:pt x="135356" y="253682"/>
                </a:lnTo>
                <a:lnTo>
                  <a:pt x="126834" y="257949"/>
                </a:lnTo>
                <a:close/>
              </a:path>
              <a:path w="156845" h="307339">
                <a:moveTo>
                  <a:pt x="156654" y="306933"/>
                </a:moveTo>
                <a:lnTo>
                  <a:pt x="88493" y="255816"/>
                </a:lnTo>
                <a:lnTo>
                  <a:pt x="118314" y="240908"/>
                </a:lnTo>
                <a:lnTo>
                  <a:pt x="126834" y="257949"/>
                </a:lnTo>
                <a:lnTo>
                  <a:pt x="156654" y="257949"/>
                </a:lnTo>
                <a:lnTo>
                  <a:pt x="156654" y="3069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953000" y="2586659"/>
            <a:ext cx="535940" cy="309245"/>
          </a:xfrm>
          <a:custGeom>
            <a:avLst/>
            <a:gdLst/>
            <a:ahLst/>
            <a:cxnLst/>
            <a:rect l="l" t="t" r="r" b="b"/>
            <a:pathLst>
              <a:path w="535939" h="309244">
                <a:moveTo>
                  <a:pt x="68524" y="275268"/>
                </a:moveTo>
                <a:lnTo>
                  <a:pt x="63799" y="267000"/>
                </a:lnTo>
                <a:lnTo>
                  <a:pt x="531037" y="0"/>
                </a:lnTo>
                <a:lnTo>
                  <a:pt x="535762" y="8280"/>
                </a:lnTo>
                <a:lnTo>
                  <a:pt x="68524" y="275268"/>
                </a:lnTo>
                <a:close/>
              </a:path>
              <a:path w="535939" h="309244">
                <a:moveTo>
                  <a:pt x="0" y="308940"/>
                </a:moveTo>
                <a:lnTo>
                  <a:pt x="47256" y="238048"/>
                </a:lnTo>
                <a:lnTo>
                  <a:pt x="63799" y="267000"/>
                </a:lnTo>
                <a:lnTo>
                  <a:pt x="47256" y="276453"/>
                </a:lnTo>
                <a:lnTo>
                  <a:pt x="51981" y="284721"/>
                </a:lnTo>
                <a:lnTo>
                  <a:pt x="73925" y="284721"/>
                </a:lnTo>
                <a:lnTo>
                  <a:pt x="85064" y="304215"/>
                </a:lnTo>
                <a:lnTo>
                  <a:pt x="0" y="308940"/>
                </a:lnTo>
                <a:close/>
              </a:path>
              <a:path w="535939" h="309244">
                <a:moveTo>
                  <a:pt x="51981" y="284721"/>
                </a:moveTo>
                <a:lnTo>
                  <a:pt x="47256" y="276453"/>
                </a:lnTo>
                <a:lnTo>
                  <a:pt x="63799" y="267000"/>
                </a:lnTo>
                <a:lnTo>
                  <a:pt x="68524" y="275268"/>
                </a:lnTo>
                <a:lnTo>
                  <a:pt x="51981" y="284721"/>
                </a:lnTo>
                <a:close/>
              </a:path>
              <a:path w="535939" h="309244">
                <a:moveTo>
                  <a:pt x="73925" y="284721"/>
                </a:moveTo>
                <a:lnTo>
                  <a:pt x="51981" y="284721"/>
                </a:lnTo>
                <a:lnTo>
                  <a:pt x="68524" y="275268"/>
                </a:lnTo>
                <a:lnTo>
                  <a:pt x="73925" y="2847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241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</a:t>
            </a:fld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91540"/>
            <a:ext cx="18923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Example: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241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45490" y="2024181"/>
          <a:ext cx="6234428" cy="40015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69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8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62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2527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"/>
                        </a:spcBef>
                        <a:tabLst>
                          <a:tab pos="945515" algn="l"/>
                        </a:tabLst>
                      </a:pPr>
                      <a:r>
                        <a:rPr sz="3200" spc="-5" dirty="0">
                          <a:latin typeface="Tahoma"/>
                          <a:cs typeface="Tahoma"/>
                        </a:rPr>
                        <a:t>T1:	</a:t>
                      </a:r>
                      <a:r>
                        <a:rPr sz="3200" spc="-15" dirty="0">
                          <a:latin typeface="Tahoma"/>
                          <a:cs typeface="Tahoma"/>
                        </a:rPr>
                        <a:t>Read(A)</a:t>
                      </a:r>
                      <a:endParaRPr sz="3200">
                        <a:latin typeface="Tahoma"/>
                        <a:cs typeface="Tahoma"/>
                      </a:endParaRPr>
                    </a:p>
                    <a:p>
                      <a:pPr marL="94551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A </a:t>
                      </a:r>
                      <a:r>
                        <a:rPr sz="3200" i="1" dirty="0">
                          <a:latin typeface="Symbol"/>
                          <a:cs typeface="Symbol"/>
                        </a:rPr>
                        <a:t></a:t>
                      </a:r>
                      <a:r>
                        <a:rPr sz="3200" i="1" spc="1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200" spc="-5" dirty="0">
                          <a:latin typeface="Tahoma"/>
                          <a:cs typeface="Tahoma"/>
                        </a:rPr>
                        <a:t>A+100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3194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3200" spc="-5" dirty="0">
                          <a:latin typeface="Tahoma"/>
                          <a:cs typeface="Tahoma"/>
                        </a:rPr>
                        <a:t>T2: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1555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3200" spc="-15" dirty="0">
                          <a:latin typeface="Tahoma"/>
                          <a:cs typeface="Tahoma"/>
                        </a:rPr>
                        <a:t>Read(A)</a:t>
                      </a:r>
                      <a:endParaRPr sz="3200">
                        <a:latin typeface="Tahoma"/>
                        <a:cs typeface="Tahoma"/>
                      </a:endParaRPr>
                    </a:p>
                    <a:p>
                      <a:pPr marL="15557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A </a:t>
                      </a:r>
                      <a:r>
                        <a:rPr sz="3200" i="1" dirty="0">
                          <a:latin typeface="Symbol"/>
                          <a:cs typeface="Symbol"/>
                        </a:rPr>
                        <a:t></a:t>
                      </a:r>
                      <a:r>
                        <a:rPr sz="3200" i="1" spc="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200" spc="-5" dirty="0">
                          <a:latin typeface="Tahoma"/>
                          <a:cs typeface="Tahoma"/>
                        </a:rPr>
                        <a:t>A</a:t>
                      </a:r>
                      <a:r>
                        <a:rPr sz="3200" i="1" spc="-5" dirty="0">
                          <a:latin typeface="Symbol"/>
                          <a:cs typeface="Symbol"/>
                        </a:rPr>
                        <a:t></a:t>
                      </a:r>
                      <a:r>
                        <a:rPr sz="3200" spc="-5" dirty="0">
                          <a:latin typeface="Tahoma"/>
                          <a:cs typeface="Tahoma"/>
                        </a:rPr>
                        <a:t>2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63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469">
                <a:tc>
                  <a:txBody>
                    <a:bodyPr/>
                    <a:lstStyle/>
                    <a:p>
                      <a:pPr marL="94551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3200" spc="-10" dirty="0">
                          <a:latin typeface="Tahoma"/>
                          <a:cs typeface="Tahoma"/>
                        </a:rPr>
                        <a:t>Write(A)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450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557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3200" spc="-10" dirty="0">
                          <a:latin typeface="Tahoma"/>
                          <a:cs typeface="Tahoma"/>
                        </a:rPr>
                        <a:t>Write(A)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4508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5139">
                <a:tc>
                  <a:txBody>
                    <a:bodyPr/>
                    <a:lstStyle/>
                    <a:p>
                      <a:pPr marL="94551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spc="-15" dirty="0">
                          <a:latin typeface="Tahoma"/>
                          <a:cs typeface="Tahoma"/>
                        </a:rPr>
                        <a:t>Read(B)</a:t>
                      </a:r>
                      <a:endParaRPr sz="3200">
                        <a:latin typeface="Tahoma"/>
                        <a:cs typeface="Tahoma"/>
                      </a:endParaRPr>
                    </a:p>
                    <a:p>
                      <a:pPr marL="94551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B </a:t>
                      </a:r>
                      <a:r>
                        <a:rPr sz="3200" i="1" dirty="0">
                          <a:latin typeface="Symbol"/>
                          <a:cs typeface="Symbol"/>
                        </a:rPr>
                        <a:t></a:t>
                      </a:r>
                      <a:r>
                        <a:rPr sz="3200" i="1" spc="1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200" spc="-5" dirty="0">
                          <a:latin typeface="Tahoma"/>
                          <a:cs typeface="Tahoma"/>
                        </a:rPr>
                        <a:t>B+100</a:t>
                      </a:r>
                      <a:endParaRPr sz="3200">
                        <a:latin typeface="Tahoma"/>
                        <a:cs typeface="Tahoma"/>
                      </a:endParaRPr>
                    </a:p>
                    <a:p>
                      <a:pPr marL="945515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3200" spc="-10" dirty="0">
                          <a:latin typeface="Tahoma"/>
                          <a:cs typeface="Tahoma"/>
                        </a:rPr>
                        <a:t>Write(B)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476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557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3200" spc="-15" dirty="0">
                          <a:latin typeface="Tahoma"/>
                          <a:cs typeface="Tahoma"/>
                        </a:rPr>
                        <a:t>Read(B)</a:t>
                      </a:r>
                      <a:endParaRPr sz="3200">
                        <a:latin typeface="Tahoma"/>
                        <a:cs typeface="Tahoma"/>
                      </a:endParaRPr>
                    </a:p>
                    <a:p>
                      <a:pPr marL="155575" marR="24130">
                        <a:lnSpc>
                          <a:spcPts val="4610"/>
                        </a:lnSpc>
                        <a:spcBef>
                          <a:spcPts val="270"/>
                        </a:spcBef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B </a:t>
                      </a:r>
                      <a:r>
                        <a:rPr sz="3200" i="1" dirty="0">
                          <a:latin typeface="Symbol"/>
                          <a:cs typeface="Symbol"/>
                        </a:rPr>
                        <a:t></a:t>
                      </a:r>
                      <a:r>
                        <a:rPr sz="3200" i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200" spc="-5" dirty="0">
                          <a:latin typeface="Tahoma"/>
                          <a:cs typeface="Tahoma"/>
                        </a:rPr>
                        <a:t>B</a:t>
                      </a:r>
                      <a:r>
                        <a:rPr sz="3200" i="1" spc="-5" dirty="0">
                          <a:latin typeface="Symbol"/>
                          <a:cs typeface="Symbol"/>
                        </a:rPr>
                        <a:t></a:t>
                      </a:r>
                      <a:r>
                        <a:rPr sz="3200" spc="-5" dirty="0">
                          <a:latin typeface="Tahoma"/>
                          <a:cs typeface="Tahoma"/>
                        </a:rPr>
                        <a:t>2  </a:t>
                      </a:r>
                      <a:r>
                        <a:rPr sz="3200" spc="-10" dirty="0">
                          <a:latin typeface="Tahoma"/>
                          <a:cs typeface="Tahoma"/>
                        </a:rPr>
                        <a:t>Write(B)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476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704">
                <a:tc>
                  <a:txBody>
                    <a:bodyPr/>
                    <a:lstStyle/>
                    <a:p>
                      <a:pPr marL="31750">
                        <a:lnSpc>
                          <a:spcPts val="3760"/>
                        </a:lnSpc>
                        <a:spcBef>
                          <a:spcPts val="380"/>
                        </a:spcBef>
                        <a:tabLst>
                          <a:tab pos="2245995" algn="l"/>
                        </a:tabLst>
                      </a:pPr>
                      <a:r>
                        <a:rPr sz="3200" spc="-10" dirty="0">
                          <a:latin typeface="Tahoma"/>
                          <a:cs typeface="Tahoma"/>
                        </a:rPr>
                        <a:t>Constraint:	</a:t>
                      </a:r>
                      <a:r>
                        <a:rPr sz="3200" spc="-5" dirty="0">
                          <a:latin typeface="Tahoma"/>
                          <a:cs typeface="Tahoma"/>
                        </a:rPr>
                        <a:t>A=B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4826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91540"/>
            <a:ext cx="22567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69135" algn="l"/>
              </a:tabLst>
            </a:pPr>
            <a:r>
              <a:rPr sz="3600" u="heavy" dirty="0">
                <a:uFill>
                  <a:solidFill>
                    <a:srgbClr val="000000"/>
                  </a:solidFill>
                </a:uFill>
              </a:rPr>
              <a:t>S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ch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ed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u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le	A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422140" y="2012950"/>
            <a:ext cx="3702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T</a:t>
            </a:r>
            <a:r>
              <a:rPr sz="2400" dirty="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1939925"/>
            <a:ext cx="3089275" cy="221996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spc="-5" dirty="0">
                <a:latin typeface="Tahoma"/>
                <a:cs typeface="Tahoma"/>
              </a:rPr>
              <a:t>T1</a:t>
            </a:r>
            <a:endParaRPr sz="2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spc="-10" dirty="0">
                <a:latin typeface="Tahoma"/>
                <a:cs typeface="Tahoma"/>
              </a:rPr>
              <a:t>Read(A); </a:t>
            </a:r>
            <a:r>
              <a:rPr sz="2400" dirty="0">
                <a:latin typeface="Tahoma"/>
                <a:cs typeface="Tahoma"/>
              </a:rPr>
              <a:t>A </a:t>
            </a:r>
            <a:r>
              <a:rPr sz="2400" i="1" dirty="0">
                <a:latin typeface="Symbol"/>
                <a:cs typeface="Symbol"/>
              </a:rPr>
              <a:t></a:t>
            </a:r>
            <a:r>
              <a:rPr sz="2400" i="1" spc="1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ahoma"/>
                <a:cs typeface="Tahoma"/>
              </a:rPr>
              <a:t>A+100</a:t>
            </a:r>
            <a:endParaRPr sz="2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400" spc="-5" dirty="0">
                <a:latin typeface="Tahoma"/>
                <a:cs typeface="Tahoma"/>
              </a:rPr>
              <a:t>Write(A);</a:t>
            </a:r>
            <a:endParaRPr sz="2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  <a:tabLst>
                <a:tab pos="2067560" algn="l"/>
              </a:tabLst>
            </a:pPr>
            <a:r>
              <a:rPr sz="2400" spc="-45" dirty="0">
                <a:latin typeface="Tahoma"/>
                <a:cs typeface="Tahoma"/>
              </a:rPr>
              <a:t>R</a:t>
            </a:r>
            <a:r>
              <a:rPr sz="2400" dirty="0">
                <a:latin typeface="Tahoma"/>
                <a:cs typeface="Tahoma"/>
              </a:rPr>
              <a:t>ea</a:t>
            </a:r>
            <a:r>
              <a:rPr sz="2400" spc="-5" dirty="0">
                <a:latin typeface="Tahoma"/>
                <a:cs typeface="Tahoma"/>
              </a:rPr>
              <a:t>d</a:t>
            </a:r>
            <a:r>
              <a:rPr sz="2400" dirty="0">
                <a:latin typeface="Tahoma"/>
                <a:cs typeface="Tahoma"/>
              </a:rPr>
              <a:t>(B); B </a:t>
            </a:r>
            <a:r>
              <a:rPr sz="2400" i="1" dirty="0">
                <a:latin typeface="Symbol"/>
                <a:cs typeface="Symbol"/>
              </a:rPr>
              <a:t>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Tahoma"/>
                <a:cs typeface="Tahoma"/>
              </a:rPr>
              <a:t>B</a:t>
            </a:r>
            <a:r>
              <a:rPr sz="2400" spc="-5" dirty="0">
                <a:latin typeface="Tahoma"/>
                <a:cs typeface="Tahoma"/>
              </a:rPr>
              <a:t>+100</a:t>
            </a:r>
            <a:r>
              <a:rPr sz="2400" dirty="0">
                <a:latin typeface="Tahoma"/>
                <a:cs typeface="Tahoma"/>
              </a:rPr>
              <a:t>;</a:t>
            </a: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400" spc="-5" dirty="0">
                <a:latin typeface="Tahoma"/>
                <a:cs typeface="Tahoma"/>
              </a:rPr>
              <a:t>Write(B);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22140" y="4133008"/>
            <a:ext cx="2644140" cy="19278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ct val="119200"/>
              </a:lnSpc>
              <a:spcBef>
                <a:spcPts val="125"/>
              </a:spcBef>
              <a:tabLst>
                <a:tab pos="1972310" algn="l"/>
              </a:tabLst>
            </a:pPr>
            <a:r>
              <a:rPr sz="2400" spc="-45" dirty="0">
                <a:latin typeface="Tahoma"/>
                <a:cs typeface="Tahoma"/>
              </a:rPr>
              <a:t>R</a:t>
            </a:r>
            <a:r>
              <a:rPr sz="2400" dirty="0">
                <a:latin typeface="Tahoma"/>
                <a:cs typeface="Tahoma"/>
              </a:rPr>
              <a:t>ea</a:t>
            </a:r>
            <a:r>
              <a:rPr sz="2400" spc="-5" dirty="0">
                <a:latin typeface="Tahoma"/>
                <a:cs typeface="Tahoma"/>
              </a:rPr>
              <a:t>d</a:t>
            </a:r>
            <a:r>
              <a:rPr sz="2400" dirty="0">
                <a:latin typeface="Tahoma"/>
                <a:cs typeface="Tahoma"/>
              </a:rPr>
              <a:t>(A);A </a:t>
            </a:r>
            <a:r>
              <a:rPr sz="2400" i="1" dirty="0">
                <a:latin typeface="Symbol"/>
                <a:cs typeface="Symbol"/>
              </a:rPr>
              <a:t>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800" i="1" spc="-5" dirty="0">
                <a:latin typeface="Symbol"/>
                <a:cs typeface="Symbol"/>
              </a:rPr>
              <a:t></a:t>
            </a:r>
            <a:r>
              <a:rPr sz="2400" spc="-5" dirty="0">
                <a:latin typeface="Tahoma"/>
                <a:cs typeface="Tahoma"/>
              </a:rPr>
              <a:t>2</a:t>
            </a:r>
            <a:r>
              <a:rPr sz="2400" dirty="0">
                <a:latin typeface="Tahoma"/>
                <a:cs typeface="Tahoma"/>
              </a:rPr>
              <a:t>;  </a:t>
            </a:r>
            <a:r>
              <a:rPr sz="2400" spc="-5" dirty="0">
                <a:latin typeface="Tahoma"/>
                <a:cs typeface="Tahoma"/>
              </a:rPr>
              <a:t>Write(A);  </a:t>
            </a:r>
            <a:r>
              <a:rPr sz="2400" spc="-45" dirty="0">
                <a:latin typeface="Tahoma"/>
                <a:cs typeface="Tahoma"/>
              </a:rPr>
              <a:t>R</a:t>
            </a:r>
            <a:r>
              <a:rPr sz="2400" dirty="0">
                <a:latin typeface="Tahoma"/>
                <a:cs typeface="Tahoma"/>
              </a:rPr>
              <a:t>ea</a:t>
            </a:r>
            <a:r>
              <a:rPr sz="2400" spc="-5" dirty="0">
                <a:latin typeface="Tahoma"/>
                <a:cs typeface="Tahoma"/>
              </a:rPr>
              <a:t>d</a:t>
            </a:r>
            <a:r>
              <a:rPr sz="2400" dirty="0">
                <a:latin typeface="Tahoma"/>
                <a:cs typeface="Tahoma"/>
              </a:rPr>
              <a:t>(B);B </a:t>
            </a:r>
            <a:r>
              <a:rPr sz="2400" i="1" dirty="0">
                <a:latin typeface="Symbol"/>
                <a:cs typeface="Symbol"/>
              </a:rPr>
              <a:t>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Tahoma"/>
                <a:cs typeface="Tahoma"/>
              </a:rPr>
              <a:t>B</a:t>
            </a:r>
            <a:r>
              <a:rPr sz="2800" i="1" spc="-5" dirty="0">
                <a:latin typeface="Symbol"/>
                <a:cs typeface="Symbol"/>
              </a:rPr>
              <a:t></a:t>
            </a:r>
            <a:r>
              <a:rPr sz="2400" spc="-5" dirty="0">
                <a:latin typeface="Tahoma"/>
                <a:cs typeface="Tahoma"/>
              </a:rPr>
              <a:t>2</a:t>
            </a:r>
            <a:r>
              <a:rPr sz="2400" dirty="0">
                <a:latin typeface="Tahoma"/>
                <a:cs typeface="Tahoma"/>
              </a:rPr>
              <a:t>;  </a:t>
            </a:r>
            <a:r>
              <a:rPr sz="2400" spc="-5" dirty="0">
                <a:latin typeface="Tahoma"/>
                <a:cs typeface="Tahoma"/>
              </a:rPr>
              <a:t>Write(B);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81000" y="1905793"/>
            <a:ext cx="5267325" cy="0"/>
          </a:xfrm>
          <a:custGeom>
            <a:avLst/>
            <a:gdLst/>
            <a:ahLst/>
            <a:cxnLst/>
            <a:rect l="l" t="t" r="r" b="b"/>
            <a:pathLst>
              <a:path w="5267325">
                <a:moveTo>
                  <a:pt x="0" y="0"/>
                </a:moveTo>
                <a:lnTo>
                  <a:pt x="5267325" y="0"/>
                </a:lnTo>
              </a:path>
            </a:pathLst>
          </a:custGeom>
          <a:ln w="111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34593" y="1981200"/>
            <a:ext cx="0" cy="3419475"/>
          </a:xfrm>
          <a:custGeom>
            <a:avLst/>
            <a:gdLst/>
            <a:ahLst/>
            <a:cxnLst/>
            <a:rect l="l" t="t" r="r" b="b"/>
            <a:pathLst>
              <a:path h="3419475">
                <a:moveTo>
                  <a:pt x="0" y="0"/>
                </a:moveTo>
                <a:lnTo>
                  <a:pt x="0" y="3419475"/>
                </a:lnTo>
              </a:path>
            </a:pathLst>
          </a:custGeom>
          <a:ln w="9537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086600" y="1066800"/>
          <a:ext cx="1600200" cy="49529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1676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A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4064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38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B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4064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167640">
                        <a:lnSpc>
                          <a:spcPts val="2725"/>
                        </a:lnSpc>
                        <a:spcBef>
                          <a:spcPts val="175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25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22225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3840">
                        <a:lnSpc>
                          <a:spcPts val="2725"/>
                        </a:lnSpc>
                        <a:spcBef>
                          <a:spcPts val="175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25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22225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1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3550">
                        <a:latin typeface="Times New Roman"/>
                        <a:cs typeface="Times New Roman"/>
                      </a:endParaRPr>
                    </a:p>
                    <a:p>
                      <a:pPr marL="167640">
                        <a:lnSpc>
                          <a:spcPct val="100000"/>
                        </a:lnSpc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125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635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5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43840">
                        <a:lnSpc>
                          <a:spcPct val="100000"/>
                        </a:lnSpc>
                        <a:spcBef>
                          <a:spcPts val="2005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125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254635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7569">
                <a:tc>
                  <a:txBody>
                    <a:bodyPr/>
                    <a:lstStyle/>
                    <a:p>
                      <a:pPr marL="167640">
                        <a:lnSpc>
                          <a:spcPct val="100000"/>
                        </a:lnSpc>
                        <a:spcBef>
                          <a:spcPts val="201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250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25527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45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3840">
                        <a:lnSpc>
                          <a:spcPct val="100000"/>
                        </a:lnSpc>
                        <a:spcBef>
                          <a:spcPts val="2005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250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254635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1676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250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889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438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250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241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4</a:t>
            </a:fld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91540"/>
            <a:ext cx="22523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69135" algn="l"/>
              </a:tabLst>
            </a:pPr>
            <a:r>
              <a:rPr sz="3600" u="heavy" dirty="0">
                <a:uFill>
                  <a:solidFill>
                    <a:srgbClr val="000000"/>
                  </a:solidFill>
                </a:uFill>
              </a:rPr>
              <a:t>S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ch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ed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u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le	B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64540" y="2012950"/>
            <a:ext cx="3702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T</a:t>
            </a:r>
            <a:r>
              <a:rPr sz="2400" dirty="0"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22140" y="1939885"/>
            <a:ext cx="2644140" cy="236601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spc="-5" dirty="0">
                <a:latin typeface="Tahoma"/>
                <a:cs typeface="Tahoma"/>
              </a:rPr>
              <a:t>T2</a:t>
            </a:r>
            <a:endParaRPr sz="2400">
              <a:latin typeface="Tahoma"/>
              <a:cs typeface="Tahoma"/>
            </a:endParaRPr>
          </a:p>
          <a:p>
            <a:pPr marL="12700" marR="5080">
              <a:lnSpc>
                <a:spcPct val="117300"/>
              </a:lnSpc>
              <a:spcBef>
                <a:spcPts val="85"/>
              </a:spcBef>
              <a:tabLst>
                <a:tab pos="1978660" algn="l"/>
              </a:tabLst>
            </a:pPr>
            <a:r>
              <a:rPr sz="2400" spc="-45" dirty="0">
                <a:latin typeface="Tahoma"/>
                <a:cs typeface="Tahoma"/>
              </a:rPr>
              <a:t>R</a:t>
            </a:r>
            <a:r>
              <a:rPr sz="2400" dirty="0">
                <a:latin typeface="Tahoma"/>
                <a:cs typeface="Tahoma"/>
              </a:rPr>
              <a:t>ea</a:t>
            </a:r>
            <a:r>
              <a:rPr sz="2400" spc="-5" dirty="0">
                <a:latin typeface="Tahoma"/>
                <a:cs typeface="Tahoma"/>
              </a:rPr>
              <a:t>d</a:t>
            </a:r>
            <a:r>
              <a:rPr sz="2400" dirty="0">
                <a:latin typeface="Tahoma"/>
                <a:cs typeface="Tahoma"/>
              </a:rPr>
              <a:t>(A);A </a:t>
            </a:r>
            <a:r>
              <a:rPr sz="2400" i="1" dirty="0">
                <a:latin typeface="Symbol"/>
                <a:cs typeface="Symbol"/>
              </a:rPr>
              <a:t>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800" i="1" spc="-5" dirty="0">
                <a:latin typeface="Symbol"/>
                <a:cs typeface="Symbol"/>
              </a:rPr>
              <a:t></a:t>
            </a:r>
            <a:r>
              <a:rPr sz="2400" spc="-5" dirty="0">
                <a:latin typeface="Tahoma"/>
                <a:cs typeface="Tahoma"/>
              </a:rPr>
              <a:t>2</a:t>
            </a:r>
            <a:r>
              <a:rPr sz="2400" dirty="0">
                <a:latin typeface="Tahoma"/>
                <a:cs typeface="Tahoma"/>
              </a:rPr>
              <a:t>;  </a:t>
            </a:r>
            <a:r>
              <a:rPr sz="2400" spc="-5" dirty="0">
                <a:latin typeface="Tahoma"/>
                <a:cs typeface="Tahoma"/>
              </a:rPr>
              <a:t>Write(A);</a:t>
            </a:r>
            <a:endParaRPr sz="2400">
              <a:latin typeface="Tahoma"/>
              <a:cs typeface="Tahoma"/>
            </a:endParaRPr>
          </a:p>
          <a:p>
            <a:pPr marL="12700" marR="14604">
              <a:lnSpc>
                <a:spcPct val="117300"/>
              </a:lnSpc>
              <a:spcBef>
                <a:spcPts val="80"/>
              </a:spcBef>
              <a:tabLst>
                <a:tab pos="1972310" algn="l"/>
              </a:tabLst>
            </a:pPr>
            <a:r>
              <a:rPr sz="2400" spc="-45" dirty="0">
                <a:latin typeface="Tahoma"/>
                <a:cs typeface="Tahoma"/>
              </a:rPr>
              <a:t>R</a:t>
            </a:r>
            <a:r>
              <a:rPr sz="2400" dirty="0">
                <a:latin typeface="Tahoma"/>
                <a:cs typeface="Tahoma"/>
              </a:rPr>
              <a:t>ea</a:t>
            </a:r>
            <a:r>
              <a:rPr sz="2400" spc="-5" dirty="0">
                <a:latin typeface="Tahoma"/>
                <a:cs typeface="Tahoma"/>
              </a:rPr>
              <a:t>d</a:t>
            </a:r>
            <a:r>
              <a:rPr sz="2400" dirty="0">
                <a:latin typeface="Tahoma"/>
                <a:cs typeface="Tahoma"/>
              </a:rPr>
              <a:t>(B);B </a:t>
            </a:r>
            <a:r>
              <a:rPr sz="2400" i="1" dirty="0">
                <a:latin typeface="Symbol"/>
                <a:cs typeface="Symbol"/>
              </a:rPr>
              <a:t>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Tahoma"/>
                <a:cs typeface="Tahoma"/>
              </a:rPr>
              <a:t>B</a:t>
            </a:r>
            <a:r>
              <a:rPr sz="2800" i="1" spc="-5" dirty="0">
                <a:latin typeface="Symbol"/>
                <a:cs typeface="Symbol"/>
              </a:rPr>
              <a:t></a:t>
            </a:r>
            <a:r>
              <a:rPr sz="2400" spc="-5" dirty="0">
                <a:latin typeface="Tahoma"/>
                <a:cs typeface="Tahoma"/>
              </a:rPr>
              <a:t>2</a:t>
            </a:r>
            <a:r>
              <a:rPr sz="2400" dirty="0">
                <a:latin typeface="Tahoma"/>
                <a:cs typeface="Tahoma"/>
              </a:rPr>
              <a:t>;  </a:t>
            </a:r>
            <a:r>
              <a:rPr sz="2400" spc="-5" dirty="0">
                <a:latin typeface="Tahoma"/>
                <a:cs typeface="Tahoma"/>
              </a:rPr>
              <a:t>Write(B);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4279264"/>
            <a:ext cx="3089275" cy="178181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2400" spc="-10" dirty="0">
                <a:latin typeface="Tahoma"/>
                <a:cs typeface="Tahoma"/>
              </a:rPr>
              <a:t>Read(A); </a:t>
            </a:r>
            <a:r>
              <a:rPr sz="2400" dirty="0">
                <a:latin typeface="Tahoma"/>
                <a:cs typeface="Tahoma"/>
              </a:rPr>
              <a:t>A </a:t>
            </a:r>
            <a:r>
              <a:rPr sz="2400" i="1" dirty="0">
                <a:latin typeface="Symbol"/>
                <a:cs typeface="Symbol"/>
              </a:rPr>
              <a:t></a:t>
            </a:r>
            <a:r>
              <a:rPr sz="2400" i="1" spc="1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ahoma"/>
                <a:cs typeface="Tahoma"/>
              </a:rPr>
              <a:t>A+100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400" spc="-5" dirty="0">
                <a:latin typeface="Tahoma"/>
                <a:cs typeface="Tahoma"/>
              </a:rPr>
              <a:t>Write(A);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  <a:tabLst>
                <a:tab pos="2067560" algn="l"/>
              </a:tabLst>
            </a:pPr>
            <a:r>
              <a:rPr sz="2400" spc="-45" dirty="0">
                <a:latin typeface="Tahoma"/>
                <a:cs typeface="Tahoma"/>
              </a:rPr>
              <a:t>R</a:t>
            </a:r>
            <a:r>
              <a:rPr sz="2400" dirty="0">
                <a:latin typeface="Tahoma"/>
                <a:cs typeface="Tahoma"/>
              </a:rPr>
              <a:t>ea</a:t>
            </a:r>
            <a:r>
              <a:rPr sz="2400" spc="-5" dirty="0">
                <a:latin typeface="Tahoma"/>
                <a:cs typeface="Tahoma"/>
              </a:rPr>
              <a:t>d</a:t>
            </a:r>
            <a:r>
              <a:rPr sz="2400" dirty="0">
                <a:latin typeface="Tahoma"/>
                <a:cs typeface="Tahoma"/>
              </a:rPr>
              <a:t>(B); B </a:t>
            </a:r>
            <a:r>
              <a:rPr sz="2400" i="1" dirty="0">
                <a:latin typeface="Symbol"/>
                <a:cs typeface="Symbol"/>
              </a:rPr>
              <a:t>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Tahoma"/>
                <a:cs typeface="Tahoma"/>
              </a:rPr>
              <a:t>B</a:t>
            </a:r>
            <a:r>
              <a:rPr sz="2400" spc="-5" dirty="0">
                <a:latin typeface="Tahoma"/>
                <a:cs typeface="Tahoma"/>
              </a:rPr>
              <a:t>+100</a:t>
            </a:r>
            <a:r>
              <a:rPr sz="2400" dirty="0">
                <a:latin typeface="Tahoma"/>
                <a:cs typeface="Tahoma"/>
              </a:rPr>
              <a:t>;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400" spc="-5" dirty="0">
                <a:latin typeface="Tahoma"/>
                <a:cs typeface="Tahoma"/>
              </a:rPr>
              <a:t>Write(B);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81000" y="1905793"/>
            <a:ext cx="5267325" cy="0"/>
          </a:xfrm>
          <a:custGeom>
            <a:avLst/>
            <a:gdLst/>
            <a:ahLst/>
            <a:cxnLst/>
            <a:rect l="l" t="t" r="r" b="b"/>
            <a:pathLst>
              <a:path w="5267325">
                <a:moveTo>
                  <a:pt x="0" y="0"/>
                </a:moveTo>
                <a:lnTo>
                  <a:pt x="5267325" y="0"/>
                </a:lnTo>
              </a:path>
            </a:pathLst>
          </a:custGeom>
          <a:ln w="111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34593" y="1981200"/>
            <a:ext cx="0" cy="3419475"/>
          </a:xfrm>
          <a:custGeom>
            <a:avLst/>
            <a:gdLst/>
            <a:ahLst/>
            <a:cxnLst/>
            <a:rect l="l" t="t" r="r" b="b"/>
            <a:pathLst>
              <a:path h="3419475">
                <a:moveTo>
                  <a:pt x="0" y="0"/>
                </a:moveTo>
                <a:lnTo>
                  <a:pt x="0" y="3419475"/>
                </a:lnTo>
              </a:path>
            </a:pathLst>
          </a:custGeom>
          <a:ln w="9537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086600" y="1066800"/>
          <a:ext cx="1600200" cy="49529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1676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A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4064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38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B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4064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167640">
                        <a:lnSpc>
                          <a:spcPts val="2725"/>
                        </a:lnSpc>
                        <a:spcBef>
                          <a:spcPts val="175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25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22225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3840">
                        <a:lnSpc>
                          <a:spcPts val="2725"/>
                        </a:lnSpc>
                        <a:spcBef>
                          <a:spcPts val="175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25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22225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1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3550">
                        <a:latin typeface="Times New Roman"/>
                        <a:cs typeface="Times New Roman"/>
                      </a:endParaRPr>
                    </a:p>
                    <a:p>
                      <a:pPr marL="167640">
                        <a:lnSpc>
                          <a:spcPct val="100000"/>
                        </a:lnSpc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50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635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5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43840">
                        <a:lnSpc>
                          <a:spcPct val="100000"/>
                        </a:lnSpc>
                        <a:spcBef>
                          <a:spcPts val="2005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50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254635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7569">
                <a:tc>
                  <a:txBody>
                    <a:bodyPr/>
                    <a:lstStyle/>
                    <a:p>
                      <a:pPr marL="167640">
                        <a:lnSpc>
                          <a:spcPct val="100000"/>
                        </a:lnSpc>
                        <a:spcBef>
                          <a:spcPts val="201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150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25527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45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3840">
                        <a:lnSpc>
                          <a:spcPct val="100000"/>
                        </a:lnSpc>
                        <a:spcBef>
                          <a:spcPts val="2005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150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254635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1676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150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889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438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150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241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</a:t>
            </a:fld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91540"/>
            <a:ext cx="22574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69135" algn="l"/>
              </a:tabLst>
            </a:pPr>
            <a:r>
              <a:rPr sz="3600" u="heavy" dirty="0">
                <a:uFill>
                  <a:solidFill>
                    <a:srgbClr val="000000"/>
                  </a:solidFill>
                </a:uFill>
              </a:rPr>
              <a:t>S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ch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ed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u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le	C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422140" y="2012950"/>
            <a:ext cx="3702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T</a:t>
            </a:r>
            <a:r>
              <a:rPr sz="2400" dirty="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1939925"/>
            <a:ext cx="2896235" cy="134239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spc="-5" dirty="0">
                <a:latin typeface="Tahoma"/>
                <a:cs typeface="Tahoma"/>
              </a:rPr>
              <a:t>T1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spc="-10" dirty="0">
                <a:latin typeface="Tahoma"/>
                <a:cs typeface="Tahoma"/>
              </a:rPr>
              <a:t>Read(A); </a:t>
            </a:r>
            <a:r>
              <a:rPr sz="2400" dirty="0">
                <a:latin typeface="Tahoma"/>
                <a:cs typeface="Tahoma"/>
              </a:rPr>
              <a:t>A </a:t>
            </a:r>
            <a:r>
              <a:rPr sz="2400" i="1" dirty="0">
                <a:latin typeface="Symbol"/>
                <a:cs typeface="Symbol"/>
              </a:rPr>
              <a:t></a:t>
            </a:r>
            <a:r>
              <a:rPr sz="2400" i="1" spc="1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ahoma"/>
                <a:cs typeface="Tahoma"/>
              </a:rPr>
              <a:t>A+100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400" spc="-5" dirty="0">
                <a:latin typeface="Tahoma"/>
                <a:cs typeface="Tahoma"/>
              </a:rPr>
              <a:t>Write(A);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4206239"/>
            <a:ext cx="3089275" cy="90424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  <a:tabLst>
                <a:tab pos="2067560" algn="l"/>
              </a:tabLst>
            </a:pPr>
            <a:r>
              <a:rPr sz="2400" spc="-45" dirty="0">
                <a:latin typeface="Tahoma"/>
                <a:cs typeface="Tahoma"/>
              </a:rPr>
              <a:t>R</a:t>
            </a:r>
            <a:r>
              <a:rPr sz="2400" dirty="0">
                <a:latin typeface="Tahoma"/>
                <a:cs typeface="Tahoma"/>
              </a:rPr>
              <a:t>ea</a:t>
            </a:r>
            <a:r>
              <a:rPr sz="2400" spc="-5" dirty="0">
                <a:latin typeface="Tahoma"/>
                <a:cs typeface="Tahoma"/>
              </a:rPr>
              <a:t>d</a:t>
            </a:r>
            <a:r>
              <a:rPr sz="2400" dirty="0">
                <a:latin typeface="Tahoma"/>
                <a:cs typeface="Tahoma"/>
              </a:rPr>
              <a:t>(B); B </a:t>
            </a:r>
            <a:r>
              <a:rPr sz="2400" i="1" dirty="0">
                <a:latin typeface="Symbol"/>
                <a:cs typeface="Symbol"/>
              </a:rPr>
              <a:t>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Tahoma"/>
                <a:cs typeface="Tahoma"/>
              </a:rPr>
              <a:t>B</a:t>
            </a:r>
            <a:r>
              <a:rPr sz="2400" spc="-5" dirty="0">
                <a:latin typeface="Tahoma"/>
                <a:cs typeface="Tahoma"/>
              </a:rPr>
              <a:t>+100</a:t>
            </a:r>
            <a:r>
              <a:rPr sz="2400" dirty="0">
                <a:latin typeface="Tahoma"/>
                <a:cs typeface="Tahoma"/>
              </a:rPr>
              <a:t>;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400" spc="-5" dirty="0">
                <a:latin typeface="Tahoma"/>
                <a:cs typeface="Tahoma"/>
              </a:rPr>
              <a:t>Write(B);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22140" y="3255438"/>
            <a:ext cx="2644140" cy="280543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>
              <a:lnSpc>
                <a:spcPct val="117300"/>
              </a:lnSpc>
              <a:spcBef>
                <a:spcPts val="190"/>
              </a:spcBef>
              <a:tabLst>
                <a:tab pos="1978660" algn="l"/>
              </a:tabLst>
            </a:pPr>
            <a:r>
              <a:rPr sz="2400" spc="-45" dirty="0">
                <a:latin typeface="Tahoma"/>
                <a:cs typeface="Tahoma"/>
              </a:rPr>
              <a:t>R</a:t>
            </a:r>
            <a:r>
              <a:rPr sz="2400" dirty="0">
                <a:latin typeface="Tahoma"/>
                <a:cs typeface="Tahoma"/>
              </a:rPr>
              <a:t>ea</a:t>
            </a:r>
            <a:r>
              <a:rPr sz="2400" spc="-5" dirty="0">
                <a:latin typeface="Tahoma"/>
                <a:cs typeface="Tahoma"/>
              </a:rPr>
              <a:t>d</a:t>
            </a:r>
            <a:r>
              <a:rPr sz="2400" dirty="0">
                <a:latin typeface="Tahoma"/>
                <a:cs typeface="Tahoma"/>
              </a:rPr>
              <a:t>(A);A </a:t>
            </a:r>
            <a:r>
              <a:rPr sz="2400" i="1" dirty="0">
                <a:latin typeface="Symbol"/>
                <a:cs typeface="Symbol"/>
              </a:rPr>
              <a:t>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800" i="1" spc="-5" dirty="0">
                <a:latin typeface="Symbol"/>
                <a:cs typeface="Symbol"/>
              </a:rPr>
              <a:t></a:t>
            </a:r>
            <a:r>
              <a:rPr sz="2400" spc="-5" dirty="0">
                <a:latin typeface="Tahoma"/>
                <a:cs typeface="Tahoma"/>
              </a:rPr>
              <a:t>2</a:t>
            </a:r>
            <a:r>
              <a:rPr sz="2400" dirty="0">
                <a:latin typeface="Tahoma"/>
                <a:cs typeface="Tahoma"/>
              </a:rPr>
              <a:t>;  </a:t>
            </a:r>
            <a:r>
              <a:rPr sz="2400" spc="-5" dirty="0">
                <a:latin typeface="Tahoma"/>
                <a:cs typeface="Tahoma"/>
              </a:rPr>
              <a:t>Write(A);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850">
              <a:latin typeface="Tahoma"/>
              <a:cs typeface="Tahoma"/>
            </a:endParaRPr>
          </a:p>
          <a:p>
            <a:pPr marL="12700" marR="14604">
              <a:lnSpc>
                <a:spcPct val="117300"/>
              </a:lnSpc>
              <a:tabLst>
                <a:tab pos="1972310" algn="l"/>
              </a:tabLst>
            </a:pPr>
            <a:r>
              <a:rPr sz="2400" spc="-45" dirty="0">
                <a:latin typeface="Tahoma"/>
                <a:cs typeface="Tahoma"/>
              </a:rPr>
              <a:t>R</a:t>
            </a:r>
            <a:r>
              <a:rPr sz="2400" dirty="0">
                <a:latin typeface="Tahoma"/>
                <a:cs typeface="Tahoma"/>
              </a:rPr>
              <a:t>ea</a:t>
            </a:r>
            <a:r>
              <a:rPr sz="2400" spc="-5" dirty="0">
                <a:latin typeface="Tahoma"/>
                <a:cs typeface="Tahoma"/>
              </a:rPr>
              <a:t>d</a:t>
            </a:r>
            <a:r>
              <a:rPr sz="2400" dirty="0">
                <a:latin typeface="Tahoma"/>
                <a:cs typeface="Tahoma"/>
              </a:rPr>
              <a:t>(B);B </a:t>
            </a:r>
            <a:r>
              <a:rPr sz="2400" i="1" dirty="0">
                <a:latin typeface="Symbol"/>
                <a:cs typeface="Symbol"/>
              </a:rPr>
              <a:t>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Tahoma"/>
                <a:cs typeface="Tahoma"/>
              </a:rPr>
              <a:t>B</a:t>
            </a:r>
            <a:r>
              <a:rPr sz="2800" i="1" spc="-5" dirty="0">
                <a:latin typeface="Symbol"/>
                <a:cs typeface="Symbol"/>
              </a:rPr>
              <a:t></a:t>
            </a:r>
            <a:r>
              <a:rPr sz="2400" spc="-5" dirty="0">
                <a:latin typeface="Tahoma"/>
                <a:cs typeface="Tahoma"/>
              </a:rPr>
              <a:t>2</a:t>
            </a:r>
            <a:r>
              <a:rPr sz="2400" dirty="0">
                <a:latin typeface="Tahoma"/>
                <a:cs typeface="Tahoma"/>
              </a:rPr>
              <a:t>;  </a:t>
            </a:r>
            <a:r>
              <a:rPr sz="2400" spc="-5" dirty="0">
                <a:latin typeface="Tahoma"/>
                <a:cs typeface="Tahoma"/>
              </a:rPr>
              <a:t>Write(B);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81000" y="1905793"/>
            <a:ext cx="5267325" cy="0"/>
          </a:xfrm>
          <a:custGeom>
            <a:avLst/>
            <a:gdLst/>
            <a:ahLst/>
            <a:cxnLst/>
            <a:rect l="l" t="t" r="r" b="b"/>
            <a:pathLst>
              <a:path w="5267325">
                <a:moveTo>
                  <a:pt x="0" y="0"/>
                </a:moveTo>
                <a:lnTo>
                  <a:pt x="5267325" y="0"/>
                </a:lnTo>
              </a:path>
            </a:pathLst>
          </a:custGeom>
          <a:ln w="111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34593" y="1981200"/>
            <a:ext cx="0" cy="3419475"/>
          </a:xfrm>
          <a:custGeom>
            <a:avLst/>
            <a:gdLst/>
            <a:ahLst/>
            <a:cxnLst/>
            <a:rect l="l" t="t" r="r" b="b"/>
            <a:pathLst>
              <a:path h="3419475">
                <a:moveTo>
                  <a:pt x="0" y="0"/>
                </a:moveTo>
                <a:lnTo>
                  <a:pt x="0" y="3419475"/>
                </a:lnTo>
              </a:path>
            </a:pathLst>
          </a:custGeom>
          <a:ln w="9537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7086600" y="1066800"/>
          <a:ext cx="1600200" cy="49529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1676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A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4064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38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B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4064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167640">
                        <a:lnSpc>
                          <a:spcPts val="2725"/>
                        </a:lnSpc>
                        <a:spcBef>
                          <a:spcPts val="175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25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22225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3840">
                        <a:lnSpc>
                          <a:spcPts val="2725"/>
                        </a:lnSpc>
                        <a:spcBef>
                          <a:spcPts val="175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25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22225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201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3550">
                        <a:latin typeface="Times New Roman"/>
                        <a:cs typeface="Times New Roman"/>
                      </a:endParaRPr>
                    </a:p>
                    <a:p>
                      <a:pPr marL="167640">
                        <a:lnSpc>
                          <a:spcPct val="100000"/>
                        </a:lnSpc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125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635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252">
                <a:tc>
                  <a:txBody>
                    <a:bodyPr/>
                    <a:lstStyle/>
                    <a:p>
                      <a:pPr marL="167640">
                        <a:lnSpc>
                          <a:spcPct val="100000"/>
                        </a:lnSpc>
                        <a:spcBef>
                          <a:spcPts val="2005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250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25463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725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43840">
                        <a:lnSpc>
                          <a:spcPct val="100000"/>
                        </a:lnSpc>
                        <a:spcBef>
                          <a:spcPts val="2005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125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254635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487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3840">
                        <a:lnSpc>
                          <a:spcPct val="100000"/>
                        </a:lnSpc>
                        <a:spcBef>
                          <a:spcPts val="2005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250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254635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1676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250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889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438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250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241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6</a:t>
            </a:fld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91540"/>
            <a:ext cx="22929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69135" algn="l"/>
              </a:tabLst>
            </a:pPr>
            <a:r>
              <a:rPr sz="3600" u="heavy" dirty="0">
                <a:uFill>
                  <a:solidFill>
                    <a:srgbClr val="000000"/>
                  </a:solidFill>
                </a:uFill>
              </a:rPr>
              <a:t>S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ch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ed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u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le	D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422140" y="2012950"/>
            <a:ext cx="3702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T</a:t>
            </a:r>
            <a:r>
              <a:rPr sz="2400" dirty="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1939925"/>
            <a:ext cx="2896235" cy="134239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spc="-5" dirty="0">
                <a:latin typeface="Tahoma"/>
                <a:cs typeface="Tahoma"/>
              </a:rPr>
              <a:t>T1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spc="-10" dirty="0">
                <a:latin typeface="Tahoma"/>
                <a:cs typeface="Tahoma"/>
              </a:rPr>
              <a:t>Read(A); </a:t>
            </a:r>
            <a:r>
              <a:rPr sz="2400" dirty="0">
                <a:latin typeface="Tahoma"/>
                <a:cs typeface="Tahoma"/>
              </a:rPr>
              <a:t>A </a:t>
            </a:r>
            <a:r>
              <a:rPr sz="2400" i="1" dirty="0">
                <a:latin typeface="Symbol"/>
                <a:cs typeface="Symbol"/>
              </a:rPr>
              <a:t></a:t>
            </a:r>
            <a:r>
              <a:rPr sz="2400" i="1" spc="1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ahoma"/>
                <a:cs typeface="Tahoma"/>
              </a:rPr>
              <a:t>A+100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400" spc="-5" dirty="0">
                <a:latin typeface="Tahoma"/>
                <a:cs typeface="Tahoma"/>
              </a:rPr>
              <a:t>Write(A);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22140" y="3255438"/>
            <a:ext cx="2644140" cy="19278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ct val="119200"/>
              </a:lnSpc>
              <a:spcBef>
                <a:spcPts val="125"/>
              </a:spcBef>
              <a:tabLst>
                <a:tab pos="1972310" algn="l"/>
              </a:tabLst>
            </a:pPr>
            <a:r>
              <a:rPr sz="2400" spc="-45" dirty="0">
                <a:latin typeface="Tahoma"/>
                <a:cs typeface="Tahoma"/>
              </a:rPr>
              <a:t>R</a:t>
            </a:r>
            <a:r>
              <a:rPr sz="2400" dirty="0">
                <a:latin typeface="Tahoma"/>
                <a:cs typeface="Tahoma"/>
              </a:rPr>
              <a:t>ea</a:t>
            </a:r>
            <a:r>
              <a:rPr sz="2400" spc="-5" dirty="0">
                <a:latin typeface="Tahoma"/>
                <a:cs typeface="Tahoma"/>
              </a:rPr>
              <a:t>d</a:t>
            </a:r>
            <a:r>
              <a:rPr sz="2400" dirty="0">
                <a:latin typeface="Tahoma"/>
                <a:cs typeface="Tahoma"/>
              </a:rPr>
              <a:t>(A);A </a:t>
            </a:r>
            <a:r>
              <a:rPr sz="2400" i="1" dirty="0">
                <a:latin typeface="Symbol"/>
                <a:cs typeface="Symbol"/>
              </a:rPr>
              <a:t>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800" i="1" spc="-5" dirty="0">
                <a:latin typeface="Symbol"/>
                <a:cs typeface="Symbol"/>
              </a:rPr>
              <a:t></a:t>
            </a:r>
            <a:r>
              <a:rPr sz="2400" spc="-5" dirty="0">
                <a:latin typeface="Tahoma"/>
                <a:cs typeface="Tahoma"/>
              </a:rPr>
              <a:t>2</a:t>
            </a:r>
            <a:r>
              <a:rPr sz="2400" dirty="0">
                <a:latin typeface="Tahoma"/>
                <a:cs typeface="Tahoma"/>
              </a:rPr>
              <a:t>;  </a:t>
            </a:r>
            <a:r>
              <a:rPr sz="2400" spc="-5" dirty="0">
                <a:latin typeface="Tahoma"/>
                <a:cs typeface="Tahoma"/>
              </a:rPr>
              <a:t>Write(A);  </a:t>
            </a:r>
            <a:r>
              <a:rPr sz="2400" spc="-45" dirty="0">
                <a:latin typeface="Tahoma"/>
                <a:cs typeface="Tahoma"/>
              </a:rPr>
              <a:t>R</a:t>
            </a:r>
            <a:r>
              <a:rPr sz="2400" dirty="0">
                <a:latin typeface="Tahoma"/>
                <a:cs typeface="Tahoma"/>
              </a:rPr>
              <a:t>ea</a:t>
            </a:r>
            <a:r>
              <a:rPr sz="2400" spc="-5" dirty="0">
                <a:latin typeface="Tahoma"/>
                <a:cs typeface="Tahoma"/>
              </a:rPr>
              <a:t>d</a:t>
            </a:r>
            <a:r>
              <a:rPr sz="2400" dirty="0">
                <a:latin typeface="Tahoma"/>
                <a:cs typeface="Tahoma"/>
              </a:rPr>
              <a:t>(B);B </a:t>
            </a:r>
            <a:r>
              <a:rPr sz="2400" i="1" dirty="0">
                <a:latin typeface="Symbol"/>
                <a:cs typeface="Symbol"/>
              </a:rPr>
              <a:t>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Tahoma"/>
                <a:cs typeface="Tahoma"/>
              </a:rPr>
              <a:t>B</a:t>
            </a:r>
            <a:r>
              <a:rPr sz="2800" i="1" spc="-5" dirty="0">
                <a:latin typeface="Symbol"/>
                <a:cs typeface="Symbol"/>
              </a:rPr>
              <a:t></a:t>
            </a:r>
            <a:r>
              <a:rPr sz="2400" spc="-5" dirty="0">
                <a:latin typeface="Tahoma"/>
                <a:cs typeface="Tahoma"/>
              </a:rPr>
              <a:t>2</a:t>
            </a:r>
            <a:r>
              <a:rPr sz="2400" dirty="0">
                <a:latin typeface="Tahoma"/>
                <a:cs typeface="Tahoma"/>
              </a:rPr>
              <a:t>;  </a:t>
            </a:r>
            <a:r>
              <a:rPr sz="2400" spc="-5" dirty="0">
                <a:latin typeface="Tahoma"/>
                <a:cs typeface="Tahoma"/>
              </a:rPr>
              <a:t>Write(B);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4540" y="5156834"/>
            <a:ext cx="3089275" cy="90424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  <a:tabLst>
                <a:tab pos="2067560" algn="l"/>
              </a:tabLst>
            </a:pPr>
            <a:r>
              <a:rPr sz="2400" spc="-45" dirty="0">
                <a:latin typeface="Tahoma"/>
                <a:cs typeface="Tahoma"/>
              </a:rPr>
              <a:t>R</a:t>
            </a:r>
            <a:r>
              <a:rPr sz="2400" dirty="0">
                <a:latin typeface="Tahoma"/>
                <a:cs typeface="Tahoma"/>
              </a:rPr>
              <a:t>ea</a:t>
            </a:r>
            <a:r>
              <a:rPr sz="2400" spc="-5" dirty="0">
                <a:latin typeface="Tahoma"/>
                <a:cs typeface="Tahoma"/>
              </a:rPr>
              <a:t>d</a:t>
            </a:r>
            <a:r>
              <a:rPr sz="2400" dirty="0">
                <a:latin typeface="Tahoma"/>
                <a:cs typeface="Tahoma"/>
              </a:rPr>
              <a:t>(B); B </a:t>
            </a:r>
            <a:r>
              <a:rPr sz="2400" i="1" dirty="0">
                <a:latin typeface="Symbol"/>
                <a:cs typeface="Symbol"/>
              </a:rPr>
              <a:t>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Tahoma"/>
                <a:cs typeface="Tahoma"/>
              </a:rPr>
              <a:t>B</a:t>
            </a:r>
            <a:r>
              <a:rPr sz="2400" spc="-5" dirty="0">
                <a:latin typeface="Tahoma"/>
                <a:cs typeface="Tahoma"/>
              </a:rPr>
              <a:t>+100</a:t>
            </a:r>
            <a:r>
              <a:rPr sz="2400" dirty="0">
                <a:latin typeface="Tahoma"/>
                <a:cs typeface="Tahoma"/>
              </a:rPr>
              <a:t>;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400" spc="-5" dirty="0">
                <a:latin typeface="Tahoma"/>
                <a:cs typeface="Tahoma"/>
              </a:rPr>
              <a:t>Write(B);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81000" y="1905793"/>
            <a:ext cx="5267325" cy="0"/>
          </a:xfrm>
          <a:custGeom>
            <a:avLst/>
            <a:gdLst/>
            <a:ahLst/>
            <a:cxnLst/>
            <a:rect l="l" t="t" r="r" b="b"/>
            <a:pathLst>
              <a:path w="5267325">
                <a:moveTo>
                  <a:pt x="0" y="0"/>
                </a:moveTo>
                <a:lnTo>
                  <a:pt x="5267325" y="0"/>
                </a:lnTo>
              </a:path>
            </a:pathLst>
          </a:custGeom>
          <a:ln w="111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34593" y="1981200"/>
            <a:ext cx="0" cy="3419475"/>
          </a:xfrm>
          <a:custGeom>
            <a:avLst/>
            <a:gdLst/>
            <a:ahLst/>
            <a:cxnLst/>
            <a:rect l="l" t="t" r="r" b="b"/>
            <a:pathLst>
              <a:path h="3419475">
                <a:moveTo>
                  <a:pt x="0" y="0"/>
                </a:moveTo>
                <a:lnTo>
                  <a:pt x="0" y="3419475"/>
                </a:lnTo>
              </a:path>
            </a:pathLst>
          </a:custGeom>
          <a:ln w="9537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7086600" y="1066800"/>
          <a:ext cx="1600200" cy="49529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1676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A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4064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38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B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4064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167640">
                        <a:lnSpc>
                          <a:spcPts val="2725"/>
                        </a:lnSpc>
                        <a:spcBef>
                          <a:spcPts val="175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25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22225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3840">
                        <a:lnSpc>
                          <a:spcPts val="2725"/>
                        </a:lnSpc>
                        <a:spcBef>
                          <a:spcPts val="175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25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22225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201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3550">
                        <a:latin typeface="Times New Roman"/>
                        <a:cs typeface="Times New Roman"/>
                      </a:endParaRPr>
                    </a:p>
                    <a:p>
                      <a:pPr marL="167640">
                        <a:lnSpc>
                          <a:spcPct val="100000"/>
                        </a:lnSpc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125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635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252">
                <a:tc>
                  <a:txBody>
                    <a:bodyPr/>
                    <a:lstStyle/>
                    <a:p>
                      <a:pPr marL="167640">
                        <a:lnSpc>
                          <a:spcPct val="100000"/>
                        </a:lnSpc>
                        <a:spcBef>
                          <a:spcPts val="2005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250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25463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725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43840">
                        <a:lnSpc>
                          <a:spcPct val="100000"/>
                        </a:lnSpc>
                        <a:spcBef>
                          <a:spcPts val="2005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50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254635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487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3840">
                        <a:lnSpc>
                          <a:spcPct val="100000"/>
                        </a:lnSpc>
                        <a:spcBef>
                          <a:spcPts val="2005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150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254635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1676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250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889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438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150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241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7</a:t>
            </a:fld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91540"/>
            <a:ext cx="22390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69135" algn="l"/>
              </a:tabLst>
            </a:pPr>
            <a:r>
              <a:rPr sz="3600" u="heavy" dirty="0">
                <a:uFill>
                  <a:solidFill>
                    <a:srgbClr val="000000"/>
                  </a:solidFill>
                </a:uFill>
              </a:rPr>
              <a:t>S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ch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ed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u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le	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422140" y="2012950"/>
            <a:ext cx="434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T2</a:t>
            </a:r>
            <a:r>
              <a:rPr sz="2400" dirty="0">
                <a:latin typeface="Tahoma"/>
                <a:cs typeface="Tahoma"/>
              </a:rPr>
              <a:t>’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1939925"/>
            <a:ext cx="2896235" cy="134239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spc="-5" dirty="0">
                <a:latin typeface="Tahoma"/>
                <a:cs typeface="Tahoma"/>
              </a:rPr>
              <a:t>T1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spc="-10" dirty="0">
                <a:latin typeface="Tahoma"/>
                <a:cs typeface="Tahoma"/>
              </a:rPr>
              <a:t>Read(A); </a:t>
            </a:r>
            <a:r>
              <a:rPr sz="2400" dirty="0">
                <a:latin typeface="Tahoma"/>
                <a:cs typeface="Tahoma"/>
              </a:rPr>
              <a:t>A </a:t>
            </a:r>
            <a:r>
              <a:rPr sz="2400" i="1" dirty="0">
                <a:latin typeface="Symbol"/>
                <a:cs typeface="Symbol"/>
              </a:rPr>
              <a:t></a:t>
            </a:r>
            <a:r>
              <a:rPr sz="2400" i="1" spc="1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ahoma"/>
                <a:cs typeface="Tahoma"/>
              </a:rPr>
              <a:t>A+100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400" spc="-5" dirty="0">
                <a:latin typeface="Tahoma"/>
                <a:cs typeface="Tahoma"/>
              </a:rPr>
              <a:t>Write(A);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22140" y="3255438"/>
            <a:ext cx="2644140" cy="19278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ct val="119200"/>
              </a:lnSpc>
              <a:spcBef>
                <a:spcPts val="125"/>
              </a:spcBef>
              <a:tabLst>
                <a:tab pos="1972310" algn="l"/>
              </a:tabLst>
            </a:pPr>
            <a:r>
              <a:rPr sz="2400" spc="-45" dirty="0">
                <a:latin typeface="Tahoma"/>
                <a:cs typeface="Tahoma"/>
              </a:rPr>
              <a:t>R</a:t>
            </a:r>
            <a:r>
              <a:rPr sz="2400" dirty="0">
                <a:latin typeface="Tahoma"/>
                <a:cs typeface="Tahoma"/>
              </a:rPr>
              <a:t>ea</a:t>
            </a:r>
            <a:r>
              <a:rPr sz="2400" spc="-5" dirty="0">
                <a:latin typeface="Tahoma"/>
                <a:cs typeface="Tahoma"/>
              </a:rPr>
              <a:t>d</a:t>
            </a:r>
            <a:r>
              <a:rPr sz="2400" dirty="0">
                <a:latin typeface="Tahoma"/>
                <a:cs typeface="Tahoma"/>
              </a:rPr>
              <a:t>(A);A </a:t>
            </a:r>
            <a:r>
              <a:rPr sz="2400" i="1" dirty="0">
                <a:latin typeface="Symbol"/>
                <a:cs typeface="Symbol"/>
              </a:rPr>
              <a:t>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800" i="1" spc="-5" dirty="0">
                <a:latin typeface="Symbol"/>
                <a:cs typeface="Symbol"/>
              </a:rPr>
              <a:t></a:t>
            </a:r>
            <a:r>
              <a:rPr sz="2400" spc="-5" dirty="0">
                <a:latin typeface="Tahoma"/>
                <a:cs typeface="Tahoma"/>
              </a:rPr>
              <a:t>1</a:t>
            </a:r>
            <a:r>
              <a:rPr sz="2400" dirty="0">
                <a:latin typeface="Tahoma"/>
                <a:cs typeface="Tahoma"/>
              </a:rPr>
              <a:t>;  </a:t>
            </a:r>
            <a:r>
              <a:rPr sz="2400" spc="-5" dirty="0">
                <a:latin typeface="Tahoma"/>
                <a:cs typeface="Tahoma"/>
              </a:rPr>
              <a:t>Write(A);  </a:t>
            </a:r>
            <a:r>
              <a:rPr sz="2400" spc="-45" dirty="0">
                <a:latin typeface="Tahoma"/>
                <a:cs typeface="Tahoma"/>
              </a:rPr>
              <a:t>R</a:t>
            </a:r>
            <a:r>
              <a:rPr sz="2400" dirty="0">
                <a:latin typeface="Tahoma"/>
                <a:cs typeface="Tahoma"/>
              </a:rPr>
              <a:t>ea</a:t>
            </a:r>
            <a:r>
              <a:rPr sz="2400" spc="-5" dirty="0">
                <a:latin typeface="Tahoma"/>
                <a:cs typeface="Tahoma"/>
              </a:rPr>
              <a:t>d</a:t>
            </a:r>
            <a:r>
              <a:rPr sz="2400" dirty="0">
                <a:latin typeface="Tahoma"/>
                <a:cs typeface="Tahoma"/>
              </a:rPr>
              <a:t>(B);B </a:t>
            </a:r>
            <a:r>
              <a:rPr sz="2400" i="1" dirty="0">
                <a:latin typeface="Symbol"/>
                <a:cs typeface="Symbol"/>
              </a:rPr>
              <a:t>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Tahoma"/>
                <a:cs typeface="Tahoma"/>
              </a:rPr>
              <a:t>B</a:t>
            </a:r>
            <a:r>
              <a:rPr sz="2800" i="1" spc="-5" dirty="0">
                <a:latin typeface="Symbol"/>
                <a:cs typeface="Symbol"/>
              </a:rPr>
              <a:t></a:t>
            </a:r>
            <a:r>
              <a:rPr sz="2400" spc="-5" dirty="0">
                <a:latin typeface="Tahoma"/>
                <a:cs typeface="Tahoma"/>
              </a:rPr>
              <a:t>1</a:t>
            </a:r>
            <a:r>
              <a:rPr sz="2400" dirty="0">
                <a:latin typeface="Tahoma"/>
                <a:cs typeface="Tahoma"/>
              </a:rPr>
              <a:t>;  </a:t>
            </a:r>
            <a:r>
              <a:rPr sz="2400" spc="-5" dirty="0">
                <a:latin typeface="Tahoma"/>
                <a:cs typeface="Tahoma"/>
              </a:rPr>
              <a:t>Write(B);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4540" y="5156834"/>
            <a:ext cx="3089275" cy="90424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  <a:tabLst>
                <a:tab pos="2067560" algn="l"/>
              </a:tabLst>
            </a:pPr>
            <a:r>
              <a:rPr sz="2400" spc="-45" dirty="0">
                <a:latin typeface="Tahoma"/>
                <a:cs typeface="Tahoma"/>
              </a:rPr>
              <a:t>R</a:t>
            </a:r>
            <a:r>
              <a:rPr sz="2400" dirty="0">
                <a:latin typeface="Tahoma"/>
                <a:cs typeface="Tahoma"/>
              </a:rPr>
              <a:t>ea</a:t>
            </a:r>
            <a:r>
              <a:rPr sz="2400" spc="-5" dirty="0">
                <a:latin typeface="Tahoma"/>
                <a:cs typeface="Tahoma"/>
              </a:rPr>
              <a:t>d</a:t>
            </a:r>
            <a:r>
              <a:rPr sz="2400" dirty="0">
                <a:latin typeface="Tahoma"/>
                <a:cs typeface="Tahoma"/>
              </a:rPr>
              <a:t>(B); B </a:t>
            </a:r>
            <a:r>
              <a:rPr sz="2400" i="1" dirty="0">
                <a:latin typeface="Symbol"/>
                <a:cs typeface="Symbol"/>
              </a:rPr>
              <a:t>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Tahoma"/>
                <a:cs typeface="Tahoma"/>
              </a:rPr>
              <a:t>B</a:t>
            </a:r>
            <a:r>
              <a:rPr sz="2400" spc="-5" dirty="0">
                <a:latin typeface="Tahoma"/>
                <a:cs typeface="Tahoma"/>
              </a:rPr>
              <a:t>+100</a:t>
            </a:r>
            <a:r>
              <a:rPr sz="2400" dirty="0">
                <a:latin typeface="Tahoma"/>
                <a:cs typeface="Tahoma"/>
              </a:rPr>
              <a:t>;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400" spc="-5" dirty="0">
                <a:latin typeface="Tahoma"/>
                <a:cs typeface="Tahoma"/>
              </a:rPr>
              <a:t>Write(B);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81000" y="1905793"/>
            <a:ext cx="5267325" cy="0"/>
          </a:xfrm>
          <a:custGeom>
            <a:avLst/>
            <a:gdLst/>
            <a:ahLst/>
            <a:cxnLst/>
            <a:rect l="l" t="t" r="r" b="b"/>
            <a:pathLst>
              <a:path w="5267325">
                <a:moveTo>
                  <a:pt x="0" y="0"/>
                </a:moveTo>
                <a:lnTo>
                  <a:pt x="5267325" y="0"/>
                </a:lnTo>
              </a:path>
            </a:pathLst>
          </a:custGeom>
          <a:ln w="111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34593" y="1981200"/>
            <a:ext cx="0" cy="3419475"/>
          </a:xfrm>
          <a:custGeom>
            <a:avLst/>
            <a:gdLst/>
            <a:ahLst/>
            <a:cxnLst/>
            <a:rect l="l" t="t" r="r" b="b"/>
            <a:pathLst>
              <a:path h="3419475">
                <a:moveTo>
                  <a:pt x="0" y="0"/>
                </a:moveTo>
                <a:lnTo>
                  <a:pt x="0" y="3419475"/>
                </a:lnTo>
              </a:path>
            </a:pathLst>
          </a:custGeom>
          <a:ln w="9537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7086600" y="1066800"/>
          <a:ext cx="1600200" cy="49529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1676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A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4064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38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B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4064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167640">
                        <a:lnSpc>
                          <a:spcPts val="2725"/>
                        </a:lnSpc>
                        <a:spcBef>
                          <a:spcPts val="175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25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22225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3840">
                        <a:lnSpc>
                          <a:spcPts val="2725"/>
                        </a:lnSpc>
                        <a:spcBef>
                          <a:spcPts val="175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25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22225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201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3550">
                        <a:latin typeface="Times New Roman"/>
                        <a:cs typeface="Times New Roman"/>
                      </a:endParaRPr>
                    </a:p>
                    <a:p>
                      <a:pPr marL="167640">
                        <a:lnSpc>
                          <a:spcPct val="100000"/>
                        </a:lnSpc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125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635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252">
                <a:tc>
                  <a:txBody>
                    <a:bodyPr/>
                    <a:lstStyle/>
                    <a:p>
                      <a:pPr marL="167640">
                        <a:lnSpc>
                          <a:spcPct val="100000"/>
                        </a:lnSpc>
                        <a:spcBef>
                          <a:spcPts val="2005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125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25463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725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43840">
                        <a:lnSpc>
                          <a:spcPct val="100000"/>
                        </a:lnSpc>
                        <a:spcBef>
                          <a:spcPts val="2005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25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254635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487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3840">
                        <a:lnSpc>
                          <a:spcPct val="100000"/>
                        </a:lnSpc>
                        <a:spcBef>
                          <a:spcPts val="2005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125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254635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1676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125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889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438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125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3425825" y="374650"/>
            <a:ext cx="2251075" cy="654050"/>
          </a:xfrm>
          <a:custGeom>
            <a:avLst/>
            <a:gdLst/>
            <a:ahLst/>
            <a:cxnLst/>
            <a:rect l="l" t="t" r="r" b="b"/>
            <a:pathLst>
              <a:path w="2251075" h="654050">
                <a:moveTo>
                  <a:pt x="2251075" y="654050"/>
                </a:moveTo>
                <a:lnTo>
                  <a:pt x="0" y="654050"/>
                </a:lnTo>
                <a:lnTo>
                  <a:pt x="0" y="0"/>
                </a:lnTo>
                <a:lnTo>
                  <a:pt x="2251075" y="0"/>
                </a:lnTo>
                <a:lnTo>
                  <a:pt x="225107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44525"/>
                </a:lnTo>
                <a:lnTo>
                  <a:pt x="4762" y="644525"/>
                </a:lnTo>
                <a:lnTo>
                  <a:pt x="9525" y="649287"/>
                </a:lnTo>
                <a:lnTo>
                  <a:pt x="2251075" y="649287"/>
                </a:lnTo>
                <a:lnTo>
                  <a:pt x="2251075" y="654050"/>
                </a:lnTo>
                <a:close/>
              </a:path>
              <a:path w="2251075" h="654050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251075" h="654050">
                <a:moveTo>
                  <a:pt x="224155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241550" y="4762"/>
                </a:lnTo>
                <a:lnTo>
                  <a:pt x="2241550" y="9525"/>
                </a:lnTo>
                <a:close/>
              </a:path>
              <a:path w="2251075" h="654050">
                <a:moveTo>
                  <a:pt x="2241550" y="649287"/>
                </a:moveTo>
                <a:lnTo>
                  <a:pt x="2241550" y="4762"/>
                </a:lnTo>
                <a:lnTo>
                  <a:pt x="2246312" y="9525"/>
                </a:lnTo>
                <a:lnTo>
                  <a:pt x="2251075" y="9525"/>
                </a:lnTo>
                <a:lnTo>
                  <a:pt x="2251075" y="644525"/>
                </a:lnTo>
                <a:lnTo>
                  <a:pt x="2246312" y="644525"/>
                </a:lnTo>
                <a:lnTo>
                  <a:pt x="2241550" y="649287"/>
                </a:lnTo>
                <a:close/>
              </a:path>
              <a:path w="2251075" h="654050">
                <a:moveTo>
                  <a:pt x="2251075" y="9525"/>
                </a:moveTo>
                <a:lnTo>
                  <a:pt x="2246312" y="9525"/>
                </a:lnTo>
                <a:lnTo>
                  <a:pt x="2241550" y="4762"/>
                </a:lnTo>
                <a:lnTo>
                  <a:pt x="2251075" y="4762"/>
                </a:lnTo>
                <a:lnTo>
                  <a:pt x="2251075" y="9525"/>
                </a:lnTo>
                <a:close/>
              </a:path>
              <a:path w="2251075" h="654050">
                <a:moveTo>
                  <a:pt x="9525" y="649287"/>
                </a:moveTo>
                <a:lnTo>
                  <a:pt x="4762" y="644525"/>
                </a:lnTo>
                <a:lnTo>
                  <a:pt x="9525" y="644525"/>
                </a:lnTo>
                <a:lnTo>
                  <a:pt x="9525" y="649287"/>
                </a:lnTo>
                <a:close/>
              </a:path>
              <a:path w="2251075" h="654050">
                <a:moveTo>
                  <a:pt x="2241550" y="649287"/>
                </a:moveTo>
                <a:lnTo>
                  <a:pt x="9525" y="649287"/>
                </a:lnTo>
                <a:lnTo>
                  <a:pt x="9525" y="644525"/>
                </a:lnTo>
                <a:lnTo>
                  <a:pt x="2241550" y="644525"/>
                </a:lnTo>
                <a:lnTo>
                  <a:pt x="2241550" y="649287"/>
                </a:lnTo>
                <a:close/>
              </a:path>
              <a:path w="2251075" h="654050">
                <a:moveTo>
                  <a:pt x="2251075" y="649287"/>
                </a:moveTo>
                <a:lnTo>
                  <a:pt x="2241550" y="649287"/>
                </a:lnTo>
                <a:lnTo>
                  <a:pt x="2246312" y="644525"/>
                </a:lnTo>
                <a:lnTo>
                  <a:pt x="2251075" y="644525"/>
                </a:lnTo>
                <a:lnTo>
                  <a:pt x="2251075" y="6492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509327" y="414337"/>
            <a:ext cx="20847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310" marR="5080" indent="-18161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Same </a:t>
            </a:r>
            <a:r>
              <a:rPr sz="1800" dirty="0">
                <a:latin typeface="Tahoma"/>
                <a:cs typeface="Tahoma"/>
              </a:rPr>
              <a:t>as </a:t>
            </a:r>
            <a:r>
              <a:rPr sz="1800" spc="-5" dirty="0">
                <a:latin typeface="Tahoma"/>
                <a:cs typeface="Tahoma"/>
              </a:rPr>
              <a:t>Schedule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  but </a:t>
            </a:r>
            <a:r>
              <a:rPr sz="1800" spc="-5" dirty="0">
                <a:latin typeface="Tahoma"/>
                <a:cs typeface="Tahoma"/>
              </a:rPr>
              <a:t>with new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T2’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8</a:t>
            </a:fld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5815" y="1078230"/>
            <a:ext cx="7508875" cy="42146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5290" marR="1318260" indent="-41529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35" dirty="0">
                <a:latin typeface="Tahoma"/>
                <a:cs typeface="Tahoma"/>
              </a:rPr>
              <a:t>Want </a:t>
            </a:r>
            <a:r>
              <a:rPr sz="3200" spc="-5" dirty="0">
                <a:latin typeface="Tahoma"/>
                <a:cs typeface="Tahoma"/>
              </a:rPr>
              <a:t>schedules that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spc="-50" dirty="0">
                <a:latin typeface="Tahoma"/>
                <a:cs typeface="Tahoma"/>
              </a:rPr>
              <a:t>“good”,  </a:t>
            </a:r>
            <a:r>
              <a:rPr sz="3200" spc="-10" dirty="0">
                <a:latin typeface="Tahoma"/>
                <a:cs typeface="Tahoma"/>
              </a:rPr>
              <a:t>regardless </a:t>
            </a:r>
            <a:r>
              <a:rPr sz="3200" spc="-5" dirty="0">
                <a:latin typeface="Tahoma"/>
                <a:cs typeface="Tahoma"/>
              </a:rPr>
              <a:t>of</a:t>
            </a:r>
            <a:r>
              <a:rPr lang="zh-CN" altLang="en-US" sz="3200" spc="-5" dirty="0">
                <a:latin typeface="Tahoma"/>
                <a:cs typeface="Tahoma"/>
              </a:rPr>
              <a:t>不管</a:t>
            </a:r>
            <a:endParaRPr sz="32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8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initial state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and</a:t>
            </a:r>
            <a:r>
              <a:rPr lang="zh-CN" altLang="en-US" sz="2800" spc="-5" dirty="0">
                <a:latin typeface="Tahoma"/>
                <a:cs typeface="Tahoma"/>
              </a:rPr>
              <a:t>初始态</a:t>
            </a:r>
            <a:endParaRPr sz="28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10" dirty="0">
                <a:latin typeface="Tahoma"/>
                <a:cs typeface="Tahoma"/>
              </a:rPr>
              <a:t>transaction</a:t>
            </a:r>
            <a:r>
              <a:rPr sz="2800" spc="-5" dirty="0">
                <a:latin typeface="Tahoma"/>
                <a:cs typeface="Tahoma"/>
              </a:rPr>
              <a:t> semantics</a:t>
            </a:r>
            <a:r>
              <a:rPr lang="zh-CN" altLang="en-US" sz="2800" spc="-5" dirty="0">
                <a:latin typeface="Tahoma"/>
                <a:cs typeface="Tahoma"/>
              </a:rPr>
              <a:t>事务语义</a:t>
            </a:r>
            <a:endParaRPr sz="2800" dirty="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Only look at order of read and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writes</a:t>
            </a:r>
            <a:endParaRPr sz="4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200" spc="-5" dirty="0">
                <a:latin typeface="Tahoma"/>
                <a:cs typeface="Tahoma"/>
              </a:rPr>
              <a:t>Example:</a:t>
            </a:r>
            <a:endParaRPr sz="3200" dirty="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Tahoma"/>
                <a:cs typeface="Tahoma"/>
              </a:rPr>
              <a:t>Sc=r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(A)w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(A)r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3200" spc="-5" dirty="0">
                <a:latin typeface="Tahoma"/>
                <a:cs typeface="Tahoma"/>
              </a:rPr>
              <a:t>(A)w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3200" spc="-5" dirty="0">
                <a:latin typeface="Tahoma"/>
                <a:cs typeface="Tahoma"/>
              </a:rPr>
              <a:t>(A)r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(B)w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(B)r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3200" spc="-5" dirty="0">
                <a:latin typeface="Tahoma"/>
                <a:cs typeface="Tahoma"/>
              </a:rPr>
              <a:t>(B)w</a:t>
            </a:r>
            <a:r>
              <a:rPr sz="2000" spc="-5" dirty="0">
                <a:latin typeface="Tahoma"/>
                <a:cs typeface="Tahoma"/>
              </a:rPr>
              <a:t>2  </a:t>
            </a:r>
            <a:r>
              <a:rPr sz="3200" spc="-5" dirty="0">
                <a:latin typeface="Tahoma"/>
                <a:cs typeface="Tahoma"/>
              </a:rPr>
              <a:t>(B)</a:t>
            </a:r>
            <a:endParaRPr sz="3200" dirty="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9</a:t>
            </a:fld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90637" y="3505098"/>
            <a:ext cx="7324725" cy="3848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038600" y="2357640"/>
            <a:ext cx="1754505" cy="552450"/>
          </a:xfrm>
          <a:custGeom>
            <a:avLst/>
            <a:gdLst/>
            <a:ahLst/>
            <a:cxnLst/>
            <a:rect l="l" t="t" r="r" b="b"/>
            <a:pathLst>
              <a:path w="1754504" h="552450">
                <a:moveTo>
                  <a:pt x="74292" y="520332"/>
                </a:moveTo>
                <a:lnTo>
                  <a:pt x="71517" y="511215"/>
                </a:lnTo>
                <a:lnTo>
                  <a:pt x="1751215" y="0"/>
                </a:lnTo>
                <a:lnTo>
                  <a:pt x="1753984" y="9118"/>
                </a:lnTo>
                <a:lnTo>
                  <a:pt x="74292" y="520332"/>
                </a:lnTo>
                <a:close/>
              </a:path>
              <a:path w="1754504" h="552450">
                <a:moveTo>
                  <a:pt x="83997" y="552221"/>
                </a:moveTo>
                <a:lnTo>
                  <a:pt x="0" y="537959"/>
                </a:lnTo>
                <a:lnTo>
                  <a:pt x="61810" y="479323"/>
                </a:lnTo>
                <a:lnTo>
                  <a:pt x="71517" y="511215"/>
                </a:lnTo>
                <a:lnTo>
                  <a:pt x="53289" y="516763"/>
                </a:lnTo>
                <a:lnTo>
                  <a:pt x="56057" y="525881"/>
                </a:lnTo>
                <a:lnTo>
                  <a:pt x="75981" y="525881"/>
                </a:lnTo>
                <a:lnTo>
                  <a:pt x="83997" y="552221"/>
                </a:lnTo>
                <a:close/>
              </a:path>
              <a:path w="1754504" h="552450">
                <a:moveTo>
                  <a:pt x="56057" y="525881"/>
                </a:moveTo>
                <a:lnTo>
                  <a:pt x="53289" y="516763"/>
                </a:lnTo>
                <a:lnTo>
                  <a:pt x="71517" y="511215"/>
                </a:lnTo>
                <a:lnTo>
                  <a:pt x="74292" y="520332"/>
                </a:lnTo>
                <a:lnTo>
                  <a:pt x="56057" y="525881"/>
                </a:lnTo>
                <a:close/>
              </a:path>
              <a:path w="1754504" h="552450">
                <a:moveTo>
                  <a:pt x="75981" y="525881"/>
                </a:moveTo>
                <a:lnTo>
                  <a:pt x="56057" y="525881"/>
                </a:lnTo>
                <a:lnTo>
                  <a:pt x="74292" y="520332"/>
                </a:lnTo>
                <a:lnTo>
                  <a:pt x="75981" y="5258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960888" y="2281478"/>
            <a:ext cx="1830705" cy="626745"/>
          </a:xfrm>
          <a:custGeom>
            <a:avLst/>
            <a:gdLst/>
            <a:ahLst/>
            <a:cxnLst/>
            <a:rect l="l" t="t" r="r" b="b"/>
            <a:pathLst>
              <a:path w="1830704" h="626744">
                <a:moveTo>
                  <a:pt x="1756516" y="594547"/>
                </a:moveTo>
                <a:lnTo>
                  <a:pt x="0" y="9042"/>
                </a:lnTo>
                <a:lnTo>
                  <a:pt x="3022" y="0"/>
                </a:lnTo>
                <a:lnTo>
                  <a:pt x="1759532" y="585503"/>
                </a:lnTo>
                <a:lnTo>
                  <a:pt x="1756516" y="594547"/>
                </a:lnTo>
                <a:close/>
              </a:path>
              <a:path w="1830704" h="626744">
                <a:moveTo>
                  <a:pt x="1816760" y="600570"/>
                </a:moveTo>
                <a:lnTo>
                  <a:pt x="1774583" y="600570"/>
                </a:lnTo>
                <a:lnTo>
                  <a:pt x="1777606" y="591527"/>
                </a:lnTo>
                <a:lnTo>
                  <a:pt x="1759532" y="585503"/>
                </a:lnTo>
                <a:lnTo>
                  <a:pt x="1770075" y="553885"/>
                </a:lnTo>
                <a:lnTo>
                  <a:pt x="1816760" y="600570"/>
                </a:lnTo>
                <a:close/>
              </a:path>
              <a:path w="1830704" h="626744">
                <a:moveTo>
                  <a:pt x="1774583" y="600570"/>
                </a:moveTo>
                <a:lnTo>
                  <a:pt x="1756516" y="594547"/>
                </a:lnTo>
                <a:lnTo>
                  <a:pt x="1759532" y="585503"/>
                </a:lnTo>
                <a:lnTo>
                  <a:pt x="1777606" y="591527"/>
                </a:lnTo>
                <a:lnTo>
                  <a:pt x="1774583" y="600570"/>
                </a:lnTo>
                <a:close/>
              </a:path>
              <a:path w="1830704" h="626744">
                <a:moveTo>
                  <a:pt x="1745970" y="626173"/>
                </a:moveTo>
                <a:lnTo>
                  <a:pt x="1756516" y="594547"/>
                </a:lnTo>
                <a:lnTo>
                  <a:pt x="1774583" y="600570"/>
                </a:lnTo>
                <a:lnTo>
                  <a:pt x="1816760" y="600570"/>
                </a:lnTo>
                <a:lnTo>
                  <a:pt x="1830311" y="614121"/>
                </a:lnTo>
                <a:lnTo>
                  <a:pt x="1745970" y="6261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59740" y="621156"/>
            <a:ext cx="8059420" cy="3561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900"/>
              </a:lnSpc>
              <a:spcBef>
                <a:spcPts val="100"/>
              </a:spcBef>
            </a:pPr>
            <a:r>
              <a:rPr sz="3200" spc="-5" dirty="0">
                <a:latin typeface="Tahoma"/>
                <a:cs typeface="Tahoma"/>
              </a:rPr>
              <a:t>Example:  Sc=r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(A)w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(A)r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3200" spc="-5" dirty="0">
                <a:latin typeface="Tahoma"/>
                <a:cs typeface="Tahoma"/>
              </a:rPr>
              <a:t>(A)w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3200" spc="-5" dirty="0">
                <a:latin typeface="Tahoma"/>
                <a:cs typeface="Tahoma"/>
              </a:rPr>
              <a:t>(A)r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(B)w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(B)r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3200" spc="-5" dirty="0">
                <a:latin typeface="Tahoma"/>
                <a:cs typeface="Tahoma"/>
              </a:rPr>
              <a:t>(B)w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3200" spc="-5" dirty="0">
                <a:latin typeface="Tahoma"/>
                <a:cs typeface="Tahoma"/>
              </a:rPr>
              <a:t>(B)</a:t>
            </a:r>
            <a:endParaRPr sz="3200">
              <a:latin typeface="Tahoma"/>
              <a:cs typeface="Tahoma"/>
            </a:endParaRPr>
          </a:p>
          <a:p>
            <a:pPr marL="660400" marR="1903095" indent="-342900">
              <a:lnSpc>
                <a:spcPct val="100000"/>
              </a:lnSpc>
              <a:spcBef>
                <a:spcPts val="1755"/>
              </a:spcBef>
            </a:pPr>
            <a:r>
              <a:rPr sz="3200" spc="-5" dirty="0">
                <a:latin typeface="Tahoma"/>
                <a:cs typeface="Tahoma"/>
              </a:rPr>
              <a:t>Sc’=r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(A)w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(A)  r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(B)w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(B)r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3200" spc="-5" dirty="0">
                <a:latin typeface="Tahoma"/>
                <a:cs typeface="Tahoma"/>
              </a:rPr>
              <a:t>(A)w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3200" spc="-5" dirty="0">
                <a:latin typeface="Tahoma"/>
                <a:cs typeface="Tahoma"/>
              </a:rPr>
              <a:t>(A)r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3200" spc="-5" dirty="0">
                <a:latin typeface="Tahoma"/>
                <a:cs typeface="Tahoma"/>
              </a:rPr>
              <a:t>(B)w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3200" spc="-5" dirty="0">
                <a:latin typeface="Tahoma"/>
                <a:cs typeface="Tahoma"/>
              </a:rPr>
              <a:t>(B)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4400">
              <a:latin typeface="Tahoma"/>
              <a:cs typeface="Tahoma"/>
            </a:endParaRPr>
          </a:p>
          <a:p>
            <a:pPr marL="2781300">
              <a:lnSpc>
                <a:spcPct val="100000"/>
              </a:lnSpc>
              <a:tabLst>
                <a:tab pos="6438265" algn="l"/>
              </a:tabLst>
            </a:pPr>
            <a:r>
              <a:rPr sz="3200" dirty="0">
                <a:latin typeface="Tahoma"/>
                <a:cs typeface="Tahoma"/>
              </a:rPr>
              <a:t>T</a:t>
            </a:r>
            <a:r>
              <a:rPr sz="2000" dirty="0">
                <a:latin typeface="Tahoma"/>
                <a:cs typeface="Tahoma"/>
              </a:rPr>
              <a:t>1	</a:t>
            </a:r>
            <a:r>
              <a:rPr sz="3200" dirty="0">
                <a:latin typeface="Tahoma"/>
                <a:cs typeface="Tahoma"/>
              </a:rPr>
              <a:t>T</a:t>
            </a:r>
            <a:r>
              <a:rPr sz="2000" dirty="0"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67037" y="1904885"/>
            <a:ext cx="1762125" cy="308610"/>
          </a:xfrm>
          <a:custGeom>
            <a:avLst/>
            <a:gdLst/>
            <a:ahLst/>
            <a:cxnLst/>
            <a:rect l="l" t="t" r="r" b="b"/>
            <a:pathLst>
              <a:path w="1762125" h="308610">
                <a:moveTo>
                  <a:pt x="830046" y="195580"/>
                </a:moveTo>
                <a:lnTo>
                  <a:pt x="824750" y="190500"/>
                </a:lnTo>
                <a:lnTo>
                  <a:pt x="824928" y="190500"/>
                </a:lnTo>
                <a:lnTo>
                  <a:pt x="819403" y="185420"/>
                </a:lnTo>
                <a:lnTo>
                  <a:pt x="819594" y="185420"/>
                </a:lnTo>
                <a:lnTo>
                  <a:pt x="813866" y="181610"/>
                </a:lnTo>
                <a:lnTo>
                  <a:pt x="814057" y="181610"/>
                </a:lnTo>
                <a:lnTo>
                  <a:pt x="808139" y="177800"/>
                </a:lnTo>
                <a:lnTo>
                  <a:pt x="808329" y="177800"/>
                </a:lnTo>
                <a:lnTo>
                  <a:pt x="802220" y="173990"/>
                </a:lnTo>
                <a:lnTo>
                  <a:pt x="802424" y="173990"/>
                </a:lnTo>
                <a:lnTo>
                  <a:pt x="796137" y="171450"/>
                </a:lnTo>
                <a:lnTo>
                  <a:pt x="796340" y="171450"/>
                </a:lnTo>
                <a:lnTo>
                  <a:pt x="789876" y="167640"/>
                </a:lnTo>
                <a:lnTo>
                  <a:pt x="790092" y="167640"/>
                </a:lnTo>
                <a:lnTo>
                  <a:pt x="783475" y="165100"/>
                </a:lnTo>
                <a:lnTo>
                  <a:pt x="783691" y="165100"/>
                </a:lnTo>
                <a:lnTo>
                  <a:pt x="776909" y="163830"/>
                </a:lnTo>
                <a:lnTo>
                  <a:pt x="777151" y="163830"/>
                </a:lnTo>
                <a:lnTo>
                  <a:pt x="770216" y="161290"/>
                </a:lnTo>
                <a:lnTo>
                  <a:pt x="770458" y="161290"/>
                </a:lnTo>
                <a:lnTo>
                  <a:pt x="763397" y="160020"/>
                </a:lnTo>
                <a:lnTo>
                  <a:pt x="763638" y="160020"/>
                </a:lnTo>
                <a:lnTo>
                  <a:pt x="756450" y="158750"/>
                </a:lnTo>
                <a:lnTo>
                  <a:pt x="756691" y="158750"/>
                </a:lnTo>
                <a:lnTo>
                  <a:pt x="749388" y="157480"/>
                </a:lnTo>
                <a:lnTo>
                  <a:pt x="749642" y="157480"/>
                </a:lnTo>
                <a:lnTo>
                  <a:pt x="742226" y="156210"/>
                </a:lnTo>
                <a:lnTo>
                  <a:pt x="135178" y="156210"/>
                </a:lnTo>
                <a:lnTo>
                  <a:pt x="120192" y="153670"/>
                </a:lnTo>
                <a:lnTo>
                  <a:pt x="112902" y="151130"/>
                </a:lnTo>
                <a:lnTo>
                  <a:pt x="105740" y="149860"/>
                </a:lnTo>
                <a:lnTo>
                  <a:pt x="66281" y="129540"/>
                </a:lnTo>
                <a:lnTo>
                  <a:pt x="34289" y="99060"/>
                </a:lnTo>
                <a:lnTo>
                  <a:pt x="29819" y="92710"/>
                </a:lnTo>
                <a:lnTo>
                  <a:pt x="25628" y="87630"/>
                </a:lnTo>
                <a:lnTo>
                  <a:pt x="21717" y="81280"/>
                </a:lnTo>
                <a:lnTo>
                  <a:pt x="18110" y="73660"/>
                </a:lnTo>
                <a:lnTo>
                  <a:pt x="14782" y="67310"/>
                </a:lnTo>
                <a:lnTo>
                  <a:pt x="3035" y="30480"/>
                </a:lnTo>
                <a:lnTo>
                  <a:pt x="0" y="0"/>
                </a:lnTo>
                <a:lnTo>
                  <a:pt x="9525" y="0"/>
                </a:lnTo>
                <a:lnTo>
                  <a:pt x="9683" y="6350"/>
                </a:lnTo>
                <a:lnTo>
                  <a:pt x="9782" y="7620"/>
                </a:lnTo>
                <a:lnTo>
                  <a:pt x="10261" y="15240"/>
                </a:lnTo>
                <a:lnTo>
                  <a:pt x="10403" y="15240"/>
                </a:lnTo>
                <a:lnTo>
                  <a:pt x="11175" y="21590"/>
                </a:lnTo>
                <a:lnTo>
                  <a:pt x="12420" y="29210"/>
                </a:lnTo>
                <a:lnTo>
                  <a:pt x="14008" y="36830"/>
                </a:lnTo>
                <a:lnTo>
                  <a:pt x="15925" y="43180"/>
                </a:lnTo>
                <a:lnTo>
                  <a:pt x="18148" y="50800"/>
                </a:lnTo>
                <a:lnTo>
                  <a:pt x="20688" y="57150"/>
                </a:lnTo>
                <a:lnTo>
                  <a:pt x="23533" y="63500"/>
                </a:lnTo>
                <a:lnTo>
                  <a:pt x="26657" y="69850"/>
                </a:lnTo>
                <a:lnTo>
                  <a:pt x="30060" y="76200"/>
                </a:lnTo>
                <a:lnTo>
                  <a:pt x="33743" y="82550"/>
                </a:lnTo>
                <a:lnTo>
                  <a:pt x="37693" y="87630"/>
                </a:lnTo>
                <a:lnTo>
                  <a:pt x="41897" y="93980"/>
                </a:lnTo>
                <a:lnTo>
                  <a:pt x="41757" y="93980"/>
                </a:lnTo>
                <a:lnTo>
                  <a:pt x="46342" y="99060"/>
                </a:lnTo>
                <a:lnTo>
                  <a:pt x="46202" y="99060"/>
                </a:lnTo>
                <a:lnTo>
                  <a:pt x="51028" y="104140"/>
                </a:lnTo>
                <a:lnTo>
                  <a:pt x="50876" y="104140"/>
                </a:lnTo>
                <a:lnTo>
                  <a:pt x="55943" y="109220"/>
                </a:lnTo>
                <a:lnTo>
                  <a:pt x="55778" y="109220"/>
                </a:lnTo>
                <a:lnTo>
                  <a:pt x="61074" y="113030"/>
                </a:lnTo>
                <a:lnTo>
                  <a:pt x="60896" y="113030"/>
                </a:lnTo>
                <a:lnTo>
                  <a:pt x="66420" y="118110"/>
                </a:lnTo>
                <a:lnTo>
                  <a:pt x="66230" y="118110"/>
                </a:lnTo>
                <a:lnTo>
                  <a:pt x="71958" y="121920"/>
                </a:lnTo>
                <a:lnTo>
                  <a:pt x="71767" y="121920"/>
                </a:lnTo>
                <a:lnTo>
                  <a:pt x="77685" y="125730"/>
                </a:lnTo>
                <a:lnTo>
                  <a:pt x="77495" y="125730"/>
                </a:lnTo>
                <a:lnTo>
                  <a:pt x="83604" y="129540"/>
                </a:lnTo>
                <a:lnTo>
                  <a:pt x="83400" y="129540"/>
                </a:lnTo>
                <a:lnTo>
                  <a:pt x="89687" y="132080"/>
                </a:lnTo>
                <a:lnTo>
                  <a:pt x="89484" y="132080"/>
                </a:lnTo>
                <a:lnTo>
                  <a:pt x="95948" y="135890"/>
                </a:lnTo>
                <a:lnTo>
                  <a:pt x="95732" y="135890"/>
                </a:lnTo>
                <a:lnTo>
                  <a:pt x="102349" y="138430"/>
                </a:lnTo>
                <a:lnTo>
                  <a:pt x="102133" y="138430"/>
                </a:lnTo>
                <a:lnTo>
                  <a:pt x="108915" y="140970"/>
                </a:lnTo>
                <a:lnTo>
                  <a:pt x="108673" y="140970"/>
                </a:lnTo>
                <a:lnTo>
                  <a:pt x="115608" y="142240"/>
                </a:lnTo>
                <a:lnTo>
                  <a:pt x="115366" y="142240"/>
                </a:lnTo>
                <a:lnTo>
                  <a:pt x="122427" y="144780"/>
                </a:lnTo>
                <a:lnTo>
                  <a:pt x="125780" y="144780"/>
                </a:lnTo>
                <a:lnTo>
                  <a:pt x="129374" y="146050"/>
                </a:lnTo>
                <a:lnTo>
                  <a:pt x="136182" y="146050"/>
                </a:lnTo>
                <a:lnTo>
                  <a:pt x="143598" y="147320"/>
                </a:lnTo>
                <a:lnTo>
                  <a:pt x="750646" y="147320"/>
                </a:lnTo>
                <a:lnTo>
                  <a:pt x="765632" y="149860"/>
                </a:lnTo>
                <a:lnTo>
                  <a:pt x="772922" y="152400"/>
                </a:lnTo>
                <a:lnTo>
                  <a:pt x="780084" y="153670"/>
                </a:lnTo>
                <a:lnTo>
                  <a:pt x="787095" y="156210"/>
                </a:lnTo>
                <a:lnTo>
                  <a:pt x="793940" y="160020"/>
                </a:lnTo>
                <a:lnTo>
                  <a:pt x="800620" y="162560"/>
                </a:lnTo>
                <a:lnTo>
                  <a:pt x="807123" y="166370"/>
                </a:lnTo>
                <a:lnTo>
                  <a:pt x="813435" y="170180"/>
                </a:lnTo>
                <a:lnTo>
                  <a:pt x="819543" y="173990"/>
                </a:lnTo>
                <a:lnTo>
                  <a:pt x="825449" y="179070"/>
                </a:lnTo>
                <a:lnTo>
                  <a:pt x="831138" y="182880"/>
                </a:lnTo>
                <a:lnTo>
                  <a:pt x="836599" y="187960"/>
                </a:lnTo>
                <a:lnTo>
                  <a:pt x="841832" y="193040"/>
                </a:lnTo>
                <a:lnTo>
                  <a:pt x="842827" y="194310"/>
                </a:lnTo>
                <a:lnTo>
                  <a:pt x="829881" y="194310"/>
                </a:lnTo>
                <a:lnTo>
                  <a:pt x="830046" y="195580"/>
                </a:lnTo>
                <a:close/>
              </a:path>
              <a:path w="1762125" h="308610">
                <a:moveTo>
                  <a:pt x="1761921" y="7620"/>
                </a:moveTo>
                <a:lnTo>
                  <a:pt x="1752409" y="7620"/>
                </a:lnTo>
                <a:lnTo>
                  <a:pt x="1752600" y="0"/>
                </a:lnTo>
                <a:lnTo>
                  <a:pt x="1762125" y="0"/>
                </a:lnTo>
                <a:lnTo>
                  <a:pt x="1761921" y="7620"/>
                </a:lnTo>
                <a:close/>
              </a:path>
              <a:path w="1762125" h="308610">
                <a:moveTo>
                  <a:pt x="9782" y="7620"/>
                </a:moveTo>
                <a:lnTo>
                  <a:pt x="9702" y="6350"/>
                </a:lnTo>
                <a:lnTo>
                  <a:pt x="9782" y="7620"/>
                </a:lnTo>
                <a:close/>
              </a:path>
              <a:path w="1762125" h="308610">
                <a:moveTo>
                  <a:pt x="1761337" y="15240"/>
                </a:moveTo>
                <a:lnTo>
                  <a:pt x="1751863" y="15240"/>
                </a:lnTo>
                <a:lnTo>
                  <a:pt x="1752422" y="6350"/>
                </a:lnTo>
                <a:lnTo>
                  <a:pt x="1752409" y="7620"/>
                </a:lnTo>
                <a:lnTo>
                  <a:pt x="1761921" y="7620"/>
                </a:lnTo>
                <a:lnTo>
                  <a:pt x="1761337" y="15240"/>
                </a:lnTo>
                <a:close/>
              </a:path>
              <a:path w="1762125" h="308610">
                <a:moveTo>
                  <a:pt x="10403" y="15240"/>
                </a:moveTo>
                <a:lnTo>
                  <a:pt x="10261" y="15240"/>
                </a:lnTo>
                <a:lnTo>
                  <a:pt x="10248" y="13970"/>
                </a:lnTo>
                <a:lnTo>
                  <a:pt x="10403" y="15240"/>
                </a:lnTo>
                <a:close/>
              </a:path>
              <a:path w="1762125" h="308610">
                <a:moveTo>
                  <a:pt x="1670024" y="144780"/>
                </a:moveTo>
                <a:lnTo>
                  <a:pt x="1639697" y="144780"/>
                </a:lnTo>
                <a:lnTo>
                  <a:pt x="1646758" y="142240"/>
                </a:lnTo>
                <a:lnTo>
                  <a:pt x="1646516" y="142240"/>
                </a:lnTo>
                <a:lnTo>
                  <a:pt x="1653451" y="140970"/>
                </a:lnTo>
                <a:lnTo>
                  <a:pt x="1653209" y="140970"/>
                </a:lnTo>
                <a:lnTo>
                  <a:pt x="1659991" y="138430"/>
                </a:lnTo>
                <a:lnTo>
                  <a:pt x="1659775" y="138430"/>
                </a:lnTo>
                <a:lnTo>
                  <a:pt x="1666392" y="135890"/>
                </a:lnTo>
                <a:lnTo>
                  <a:pt x="1666176" y="135890"/>
                </a:lnTo>
                <a:lnTo>
                  <a:pt x="1672640" y="132080"/>
                </a:lnTo>
                <a:lnTo>
                  <a:pt x="1672437" y="132080"/>
                </a:lnTo>
                <a:lnTo>
                  <a:pt x="1678724" y="129540"/>
                </a:lnTo>
                <a:lnTo>
                  <a:pt x="1678520" y="129540"/>
                </a:lnTo>
                <a:lnTo>
                  <a:pt x="1684629" y="125730"/>
                </a:lnTo>
                <a:lnTo>
                  <a:pt x="1684439" y="125730"/>
                </a:lnTo>
                <a:lnTo>
                  <a:pt x="1690357" y="121920"/>
                </a:lnTo>
                <a:lnTo>
                  <a:pt x="1690166" y="121920"/>
                </a:lnTo>
                <a:lnTo>
                  <a:pt x="1695894" y="118110"/>
                </a:lnTo>
                <a:lnTo>
                  <a:pt x="1695703" y="118110"/>
                </a:lnTo>
                <a:lnTo>
                  <a:pt x="1701228" y="113030"/>
                </a:lnTo>
                <a:lnTo>
                  <a:pt x="1701050" y="113030"/>
                </a:lnTo>
                <a:lnTo>
                  <a:pt x="1706346" y="109220"/>
                </a:lnTo>
                <a:lnTo>
                  <a:pt x="1706181" y="109220"/>
                </a:lnTo>
                <a:lnTo>
                  <a:pt x="1711248" y="104140"/>
                </a:lnTo>
                <a:lnTo>
                  <a:pt x="1711096" y="104140"/>
                </a:lnTo>
                <a:lnTo>
                  <a:pt x="1715922" y="99060"/>
                </a:lnTo>
                <a:lnTo>
                  <a:pt x="1715782" y="99060"/>
                </a:lnTo>
                <a:lnTo>
                  <a:pt x="1720367" y="93980"/>
                </a:lnTo>
                <a:lnTo>
                  <a:pt x="1720227" y="93980"/>
                </a:lnTo>
                <a:lnTo>
                  <a:pt x="1724558" y="87630"/>
                </a:lnTo>
                <a:lnTo>
                  <a:pt x="1728495" y="82550"/>
                </a:lnTo>
                <a:lnTo>
                  <a:pt x="1732165" y="76200"/>
                </a:lnTo>
                <a:lnTo>
                  <a:pt x="1735569" y="69850"/>
                </a:lnTo>
                <a:lnTo>
                  <a:pt x="1738693" y="63500"/>
                </a:lnTo>
                <a:lnTo>
                  <a:pt x="1741525" y="57150"/>
                </a:lnTo>
                <a:lnTo>
                  <a:pt x="1744052" y="50800"/>
                </a:lnTo>
                <a:lnTo>
                  <a:pt x="1746275" y="43180"/>
                </a:lnTo>
                <a:lnTo>
                  <a:pt x="1748167" y="36830"/>
                </a:lnTo>
                <a:lnTo>
                  <a:pt x="1749742" y="29210"/>
                </a:lnTo>
                <a:lnTo>
                  <a:pt x="1750987" y="21590"/>
                </a:lnTo>
                <a:lnTo>
                  <a:pt x="1751876" y="13970"/>
                </a:lnTo>
                <a:lnTo>
                  <a:pt x="1751863" y="15240"/>
                </a:lnTo>
                <a:lnTo>
                  <a:pt x="1761337" y="15240"/>
                </a:lnTo>
                <a:lnTo>
                  <a:pt x="1760372" y="22860"/>
                </a:lnTo>
                <a:lnTo>
                  <a:pt x="1759051" y="31750"/>
                </a:lnTo>
                <a:lnTo>
                  <a:pt x="1757362" y="39370"/>
                </a:lnTo>
                <a:lnTo>
                  <a:pt x="1755330" y="45720"/>
                </a:lnTo>
                <a:lnTo>
                  <a:pt x="1752955" y="53340"/>
                </a:lnTo>
                <a:lnTo>
                  <a:pt x="1750263" y="60960"/>
                </a:lnTo>
                <a:lnTo>
                  <a:pt x="1747240" y="67310"/>
                </a:lnTo>
                <a:lnTo>
                  <a:pt x="1743913" y="74930"/>
                </a:lnTo>
                <a:lnTo>
                  <a:pt x="1740293" y="81280"/>
                </a:lnTo>
                <a:lnTo>
                  <a:pt x="1736496" y="87630"/>
                </a:lnTo>
                <a:lnTo>
                  <a:pt x="1732305" y="92710"/>
                </a:lnTo>
                <a:lnTo>
                  <a:pt x="1727695" y="99060"/>
                </a:lnTo>
                <a:lnTo>
                  <a:pt x="1695653" y="129540"/>
                </a:lnTo>
                <a:lnTo>
                  <a:pt x="1676704" y="140970"/>
                </a:lnTo>
                <a:lnTo>
                  <a:pt x="1670024" y="144780"/>
                </a:lnTo>
                <a:close/>
              </a:path>
              <a:path w="1762125" h="308610">
                <a:moveTo>
                  <a:pt x="125780" y="144780"/>
                </a:moveTo>
                <a:lnTo>
                  <a:pt x="122427" y="144780"/>
                </a:lnTo>
                <a:lnTo>
                  <a:pt x="122186" y="143510"/>
                </a:lnTo>
                <a:lnTo>
                  <a:pt x="125780" y="144780"/>
                </a:lnTo>
                <a:close/>
              </a:path>
              <a:path w="1762125" h="308610">
                <a:moveTo>
                  <a:pt x="885825" y="304800"/>
                </a:moveTo>
                <a:lnTo>
                  <a:pt x="881087" y="265334"/>
                </a:lnTo>
                <a:lnTo>
                  <a:pt x="883094" y="257810"/>
                </a:lnTo>
                <a:lnTo>
                  <a:pt x="885469" y="250190"/>
                </a:lnTo>
                <a:lnTo>
                  <a:pt x="888161" y="242570"/>
                </a:lnTo>
                <a:lnTo>
                  <a:pt x="891184" y="236220"/>
                </a:lnTo>
                <a:lnTo>
                  <a:pt x="894511" y="229870"/>
                </a:lnTo>
                <a:lnTo>
                  <a:pt x="898131" y="222250"/>
                </a:lnTo>
                <a:lnTo>
                  <a:pt x="901928" y="217170"/>
                </a:lnTo>
                <a:lnTo>
                  <a:pt x="906119" y="210820"/>
                </a:lnTo>
                <a:lnTo>
                  <a:pt x="910729" y="204470"/>
                </a:lnTo>
                <a:lnTo>
                  <a:pt x="942771" y="173990"/>
                </a:lnTo>
                <a:lnTo>
                  <a:pt x="968400" y="160020"/>
                </a:lnTo>
                <a:lnTo>
                  <a:pt x="975029" y="156210"/>
                </a:lnTo>
                <a:lnTo>
                  <a:pt x="982268" y="153670"/>
                </a:lnTo>
                <a:lnTo>
                  <a:pt x="989431" y="152400"/>
                </a:lnTo>
                <a:lnTo>
                  <a:pt x="996734" y="149860"/>
                </a:lnTo>
                <a:lnTo>
                  <a:pt x="1011732" y="147320"/>
                </a:lnTo>
                <a:lnTo>
                  <a:pt x="1618526" y="147320"/>
                </a:lnTo>
                <a:lnTo>
                  <a:pt x="1625942" y="146050"/>
                </a:lnTo>
                <a:lnTo>
                  <a:pt x="1632750" y="146050"/>
                </a:lnTo>
                <a:lnTo>
                  <a:pt x="1639938" y="143510"/>
                </a:lnTo>
                <a:lnTo>
                  <a:pt x="1639697" y="144780"/>
                </a:lnTo>
                <a:lnTo>
                  <a:pt x="1670024" y="144780"/>
                </a:lnTo>
                <a:lnTo>
                  <a:pt x="1663395" y="147320"/>
                </a:lnTo>
                <a:lnTo>
                  <a:pt x="1656156" y="149860"/>
                </a:lnTo>
                <a:lnTo>
                  <a:pt x="1648993" y="151130"/>
                </a:lnTo>
                <a:lnTo>
                  <a:pt x="1641678" y="153670"/>
                </a:lnTo>
                <a:lnTo>
                  <a:pt x="1626692" y="156210"/>
                </a:lnTo>
                <a:lnTo>
                  <a:pt x="1019898" y="156210"/>
                </a:lnTo>
                <a:lnTo>
                  <a:pt x="1012482" y="157480"/>
                </a:lnTo>
                <a:lnTo>
                  <a:pt x="1012736" y="157480"/>
                </a:lnTo>
                <a:lnTo>
                  <a:pt x="1005433" y="158750"/>
                </a:lnTo>
                <a:lnTo>
                  <a:pt x="1005674" y="158750"/>
                </a:lnTo>
                <a:lnTo>
                  <a:pt x="998486" y="160020"/>
                </a:lnTo>
                <a:lnTo>
                  <a:pt x="998727" y="160020"/>
                </a:lnTo>
                <a:lnTo>
                  <a:pt x="991666" y="161290"/>
                </a:lnTo>
                <a:lnTo>
                  <a:pt x="991908" y="161290"/>
                </a:lnTo>
                <a:lnTo>
                  <a:pt x="984973" y="163830"/>
                </a:lnTo>
                <a:lnTo>
                  <a:pt x="985215" y="163830"/>
                </a:lnTo>
                <a:lnTo>
                  <a:pt x="978433" y="165100"/>
                </a:lnTo>
                <a:lnTo>
                  <a:pt x="978649" y="165100"/>
                </a:lnTo>
                <a:lnTo>
                  <a:pt x="972032" y="167640"/>
                </a:lnTo>
                <a:lnTo>
                  <a:pt x="972248" y="167640"/>
                </a:lnTo>
                <a:lnTo>
                  <a:pt x="965784" y="171450"/>
                </a:lnTo>
                <a:lnTo>
                  <a:pt x="965987" y="171450"/>
                </a:lnTo>
                <a:lnTo>
                  <a:pt x="959700" y="173990"/>
                </a:lnTo>
                <a:lnTo>
                  <a:pt x="959904" y="173990"/>
                </a:lnTo>
                <a:lnTo>
                  <a:pt x="953795" y="177800"/>
                </a:lnTo>
                <a:lnTo>
                  <a:pt x="953985" y="177800"/>
                </a:lnTo>
                <a:lnTo>
                  <a:pt x="948067" y="181610"/>
                </a:lnTo>
                <a:lnTo>
                  <a:pt x="948258" y="181610"/>
                </a:lnTo>
                <a:lnTo>
                  <a:pt x="942530" y="185420"/>
                </a:lnTo>
                <a:lnTo>
                  <a:pt x="942721" y="185420"/>
                </a:lnTo>
                <a:lnTo>
                  <a:pt x="937196" y="190500"/>
                </a:lnTo>
                <a:lnTo>
                  <a:pt x="937374" y="190500"/>
                </a:lnTo>
                <a:lnTo>
                  <a:pt x="933402" y="194310"/>
                </a:lnTo>
                <a:lnTo>
                  <a:pt x="932243" y="194310"/>
                </a:lnTo>
                <a:lnTo>
                  <a:pt x="927176" y="199390"/>
                </a:lnTo>
                <a:lnTo>
                  <a:pt x="927328" y="199390"/>
                </a:lnTo>
                <a:lnTo>
                  <a:pt x="922502" y="204470"/>
                </a:lnTo>
                <a:lnTo>
                  <a:pt x="922642" y="204470"/>
                </a:lnTo>
                <a:lnTo>
                  <a:pt x="918057" y="210820"/>
                </a:lnTo>
                <a:lnTo>
                  <a:pt x="918197" y="210820"/>
                </a:lnTo>
                <a:lnTo>
                  <a:pt x="913866" y="215900"/>
                </a:lnTo>
                <a:lnTo>
                  <a:pt x="910742" y="220980"/>
                </a:lnTo>
                <a:lnTo>
                  <a:pt x="910043" y="220980"/>
                </a:lnTo>
                <a:lnTo>
                  <a:pt x="906259" y="227330"/>
                </a:lnTo>
                <a:lnTo>
                  <a:pt x="902855" y="233680"/>
                </a:lnTo>
                <a:lnTo>
                  <a:pt x="899731" y="240030"/>
                </a:lnTo>
                <a:lnTo>
                  <a:pt x="896899" y="246380"/>
                </a:lnTo>
                <a:lnTo>
                  <a:pt x="894808" y="252730"/>
                </a:lnTo>
                <a:lnTo>
                  <a:pt x="894448" y="252730"/>
                </a:lnTo>
                <a:lnTo>
                  <a:pt x="892149" y="260350"/>
                </a:lnTo>
                <a:lnTo>
                  <a:pt x="890585" y="266700"/>
                </a:lnTo>
                <a:lnTo>
                  <a:pt x="890308" y="266700"/>
                </a:lnTo>
                <a:lnTo>
                  <a:pt x="888682" y="274320"/>
                </a:lnTo>
                <a:lnTo>
                  <a:pt x="887437" y="281940"/>
                </a:lnTo>
                <a:lnTo>
                  <a:pt x="886548" y="289560"/>
                </a:lnTo>
                <a:lnTo>
                  <a:pt x="886015" y="297180"/>
                </a:lnTo>
                <a:lnTo>
                  <a:pt x="885825" y="304800"/>
                </a:lnTo>
                <a:close/>
              </a:path>
              <a:path w="1762125" h="308610">
                <a:moveTo>
                  <a:pt x="136436" y="146050"/>
                </a:moveTo>
                <a:lnTo>
                  <a:pt x="129374" y="146050"/>
                </a:lnTo>
                <a:lnTo>
                  <a:pt x="129133" y="144780"/>
                </a:lnTo>
                <a:lnTo>
                  <a:pt x="136436" y="146050"/>
                </a:lnTo>
                <a:close/>
              </a:path>
              <a:path w="1762125" h="308610">
                <a:moveTo>
                  <a:pt x="1632750" y="146050"/>
                </a:moveTo>
                <a:lnTo>
                  <a:pt x="1625688" y="146050"/>
                </a:lnTo>
                <a:lnTo>
                  <a:pt x="1632991" y="144780"/>
                </a:lnTo>
                <a:lnTo>
                  <a:pt x="1632750" y="146050"/>
                </a:lnTo>
                <a:close/>
              </a:path>
              <a:path w="1762125" h="308610">
                <a:moveTo>
                  <a:pt x="852195" y="222250"/>
                </a:moveTo>
                <a:lnTo>
                  <a:pt x="848131" y="215900"/>
                </a:lnTo>
                <a:lnTo>
                  <a:pt x="843927" y="210820"/>
                </a:lnTo>
                <a:lnTo>
                  <a:pt x="844067" y="210820"/>
                </a:lnTo>
                <a:lnTo>
                  <a:pt x="839482" y="204470"/>
                </a:lnTo>
                <a:lnTo>
                  <a:pt x="839622" y="204470"/>
                </a:lnTo>
                <a:lnTo>
                  <a:pt x="834796" y="199390"/>
                </a:lnTo>
                <a:lnTo>
                  <a:pt x="834948" y="199390"/>
                </a:lnTo>
                <a:lnTo>
                  <a:pt x="829881" y="194310"/>
                </a:lnTo>
                <a:lnTo>
                  <a:pt x="842827" y="194310"/>
                </a:lnTo>
                <a:lnTo>
                  <a:pt x="846810" y="199390"/>
                </a:lnTo>
                <a:lnTo>
                  <a:pt x="851535" y="204470"/>
                </a:lnTo>
                <a:lnTo>
                  <a:pt x="856005" y="210820"/>
                </a:lnTo>
                <a:lnTo>
                  <a:pt x="860196" y="217170"/>
                </a:lnTo>
                <a:lnTo>
                  <a:pt x="862543" y="220980"/>
                </a:lnTo>
                <a:lnTo>
                  <a:pt x="852068" y="220980"/>
                </a:lnTo>
                <a:lnTo>
                  <a:pt x="852195" y="222250"/>
                </a:lnTo>
                <a:close/>
              </a:path>
              <a:path w="1762125" h="308610">
                <a:moveTo>
                  <a:pt x="932078" y="195580"/>
                </a:moveTo>
                <a:lnTo>
                  <a:pt x="932243" y="194310"/>
                </a:lnTo>
                <a:lnTo>
                  <a:pt x="933402" y="194310"/>
                </a:lnTo>
                <a:lnTo>
                  <a:pt x="932078" y="195580"/>
                </a:lnTo>
                <a:close/>
              </a:path>
              <a:path w="1762125" h="308610">
                <a:moveTo>
                  <a:pt x="867752" y="254000"/>
                </a:moveTo>
                <a:lnTo>
                  <a:pt x="865136" y="246380"/>
                </a:lnTo>
                <a:lnTo>
                  <a:pt x="862291" y="240030"/>
                </a:lnTo>
                <a:lnTo>
                  <a:pt x="859167" y="233680"/>
                </a:lnTo>
                <a:lnTo>
                  <a:pt x="855764" y="227330"/>
                </a:lnTo>
                <a:lnTo>
                  <a:pt x="852068" y="220980"/>
                </a:lnTo>
                <a:lnTo>
                  <a:pt x="862543" y="220980"/>
                </a:lnTo>
                <a:lnTo>
                  <a:pt x="864108" y="223520"/>
                </a:lnTo>
                <a:lnTo>
                  <a:pt x="867714" y="229870"/>
                </a:lnTo>
                <a:lnTo>
                  <a:pt x="871042" y="236220"/>
                </a:lnTo>
                <a:lnTo>
                  <a:pt x="874052" y="243840"/>
                </a:lnTo>
                <a:lnTo>
                  <a:pt x="876731" y="250190"/>
                </a:lnTo>
                <a:lnTo>
                  <a:pt x="877519" y="252730"/>
                </a:lnTo>
                <a:lnTo>
                  <a:pt x="867676" y="252730"/>
                </a:lnTo>
                <a:lnTo>
                  <a:pt x="867752" y="254000"/>
                </a:lnTo>
                <a:close/>
              </a:path>
              <a:path w="1762125" h="308610">
                <a:moveTo>
                  <a:pt x="909929" y="222250"/>
                </a:moveTo>
                <a:lnTo>
                  <a:pt x="910043" y="220980"/>
                </a:lnTo>
                <a:lnTo>
                  <a:pt x="910742" y="220980"/>
                </a:lnTo>
                <a:lnTo>
                  <a:pt x="909929" y="222250"/>
                </a:lnTo>
                <a:close/>
              </a:path>
              <a:path w="1762125" h="308610">
                <a:moveTo>
                  <a:pt x="871867" y="267970"/>
                </a:moveTo>
                <a:lnTo>
                  <a:pt x="869899" y="260350"/>
                </a:lnTo>
                <a:lnTo>
                  <a:pt x="867676" y="252730"/>
                </a:lnTo>
                <a:lnTo>
                  <a:pt x="877519" y="252730"/>
                </a:lnTo>
                <a:lnTo>
                  <a:pt x="879094" y="257810"/>
                </a:lnTo>
                <a:lnTo>
                  <a:pt x="881087" y="265334"/>
                </a:lnTo>
                <a:lnTo>
                  <a:pt x="880780" y="266700"/>
                </a:lnTo>
                <a:lnTo>
                  <a:pt x="871816" y="266700"/>
                </a:lnTo>
                <a:lnTo>
                  <a:pt x="871867" y="267970"/>
                </a:lnTo>
                <a:close/>
              </a:path>
              <a:path w="1762125" h="308610">
                <a:moveTo>
                  <a:pt x="894372" y="254000"/>
                </a:moveTo>
                <a:lnTo>
                  <a:pt x="894448" y="252730"/>
                </a:lnTo>
                <a:lnTo>
                  <a:pt x="894808" y="252730"/>
                </a:lnTo>
                <a:lnTo>
                  <a:pt x="894372" y="254000"/>
                </a:lnTo>
                <a:close/>
              </a:path>
              <a:path w="1762125" h="308610">
                <a:moveTo>
                  <a:pt x="883412" y="308610"/>
                </a:moveTo>
                <a:lnTo>
                  <a:pt x="878713" y="308610"/>
                </a:lnTo>
                <a:lnTo>
                  <a:pt x="877455" y="307340"/>
                </a:lnTo>
                <a:lnTo>
                  <a:pt x="876617" y="306070"/>
                </a:lnTo>
                <a:lnTo>
                  <a:pt x="876300" y="304800"/>
                </a:lnTo>
                <a:lnTo>
                  <a:pt x="876503" y="295910"/>
                </a:lnTo>
                <a:lnTo>
                  <a:pt x="877087" y="288290"/>
                </a:lnTo>
                <a:lnTo>
                  <a:pt x="878052" y="280670"/>
                </a:lnTo>
                <a:lnTo>
                  <a:pt x="879373" y="273050"/>
                </a:lnTo>
                <a:lnTo>
                  <a:pt x="881087" y="265334"/>
                </a:lnTo>
                <a:lnTo>
                  <a:pt x="882789" y="273050"/>
                </a:lnTo>
                <a:lnTo>
                  <a:pt x="884110" y="280670"/>
                </a:lnTo>
                <a:lnTo>
                  <a:pt x="885063" y="288290"/>
                </a:lnTo>
                <a:lnTo>
                  <a:pt x="885634" y="295910"/>
                </a:lnTo>
                <a:lnTo>
                  <a:pt x="885825" y="304800"/>
                </a:lnTo>
                <a:lnTo>
                  <a:pt x="885507" y="306070"/>
                </a:lnTo>
                <a:lnTo>
                  <a:pt x="884669" y="307340"/>
                </a:lnTo>
                <a:lnTo>
                  <a:pt x="883412" y="308610"/>
                </a:lnTo>
                <a:close/>
              </a:path>
              <a:path w="1762125" h="308610">
                <a:moveTo>
                  <a:pt x="876300" y="304800"/>
                </a:moveTo>
                <a:lnTo>
                  <a:pt x="876109" y="297180"/>
                </a:lnTo>
                <a:lnTo>
                  <a:pt x="875563" y="289560"/>
                </a:lnTo>
                <a:lnTo>
                  <a:pt x="874649" y="281940"/>
                </a:lnTo>
                <a:lnTo>
                  <a:pt x="873404" y="274320"/>
                </a:lnTo>
                <a:lnTo>
                  <a:pt x="871816" y="266700"/>
                </a:lnTo>
                <a:lnTo>
                  <a:pt x="880780" y="266700"/>
                </a:lnTo>
                <a:lnTo>
                  <a:pt x="879373" y="273050"/>
                </a:lnTo>
                <a:lnTo>
                  <a:pt x="878052" y="280670"/>
                </a:lnTo>
                <a:lnTo>
                  <a:pt x="877087" y="288290"/>
                </a:lnTo>
                <a:lnTo>
                  <a:pt x="876503" y="295910"/>
                </a:lnTo>
                <a:lnTo>
                  <a:pt x="876300" y="304800"/>
                </a:lnTo>
                <a:close/>
              </a:path>
              <a:path w="1762125" h="308610">
                <a:moveTo>
                  <a:pt x="890257" y="267970"/>
                </a:moveTo>
                <a:lnTo>
                  <a:pt x="890308" y="266700"/>
                </a:lnTo>
                <a:lnTo>
                  <a:pt x="890585" y="266700"/>
                </a:lnTo>
                <a:lnTo>
                  <a:pt x="890257" y="2679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948237" y="1904885"/>
            <a:ext cx="1762125" cy="308610"/>
          </a:xfrm>
          <a:custGeom>
            <a:avLst/>
            <a:gdLst/>
            <a:ahLst/>
            <a:cxnLst/>
            <a:rect l="l" t="t" r="r" b="b"/>
            <a:pathLst>
              <a:path w="1762125" h="308610">
                <a:moveTo>
                  <a:pt x="830046" y="195580"/>
                </a:moveTo>
                <a:lnTo>
                  <a:pt x="824750" y="190500"/>
                </a:lnTo>
                <a:lnTo>
                  <a:pt x="824928" y="190500"/>
                </a:lnTo>
                <a:lnTo>
                  <a:pt x="819403" y="185420"/>
                </a:lnTo>
                <a:lnTo>
                  <a:pt x="819594" y="185420"/>
                </a:lnTo>
                <a:lnTo>
                  <a:pt x="813866" y="181610"/>
                </a:lnTo>
                <a:lnTo>
                  <a:pt x="814057" y="181610"/>
                </a:lnTo>
                <a:lnTo>
                  <a:pt x="808139" y="177800"/>
                </a:lnTo>
                <a:lnTo>
                  <a:pt x="808329" y="177800"/>
                </a:lnTo>
                <a:lnTo>
                  <a:pt x="802220" y="173990"/>
                </a:lnTo>
                <a:lnTo>
                  <a:pt x="802424" y="173990"/>
                </a:lnTo>
                <a:lnTo>
                  <a:pt x="796137" y="171450"/>
                </a:lnTo>
                <a:lnTo>
                  <a:pt x="796340" y="171450"/>
                </a:lnTo>
                <a:lnTo>
                  <a:pt x="789876" y="167640"/>
                </a:lnTo>
                <a:lnTo>
                  <a:pt x="790092" y="167640"/>
                </a:lnTo>
                <a:lnTo>
                  <a:pt x="783475" y="165100"/>
                </a:lnTo>
                <a:lnTo>
                  <a:pt x="783691" y="165100"/>
                </a:lnTo>
                <a:lnTo>
                  <a:pt x="776909" y="163830"/>
                </a:lnTo>
                <a:lnTo>
                  <a:pt x="777151" y="163830"/>
                </a:lnTo>
                <a:lnTo>
                  <a:pt x="770216" y="161290"/>
                </a:lnTo>
                <a:lnTo>
                  <a:pt x="770458" y="161290"/>
                </a:lnTo>
                <a:lnTo>
                  <a:pt x="763397" y="160020"/>
                </a:lnTo>
                <a:lnTo>
                  <a:pt x="763638" y="160020"/>
                </a:lnTo>
                <a:lnTo>
                  <a:pt x="756450" y="158750"/>
                </a:lnTo>
                <a:lnTo>
                  <a:pt x="756691" y="158750"/>
                </a:lnTo>
                <a:lnTo>
                  <a:pt x="749388" y="157480"/>
                </a:lnTo>
                <a:lnTo>
                  <a:pt x="749642" y="157480"/>
                </a:lnTo>
                <a:lnTo>
                  <a:pt x="742226" y="156210"/>
                </a:lnTo>
                <a:lnTo>
                  <a:pt x="135178" y="156210"/>
                </a:lnTo>
                <a:lnTo>
                  <a:pt x="120192" y="153670"/>
                </a:lnTo>
                <a:lnTo>
                  <a:pt x="112902" y="151130"/>
                </a:lnTo>
                <a:lnTo>
                  <a:pt x="105740" y="149860"/>
                </a:lnTo>
                <a:lnTo>
                  <a:pt x="66281" y="129540"/>
                </a:lnTo>
                <a:lnTo>
                  <a:pt x="34289" y="99060"/>
                </a:lnTo>
                <a:lnTo>
                  <a:pt x="29819" y="92710"/>
                </a:lnTo>
                <a:lnTo>
                  <a:pt x="25628" y="87630"/>
                </a:lnTo>
                <a:lnTo>
                  <a:pt x="21716" y="81280"/>
                </a:lnTo>
                <a:lnTo>
                  <a:pt x="18110" y="73660"/>
                </a:lnTo>
                <a:lnTo>
                  <a:pt x="14782" y="67310"/>
                </a:lnTo>
                <a:lnTo>
                  <a:pt x="3035" y="30480"/>
                </a:lnTo>
                <a:lnTo>
                  <a:pt x="0" y="0"/>
                </a:lnTo>
                <a:lnTo>
                  <a:pt x="9525" y="0"/>
                </a:lnTo>
                <a:lnTo>
                  <a:pt x="9683" y="6350"/>
                </a:lnTo>
                <a:lnTo>
                  <a:pt x="9782" y="7620"/>
                </a:lnTo>
                <a:lnTo>
                  <a:pt x="10261" y="15240"/>
                </a:lnTo>
                <a:lnTo>
                  <a:pt x="10403" y="15240"/>
                </a:lnTo>
                <a:lnTo>
                  <a:pt x="11175" y="21590"/>
                </a:lnTo>
                <a:lnTo>
                  <a:pt x="12420" y="29210"/>
                </a:lnTo>
                <a:lnTo>
                  <a:pt x="14008" y="36830"/>
                </a:lnTo>
                <a:lnTo>
                  <a:pt x="15925" y="43180"/>
                </a:lnTo>
                <a:lnTo>
                  <a:pt x="18148" y="50800"/>
                </a:lnTo>
                <a:lnTo>
                  <a:pt x="20688" y="57150"/>
                </a:lnTo>
                <a:lnTo>
                  <a:pt x="23533" y="63500"/>
                </a:lnTo>
                <a:lnTo>
                  <a:pt x="26657" y="69850"/>
                </a:lnTo>
                <a:lnTo>
                  <a:pt x="30060" y="76200"/>
                </a:lnTo>
                <a:lnTo>
                  <a:pt x="33756" y="82550"/>
                </a:lnTo>
                <a:lnTo>
                  <a:pt x="37693" y="87630"/>
                </a:lnTo>
                <a:lnTo>
                  <a:pt x="41897" y="93980"/>
                </a:lnTo>
                <a:lnTo>
                  <a:pt x="41757" y="93980"/>
                </a:lnTo>
                <a:lnTo>
                  <a:pt x="46342" y="99060"/>
                </a:lnTo>
                <a:lnTo>
                  <a:pt x="46202" y="99060"/>
                </a:lnTo>
                <a:lnTo>
                  <a:pt x="51028" y="104140"/>
                </a:lnTo>
                <a:lnTo>
                  <a:pt x="50876" y="104140"/>
                </a:lnTo>
                <a:lnTo>
                  <a:pt x="55943" y="109220"/>
                </a:lnTo>
                <a:lnTo>
                  <a:pt x="55778" y="109220"/>
                </a:lnTo>
                <a:lnTo>
                  <a:pt x="61074" y="113030"/>
                </a:lnTo>
                <a:lnTo>
                  <a:pt x="60896" y="113030"/>
                </a:lnTo>
                <a:lnTo>
                  <a:pt x="66421" y="118110"/>
                </a:lnTo>
                <a:lnTo>
                  <a:pt x="66230" y="118110"/>
                </a:lnTo>
                <a:lnTo>
                  <a:pt x="71958" y="121920"/>
                </a:lnTo>
                <a:lnTo>
                  <a:pt x="71767" y="121920"/>
                </a:lnTo>
                <a:lnTo>
                  <a:pt x="77685" y="125730"/>
                </a:lnTo>
                <a:lnTo>
                  <a:pt x="77495" y="125730"/>
                </a:lnTo>
                <a:lnTo>
                  <a:pt x="83604" y="129540"/>
                </a:lnTo>
                <a:lnTo>
                  <a:pt x="83400" y="129540"/>
                </a:lnTo>
                <a:lnTo>
                  <a:pt x="89687" y="132080"/>
                </a:lnTo>
                <a:lnTo>
                  <a:pt x="89484" y="132080"/>
                </a:lnTo>
                <a:lnTo>
                  <a:pt x="95948" y="135890"/>
                </a:lnTo>
                <a:lnTo>
                  <a:pt x="95732" y="135890"/>
                </a:lnTo>
                <a:lnTo>
                  <a:pt x="102349" y="138430"/>
                </a:lnTo>
                <a:lnTo>
                  <a:pt x="102133" y="138430"/>
                </a:lnTo>
                <a:lnTo>
                  <a:pt x="108915" y="140970"/>
                </a:lnTo>
                <a:lnTo>
                  <a:pt x="108673" y="140970"/>
                </a:lnTo>
                <a:lnTo>
                  <a:pt x="115608" y="142240"/>
                </a:lnTo>
                <a:lnTo>
                  <a:pt x="115366" y="142240"/>
                </a:lnTo>
                <a:lnTo>
                  <a:pt x="122427" y="144780"/>
                </a:lnTo>
                <a:lnTo>
                  <a:pt x="125780" y="144780"/>
                </a:lnTo>
                <a:lnTo>
                  <a:pt x="129374" y="146050"/>
                </a:lnTo>
                <a:lnTo>
                  <a:pt x="136182" y="146050"/>
                </a:lnTo>
                <a:lnTo>
                  <a:pt x="143598" y="147320"/>
                </a:lnTo>
                <a:lnTo>
                  <a:pt x="750646" y="147320"/>
                </a:lnTo>
                <a:lnTo>
                  <a:pt x="765632" y="149860"/>
                </a:lnTo>
                <a:lnTo>
                  <a:pt x="772922" y="152400"/>
                </a:lnTo>
                <a:lnTo>
                  <a:pt x="780084" y="153670"/>
                </a:lnTo>
                <a:lnTo>
                  <a:pt x="787095" y="156210"/>
                </a:lnTo>
                <a:lnTo>
                  <a:pt x="793940" y="160020"/>
                </a:lnTo>
                <a:lnTo>
                  <a:pt x="800620" y="162560"/>
                </a:lnTo>
                <a:lnTo>
                  <a:pt x="807123" y="166370"/>
                </a:lnTo>
                <a:lnTo>
                  <a:pt x="813435" y="170180"/>
                </a:lnTo>
                <a:lnTo>
                  <a:pt x="819543" y="173990"/>
                </a:lnTo>
                <a:lnTo>
                  <a:pt x="825449" y="179070"/>
                </a:lnTo>
                <a:lnTo>
                  <a:pt x="831138" y="182880"/>
                </a:lnTo>
                <a:lnTo>
                  <a:pt x="836599" y="187960"/>
                </a:lnTo>
                <a:lnTo>
                  <a:pt x="841832" y="193040"/>
                </a:lnTo>
                <a:lnTo>
                  <a:pt x="842827" y="194310"/>
                </a:lnTo>
                <a:lnTo>
                  <a:pt x="829881" y="194310"/>
                </a:lnTo>
                <a:lnTo>
                  <a:pt x="830046" y="195580"/>
                </a:lnTo>
                <a:close/>
              </a:path>
              <a:path w="1762125" h="308610">
                <a:moveTo>
                  <a:pt x="1761921" y="7620"/>
                </a:moveTo>
                <a:lnTo>
                  <a:pt x="1752409" y="7620"/>
                </a:lnTo>
                <a:lnTo>
                  <a:pt x="1752600" y="0"/>
                </a:lnTo>
                <a:lnTo>
                  <a:pt x="1762125" y="0"/>
                </a:lnTo>
                <a:lnTo>
                  <a:pt x="1761921" y="7620"/>
                </a:lnTo>
                <a:close/>
              </a:path>
              <a:path w="1762125" h="308610">
                <a:moveTo>
                  <a:pt x="9782" y="7620"/>
                </a:moveTo>
                <a:lnTo>
                  <a:pt x="9702" y="6350"/>
                </a:lnTo>
                <a:lnTo>
                  <a:pt x="9782" y="7620"/>
                </a:lnTo>
                <a:close/>
              </a:path>
              <a:path w="1762125" h="308610">
                <a:moveTo>
                  <a:pt x="1761337" y="15240"/>
                </a:moveTo>
                <a:lnTo>
                  <a:pt x="1751863" y="15240"/>
                </a:lnTo>
                <a:lnTo>
                  <a:pt x="1752422" y="6350"/>
                </a:lnTo>
                <a:lnTo>
                  <a:pt x="1752409" y="7620"/>
                </a:lnTo>
                <a:lnTo>
                  <a:pt x="1761921" y="7620"/>
                </a:lnTo>
                <a:lnTo>
                  <a:pt x="1761337" y="15240"/>
                </a:lnTo>
                <a:close/>
              </a:path>
              <a:path w="1762125" h="308610">
                <a:moveTo>
                  <a:pt x="10403" y="15240"/>
                </a:moveTo>
                <a:lnTo>
                  <a:pt x="10261" y="15240"/>
                </a:lnTo>
                <a:lnTo>
                  <a:pt x="10248" y="13970"/>
                </a:lnTo>
                <a:lnTo>
                  <a:pt x="10403" y="15240"/>
                </a:lnTo>
                <a:close/>
              </a:path>
              <a:path w="1762125" h="308610">
                <a:moveTo>
                  <a:pt x="1670024" y="144780"/>
                </a:moveTo>
                <a:lnTo>
                  <a:pt x="1639697" y="144780"/>
                </a:lnTo>
                <a:lnTo>
                  <a:pt x="1646758" y="142240"/>
                </a:lnTo>
                <a:lnTo>
                  <a:pt x="1646516" y="142240"/>
                </a:lnTo>
                <a:lnTo>
                  <a:pt x="1653451" y="140970"/>
                </a:lnTo>
                <a:lnTo>
                  <a:pt x="1653209" y="140970"/>
                </a:lnTo>
                <a:lnTo>
                  <a:pt x="1659991" y="138430"/>
                </a:lnTo>
                <a:lnTo>
                  <a:pt x="1659775" y="138430"/>
                </a:lnTo>
                <a:lnTo>
                  <a:pt x="1666392" y="135890"/>
                </a:lnTo>
                <a:lnTo>
                  <a:pt x="1666176" y="135890"/>
                </a:lnTo>
                <a:lnTo>
                  <a:pt x="1672640" y="132080"/>
                </a:lnTo>
                <a:lnTo>
                  <a:pt x="1672437" y="132080"/>
                </a:lnTo>
                <a:lnTo>
                  <a:pt x="1678724" y="129540"/>
                </a:lnTo>
                <a:lnTo>
                  <a:pt x="1678520" y="129540"/>
                </a:lnTo>
                <a:lnTo>
                  <a:pt x="1684629" y="125730"/>
                </a:lnTo>
                <a:lnTo>
                  <a:pt x="1684439" y="125730"/>
                </a:lnTo>
                <a:lnTo>
                  <a:pt x="1690357" y="121920"/>
                </a:lnTo>
                <a:lnTo>
                  <a:pt x="1690166" y="121920"/>
                </a:lnTo>
                <a:lnTo>
                  <a:pt x="1695894" y="118110"/>
                </a:lnTo>
                <a:lnTo>
                  <a:pt x="1695703" y="118110"/>
                </a:lnTo>
                <a:lnTo>
                  <a:pt x="1701228" y="113030"/>
                </a:lnTo>
                <a:lnTo>
                  <a:pt x="1701050" y="113030"/>
                </a:lnTo>
                <a:lnTo>
                  <a:pt x="1706346" y="109220"/>
                </a:lnTo>
                <a:lnTo>
                  <a:pt x="1706181" y="109220"/>
                </a:lnTo>
                <a:lnTo>
                  <a:pt x="1711248" y="104140"/>
                </a:lnTo>
                <a:lnTo>
                  <a:pt x="1711096" y="104140"/>
                </a:lnTo>
                <a:lnTo>
                  <a:pt x="1715922" y="99060"/>
                </a:lnTo>
                <a:lnTo>
                  <a:pt x="1715782" y="99060"/>
                </a:lnTo>
                <a:lnTo>
                  <a:pt x="1720367" y="93980"/>
                </a:lnTo>
                <a:lnTo>
                  <a:pt x="1720227" y="93980"/>
                </a:lnTo>
                <a:lnTo>
                  <a:pt x="1724558" y="87630"/>
                </a:lnTo>
                <a:lnTo>
                  <a:pt x="1728495" y="82550"/>
                </a:lnTo>
                <a:lnTo>
                  <a:pt x="1732165" y="76200"/>
                </a:lnTo>
                <a:lnTo>
                  <a:pt x="1735569" y="69850"/>
                </a:lnTo>
                <a:lnTo>
                  <a:pt x="1738693" y="63500"/>
                </a:lnTo>
                <a:lnTo>
                  <a:pt x="1741525" y="57150"/>
                </a:lnTo>
                <a:lnTo>
                  <a:pt x="1744052" y="50800"/>
                </a:lnTo>
                <a:lnTo>
                  <a:pt x="1746275" y="43180"/>
                </a:lnTo>
                <a:lnTo>
                  <a:pt x="1748167" y="36830"/>
                </a:lnTo>
                <a:lnTo>
                  <a:pt x="1749742" y="29210"/>
                </a:lnTo>
                <a:lnTo>
                  <a:pt x="1750987" y="21590"/>
                </a:lnTo>
                <a:lnTo>
                  <a:pt x="1751876" y="13970"/>
                </a:lnTo>
                <a:lnTo>
                  <a:pt x="1751863" y="15240"/>
                </a:lnTo>
                <a:lnTo>
                  <a:pt x="1761337" y="15240"/>
                </a:lnTo>
                <a:lnTo>
                  <a:pt x="1760372" y="22860"/>
                </a:lnTo>
                <a:lnTo>
                  <a:pt x="1759051" y="31750"/>
                </a:lnTo>
                <a:lnTo>
                  <a:pt x="1757362" y="39370"/>
                </a:lnTo>
                <a:lnTo>
                  <a:pt x="1755330" y="45720"/>
                </a:lnTo>
                <a:lnTo>
                  <a:pt x="1752955" y="53340"/>
                </a:lnTo>
                <a:lnTo>
                  <a:pt x="1750263" y="60960"/>
                </a:lnTo>
                <a:lnTo>
                  <a:pt x="1747240" y="67310"/>
                </a:lnTo>
                <a:lnTo>
                  <a:pt x="1743913" y="74930"/>
                </a:lnTo>
                <a:lnTo>
                  <a:pt x="1740293" y="81280"/>
                </a:lnTo>
                <a:lnTo>
                  <a:pt x="1736496" y="87630"/>
                </a:lnTo>
                <a:lnTo>
                  <a:pt x="1732305" y="92710"/>
                </a:lnTo>
                <a:lnTo>
                  <a:pt x="1727695" y="99060"/>
                </a:lnTo>
                <a:lnTo>
                  <a:pt x="1695653" y="129540"/>
                </a:lnTo>
                <a:lnTo>
                  <a:pt x="1676704" y="140970"/>
                </a:lnTo>
                <a:lnTo>
                  <a:pt x="1670024" y="144780"/>
                </a:lnTo>
                <a:close/>
              </a:path>
              <a:path w="1762125" h="308610">
                <a:moveTo>
                  <a:pt x="125780" y="144780"/>
                </a:moveTo>
                <a:lnTo>
                  <a:pt x="122427" y="144780"/>
                </a:lnTo>
                <a:lnTo>
                  <a:pt x="122186" y="143510"/>
                </a:lnTo>
                <a:lnTo>
                  <a:pt x="125780" y="144780"/>
                </a:lnTo>
                <a:close/>
              </a:path>
              <a:path w="1762125" h="308610">
                <a:moveTo>
                  <a:pt x="885825" y="304800"/>
                </a:moveTo>
                <a:lnTo>
                  <a:pt x="881087" y="265334"/>
                </a:lnTo>
                <a:lnTo>
                  <a:pt x="883094" y="257810"/>
                </a:lnTo>
                <a:lnTo>
                  <a:pt x="885469" y="250190"/>
                </a:lnTo>
                <a:lnTo>
                  <a:pt x="888161" y="242570"/>
                </a:lnTo>
                <a:lnTo>
                  <a:pt x="891184" y="236220"/>
                </a:lnTo>
                <a:lnTo>
                  <a:pt x="894511" y="229870"/>
                </a:lnTo>
                <a:lnTo>
                  <a:pt x="898131" y="222250"/>
                </a:lnTo>
                <a:lnTo>
                  <a:pt x="901928" y="217170"/>
                </a:lnTo>
                <a:lnTo>
                  <a:pt x="906119" y="210820"/>
                </a:lnTo>
                <a:lnTo>
                  <a:pt x="910729" y="204470"/>
                </a:lnTo>
                <a:lnTo>
                  <a:pt x="942771" y="173990"/>
                </a:lnTo>
                <a:lnTo>
                  <a:pt x="968400" y="160020"/>
                </a:lnTo>
                <a:lnTo>
                  <a:pt x="975029" y="156210"/>
                </a:lnTo>
                <a:lnTo>
                  <a:pt x="982268" y="153670"/>
                </a:lnTo>
                <a:lnTo>
                  <a:pt x="989431" y="152400"/>
                </a:lnTo>
                <a:lnTo>
                  <a:pt x="996734" y="149860"/>
                </a:lnTo>
                <a:lnTo>
                  <a:pt x="1011732" y="147320"/>
                </a:lnTo>
                <a:lnTo>
                  <a:pt x="1618526" y="147320"/>
                </a:lnTo>
                <a:lnTo>
                  <a:pt x="1625942" y="146050"/>
                </a:lnTo>
                <a:lnTo>
                  <a:pt x="1632750" y="146050"/>
                </a:lnTo>
                <a:lnTo>
                  <a:pt x="1639938" y="143510"/>
                </a:lnTo>
                <a:lnTo>
                  <a:pt x="1639697" y="144780"/>
                </a:lnTo>
                <a:lnTo>
                  <a:pt x="1670024" y="144780"/>
                </a:lnTo>
                <a:lnTo>
                  <a:pt x="1663395" y="147320"/>
                </a:lnTo>
                <a:lnTo>
                  <a:pt x="1656156" y="149860"/>
                </a:lnTo>
                <a:lnTo>
                  <a:pt x="1648993" y="151130"/>
                </a:lnTo>
                <a:lnTo>
                  <a:pt x="1641678" y="153670"/>
                </a:lnTo>
                <a:lnTo>
                  <a:pt x="1626692" y="156210"/>
                </a:lnTo>
                <a:lnTo>
                  <a:pt x="1019898" y="156210"/>
                </a:lnTo>
                <a:lnTo>
                  <a:pt x="1012482" y="157480"/>
                </a:lnTo>
                <a:lnTo>
                  <a:pt x="1012736" y="157480"/>
                </a:lnTo>
                <a:lnTo>
                  <a:pt x="1005433" y="158750"/>
                </a:lnTo>
                <a:lnTo>
                  <a:pt x="1005674" y="158750"/>
                </a:lnTo>
                <a:lnTo>
                  <a:pt x="998486" y="160020"/>
                </a:lnTo>
                <a:lnTo>
                  <a:pt x="998727" y="160020"/>
                </a:lnTo>
                <a:lnTo>
                  <a:pt x="991666" y="161290"/>
                </a:lnTo>
                <a:lnTo>
                  <a:pt x="991908" y="161290"/>
                </a:lnTo>
                <a:lnTo>
                  <a:pt x="984973" y="163830"/>
                </a:lnTo>
                <a:lnTo>
                  <a:pt x="985215" y="163830"/>
                </a:lnTo>
                <a:lnTo>
                  <a:pt x="978433" y="165100"/>
                </a:lnTo>
                <a:lnTo>
                  <a:pt x="978649" y="165100"/>
                </a:lnTo>
                <a:lnTo>
                  <a:pt x="972032" y="167640"/>
                </a:lnTo>
                <a:lnTo>
                  <a:pt x="972248" y="167640"/>
                </a:lnTo>
                <a:lnTo>
                  <a:pt x="965784" y="171450"/>
                </a:lnTo>
                <a:lnTo>
                  <a:pt x="965987" y="171450"/>
                </a:lnTo>
                <a:lnTo>
                  <a:pt x="959700" y="173990"/>
                </a:lnTo>
                <a:lnTo>
                  <a:pt x="959904" y="173990"/>
                </a:lnTo>
                <a:lnTo>
                  <a:pt x="953795" y="177800"/>
                </a:lnTo>
                <a:lnTo>
                  <a:pt x="953985" y="177800"/>
                </a:lnTo>
                <a:lnTo>
                  <a:pt x="948067" y="181610"/>
                </a:lnTo>
                <a:lnTo>
                  <a:pt x="948258" y="181610"/>
                </a:lnTo>
                <a:lnTo>
                  <a:pt x="942530" y="185420"/>
                </a:lnTo>
                <a:lnTo>
                  <a:pt x="942721" y="185420"/>
                </a:lnTo>
                <a:lnTo>
                  <a:pt x="937196" y="190500"/>
                </a:lnTo>
                <a:lnTo>
                  <a:pt x="937374" y="190500"/>
                </a:lnTo>
                <a:lnTo>
                  <a:pt x="933402" y="194310"/>
                </a:lnTo>
                <a:lnTo>
                  <a:pt x="932243" y="194310"/>
                </a:lnTo>
                <a:lnTo>
                  <a:pt x="927176" y="199390"/>
                </a:lnTo>
                <a:lnTo>
                  <a:pt x="927328" y="199390"/>
                </a:lnTo>
                <a:lnTo>
                  <a:pt x="922502" y="204470"/>
                </a:lnTo>
                <a:lnTo>
                  <a:pt x="922642" y="204470"/>
                </a:lnTo>
                <a:lnTo>
                  <a:pt x="918057" y="210820"/>
                </a:lnTo>
                <a:lnTo>
                  <a:pt x="918197" y="210820"/>
                </a:lnTo>
                <a:lnTo>
                  <a:pt x="913866" y="215900"/>
                </a:lnTo>
                <a:lnTo>
                  <a:pt x="910742" y="220980"/>
                </a:lnTo>
                <a:lnTo>
                  <a:pt x="910043" y="220980"/>
                </a:lnTo>
                <a:lnTo>
                  <a:pt x="906259" y="227330"/>
                </a:lnTo>
                <a:lnTo>
                  <a:pt x="902855" y="233680"/>
                </a:lnTo>
                <a:lnTo>
                  <a:pt x="899731" y="240030"/>
                </a:lnTo>
                <a:lnTo>
                  <a:pt x="896899" y="246380"/>
                </a:lnTo>
                <a:lnTo>
                  <a:pt x="894808" y="252730"/>
                </a:lnTo>
                <a:lnTo>
                  <a:pt x="894448" y="252730"/>
                </a:lnTo>
                <a:lnTo>
                  <a:pt x="892149" y="260350"/>
                </a:lnTo>
                <a:lnTo>
                  <a:pt x="890585" y="266700"/>
                </a:lnTo>
                <a:lnTo>
                  <a:pt x="890308" y="266700"/>
                </a:lnTo>
                <a:lnTo>
                  <a:pt x="888682" y="274320"/>
                </a:lnTo>
                <a:lnTo>
                  <a:pt x="887437" y="281940"/>
                </a:lnTo>
                <a:lnTo>
                  <a:pt x="886548" y="289560"/>
                </a:lnTo>
                <a:lnTo>
                  <a:pt x="886015" y="297180"/>
                </a:lnTo>
                <a:lnTo>
                  <a:pt x="885825" y="304800"/>
                </a:lnTo>
                <a:close/>
              </a:path>
              <a:path w="1762125" h="308610">
                <a:moveTo>
                  <a:pt x="136436" y="146050"/>
                </a:moveTo>
                <a:lnTo>
                  <a:pt x="129374" y="146050"/>
                </a:lnTo>
                <a:lnTo>
                  <a:pt x="129133" y="144780"/>
                </a:lnTo>
                <a:lnTo>
                  <a:pt x="136436" y="146050"/>
                </a:lnTo>
                <a:close/>
              </a:path>
              <a:path w="1762125" h="308610">
                <a:moveTo>
                  <a:pt x="1632750" y="146050"/>
                </a:moveTo>
                <a:lnTo>
                  <a:pt x="1625688" y="146050"/>
                </a:lnTo>
                <a:lnTo>
                  <a:pt x="1632991" y="144780"/>
                </a:lnTo>
                <a:lnTo>
                  <a:pt x="1632750" y="146050"/>
                </a:lnTo>
                <a:close/>
              </a:path>
              <a:path w="1762125" h="308610">
                <a:moveTo>
                  <a:pt x="852195" y="222250"/>
                </a:moveTo>
                <a:lnTo>
                  <a:pt x="848131" y="215900"/>
                </a:lnTo>
                <a:lnTo>
                  <a:pt x="843927" y="210820"/>
                </a:lnTo>
                <a:lnTo>
                  <a:pt x="844067" y="210820"/>
                </a:lnTo>
                <a:lnTo>
                  <a:pt x="839482" y="204470"/>
                </a:lnTo>
                <a:lnTo>
                  <a:pt x="839622" y="204470"/>
                </a:lnTo>
                <a:lnTo>
                  <a:pt x="834796" y="199390"/>
                </a:lnTo>
                <a:lnTo>
                  <a:pt x="834948" y="199390"/>
                </a:lnTo>
                <a:lnTo>
                  <a:pt x="829881" y="194310"/>
                </a:lnTo>
                <a:lnTo>
                  <a:pt x="842827" y="194310"/>
                </a:lnTo>
                <a:lnTo>
                  <a:pt x="846810" y="199390"/>
                </a:lnTo>
                <a:lnTo>
                  <a:pt x="851535" y="204470"/>
                </a:lnTo>
                <a:lnTo>
                  <a:pt x="856005" y="210820"/>
                </a:lnTo>
                <a:lnTo>
                  <a:pt x="860196" y="217170"/>
                </a:lnTo>
                <a:lnTo>
                  <a:pt x="862543" y="220980"/>
                </a:lnTo>
                <a:lnTo>
                  <a:pt x="852068" y="220980"/>
                </a:lnTo>
                <a:lnTo>
                  <a:pt x="852195" y="222250"/>
                </a:lnTo>
                <a:close/>
              </a:path>
              <a:path w="1762125" h="308610">
                <a:moveTo>
                  <a:pt x="932078" y="195580"/>
                </a:moveTo>
                <a:lnTo>
                  <a:pt x="932243" y="194310"/>
                </a:lnTo>
                <a:lnTo>
                  <a:pt x="933402" y="194310"/>
                </a:lnTo>
                <a:lnTo>
                  <a:pt x="932078" y="195580"/>
                </a:lnTo>
                <a:close/>
              </a:path>
              <a:path w="1762125" h="308610">
                <a:moveTo>
                  <a:pt x="867752" y="254000"/>
                </a:moveTo>
                <a:lnTo>
                  <a:pt x="865136" y="246380"/>
                </a:lnTo>
                <a:lnTo>
                  <a:pt x="862291" y="240030"/>
                </a:lnTo>
                <a:lnTo>
                  <a:pt x="859167" y="233680"/>
                </a:lnTo>
                <a:lnTo>
                  <a:pt x="855764" y="227330"/>
                </a:lnTo>
                <a:lnTo>
                  <a:pt x="852068" y="220980"/>
                </a:lnTo>
                <a:lnTo>
                  <a:pt x="862543" y="220980"/>
                </a:lnTo>
                <a:lnTo>
                  <a:pt x="864108" y="223520"/>
                </a:lnTo>
                <a:lnTo>
                  <a:pt x="867714" y="229870"/>
                </a:lnTo>
                <a:lnTo>
                  <a:pt x="871042" y="236220"/>
                </a:lnTo>
                <a:lnTo>
                  <a:pt x="874052" y="243840"/>
                </a:lnTo>
                <a:lnTo>
                  <a:pt x="876731" y="250190"/>
                </a:lnTo>
                <a:lnTo>
                  <a:pt x="877519" y="252730"/>
                </a:lnTo>
                <a:lnTo>
                  <a:pt x="867676" y="252730"/>
                </a:lnTo>
                <a:lnTo>
                  <a:pt x="867752" y="254000"/>
                </a:lnTo>
                <a:close/>
              </a:path>
              <a:path w="1762125" h="308610">
                <a:moveTo>
                  <a:pt x="909929" y="222250"/>
                </a:moveTo>
                <a:lnTo>
                  <a:pt x="910043" y="220980"/>
                </a:lnTo>
                <a:lnTo>
                  <a:pt x="910742" y="220980"/>
                </a:lnTo>
                <a:lnTo>
                  <a:pt x="909929" y="222250"/>
                </a:lnTo>
                <a:close/>
              </a:path>
              <a:path w="1762125" h="308610">
                <a:moveTo>
                  <a:pt x="871867" y="267970"/>
                </a:moveTo>
                <a:lnTo>
                  <a:pt x="869899" y="260350"/>
                </a:lnTo>
                <a:lnTo>
                  <a:pt x="867676" y="252730"/>
                </a:lnTo>
                <a:lnTo>
                  <a:pt x="877519" y="252730"/>
                </a:lnTo>
                <a:lnTo>
                  <a:pt x="879094" y="257810"/>
                </a:lnTo>
                <a:lnTo>
                  <a:pt x="881087" y="265334"/>
                </a:lnTo>
                <a:lnTo>
                  <a:pt x="880780" y="266700"/>
                </a:lnTo>
                <a:lnTo>
                  <a:pt x="871816" y="266700"/>
                </a:lnTo>
                <a:lnTo>
                  <a:pt x="871867" y="267970"/>
                </a:lnTo>
                <a:close/>
              </a:path>
              <a:path w="1762125" h="308610">
                <a:moveTo>
                  <a:pt x="894372" y="254000"/>
                </a:moveTo>
                <a:lnTo>
                  <a:pt x="894448" y="252730"/>
                </a:lnTo>
                <a:lnTo>
                  <a:pt x="894808" y="252730"/>
                </a:lnTo>
                <a:lnTo>
                  <a:pt x="894372" y="254000"/>
                </a:lnTo>
                <a:close/>
              </a:path>
              <a:path w="1762125" h="308610">
                <a:moveTo>
                  <a:pt x="883412" y="308610"/>
                </a:moveTo>
                <a:lnTo>
                  <a:pt x="878713" y="308610"/>
                </a:lnTo>
                <a:lnTo>
                  <a:pt x="877455" y="307340"/>
                </a:lnTo>
                <a:lnTo>
                  <a:pt x="876617" y="306070"/>
                </a:lnTo>
                <a:lnTo>
                  <a:pt x="876300" y="304800"/>
                </a:lnTo>
                <a:lnTo>
                  <a:pt x="876503" y="295910"/>
                </a:lnTo>
                <a:lnTo>
                  <a:pt x="877087" y="288290"/>
                </a:lnTo>
                <a:lnTo>
                  <a:pt x="878052" y="280670"/>
                </a:lnTo>
                <a:lnTo>
                  <a:pt x="879373" y="273050"/>
                </a:lnTo>
                <a:lnTo>
                  <a:pt x="881087" y="265334"/>
                </a:lnTo>
                <a:lnTo>
                  <a:pt x="882789" y="273050"/>
                </a:lnTo>
                <a:lnTo>
                  <a:pt x="884110" y="280670"/>
                </a:lnTo>
                <a:lnTo>
                  <a:pt x="885063" y="288290"/>
                </a:lnTo>
                <a:lnTo>
                  <a:pt x="885634" y="295910"/>
                </a:lnTo>
                <a:lnTo>
                  <a:pt x="885825" y="304800"/>
                </a:lnTo>
                <a:lnTo>
                  <a:pt x="885507" y="306070"/>
                </a:lnTo>
                <a:lnTo>
                  <a:pt x="884669" y="307340"/>
                </a:lnTo>
                <a:lnTo>
                  <a:pt x="883412" y="308610"/>
                </a:lnTo>
                <a:close/>
              </a:path>
              <a:path w="1762125" h="308610">
                <a:moveTo>
                  <a:pt x="876300" y="304800"/>
                </a:moveTo>
                <a:lnTo>
                  <a:pt x="876109" y="297180"/>
                </a:lnTo>
                <a:lnTo>
                  <a:pt x="875563" y="289560"/>
                </a:lnTo>
                <a:lnTo>
                  <a:pt x="874649" y="281940"/>
                </a:lnTo>
                <a:lnTo>
                  <a:pt x="873404" y="274320"/>
                </a:lnTo>
                <a:lnTo>
                  <a:pt x="871816" y="266700"/>
                </a:lnTo>
                <a:lnTo>
                  <a:pt x="880780" y="266700"/>
                </a:lnTo>
                <a:lnTo>
                  <a:pt x="879373" y="273050"/>
                </a:lnTo>
                <a:lnTo>
                  <a:pt x="878052" y="280670"/>
                </a:lnTo>
                <a:lnTo>
                  <a:pt x="877087" y="288290"/>
                </a:lnTo>
                <a:lnTo>
                  <a:pt x="876503" y="295910"/>
                </a:lnTo>
                <a:lnTo>
                  <a:pt x="876300" y="304800"/>
                </a:lnTo>
                <a:close/>
              </a:path>
              <a:path w="1762125" h="308610">
                <a:moveTo>
                  <a:pt x="890257" y="267970"/>
                </a:moveTo>
                <a:lnTo>
                  <a:pt x="890308" y="266700"/>
                </a:lnTo>
                <a:lnTo>
                  <a:pt x="890585" y="266700"/>
                </a:lnTo>
                <a:lnTo>
                  <a:pt x="890257" y="2679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10</a:t>
            </a:fld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8790" y="865631"/>
            <a:ext cx="8223250" cy="453009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3200" spc="-60" dirty="0">
                <a:latin typeface="Tahoma"/>
                <a:cs typeface="Tahoma"/>
              </a:rPr>
              <a:t>However, </a:t>
            </a:r>
            <a:r>
              <a:rPr sz="3200" spc="-15" dirty="0">
                <a:latin typeface="Tahoma"/>
                <a:cs typeface="Tahoma"/>
              </a:rPr>
              <a:t>for</a:t>
            </a:r>
            <a:r>
              <a:rPr sz="3200" spc="5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Sd:</a:t>
            </a:r>
            <a:endParaRPr sz="32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Tahoma"/>
                <a:cs typeface="Tahoma"/>
              </a:rPr>
              <a:t>Sd=r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(A)w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(A)r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3200" spc="-5" dirty="0">
                <a:latin typeface="Tahoma"/>
                <a:cs typeface="Tahoma"/>
              </a:rPr>
              <a:t>(A)w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3200" spc="-5" dirty="0">
                <a:latin typeface="Tahoma"/>
                <a:cs typeface="Tahoma"/>
              </a:rPr>
              <a:t>(A)</a:t>
            </a:r>
            <a:r>
              <a:rPr sz="3200" spc="2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r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3200" spc="-5" dirty="0">
                <a:latin typeface="Tahoma"/>
                <a:cs typeface="Tahoma"/>
              </a:rPr>
              <a:t>(B)w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3200" spc="-5" dirty="0">
                <a:latin typeface="Tahoma"/>
                <a:cs typeface="Tahoma"/>
              </a:rPr>
              <a:t>(B)r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(B)w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(B)</a:t>
            </a:r>
            <a:endParaRPr sz="32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38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300" dirty="0">
              <a:latin typeface="Tahoma"/>
              <a:cs typeface="Tahoma"/>
            </a:endParaRPr>
          </a:p>
          <a:p>
            <a:pPr marL="1136650" indent="-342900">
              <a:lnSpc>
                <a:spcPct val="100000"/>
              </a:lnSpc>
              <a:buChar char="•"/>
              <a:tabLst>
                <a:tab pos="1136650" algn="l"/>
              </a:tabLst>
            </a:pPr>
            <a:r>
              <a:rPr sz="3200" spc="-5" dirty="0">
                <a:latin typeface="Tahoma"/>
                <a:cs typeface="Tahoma"/>
              </a:rPr>
              <a:t>as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10" dirty="0">
                <a:latin typeface="Tahoma"/>
                <a:cs typeface="Tahoma"/>
              </a:rPr>
              <a:t>matter </a:t>
            </a:r>
            <a:r>
              <a:rPr sz="3200" spc="-5" dirty="0">
                <a:latin typeface="Tahoma"/>
                <a:cs typeface="Tahoma"/>
              </a:rPr>
              <a:t>of </a:t>
            </a:r>
            <a:r>
              <a:rPr sz="3200" spc="-15" dirty="0">
                <a:latin typeface="Tahoma"/>
                <a:cs typeface="Tahoma"/>
              </a:rPr>
              <a:t>fact,</a:t>
            </a:r>
            <a:endParaRPr sz="3200" dirty="0">
              <a:latin typeface="Tahoma"/>
              <a:cs typeface="Tahoma"/>
            </a:endParaRPr>
          </a:p>
          <a:p>
            <a:pPr marL="1682750">
              <a:lnSpc>
                <a:spcPct val="100000"/>
              </a:lnSpc>
              <a:spcBef>
                <a:spcPts val="765"/>
              </a:spcBef>
            </a:pPr>
            <a:r>
              <a:rPr sz="3200" dirty="0">
                <a:latin typeface="Tahoma"/>
                <a:cs typeface="Tahoma"/>
              </a:rPr>
              <a:t>T</a:t>
            </a:r>
            <a:r>
              <a:rPr sz="2000" dirty="0">
                <a:latin typeface="Tahoma"/>
                <a:cs typeface="Tahoma"/>
              </a:rPr>
              <a:t>2 </a:t>
            </a:r>
            <a:r>
              <a:rPr sz="3200" spc="-5" dirty="0">
                <a:latin typeface="Tahoma"/>
                <a:cs typeface="Tahoma"/>
              </a:rPr>
              <a:t>must precede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lang="zh-CN" altLang="en-US" sz="3200" spc="-20" dirty="0">
                <a:latin typeface="Tahoma"/>
                <a:cs typeface="Tahoma"/>
              </a:rPr>
              <a:t>在</a:t>
            </a:r>
            <a:r>
              <a:rPr lang="en-US" altLang="zh-CN" sz="3200" spc="-20" dirty="0">
                <a:latin typeface="Tahoma"/>
                <a:cs typeface="Tahoma"/>
              </a:rPr>
              <a:t>..</a:t>
            </a:r>
            <a:r>
              <a:rPr lang="zh-CN" altLang="en-US" sz="3200" spc="-20" dirty="0">
                <a:latin typeface="Tahoma"/>
                <a:cs typeface="Tahoma"/>
              </a:rPr>
              <a:t>之前</a:t>
            </a:r>
            <a:r>
              <a:rPr sz="3200" dirty="0">
                <a:latin typeface="Tahoma"/>
                <a:cs typeface="Tahoma"/>
              </a:rPr>
              <a:t>T</a:t>
            </a:r>
            <a:r>
              <a:rPr sz="2000" dirty="0">
                <a:latin typeface="Tahoma"/>
                <a:cs typeface="Tahoma"/>
              </a:rPr>
              <a:t>1</a:t>
            </a:r>
          </a:p>
          <a:p>
            <a:pPr marL="1809750" marR="1539875">
              <a:lnSpc>
                <a:spcPct val="119500"/>
              </a:lnSpc>
              <a:spcBef>
                <a:spcPts val="15"/>
              </a:spcBef>
              <a:tabLst>
                <a:tab pos="2712720" algn="l"/>
              </a:tabLst>
            </a:pPr>
            <a:r>
              <a:rPr sz="3200" spc="-5" dirty="0">
                <a:latin typeface="Tahoma"/>
                <a:cs typeface="Tahoma"/>
              </a:rPr>
              <a:t>in </a:t>
            </a:r>
            <a:r>
              <a:rPr sz="3200" spc="-15" dirty="0">
                <a:latin typeface="Tahoma"/>
                <a:cs typeface="Tahoma"/>
              </a:rPr>
              <a:t>any </a:t>
            </a:r>
            <a:r>
              <a:rPr sz="3200" spc="-10" dirty="0">
                <a:latin typeface="Tahoma"/>
                <a:cs typeface="Tahoma"/>
              </a:rPr>
              <a:t>equivalent </a:t>
            </a:r>
            <a:r>
              <a:rPr sz="3200" spc="-5" dirty="0">
                <a:latin typeface="Tahoma"/>
                <a:cs typeface="Tahoma"/>
              </a:rPr>
              <a:t>schedule,  </a:t>
            </a:r>
            <a:r>
              <a:rPr sz="3200" spc="-45" dirty="0">
                <a:latin typeface="Tahoma"/>
                <a:cs typeface="Tahoma"/>
              </a:rPr>
              <a:t>i.e.,	</a:t>
            </a:r>
            <a:r>
              <a:rPr sz="3200" dirty="0">
                <a:latin typeface="Tahoma"/>
                <a:cs typeface="Tahoma"/>
              </a:rPr>
              <a:t>T</a:t>
            </a:r>
            <a:r>
              <a:rPr sz="2000" dirty="0">
                <a:latin typeface="Tahoma"/>
                <a:cs typeface="Tahoma"/>
              </a:rPr>
              <a:t>2 </a:t>
            </a:r>
            <a:r>
              <a:rPr sz="3200" i="1" dirty="0">
                <a:latin typeface="Symbol"/>
                <a:cs typeface="Symbol"/>
              </a:rPr>
              <a:t></a:t>
            </a:r>
            <a:r>
              <a:rPr sz="3200" i="1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ahoma"/>
                <a:cs typeface="Tahoma"/>
              </a:rPr>
              <a:t>T</a:t>
            </a:r>
            <a:r>
              <a:rPr sz="2000" dirty="0">
                <a:latin typeface="Tahoma"/>
                <a:cs typeface="Tahoma"/>
              </a:rPr>
              <a:t>1</a:t>
            </a:r>
          </a:p>
        </p:txBody>
      </p:sp>
      <p:sp>
        <p:nvSpPr>
          <p:cNvPr id="3" name="object 3"/>
          <p:cNvSpPr/>
          <p:nvPr/>
        </p:nvSpPr>
        <p:spPr>
          <a:xfrm>
            <a:off x="1214437" y="1981085"/>
            <a:ext cx="7400925" cy="10232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11</a:t>
            </a:fld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2152" y="2517774"/>
            <a:ext cx="12858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95985" algn="l"/>
              </a:tabLst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000" dirty="0">
                <a:latin typeface="Tahoma"/>
                <a:cs typeface="Tahoma"/>
              </a:rPr>
              <a:t>1	</a:t>
            </a:r>
            <a:r>
              <a:rPr sz="3200" spc="-5" dirty="0">
                <a:latin typeface="Tahoma"/>
                <a:cs typeface="Tahoma"/>
              </a:rPr>
              <a:t>T</a:t>
            </a:r>
            <a:r>
              <a:rPr sz="2000" dirty="0"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56772" y="2342083"/>
            <a:ext cx="6248400" cy="29470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27100" marR="5080" indent="-914400">
              <a:lnSpc>
                <a:spcPct val="119700"/>
              </a:lnSpc>
              <a:spcBef>
                <a:spcPts val="95"/>
              </a:spcBef>
            </a:pPr>
            <a:r>
              <a:rPr sz="3200" dirty="0">
                <a:latin typeface="Tahoma"/>
                <a:cs typeface="Tahoma"/>
              </a:rPr>
              <a:t>Sd </a:t>
            </a:r>
            <a:r>
              <a:rPr sz="3200" spc="-5" dirty="0">
                <a:latin typeface="Tahoma"/>
                <a:cs typeface="Tahoma"/>
              </a:rPr>
              <a:t>cannot </a:t>
            </a:r>
            <a:r>
              <a:rPr sz="3200" dirty="0">
                <a:latin typeface="Tahoma"/>
                <a:cs typeface="Tahoma"/>
              </a:rPr>
              <a:t>be </a:t>
            </a:r>
            <a:r>
              <a:rPr sz="3200" spc="-10" dirty="0">
                <a:latin typeface="Tahoma"/>
                <a:cs typeface="Tahoma"/>
              </a:rPr>
              <a:t>rearranged</a:t>
            </a:r>
            <a:r>
              <a:rPr lang="zh-CN" altLang="en-US" sz="3200" spc="-10" dirty="0">
                <a:latin typeface="Tahoma"/>
                <a:cs typeface="Tahoma"/>
              </a:rPr>
              <a:t>重新排列</a:t>
            </a:r>
            <a:r>
              <a:rPr sz="3200" spc="-5" dirty="0">
                <a:latin typeface="Tahoma"/>
                <a:cs typeface="Tahoma"/>
              </a:rPr>
              <a:t>into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serial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schedule</a:t>
            </a:r>
            <a:endParaRPr sz="3200" dirty="0">
              <a:latin typeface="Tahoma"/>
              <a:cs typeface="Tahoma"/>
            </a:endParaRPr>
          </a:p>
          <a:p>
            <a:pPr marL="927100" marR="360045" indent="-914400">
              <a:lnSpc>
                <a:spcPct val="119700"/>
              </a:lnSpc>
              <a:spcBef>
                <a:spcPts val="20"/>
              </a:spcBef>
            </a:pPr>
            <a:r>
              <a:rPr sz="3200" dirty="0">
                <a:latin typeface="Tahoma"/>
                <a:cs typeface="Tahoma"/>
              </a:rPr>
              <a:t>Sd </a:t>
            </a:r>
            <a:r>
              <a:rPr sz="3200" spc="-5" dirty="0">
                <a:latin typeface="Tahoma"/>
                <a:cs typeface="Tahoma"/>
              </a:rPr>
              <a:t>is not </a:t>
            </a:r>
            <a:r>
              <a:rPr sz="3200" spc="-10" dirty="0">
                <a:latin typeface="Tahoma"/>
                <a:cs typeface="Tahoma"/>
              </a:rPr>
              <a:t>“equivalent” </a:t>
            </a:r>
            <a:r>
              <a:rPr sz="3200" spc="-5" dirty="0">
                <a:latin typeface="Tahoma"/>
                <a:cs typeface="Tahoma"/>
              </a:rPr>
              <a:t>to  </a:t>
            </a:r>
            <a:r>
              <a:rPr sz="3200" spc="-15" dirty="0">
                <a:latin typeface="Tahoma"/>
                <a:cs typeface="Tahoma"/>
              </a:rPr>
              <a:t>any </a:t>
            </a:r>
            <a:r>
              <a:rPr sz="3200" spc="-5" dirty="0">
                <a:latin typeface="Tahoma"/>
                <a:cs typeface="Tahoma"/>
              </a:rPr>
              <a:t>serial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schedule</a:t>
            </a:r>
            <a:endParaRPr sz="32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dirty="0">
                <a:latin typeface="Tahoma"/>
                <a:cs typeface="Tahoma"/>
              </a:rPr>
              <a:t>Sd </a:t>
            </a:r>
            <a:r>
              <a:rPr sz="3200" spc="-5" dirty="0">
                <a:latin typeface="Tahoma"/>
                <a:cs typeface="Tahoma"/>
              </a:rPr>
              <a:t>is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“bad”</a:t>
            </a:r>
            <a:endParaRPr sz="3200" dirty="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99572" y="258373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86512" y="381000"/>
                </a:moveTo>
                <a:lnTo>
                  <a:pt x="286512" y="286512"/>
                </a:lnTo>
                <a:lnTo>
                  <a:pt x="0" y="286512"/>
                </a:lnTo>
                <a:lnTo>
                  <a:pt x="0" y="96012"/>
                </a:lnTo>
                <a:lnTo>
                  <a:pt x="286512" y="96012"/>
                </a:lnTo>
                <a:lnTo>
                  <a:pt x="286512" y="0"/>
                </a:lnTo>
                <a:lnTo>
                  <a:pt x="381000" y="190500"/>
                </a:lnTo>
                <a:lnTo>
                  <a:pt x="286512" y="381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94809" y="2563549"/>
            <a:ext cx="391160" cy="421640"/>
          </a:xfrm>
          <a:custGeom>
            <a:avLst/>
            <a:gdLst/>
            <a:ahLst/>
            <a:cxnLst/>
            <a:rect l="l" t="t" r="r" b="b"/>
            <a:pathLst>
              <a:path w="391160" h="421639">
                <a:moveTo>
                  <a:pt x="285750" y="115430"/>
                </a:moveTo>
                <a:lnTo>
                  <a:pt x="285750" y="0"/>
                </a:lnTo>
                <a:lnTo>
                  <a:pt x="295839" y="20180"/>
                </a:lnTo>
                <a:lnTo>
                  <a:pt x="295275" y="20180"/>
                </a:lnTo>
                <a:lnTo>
                  <a:pt x="286257" y="22313"/>
                </a:lnTo>
                <a:lnTo>
                  <a:pt x="295275" y="40347"/>
                </a:lnTo>
                <a:lnTo>
                  <a:pt x="295275" y="110667"/>
                </a:lnTo>
                <a:lnTo>
                  <a:pt x="290512" y="110667"/>
                </a:lnTo>
                <a:lnTo>
                  <a:pt x="285750" y="115430"/>
                </a:lnTo>
                <a:close/>
              </a:path>
              <a:path w="391160" h="421639">
                <a:moveTo>
                  <a:pt x="295275" y="40347"/>
                </a:moveTo>
                <a:lnTo>
                  <a:pt x="286257" y="22313"/>
                </a:lnTo>
                <a:lnTo>
                  <a:pt x="295275" y="20180"/>
                </a:lnTo>
                <a:lnTo>
                  <a:pt x="295275" y="40347"/>
                </a:lnTo>
                <a:close/>
              </a:path>
              <a:path w="391160" h="421639">
                <a:moveTo>
                  <a:pt x="380441" y="210680"/>
                </a:moveTo>
                <a:lnTo>
                  <a:pt x="295275" y="40347"/>
                </a:lnTo>
                <a:lnTo>
                  <a:pt x="295275" y="20180"/>
                </a:lnTo>
                <a:lnTo>
                  <a:pt x="295839" y="20180"/>
                </a:lnTo>
                <a:lnTo>
                  <a:pt x="390017" y="208546"/>
                </a:lnTo>
                <a:lnTo>
                  <a:pt x="381507" y="208546"/>
                </a:lnTo>
                <a:lnTo>
                  <a:pt x="380441" y="210680"/>
                </a:lnTo>
                <a:close/>
              </a:path>
              <a:path w="391160" h="421639">
                <a:moveTo>
                  <a:pt x="285750" y="310692"/>
                </a:moveTo>
                <a:lnTo>
                  <a:pt x="0" y="310692"/>
                </a:lnTo>
                <a:lnTo>
                  <a:pt x="0" y="110667"/>
                </a:lnTo>
                <a:lnTo>
                  <a:pt x="285750" y="110667"/>
                </a:lnTo>
                <a:lnTo>
                  <a:pt x="285750" y="115430"/>
                </a:lnTo>
                <a:lnTo>
                  <a:pt x="9525" y="115430"/>
                </a:lnTo>
                <a:lnTo>
                  <a:pt x="4762" y="120192"/>
                </a:lnTo>
                <a:lnTo>
                  <a:pt x="9525" y="120192"/>
                </a:lnTo>
                <a:lnTo>
                  <a:pt x="9525" y="301167"/>
                </a:lnTo>
                <a:lnTo>
                  <a:pt x="4762" y="301167"/>
                </a:lnTo>
                <a:lnTo>
                  <a:pt x="9525" y="305930"/>
                </a:lnTo>
                <a:lnTo>
                  <a:pt x="285750" y="305930"/>
                </a:lnTo>
                <a:lnTo>
                  <a:pt x="285750" y="310692"/>
                </a:lnTo>
                <a:close/>
              </a:path>
              <a:path w="391160" h="421639">
                <a:moveTo>
                  <a:pt x="295275" y="120192"/>
                </a:moveTo>
                <a:lnTo>
                  <a:pt x="9525" y="120192"/>
                </a:lnTo>
                <a:lnTo>
                  <a:pt x="9525" y="115430"/>
                </a:lnTo>
                <a:lnTo>
                  <a:pt x="285750" y="115430"/>
                </a:lnTo>
                <a:lnTo>
                  <a:pt x="290512" y="110667"/>
                </a:lnTo>
                <a:lnTo>
                  <a:pt x="295275" y="110667"/>
                </a:lnTo>
                <a:lnTo>
                  <a:pt x="295275" y="120192"/>
                </a:lnTo>
                <a:close/>
              </a:path>
              <a:path w="391160" h="421639">
                <a:moveTo>
                  <a:pt x="9525" y="120192"/>
                </a:moveTo>
                <a:lnTo>
                  <a:pt x="4762" y="120192"/>
                </a:lnTo>
                <a:lnTo>
                  <a:pt x="9525" y="115430"/>
                </a:lnTo>
                <a:lnTo>
                  <a:pt x="9525" y="120192"/>
                </a:lnTo>
                <a:close/>
              </a:path>
              <a:path w="391160" h="421639">
                <a:moveTo>
                  <a:pt x="381507" y="212813"/>
                </a:moveTo>
                <a:lnTo>
                  <a:pt x="380441" y="210680"/>
                </a:lnTo>
                <a:lnTo>
                  <a:pt x="381507" y="208546"/>
                </a:lnTo>
                <a:lnTo>
                  <a:pt x="381507" y="212813"/>
                </a:lnTo>
                <a:close/>
              </a:path>
              <a:path w="391160" h="421639">
                <a:moveTo>
                  <a:pt x="390017" y="212813"/>
                </a:moveTo>
                <a:lnTo>
                  <a:pt x="381507" y="212813"/>
                </a:lnTo>
                <a:lnTo>
                  <a:pt x="381507" y="208546"/>
                </a:lnTo>
                <a:lnTo>
                  <a:pt x="390017" y="208546"/>
                </a:lnTo>
                <a:lnTo>
                  <a:pt x="391083" y="210680"/>
                </a:lnTo>
                <a:lnTo>
                  <a:pt x="390017" y="212813"/>
                </a:lnTo>
                <a:close/>
              </a:path>
              <a:path w="391160" h="421639">
                <a:moveTo>
                  <a:pt x="295839" y="401180"/>
                </a:moveTo>
                <a:lnTo>
                  <a:pt x="295275" y="401180"/>
                </a:lnTo>
                <a:lnTo>
                  <a:pt x="295275" y="381012"/>
                </a:lnTo>
                <a:lnTo>
                  <a:pt x="380441" y="210680"/>
                </a:lnTo>
                <a:lnTo>
                  <a:pt x="381507" y="212813"/>
                </a:lnTo>
                <a:lnTo>
                  <a:pt x="390017" y="212813"/>
                </a:lnTo>
                <a:lnTo>
                  <a:pt x="295839" y="401180"/>
                </a:lnTo>
                <a:close/>
              </a:path>
              <a:path w="391160" h="421639">
                <a:moveTo>
                  <a:pt x="9525" y="305930"/>
                </a:moveTo>
                <a:lnTo>
                  <a:pt x="4762" y="301167"/>
                </a:lnTo>
                <a:lnTo>
                  <a:pt x="9525" y="301167"/>
                </a:lnTo>
                <a:lnTo>
                  <a:pt x="9525" y="305930"/>
                </a:lnTo>
                <a:close/>
              </a:path>
              <a:path w="391160" h="421639">
                <a:moveTo>
                  <a:pt x="295275" y="310692"/>
                </a:moveTo>
                <a:lnTo>
                  <a:pt x="290512" y="310692"/>
                </a:lnTo>
                <a:lnTo>
                  <a:pt x="285750" y="305930"/>
                </a:lnTo>
                <a:lnTo>
                  <a:pt x="9525" y="305930"/>
                </a:lnTo>
                <a:lnTo>
                  <a:pt x="9525" y="301167"/>
                </a:lnTo>
                <a:lnTo>
                  <a:pt x="295275" y="301167"/>
                </a:lnTo>
                <a:lnTo>
                  <a:pt x="295275" y="310692"/>
                </a:lnTo>
                <a:close/>
              </a:path>
              <a:path w="391160" h="421639">
                <a:moveTo>
                  <a:pt x="285750" y="421360"/>
                </a:moveTo>
                <a:lnTo>
                  <a:pt x="285750" y="305930"/>
                </a:lnTo>
                <a:lnTo>
                  <a:pt x="290512" y="310692"/>
                </a:lnTo>
                <a:lnTo>
                  <a:pt x="295275" y="310692"/>
                </a:lnTo>
                <a:lnTo>
                  <a:pt x="295275" y="381012"/>
                </a:lnTo>
                <a:lnTo>
                  <a:pt x="286257" y="399046"/>
                </a:lnTo>
                <a:lnTo>
                  <a:pt x="295275" y="401180"/>
                </a:lnTo>
                <a:lnTo>
                  <a:pt x="295839" y="401180"/>
                </a:lnTo>
                <a:lnTo>
                  <a:pt x="285750" y="421360"/>
                </a:lnTo>
                <a:close/>
              </a:path>
              <a:path w="391160" h="421639">
                <a:moveTo>
                  <a:pt x="295275" y="401180"/>
                </a:moveTo>
                <a:lnTo>
                  <a:pt x="286257" y="399046"/>
                </a:lnTo>
                <a:lnTo>
                  <a:pt x="295275" y="381012"/>
                </a:lnTo>
                <a:lnTo>
                  <a:pt x="295275" y="4011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299572" y="486973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86512" y="381000"/>
                </a:moveTo>
                <a:lnTo>
                  <a:pt x="286512" y="286512"/>
                </a:lnTo>
                <a:lnTo>
                  <a:pt x="0" y="286512"/>
                </a:lnTo>
                <a:lnTo>
                  <a:pt x="0" y="96012"/>
                </a:lnTo>
                <a:lnTo>
                  <a:pt x="286512" y="96012"/>
                </a:lnTo>
                <a:lnTo>
                  <a:pt x="286512" y="0"/>
                </a:lnTo>
                <a:lnTo>
                  <a:pt x="381000" y="190500"/>
                </a:lnTo>
                <a:lnTo>
                  <a:pt x="286512" y="381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294809" y="4849549"/>
            <a:ext cx="391160" cy="421640"/>
          </a:xfrm>
          <a:custGeom>
            <a:avLst/>
            <a:gdLst/>
            <a:ahLst/>
            <a:cxnLst/>
            <a:rect l="l" t="t" r="r" b="b"/>
            <a:pathLst>
              <a:path w="391160" h="421639">
                <a:moveTo>
                  <a:pt x="285750" y="115430"/>
                </a:moveTo>
                <a:lnTo>
                  <a:pt x="285750" y="0"/>
                </a:lnTo>
                <a:lnTo>
                  <a:pt x="295839" y="20180"/>
                </a:lnTo>
                <a:lnTo>
                  <a:pt x="295275" y="20180"/>
                </a:lnTo>
                <a:lnTo>
                  <a:pt x="286257" y="22313"/>
                </a:lnTo>
                <a:lnTo>
                  <a:pt x="295275" y="40347"/>
                </a:lnTo>
                <a:lnTo>
                  <a:pt x="295275" y="110667"/>
                </a:lnTo>
                <a:lnTo>
                  <a:pt x="290512" y="110667"/>
                </a:lnTo>
                <a:lnTo>
                  <a:pt x="285750" y="115430"/>
                </a:lnTo>
                <a:close/>
              </a:path>
              <a:path w="391160" h="421639">
                <a:moveTo>
                  <a:pt x="295275" y="40347"/>
                </a:moveTo>
                <a:lnTo>
                  <a:pt x="286257" y="22313"/>
                </a:lnTo>
                <a:lnTo>
                  <a:pt x="295275" y="20180"/>
                </a:lnTo>
                <a:lnTo>
                  <a:pt x="295275" y="40347"/>
                </a:lnTo>
                <a:close/>
              </a:path>
              <a:path w="391160" h="421639">
                <a:moveTo>
                  <a:pt x="380441" y="210680"/>
                </a:moveTo>
                <a:lnTo>
                  <a:pt x="295275" y="40347"/>
                </a:lnTo>
                <a:lnTo>
                  <a:pt x="295275" y="20180"/>
                </a:lnTo>
                <a:lnTo>
                  <a:pt x="295839" y="20180"/>
                </a:lnTo>
                <a:lnTo>
                  <a:pt x="390017" y="208546"/>
                </a:lnTo>
                <a:lnTo>
                  <a:pt x="381507" y="208546"/>
                </a:lnTo>
                <a:lnTo>
                  <a:pt x="380441" y="210680"/>
                </a:lnTo>
                <a:close/>
              </a:path>
              <a:path w="391160" h="421639">
                <a:moveTo>
                  <a:pt x="285750" y="310692"/>
                </a:moveTo>
                <a:lnTo>
                  <a:pt x="0" y="310692"/>
                </a:lnTo>
                <a:lnTo>
                  <a:pt x="0" y="110667"/>
                </a:lnTo>
                <a:lnTo>
                  <a:pt x="285750" y="110667"/>
                </a:lnTo>
                <a:lnTo>
                  <a:pt x="285750" y="115430"/>
                </a:lnTo>
                <a:lnTo>
                  <a:pt x="9525" y="115430"/>
                </a:lnTo>
                <a:lnTo>
                  <a:pt x="4762" y="120192"/>
                </a:lnTo>
                <a:lnTo>
                  <a:pt x="9525" y="120192"/>
                </a:lnTo>
                <a:lnTo>
                  <a:pt x="9525" y="301167"/>
                </a:lnTo>
                <a:lnTo>
                  <a:pt x="4762" y="301167"/>
                </a:lnTo>
                <a:lnTo>
                  <a:pt x="9525" y="305930"/>
                </a:lnTo>
                <a:lnTo>
                  <a:pt x="285750" y="305930"/>
                </a:lnTo>
                <a:lnTo>
                  <a:pt x="285750" y="310692"/>
                </a:lnTo>
                <a:close/>
              </a:path>
              <a:path w="391160" h="421639">
                <a:moveTo>
                  <a:pt x="295275" y="120192"/>
                </a:moveTo>
                <a:lnTo>
                  <a:pt x="9525" y="120192"/>
                </a:lnTo>
                <a:lnTo>
                  <a:pt x="9525" y="115430"/>
                </a:lnTo>
                <a:lnTo>
                  <a:pt x="285750" y="115430"/>
                </a:lnTo>
                <a:lnTo>
                  <a:pt x="290512" y="110667"/>
                </a:lnTo>
                <a:lnTo>
                  <a:pt x="295275" y="110667"/>
                </a:lnTo>
                <a:lnTo>
                  <a:pt x="295275" y="120192"/>
                </a:lnTo>
                <a:close/>
              </a:path>
              <a:path w="391160" h="421639">
                <a:moveTo>
                  <a:pt x="9525" y="120192"/>
                </a:moveTo>
                <a:lnTo>
                  <a:pt x="4762" y="120192"/>
                </a:lnTo>
                <a:lnTo>
                  <a:pt x="9525" y="115430"/>
                </a:lnTo>
                <a:lnTo>
                  <a:pt x="9525" y="120192"/>
                </a:lnTo>
                <a:close/>
              </a:path>
              <a:path w="391160" h="421639">
                <a:moveTo>
                  <a:pt x="381507" y="212813"/>
                </a:moveTo>
                <a:lnTo>
                  <a:pt x="380441" y="210680"/>
                </a:lnTo>
                <a:lnTo>
                  <a:pt x="381507" y="208546"/>
                </a:lnTo>
                <a:lnTo>
                  <a:pt x="381507" y="212813"/>
                </a:lnTo>
                <a:close/>
              </a:path>
              <a:path w="391160" h="421639">
                <a:moveTo>
                  <a:pt x="390017" y="212813"/>
                </a:moveTo>
                <a:lnTo>
                  <a:pt x="381507" y="212813"/>
                </a:lnTo>
                <a:lnTo>
                  <a:pt x="381507" y="208546"/>
                </a:lnTo>
                <a:lnTo>
                  <a:pt x="390017" y="208546"/>
                </a:lnTo>
                <a:lnTo>
                  <a:pt x="391083" y="210680"/>
                </a:lnTo>
                <a:lnTo>
                  <a:pt x="390017" y="212813"/>
                </a:lnTo>
                <a:close/>
              </a:path>
              <a:path w="391160" h="421639">
                <a:moveTo>
                  <a:pt x="295839" y="401180"/>
                </a:moveTo>
                <a:lnTo>
                  <a:pt x="295275" y="401180"/>
                </a:lnTo>
                <a:lnTo>
                  <a:pt x="295275" y="381012"/>
                </a:lnTo>
                <a:lnTo>
                  <a:pt x="380441" y="210680"/>
                </a:lnTo>
                <a:lnTo>
                  <a:pt x="381507" y="212813"/>
                </a:lnTo>
                <a:lnTo>
                  <a:pt x="390017" y="212813"/>
                </a:lnTo>
                <a:lnTo>
                  <a:pt x="295839" y="401180"/>
                </a:lnTo>
                <a:close/>
              </a:path>
              <a:path w="391160" h="421639">
                <a:moveTo>
                  <a:pt x="9525" y="305930"/>
                </a:moveTo>
                <a:lnTo>
                  <a:pt x="4762" y="301167"/>
                </a:lnTo>
                <a:lnTo>
                  <a:pt x="9525" y="301167"/>
                </a:lnTo>
                <a:lnTo>
                  <a:pt x="9525" y="305930"/>
                </a:lnTo>
                <a:close/>
              </a:path>
              <a:path w="391160" h="421639">
                <a:moveTo>
                  <a:pt x="295275" y="310692"/>
                </a:moveTo>
                <a:lnTo>
                  <a:pt x="290512" y="310692"/>
                </a:lnTo>
                <a:lnTo>
                  <a:pt x="285750" y="305930"/>
                </a:lnTo>
                <a:lnTo>
                  <a:pt x="9525" y="305930"/>
                </a:lnTo>
                <a:lnTo>
                  <a:pt x="9525" y="301167"/>
                </a:lnTo>
                <a:lnTo>
                  <a:pt x="295275" y="301167"/>
                </a:lnTo>
                <a:lnTo>
                  <a:pt x="295275" y="310692"/>
                </a:lnTo>
                <a:close/>
              </a:path>
              <a:path w="391160" h="421639">
                <a:moveTo>
                  <a:pt x="285750" y="421360"/>
                </a:moveTo>
                <a:lnTo>
                  <a:pt x="285750" y="305930"/>
                </a:lnTo>
                <a:lnTo>
                  <a:pt x="290512" y="310692"/>
                </a:lnTo>
                <a:lnTo>
                  <a:pt x="295275" y="310692"/>
                </a:lnTo>
                <a:lnTo>
                  <a:pt x="295275" y="381012"/>
                </a:lnTo>
                <a:lnTo>
                  <a:pt x="286257" y="399046"/>
                </a:lnTo>
                <a:lnTo>
                  <a:pt x="295275" y="401180"/>
                </a:lnTo>
                <a:lnTo>
                  <a:pt x="295839" y="401180"/>
                </a:lnTo>
                <a:lnTo>
                  <a:pt x="285750" y="421360"/>
                </a:lnTo>
                <a:close/>
              </a:path>
              <a:path w="391160" h="421639">
                <a:moveTo>
                  <a:pt x="295275" y="401180"/>
                </a:moveTo>
                <a:lnTo>
                  <a:pt x="286257" y="399046"/>
                </a:lnTo>
                <a:lnTo>
                  <a:pt x="295275" y="381012"/>
                </a:lnTo>
                <a:lnTo>
                  <a:pt x="295275" y="4011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299572" y="372673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86512" y="381000"/>
                </a:moveTo>
                <a:lnTo>
                  <a:pt x="286512" y="286512"/>
                </a:lnTo>
                <a:lnTo>
                  <a:pt x="0" y="286512"/>
                </a:lnTo>
                <a:lnTo>
                  <a:pt x="0" y="96012"/>
                </a:lnTo>
                <a:lnTo>
                  <a:pt x="286512" y="96012"/>
                </a:lnTo>
                <a:lnTo>
                  <a:pt x="286512" y="0"/>
                </a:lnTo>
                <a:lnTo>
                  <a:pt x="381000" y="190500"/>
                </a:lnTo>
                <a:lnTo>
                  <a:pt x="286512" y="381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294809" y="3706549"/>
            <a:ext cx="391160" cy="421640"/>
          </a:xfrm>
          <a:custGeom>
            <a:avLst/>
            <a:gdLst/>
            <a:ahLst/>
            <a:cxnLst/>
            <a:rect l="l" t="t" r="r" b="b"/>
            <a:pathLst>
              <a:path w="391160" h="421639">
                <a:moveTo>
                  <a:pt x="285750" y="115430"/>
                </a:moveTo>
                <a:lnTo>
                  <a:pt x="285750" y="0"/>
                </a:lnTo>
                <a:lnTo>
                  <a:pt x="295839" y="20180"/>
                </a:lnTo>
                <a:lnTo>
                  <a:pt x="295275" y="20180"/>
                </a:lnTo>
                <a:lnTo>
                  <a:pt x="286257" y="22313"/>
                </a:lnTo>
                <a:lnTo>
                  <a:pt x="295275" y="40347"/>
                </a:lnTo>
                <a:lnTo>
                  <a:pt x="295275" y="110667"/>
                </a:lnTo>
                <a:lnTo>
                  <a:pt x="290512" y="110667"/>
                </a:lnTo>
                <a:lnTo>
                  <a:pt x="285750" y="115430"/>
                </a:lnTo>
                <a:close/>
              </a:path>
              <a:path w="391160" h="421639">
                <a:moveTo>
                  <a:pt x="295275" y="40347"/>
                </a:moveTo>
                <a:lnTo>
                  <a:pt x="286257" y="22313"/>
                </a:lnTo>
                <a:lnTo>
                  <a:pt x="295275" y="20180"/>
                </a:lnTo>
                <a:lnTo>
                  <a:pt x="295275" y="40347"/>
                </a:lnTo>
                <a:close/>
              </a:path>
              <a:path w="391160" h="421639">
                <a:moveTo>
                  <a:pt x="380441" y="210680"/>
                </a:moveTo>
                <a:lnTo>
                  <a:pt x="295275" y="40347"/>
                </a:lnTo>
                <a:lnTo>
                  <a:pt x="295275" y="20180"/>
                </a:lnTo>
                <a:lnTo>
                  <a:pt x="295839" y="20180"/>
                </a:lnTo>
                <a:lnTo>
                  <a:pt x="390017" y="208546"/>
                </a:lnTo>
                <a:lnTo>
                  <a:pt x="381507" y="208546"/>
                </a:lnTo>
                <a:lnTo>
                  <a:pt x="380441" y="210680"/>
                </a:lnTo>
                <a:close/>
              </a:path>
              <a:path w="391160" h="421639">
                <a:moveTo>
                  <a:pt x="285750" y="310692"/>
                </a:moveTo>
                <a:lnTo>
                  <a:pt x="0" y="310692"/>
                </a:lnTo>
                <a:lnTo>
                  <a:pt x="0" y="110667"/>
                </a:lnTo>
                <a:lnTo>
                  <a:pt x="285750" y="110667"/>
                </a:lnTo>
                <a:lnTo>
                  <a:pt x="285750" y="115430"/>
                </a:lnTo>
                <a:lnTo>
                  <a:pt x="9525" y="115430"/>
                </a:lnTo>
                <a:lnTo>
                  <a:pt x="4762" y="120192"/>
                </a:lnTo>
                <a:lnTo>
                  <a:pt x="9525" y="120192"/>
                </a:lnTo>
                <a:lnTo>
                  <a:pt x="9525" y="301167"/>
                </a:lnTo>
                <a:lnTo>
                  <a:pt x="4762" y="301167"/>
                </a:lnTo>
                <a:lnTo>
                  <a:pt x="9525" y="305930"/>
                </a:lnTo>
                <a:lnTo>
                  <a:pt x="285750" y="305930"/>
                </a:lnTo>
                <a:lnTo>
                  <a:pt x="285750" y="310692"/>
                </a:lnTo>
                <a:close/>
              </a:path>
              <a:path w="391160" h="421639">
                <a:moveTo>
                  <a:pt x="295275" y="120192"/>
                </a:moveTo>
                <a:lnTo>
                  <a:pt x="9525" y="120192"/>
                </a:lnTo>
                <a:lnTo>
                  <a:pt x="9525" y="115430"/>
                </a:lnTo>
                <a:lnTo>
                  <a:pt x="285750" y="115430"/>
                </a:lnTo>
                <a:lnTo>
                  <a:pt x="290512" y="110667"/>
                </a:lnTo>
                <a:lnTo>
                  <a:pt x="295275" y="110667"/>
                </a:lnTo>
                <a:lnTo>
                  <a:pt x="295275" y="120192"/>
                </a:lnTo>
                <a:close/>
              </a:path>
              <a:path w="391160" h="421639">
                <a:moveTo>
                  <a:pt x="9525" y="120192"/>
                </a:moveTo>
                <a:lnTo>
                  <a:pt x="4762" y="120192"/>
                </a:lnTo>
                <a:lnTo>
                  <a:pt x="9525" y="115430"/>
                </a:lnTo>
                <a:lnTo>
                  <a:pt x="9525" y="120192"/>
                </a:lnTo>
                <a:close/>
              </a:path>
              <a:path w="391160" h="421639">
                <a:moveTo>
                  <a:pt x="381507" y="212813"/>
                </a:moveTo>
                <a:lnTo>
                  <a:pt x="380441" y="210680"/>
                </a:lnTo>
                <a:lnTo>
                  <a:pt x="381507" y="208546"/>
                </a:lnTo>
                <a:lnTo>
                  <a:pt x="381507" y="212813"/>
                </a:lnTo>
                <a:close/>
              </a:path>
              <a:path w="391160" h="421639">
                <a:moveTo>
                  <a:pt x="390017" y="212813"/>
                </a:moveTo>
                <a:lnTo>
                  <a:pt x="381507" y="212813"/>
                </a:lnTo>
                <a:lnTo>
                  <a:pt x="381507" y="208546"/>
                </a:lnTo>
                <a:lnTo>
                  <a:pt x="390017" y="208546"/>
                </a:lnTo>
                <a:lnTo>
                  <a:pt x="391083" y="210680"/>
                </a:lnTo>
                <a:lnTo>
                  <a:pt x="390017" y="212813"/>
                </a:lnTo>
                <a:close/>
              </a:path>
              <a:path w="391160" h="421639">
                <a:moveTo>
                  <a:pt x="295839" y="401180"/>
                </a:moveTo>
                <a:lnTo>
                  <a:pt x="295275" y="401180"/>
                </a:lnTo>
                <a:lnTo>
                  <a:pt x="295275" y="381012"/>
                </a:lnTo>
                <a:lnTo>
                  <a:pt x="380441" y="210680"/>
                </a:lnTo>
                <a:lnTo>
                  <a:pt x="381507" y="212813"/>
                </a:lnTo>
                <a:lnTo>
                  <a:pt x="390017" y="212813"/>
                </a:lnTo>
                <a:lnTo>
                  <a:pt x="295839" y="401180"/>
                </a:lnTo>
                <a:close/>
              </a:path>
              <a:path w="391160" h="421639">
                <a:moveTo>
                  <a:pt x="9525" y="305930"/>
                </a:moveTo>
                <a:lnTo>
                  <a:pt x="4762" y="301167"/>
                </a:lnTo>
                <a:lnTo>
                  <a:pt x="9525" y="301167"/>
                </a:lnTo>
                <a:lnTo>
                  <a:pt x="9525" y="305930"/>
                </a:lnTo>
                <a:close/>
              </a:path>
              <a:path w="391160" h="421639">
                <a:moveTo>
                  <a:pt x="295275" y="310692"/>
                </a:moveTo>
                <a:lnTo>
                  <a:pt x="290512" y="310692"/>
                </a:lnTo>
                <a:lnTo>
                  <a:pt x="285750" y="305930"/>
                </a:lnTo>
                <a:lnTo>
                  <a:pt x="9525" y="305930"/>
                </a:lnTo>
                <a:lnTo>
                  <a:pt x="9525" y="301167"/>
                </a:lnTo>
                <a:lnTo>
                  <a:pt x="295275" y="301167"/>
                </a:lnTo>
                <a:lnTo>
                  <a:pt x="295275" y="310692"/>
                </a:lnTo>
                <a:close/>
              </a:path>
              <a:path w="391160" h="421639">
                <a:moveTo>
                  <a:pt x="285750" y="421360"/>
                </a:moveTo>
                <a:lnTo>
                  <a:pt x="285750" y="305930"/>
                </a:lnTo>
                <a:lnTo>
                  <a:pt x="290512" y="310692"/>
                </a:lnTo>
                <a:lnTo>
                  <a:pt x="295275" y="310692"/>
                </a:lnTo>
                <a:lnTo>
                  <a:pt x="295275" y="381012"/>
                </a:lnTo>
                <a:lnTo>
                  <a:pt x="286257" y="399046"/>
                </a:lnTo>
                <a:lnTo>
                  <a:pt x="295275" y="401180"/>
                </a:lnTo>
                <a:lnTo>
                  <a:pt x="295839" y="401180"/>
                </a:lnTo>
                <a:lnTo>
                  <a:pt x="285750" y="421360"/>
                </a:lnTo>
                <a:close/>
              </a:path>
              <a:path w="391160" h="421639">
                <a:moveTo>
                  <a:pt x="295275" y="401180"/>
                </a:moveTo>
                <a:lnTo>
                  <a:pt x="286257" y="399046"/>
                </a:lnTo>
                <a:lnTo>
                  <a:pt x="295275" y="381012"/>
                </a:lnTo>
                <a:lnTo>
                  <a:pt x="295275" y="4011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40739" y="466851"/>
            <a:ext cx="3013075" cy="119507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609600" indent="-596900">
              <a:lnSpc>
                <a:spcPct val="100000"/>
              </a:lnSpc>
              <a:spcBef>
                <a:spcPts val="865"/>
              </a:spcBef>
              <a:buChar char="•"/>
              <a:tabLst>
                <a:tab pos="608965" algn="l"/>
                <a:tab pos="609600" algn="l"/>
              </a:tabLst>
            </a:pPr>
            <a:r>
              <a:rPr sz="3200" dirty="0">
                <a:latin typeface="Tahoma"/>
                <a:cs typeface="Tahoma"/>
              </a:rPr>
              <a:t>T</a:t>
            </a:r>
            <a:r>
              <a:rPr sz="2000" dirty="0">
                <a:latin typeface="Tahoma"/>
                <a:cs typeface="Tahoma"/>
              </a:rPr>
              <a:t>2 </a:t>
            </a:r>
            <a:r>
              <a:rPr sz="3200" i="1" dirty="0">
                <a:latin typeface="Symbol"/>
                <a:cs typeface="Symbol"/>
              </a:rPr>
              <a:t></a:t>
            </a:r>
            <a:r>
              <a:rPr sz="3200" i="1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ahoma"/>
                <a:cs typeface="Tahoma"/>
              </a:rPr>
              <a:t>T</a:t>
            </a:r>
            <a:r>
              <a:rPr sz="2000" dirty="0">
                <a:latin typeface="Tahoma"/>
                <a:cs typeface="Tahoma"/>
              </a:rPr>
              <a:t>1</a:t>
            </a:r>
            <a:endParaRPr sz="2000">
              <a:latin typeface="Tahoma"/>
              <a:cs typeface="Tahoma"/>
            </a:endParaRPr>
          </a:p>
          <a:p>
            <a:pPr marL="609600" indent="-596900">
              <a:lnSpc>
                <a:spcPct val="100000"/>
              </a:lnSpc>
              <a:spcBef>
                <a:spcPts val="765"/>
              </a:spcBef>
              <a:buChar char="•"/>
              <a:tabLst>
                <a:tab pos="608965" algn="l"/>
                <a:tab pos="609600" algn="l"/>
              </a:tabLst>
            </a:pPr>
            <a:r>
              <a:rPr sz="3200" spc="-15" dirty="0">
                <a:latin typeface="Tahoma"/>
                <a:cs typeface="Tahoma"/>
              </a:rPr>
              <a:t>Also, </a:t>
            </a:r>
            <a:r>
              <a:rPr sz="3200" dirty="0">
                <a:latin typeface="Tahoma"/>
                <a:cs typeface="Tahoma"/>
              </a:rPr>
              <a:t>T</a:t>
            </a:r>
            <a:r>
              <a:rPr sz="2000" dirty="0">
                <a:latin typeface="Tahoma"/>
                <a:cs typeface="Tahoma"/>
              </a:rPr>
              <a:t>1 </a:t>
            </a:r>
            <a:r>
              <a:rPr sz="3200" i="1" dirty="0">
                <a:latin typeface="Symbol"/>
                <a:cs typeface="Symbol"/>
              </a:rPr>
              <a:t></a:t>
            </a:r>
            <a:r>
              <a:rPr sz="3200" i="1" spc="-1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ahoma"/>
                <a:cs typeface="Tahoma"/>
              </a:rPr>
              <a:t>T</a:t>
            </a:r>
            <a:r>
              <a:rPr sz="2000" dirty="0"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82040" y="2342083"/>
            <a:ext cx="770890" cy="260350"/>
          </a:xfrm>
          <a:custGeom>
            <a:avLst/>
            <a:gdLst/>
            <a:ahLst/>
            <a:cxnLst/>
            <a:rect l="l" t="t" r="r" b="b"/>
            <a:pathLst>
              <a:path w="770889" h="260350">
                <a:moveTo>
                  <a:pt x="313571" y="68795"/>
                </a:moveTo>
                <a:lnTo>
                  <a:pt x="257886" y="68795"/>
                </a:lnTo>
                <a:lnTo>
                  <a:pt x="258191" y="68618"/>
                </a:lnTo>
                <a:lnTo>
                  <a:pt x="285203" y="52501"/>
                </a:lnTo>
                <a:lnTo>
                  <a:pt x="298831" y="44310"/>
                </a:lnTo>
                <a:lnTo>
                  <a:pt x="333552" y="24955"/>
                </a:lnTo>
                <a:lnTo>
                  <a:pt x="369671" y="9550"/>
                </a:lnTo>
                <a:lnTo>
                  <a:pt x="408876" y="838"/>
                </a:lnTo>
                <a:lnTo>
                  <a:pt x="425488" y="0"/>
                </a:lnTo>
                <a:lnTo>
                  <a:pt x="426262" y="0"/>
                </a:lnTo>
                <a:lnTo>
                  <a:pt x="469315" y="6273"/>
                </a:lnTo>
                <a:lnTo>
                  <a:pt x="506158" y="20193"/>
                </a:lnTo>
                <a:lnTo>
                  <a:pt x="522878" y="28562"/>
                </a:lnTo>
                <a:lnTo>
                  <a:pt x="425335" y="28562"/>
                </a:lnTo>
                <a:lnTo>
                  <a:pt x="425877" y="28580"/>
                </a:lnTo>
                <a:lnTo>
                  <a:pt x="420248" y="28701"/>
                </a:lnTo>
                <a:lnTo>
                  <a:pt x="419252" y="28701"/>
                </a:lnTo>
                <a:lnTo>
                  <a:pt x="418490" y="28740"/>
                </a:lnTo>
                <a:lnTo>
                  <a:pt x="418739" y="28740"/>
                </a:lnTo>
                <a:lnTo>
                  <a:pt x="412759" y="29184"/>
                </a:lnTo>
                <a:lnTo>
                  <a:pt x="412457" y="29184"/>
                </a:lnTo>
                <a:lnTo>
                  <a:pt x="411734" y="29260"/>
                </a:lnTo>
                <a:lnTo>
                  <a:pt x="405842" y="30022"/>
                </a:lnTo>
                <a:lnTo>
                  <a:pt x="405041" y="30124"/>
                </a:lnTo>
                <a:lnTo>
                  <a:pt x="399135" y="31178"/>
                </a:lnTo>
                <a:lnTo>
                  <a:pt x="398411" y="31305"/>
                </a:lnTo>
                <a:lnTo>
                  <a:pt x="392499" y="32651"/>
                </a:lnTo>
                <a:lnTo>
                  <a:pt x="391820" y="32804"/>
                </a:lnTo>
                <a:lnTo>
                  <a:pt x="385267" y="34582"/>
                </a:lnTo>
                <a:lnTo>
                  <a:pt x="378739" y="36652"/>
                </a:lnTo>
                <a:lnTo>
                  <a:pt x="372211" y="38976"/>
                </a:lnTo>
                <a:lnTo>
                  <a:pt x="366160" y="41376"/>
                </a:lnTo>
                <a:lnTo>
                  <a:pt x="359233" y="44348"/>
                </a:lnTo>
                <a:lnTo>
                  <a:pt x="353033" y="47218"/>
                </a:lnTo>
                <a:lnTo>
                  <a:pt x="346176" y="50584"/>
                </a:lnTo>
                <a:lnTo>
                  <a:pt x="339648" y="53975"/>
                </a:lnTo>
                <a:lnTo>
                  <a:pt x="326763" y="61099"/>
                </a:lnTo>
                <a:lnTo>
                  <a:pt x="313571" y="68795"/>
                </a:lnTo>
                <a:close/>
              </a:path>
              <a:path w="770889" h="260350">
                <a:moveTo>
                  <a:pt x="425877" y="28580"/>
                </a:moveTo>
                <a:lnTo>
                  <a:pt x="425335" y="28562"/>
                </a:lnTo>
                <a:lnTo>
                  <a:pt x="426110" y="28575"/>
                </a:lnTo>
                <a:lnTo>
                  <a:pt x="425877" y="28580"/>
                </a:lnTo>
                <a:close/>
              </a:path>
              <a:path w="770889" h="260350">
                <a:moveTo>
                  <a:pt x="432752" y="28805"/>
                </a:moveTo>
                <a:lnTo>
                  <a:pt x="425877" y="28580"/>
                </a:lnTo>
                <a:lnTo>
                  <a:pt x="426110" y="28575"/>
                </a:lnTo>
                <a:lnTo>
                  <a:pt x="425335" y="28562"/>
                </a:lnTo>
                <a:lnTo>
                  <a:pt x="522878" y="28562"/>
                </a:lnTo>
                <a:lnTo>
                  <a:pt x="523268" y="28765"/>
                </a:lnTo>
                <a:lnTo>
                  <a:pt x="432295" y="28765"/>
                </a:lnTo>
                <a:lnTo>
                  <a:pt x="432752" y="28805"/>
                </a:lnTo>
                <a:close/>
              </a:path>
              <a:path w="770889" h="260350">
                <a:moveTo>
                  <a:pt x="418842" y="28732"/>
                </a:moveTo>
                <a:lnTo>
                  <a:pt x="419252" y="28701"/>
                </a:lnTo>
                <a:lnTo>
                  <a:pt x="420248" y="28701"/>
                </a:lnTo>
                <a:lnTo>
                  <a:pt x="418842" y="28732"/>
                </a:lnTo>
                <a:close/>
              </a:path>
              <a:path w="770889" h="260350">
                <a:moveTo>
                  <a:pt x="418739" y="28740"/>
                </a:moveTo>
                <a:lnTo>
                  <a:pt x="418490" y="28740"/>
                </a:lnTo>
                <a:lnTo>
                  <a:pt x="418842" y="28732"/>
                </a:lnTo>
                <a:close/>
              </a:path>
              <a:path w="770889" h="260350">
                <a:moveTo>
                  <a:pt x="523366" y="28816"/>
                </a:moveTo>
                <a:lnTo>
                  <a:pt x="433082" y="28816"/>
                </a:lnTo>
                <a:lnTo>
                  <a:pt x="432295" y="28765"/>
                </a:lnTo>
                <a:lnTo>
                  <a:pt x="523268" y="28765"/>
                </a:lnTo>
                <a:close/>
              </a:path>
              <a:path w="770889" h="260350">
                <a:moveTo>
                  <a:pt x="439748" y="29416"/>
                </a:moveTo>
                <a:lnTo>
                  <a:pt x="432752" y="28805"/>
                </a:lnTo>
                <a:lnTo>
                  <a:pt x="433082" y="28816"/>
                </a:lnTo>
                <a:lnTo>
                  <a:pt x="523366" y="28816"/>
                </a:lnTo>
                <a:lnTo>
                  <a:pt x="524415" y="29362"/>
                </a:lnTo>
                <a:lnTo>
                  <a:pt x="439369" y="29362"/>
                </a:lnTo>
                <a:lnTo>
                  <a:pt x="439748" y="29416"/>
                </a:lnTo>
                <a:close/>
              </a:path>
              <a:path w="770889" h="260350">
                <a:moveTo>
                  <a:pt x="412030" y="29238"/>
                </a:moveTo>
                <a:lnTo>
                  <a:pt x="412457" y="29184"/>
                </a:lnTo>
                <a:lnTo>
                  <a:pt x="412759" y="29184"/>
                </a:lnTo>
                <a:lnTo>
                  <a:pt x="412030" y="29238"/>
                </a:lnTo>
                <a:close/>
              </a:path>
              <a:path w="770889" h="260350">
                <a:moveTo>
                  <a:pt x="411856" y="29260"/>
                </a:moveTo>
                <a:lnTo>
                  <a:pt x="412030" y="29238"/>
                </a:lnTo>
                <a:lnTo>
                  <a:pt x="411856" y="29260"/>
                </a:lnTo>
                <a:close/>
              </a:path>
              <a:path w="770889" h="260350">
                <a:moveTo>
                  <a:pt x="524586" y="29451"/>
                </a:moveTo>
                <a:lnTo>
                  <a:pt x="440143" y="29451"/>
                </a:lnTo>
                <a:lnTo>
                  <a:pt x="439369" y="29362"/>
                </a:lnTo>
                <a:lnTo>
                  <a:pt x="524415" y="29362"/>
                </a:lnTo>
                <a:lnTo>
                  <a:pt x="524586" y="29451"/>
                </a:lnTo>
                <a:close/>
              </a:path>
              <a:path w="770889" h="260350">
                <a:moveTo>
                  <a:pt x="526486" y="30505"/>
                </a:moveTo>
                <a:lnTo>
                  <a:pt x="447344" y="30505"/>
                </a:lnTo>
                <a:lnTo>
                  <a:pt x="446582" y="30378"/>
                </a:lnTo>
                <a:lnTo>
                  <a:pt x="439748" y="29416"/>
                </a:lnTo>
                <a:lnTo>
                  <a:pt x="440143" y="29451"/>
                </a:lnTo>
                <a:lnTo>
                  <a:pt x="524586" y="29451"/>
                </a:lnTo>
                <a:lnTo>
                  <a:pt x="526486" y="30505"/>
                </a:lnTo>
                <a:close/>
              </a:path>
              <a:path w="770889" h="260350">
                <a:moveTo>
                  <a:pt x="405424" y="30075"/>
                </a:moveTo>
                <a:lnTo>
                  <a:pt x="405726" y="30022"/>
                </a:lnTo>
                <a:lnTo>
                  <a:pt x="405424" y="30075"/>
                </a:lnTo>
                <a:close/>
              </a:path>
              <a:path w="770889" h="260350">
                <a:moveTo>
                  <a:pt x="405147" y="30124"/>
                </a:moveTo>
                <a:lnTo>
                  <a:pt x="405424" y="30075"/>
                </a:lnTo>
                <a:lnTo>
                  <a:pt x="405147" y="30124"/>
                </a:lnTo>
                <a:close/>
              </a:path>
              <a:path w="770889" h="260350">
                <a:moveTo>
                  <a:pt x="446895" y="30440"/>
                </a:moveTo>
                <a:lnTo>
                  <a:pt x="446458" y="30378"/>
                </a:lnTo>
                <a:lnTo>
                  <a:pt x="446895" y="30440"/>
                </a:lnTo>
                <a:close/>
              </a:path>
              <a:path w="770889" h="260350">
                <a:moveTo>
                  <a:pt x="529188" y="32004"/>
                </a:moveTo>
                <a:lnTo>
                  <a:pt x="454698" y="32004"/>
                </a:lnTo>
                <a:lnTo>
                  <a:pt x="453936" y="31826"/>
                </a:lnTo>
                <a:lnTo>
                  <a:pt x="446895" y="30440"/>
                </a:lnTo>
                <a:lnTo>
                  <a:pt x="447344" y="30505"/>
                </a:lnTo>
                <a:lnTo>
                  <a:pt x="526486" y="30505"/>
                </a:lnTo>
                <a:lnTo>
                  <a:pt x="529188" y="32004"/>
                </a:lnTo>
                <a:close/>
              </a:path>
              <a:path w="770889" h="260350">
                <a:moveTo>
                  <a:pt x="398786" y="31239"/>
                </a:moveTo>
                <a:lnTo>
                  <a:pt x="399059" y="31178"/>
                </a:lnTo>
                <a:lnTo>
                  <a:pt x="398786" y="31239"/>
                </a:lnTo>
                <a:close/>
              </a:path>
              <a:path w="770889" h="260350">
                <a:moveTo>
                  <a:pt x="398493" y="31305"/>
                </a:moveTo>
                <a:lnTo>
                  <a:pt x="398786" y="31239"/>
                </a:lnTo>
                <a:lnTo>
                  <a:pt x="398493" y="31305"/>
                </a:lnTo>
                <a:close/>
              </a:path>
              <a:path w="770889" h="260350">
                <a:moveTo>
                  <a:pt x="454371" y="31938"/>
                </a:moveTo>
                <a:lnTo>
                  <a:pt x="453810" y="31826"/>
                </a:lnTo>
                <a:lnTo>
                  <a:pt x="454371" y="31938"/>
                </a:lnTo>
                <a:close/>
              </a:path>
              <a:path w="770889" h="260350">
                <a:moveTo>
                  <a:pt x="532714" y="33959"/>
                </a:moveTo>
                <a:lnTo>
                  <a:pt x="462203" y="33959"/>
                </a:lnTo>
                <a:lnTo>
                  <a:pt x="461530" y="33769"/>
                </a:lnTo>
                <a:lnTo>
                  <a:pt x="454371" y="31938"/>
                </a:lnTo>
                <a:lnTo>
                  <a:pt x="454698" y="32004"/>
                </a:lnTo>
                <a:lnTo>
                  <a:pt x="529188" y="32004"/>
                </a:lnTo>
                <a:lnTo>
                  <a:pt x="532714" y="33959"/>
                </a:lnTo>
                <a:close/>
              </a:path>
              <a:path w="770889" h="260350">
                <a:moveTo>
                  <a:pt x="392013" y="32760"/>
                </a:moveTo>
                <a:lnTo>
                  <a:pt x="392417" y="32651"/>
                </a:lnTo>
                <a:lnTo>
                  <a:pt x="392013" y="32760"/>
                </a:lnTo>
                <a:close/>
              </a:path>
              <a:path w="770889" h="260350">
                <a:moveTo>
                  <a:pt x="391852" y="32804"/>
                </a:moveTo>
                <a:lnTo>
                  <a:pt x="392013" y="32760"/>
                </a:lnTo>
                <a:lnTo>
                  <a:pt x="391852" y="32804"/>
                </a:lnTo>
                <a:close/>
              </a:path>
              <a:path w="770889" h="260350">
                <a:moveTo>
                  <a:pt x="461859" y="33871"/>
                </a:moveTo>
                <a:lnTo>
                  <a:pt x="461465" y="33769"/>
                </a:lnTo>
                <a:lnTo>
                  <a:pt x="461859" y="33871"/>
                </a:lnTo>
                <a:close/>
              </a:path>
              <a:path w="770889" h="260350">
                <a:moveTo>
                  <a:pt x="536854" y="36360"/>
                </a:moveTo>
                <a:lnTo>
                  <a:pt x="469912" y="36360"/>
                </a:lnTo>
                <a:lnTo>
                  <a:pt x="469341" y="36169"/>
                </a:lnTo>
                <a:lnTo>
                  <a:pt x="461859" y="33871"/>
                </a:lnTo>
                <a:lnTo>
                  <a:pt x="462203" y="33959"/>
                </a:lnTo>
                <a:lnTo>
                  <a:pt x="532714" y="33959"/>
                </a:lnTo>
                <a:lnTo>
                  <a:pt x="533882" y="34607"/>
                </a:lnTo>
                <a:lnTo>
                  <a:pt x="536854" y="36360"/>
                </a:lnTo>
                <a:close/>
              </a:path>
              <a:path w="770889" h="260350">
                <a:moveTo>
                  <a:pt x="385701" y="34464"/>
                </a:moveTo>
                <a:lnTo>
                  <a:pt x="385831" y="34429"/>
                </a:lnTo>
                <a:lnTo>
                  <a:pt x="385701" y="34464"/>
                </a:lnTo>
                <a:close/>
              </a:path>
              <a:path w="770889" h="260350">
                <a:moveTo>
                  <a:pt x="385328" y="34582"/>
                </a:moveTo>
                <a:lnTo>
                  <a:pt x="385701" y="34464"/>
                </a:lnTo>
                <a:lnTo>
                  <a:pt x="385328" y="34582"/>
                </a:lnTo>
                <a:close/>
              </a:path>
              <a:path w="770889" h="260350">
                <a:moveTo>
                  <a:pt x="469628" y="36272"/>
                </a:moveTo>
                <a:lnTo>
                  <a:pt x="469296" y="36169"/>
                </a:lnTo>
                <a:lnTo>
                  <a:pt x="469628" y="36272"/>
                </a:lnTo>
                <a:close/>
              </a:path>
              <a:path w="770889" h="260350">
                <a:moveTo>
                  <a:pt x="541679" y="39204"/>
                </a:moveTo>
                <a:lnTo>
                  <a:pt x="477837" y="39204"/>
                </a:lnTo>
                <a:lnTo>
                  <a:pt x="469628" y="36272"/>
                </a:lnTo>
                <a:lnTo>
                  <a:pt x="469912" y="36360"/>
                </a:lnTo>
                <a:lnTo>
                  <a:pt x="536854" y="36360"/>
                </a:lnTo>
                <a:lnTo>
                  <a:pt x="541679" y="39204"/>
                </a:lnTo>
                <a:close/>
              </a:path>
              <a:path w="770889" h="260350">
                <a:moveTo>
                  <a:pt x="378999" y="36570"/>
                </a:moveTo>
                <a:lnTo>
                  <a:pt x="379234" y="36487"/>
                </a:lnTo>
                <a:lnTo>
                  <a:pt x="378999" y="36570"/>
                </a:lnTo>
                <a:close/>
              </a:path>
              <a:path w="770889" h="260350">
                <a:moveTo>
                  <a:pt x="378768" y="36652"/>
                </a:moveTo>
                <a:lnTo>
                  <a:pt x="378999" y="36570"/>
                </a:lnTo>
                <a:lnTo>
                  <a:pt x="378768" y="36652"/>
                </a:lnTo>
                <a:close/>
              </a:path>
              <a:path w="770889" h="260350">
                <a:moveTo>
                  <a:pt x="372591" y="38841"/>
                </a:moveTo>
                <a:close/>
              </a:path>
              <a:path w="770889" h="260350">
                <a:moveTo>
                  <a:pt x="372249" y="38976"/>
                </a:moveTo>
                <a:lnTo>
                  <a:pt x="372591" y="38841"/>
                </a:lnTo>
                <a:lnTo>
                  <a:pt x="372249" y="38976"/>
                </a:lnTo>
                <a:close/>
              </a:path>
              <a:path w="770889" h="260350">
                <a:moveTo>
                  <a:pt x="547022" y="42468"/>
                </a:moveTo>
                <a:lnTo>
                  <a:pt x="485927" y="42468"/>
                </a:lnTo>
                <a:lnTo>
                  <a:pt x="485457" y="42265"/>
                </a:lnTo>
                <a:lnTo>
                  <a:pt x="477532" y="39095"/>
                </a:lnTo>
                <a:lnTo>
                  <a:pt x="477837" y="39204"/>
                </a:lnTo>
                <a:lnTo>
                  <a:pt x="541679" y="39204"/>
                </a:lnTo>
                <a:lnTo>
                  <a:pt x="543229" y="40119"/>
                </a:lnTo>
                <a:lnTo>
                  <a:pt x="547022" y="42468"/>
                </a:lnTo>
                <a:close/>
              </a:path>
              <a:path w="770889" h="260350">
                <a:moveTo>
                  <a:pt x="365709" y="41554"/>
                </a:moveTo>
                <a:lnTo>
                  <a:pt x="366115" y="41376"/>
                </a:lnTo>
                <a:lnTo>
                  <a:pt x="365709" y="41554"/>
                </a:lnTo>
                <a:close/>
              </a:path>
              <a:path w="770889" h="260350">
                <a:moveTo>
                  <a:pt x="485800" y="42417"/>
                </a:moveTo>
                <a:lnTo>
                  <a:pt x="485421" y="42265"/>
                </a:lnTo>
                <a:lnTo>
                  <a:pt x="485800" y="42417"/>
                </a:lnTo>
                <a:close/>
              </a:path>
              <a:path w="770889" h="260350">
                <a:moveTo>
                  <a:pt x="552914" y="46126"/>
                </a:moveTo>
                <a:lnTo>
                  <a:pt x="494157" y="46126"/>
                </a:lnTo>
                <a:lnTo>
                  <a:pt x="485800" y="42417"/>
                </a:lnTo>
                <a:lnTo>
                  <a:pt x="485927" y="42468"/>
                </a:lnTo>
                <a:lnTo>
                  <a:pt x="547022" y="42468"/>
                </a:lnTo>
                <a:lnTo>
                  <a:pt x="552914" y="46126"/>
                </a:lnTo>
                <a:close/>
              </a:path>
              <a:path w="770889" h="260350">
                <a:moveTo>
                  <a:pt x="359233" y="44348"/>
                </a:moveTo>
                <a:lnTo>
                  <a:pt x="359562" y="44195"/>
                </a:lnTo>
                <a:lnTo>
                  <a:pt x="359233" y="44348"/>
                </a:lnTo>
                <a:close/>
              </a:path>
              <a:path w="770889" h="260350">
                <a:moveTo>
                  <a:pt x="559150" y="50177"/>
                </a:moveTo>
                <a:lnTo>
                  <a:pt x="502539" y="50177"/>
                </a:lnTo>
                <a:lnTo>
                  <a:pt x="493855" y="45992"/>
                </a:lnTo>
                <a:lnTo>
                  <a:pt x="494157" y="46126"/>
                </a:lnTo>
                <a:lnTo>
                  <a:pt x="552914" y="46126"/>
                </a:lnTo>
                <a:lnTo>
                  <a:pt x="559150" y="50177"/>
                </a:lnTo>
                <a:close/>
              </a:path>
              <a:path w="770889" h="260350">
                <a:moveTo>
                  <a:pt x="352704" y="47370"/>
                </a:moveTo>
                <a:lnTo>
                  <a:pt x="353009" y="47218"/>
                </a:lnTo>
                <a:lnTo>
                  <a:pt x="352704" y="47370"/>
                </a:lnTo>
                <a:close/>
              </a:path>
              <a:path w="770889" h="260350">
                <a:moveTo>
                  <a:pt x="565821" y="54610"/>
                </a:moveTo>
                <a:lnTo>
                  <a:pt x="511060" y="54610"/>
                </a:lnTo>
                <a:lnTo>
                  <a:pt x="502342" y="50082"/>
                </a:lnTo>
                <a:lnTo>
                  <a:pt x="502539" y="50177"/>
                </a:lnTo>
                <a:lnTo>
                  <a:pt x="559150" y="50177"/>
                </a:lnTo>
                <a:lnTo>
                  <a:pt x="562721" y="52514"/>
                </a:lnTo>
                <a:lnTo>
                  <a:pt x="565821" y="54610"/>
                </a:lnTo>
                <a:close/>
              </a:path>
              <a:path w="770889" h="260350">
                <a:moveTo>
                  <a:pt x="346376" y="50485"/>
                </a:moveTo>
                <a:close/>
              </a:path>
              <a:path w="770889" h="260350">
                <a:moveTo>
                  <a:pt x="346186" y="50584"/>
                </a:moveTo>
                <a:lnTo>
                  <a:pt x="346376" y="50485"/>
                </a:lnTo>
                <a:lnTo>
                  <a:pt x="346186" y="50584"/>
                </a:lnTo>
                <a:close/>
              </a:path>
              <a:path w="770889" h="260350">
                <a:moveTo>
                  <a:pt x="285165" y="52514"/>
                </a:moveTo>
                <a:close/>
              </a:path>
              <a:path w="770889" h="260350">
                <a:moveTo>
                  <a:pt x="339679" y="53975"/>
                </a:moveTo>
                <a:lnTo>
                  <a:pt x="339979" y="53809"/>
                </a:lnTo>
                <a:lnTo>
                  <a:pt x="339679" y="53975"/>
                </a:lnTo>
                <a:close/>
              </a:path>
              <a:path w="770889" h="260350">
                <a:moveTo>
                  <a:pt x="572891" y="59423"/>
                </a:moveTo>
                <a:lnTo>
                  <a:pt x="519696" y="59423"/>
                </a:lnTo>
                <a:lnTo>
                  <a:pt x="510717" y="54432"/>
                </a:lnTo>
                <a:lnTo>
                  <a:pt x="511060" y="54610"/>
                </a:lnTo>
                <a:lnTo>
                  <a:pt x="565821" y="54610"/>
                </a:lnTo>
                <a:lnTo>
                  <a:pt x="571627" y="58534"/>
                </a:lnTo>
                <a:lnTo>
                  <a:pt x="572891" y="59423"/>
                </a:lnTo>
                <a:close/>
              </a:path>
              <a:path w="770889" h="260350">
                <a:moveTo>
                  <a:pt x="580227" y="64579"/>
                </a:moveTo>
                <a:lnTo>
                  <a:pt x="528459" y="64579"/>
                </a:lnTo>
                <a:lnTo>
                  <a:pt x="519650" y="59397"/>
                </a:lnTo>
                <a:lnTo>
                  <a:pt x="572891" y="59423"/>
                </a:lnTo>
                <a:lnTo>
                  <a:pt x="580227" y="64579"/>
                </a:lnTo>
                <a:close/>
              </a:path>
              <a:path w="770889" h="260350">
                <a:moveTo>
                  <a:pt x="326440" y="61277"/>
                </a:moveTo>
                <a:lnTo>
                  <a:pt x="326732" y="61099"/>
                </a:lnTo>
                <a:lnTo>
                  <a:pt x="326440" y="61277"/>
                </a:lnTo>
                <a:close/>
              </a:path>
              <a:path w="770889" h="260350">
                <a:moveTo>
                  <a:pt x="587824" y="70078"/>
                </a:moveTo>
                <a:lnTo>
                  <a:pt x="537337" y="70078"/>
                </a:lnTo>
                <a:lnTo>
                  <a:pt x="528204" y="64429"/>
                </a:lnTo>
                <a:lnTo>
                  <a:pt x="528459" y="64579"/>
                </a:lnTo>
                <a:lnTo>
                  <a:pt x="580227" y="64579"/>
                </a:lnTo>
                <a:lnTo>
                  <a:pt x="581202" y="65265"/>
                </a:lnTo>
                <a:lnTo>
                  <a:pt x="587824" y="70078"/>
                </a:lnTo>
                <a:close/>
              </a:path>
              <a:path w="770889" h="260350">
                <a:moveTo>
                  <a:pt x="258069" y="68686"/>
                </a:moveTo>
                <a:close/>
              </a:path>
              <a:path w="770889" h="260350">
                <a:moveTo>
                  <a:pt x="288734" y="83667"/>
                </a:moveTo>
                <a:lnTo>
                  <a:pt x="230530" y="83667"/>
                </a:lnTo>
                <a:lnTo>
                  <a:pt x="244678" y="76250"/>
                </a:lnTo>
                <a:lnTo>
                  <a:pt x="258069" y="68686"/>
                </a:lnTo>
                <a:lnTo>
                  <a:pt x="257886" y="68795"/>
                </a:lnTo>
                <a:lnTo>
                  <a:pt x="313571" y="68795"/>
                </a:lnTo>
                <a:lnTo>
                  <a:pt x="313245" y="68986"/>
                </a:lnTo>
                <a:lnTo>
                  <a:pt x="288734" y="83667"/>
                </a:lnTo>
                <a:close/>
              </a:path>
              <a:path w="770889" h="260350">
                <a:moveTo>
                  <a:pt x="313249" y="68986"/>
                </a:moveTo>
                <a:lnTo>
                  <a:pt x="313397" y="68897"/>
                </a:lnTo>
                <a:lnTo>
                  <a:pt x="313249" y="68986"/>
                </a:lnTo>
                <a:close/>
              </a:path>
              <a:path w="770889" h="260350">
                <a:moveTo>
                  <a:pt x="595691" y="75907"/>
                </a:moveTo>
                <a:lnTo>
                  <a:pt x="546328" y="75907"/>
                </a:lnTo>
                <a:lnTo>
                  <a:pt x="537202" y="69995"/>
                </a:lnTo>
                <a:lnTo>
                  <a:pt x="537337" y="70078"/>
                </a:lnTo>
                <a:lnTo>
                  <a:pt x="587824" y="70078"/>
                </a:lnTo>
                <a:lnTo>
                  <a:pt x="590829" y="72262"/>
                </a:lnTo>
                <a:lnTo>
                  <a:pt x="595691" y="75907"/>
                </a:lnTo>
                <a:close/>
              </a:path>
              <a:path w="770889" h="260350">
                <a:moveTo>
                  <a:pt x="612026" y="88506"/>
                </a:moveTo>
                <a:lnTo>
                  <a:pt x="564591" y="88506"/>
                </a:lnTo>
                <a:lnTo>
                  <a:pt x="555205" y="81915"/>
                </a:lnTo>
                <a:lnTo>
                  <a:pt x="546100" y="75768"/>
                </a:lnTo>
                <a:lnTo>
                  <a:pt x="546328" y="75907"/>
                </a:lnTo>
                <a:lnTo>
                  <a:pt x="595691" y="75907"/>
                </a:lnTo>
                <a:lnTo>
                  <a:pt x="600570" y="79565"/>
                </a:lnTo>
                <a:lnTo>
                  <a:pt x="612026" y="88506"/>
                </a:lnTo>
                <a:close/>
              </a:path>
              <a:path w="770889" h="260350">
                <a:moveTo>
                  <a:pt x="244284" y="76454"/>
                </a:moveTo>
                <a:lnTo>
                  <a:pt x="244645" y="76250"/>
                </a:lnTo>
                <a:lnTo>
                  <a:pt x="244284" y="76454"/>
                </a:lnTo>
                <a:close/>
              </a:path>
              <a:path w="770889" h="260350">
                <a:moveTo>
                  <a:pt x="17119" y="260159"/>
                </a:moveTo>
                <a:lnTo>
                  <a:pt x="0" y="237274"/>
                </a:lnTo>
                <a:lnTo>
                  <a:pt x="26234" y="217627"/>
                </a:lnTo>
                <a:lnTo>
                  <a:pt x="57200" y="194665"/>
                </a:lnTo>
                <a:lnTo>
                  <a:pt x="57327" y="194589"/>
                </a:lnTo>
                <a:lnTo>
                  <a:pt x="86080" y="173736"/>
                </a:lnTo>
                <a:lnTo>
                  <a:pt x="129260" y="143751"/>
                </a:lnTo>
                <a:lnTo>
                  <a:pt x="172681" y="115900"/>
                </a:lnTo>
                <a:lnTo>
                  <a:pt x="216331" y="90982"/>
                </a:lnTo>
                <a:lnTo>
                  <a:pt x="230619" y="83616"/>
                </a:lnTo>
                <a:lnTo>
                  <a:pt x="288734" y="83667"/>
                </a:lnTo>
                <a:lnTo>
                  <a:pt x="272237" y="93510"/>
                </a:lnTo>
                <a:lnTo>
                  <a:pt x="257937" y="101561"/>
                </a:lnTo>
                <a:lnTo>
                  <a:pt x="229412" y="116382"/>
                </a:lnTo>
                <a:lnTo>
                  <a:pt x="215417" y="124002"/>
                </a:lnTo>
                <a:lnTo>
                  <a:pt x="201396" y="132029"/>
                </a:lnTo>
                <a:lnTo>
                  <a:pt x="187550" y="140309"/>
                </a:lnTo>
                <a:lnTo>
                  <a:pt x="173253" y="149174"/>
                </a:lnTo>
                <a:lnTo>
                  <a:pt x="159156" y="158229"/>
                </a:lnTo>
                <a:lnTo>
                  <a:pt x="145034" y="167576"/>
                </a:lnTo>
                <a:lnTo>
                  <a:pt x="131073" y="177063"/>
                </a:lnTo>
                <a:lnTo>
                  <a:pt x="102491" y="197116"/>
                </a:lnTo>
                <a:lnTo>
                  <a:pt x="74098" y="217716"/>
                </a:lnTo>
                <a:lnTo>
                  <a:pt x="45643" y="238798"/>
                </a:lnTo>
                <a:lnTo>
                  <a:pt x="17119" y="260159"/>
                </a:lnTo>
                <a:close/>
              </a:path>
              <a:path w="770889" h="260350">
                <a:moveTo>
                  <a:pt x="629211" y="102260"/>
                </a:moveTo>
                <a:lnTo>
                  <a:pt x="583222" y="102260"/>
                </a:lnTo>
                <a:lnTo>
                  <a:pt x="573697" y="95123"/>
                </a:lnTo>
                <a:lnTo>
                  <a:pt x="564400" y="88379"/>
                </a:lnTo>
                <a:lnTo>
                  <a:pt x="564591" y="88506"/>
                </a:lnTo>
                <a:lnTo>
                  <a:pt x="612026" y="88506"/>
                </a:lnTo>
                <a:lnTo>
                  <a:pt x="620064" y="94780"/>
                </a:lnTo>
                <a:lnTo>
                  <a:pt x="629211" y="102260"/>
                </a:lnTo>
                <a:close/>
              </a:path>
              <a:path w="770889" h="260350">
                <a:moveTo>
                  <a:pt x="647081" y="117106"/>
                </a:moveTo>
                <a:lnTo>
                  <a:pt x="602221" y="117106"/>
                </a:lnTo>
                <a:lnTo>
                  <a:pt x="582993" y="102095"/>
                </a:lnTo>
                <a:lnTo>
                  <a:pt x="583222" y="102260"/>
                </a:lnTo>
                <a:lnTo>
                  <a:pt x="629211" y="102260"/>
                </a:lnTo>
                <a:lnTo>
                  <a:pt x="639724" y="110858"/>
                </a:lnTo>
                <a:lnTo>
                  <a:pt x="647081" y="117106"/>
                </a:lnTo>
                <a:close/>
              </a:path>
              <a:path w="770889" h="260350">
                <a:moveTo>
                  <a:pt x="229641" y="116264"/>
                </a:moveTo>
                <a:close/>
              </a:path>
              <a:path w="770889" h="260350">
                <a:moveTo>
                  <a:pt x="229424" y="116382"/>
                </a:moveTo>
                <a:lnTo>
                  <a:pt x="229641" y="116264"/>
                </a:lnTo>
                <a:lnTo>
                  <a:pt x="229424" y="116382"/>
                </a:lnTo>
                <a:close/>
              </a:path>
              <a:path w="770889" h="260350">
                <a:moveTo>
                  <a:pt x="665379" y="132803"/>
                </a:moveTo>
                <a:lnTo>
                  <a:pt x="621423" y="132803"/>
                </a:lnTo>
                <a:lnTo>
                  <a:pt x="602101" y="117013"/>
                </a:lnTo>
                <a:lnTo>
                  <a:pt x="647081" y="117106"/>
                </a:lnTo>
                <a:lnTo>
                  <a:pt x="659536" y="127685"/>
                </a:lnTo>
                <a:lnTo>
                  <a:pt x="665379" y="132803"/>
                </a:lnTo>
                <a:close/>
              </a:path>
              <a:path w="770889" h="260350">
                <a:moveTo>
                  <a:pt x="215439" y="124002"/>
                </a:moveTo>
                <a:lnTo>
                  <a:pt x="215684" y="123863"/>
                </a:lnTo>
                <a:lnTo>
                  <a:pt x="215439" y="124002"/>
                </a:lnTo>
                <a:close/>
              </a:path>
              <a:path w="770889" h="260350">
                <a:moveTo>
                  <a:pt x="201412" y="132029"/>
                </a:moveTo>
                <a:lnTo>
                  <a:pt x="201625" y="131902"/>
                </a:lnTo>
                <a:lnTo>
                  <a:pt x="201412" y="132029"/>
                </a:lnTo>
                <a:close/>
              </a:path>
              <a:path w="770889" h="260350">
                <a:moveTo>
                  <a:pt x="684128" y="149326"/>
                </a:moveTo>
                <a:lnTo>
                  <a:pt x="640867" y="149326"/>
                </a:lnTo>
                <a:lnTo>
                  <a:pt x="621220" y="132638"/>
                </a:lnTo>
                <a:lnTo>
                  <a:pt x="621423" y="132803"/>
                </a:lnTo>
                <a:lnTo>
                  <a:pt x="665379" y="132803"/>
                </a:lnTo>
                <a:lnTo>
                  <a:pt x="679488" y="145161"/>
                </a:lnTo>
                <a:lnTo>
                  <a:pt x="684128" y="149326"/>
                </a:lnTo>
                <a:close/>
              </a:path>
              <a:path w="770889" h="260350">
                <a:moveTo>
                  <a:pt x="187337" y="140436"/>
                </a:moveTo>
                <a:lnTo>
                  <a:pt x="187540" y="140309"/>
                </a:lnTo>
                <a:lnTo>
                  <a:pt x="187337" y="140436"/>
                </a:lnTo>
                <a:close/>
              </a:path>
              <a:path w="770889" h="260350">
                <a:moveTo>
                  <a:pt x="173265" y="149174"/>
                </a:moveTo>
                <a:lnTo>
                  <a:pt x="173443" y="149059"/>
                </a:lnTo>
                <a:lnTo>
                  <a:pt x="173265" y="149174"/>
                </a:lnTo>
                <a:close/>
              </a:path>
              <a:path w="770889" h="260350">
                <a:moveTo>
                  <a:pt x="713385" y="184340"/>
                </a:moveTo>
                <a:lnTo>
                  <a:pt x="680351" y="184340"/>
                </a:lnTo>
                <a:lnTo>
                  <a:pt x="660400" y="166420"/>
                </a:lnTo>
                <a:lnTo>
                  <a:pt x="640702" y="149186"/>
                </a:lnTo>
                <a:lnTo>
                  <a:pt x="640867" y="149326"/>
                </a:lnTo>
                <a:lnTo>
                  <a:pt x="684128" y="149326"/>
                </a:lnTo>
                <a:lnTo>
                  <a:pt x="699592" y="163207"/>
                </a:lnTo>
                <a:lnTo>
                  <a:pt x="717589" y="179840"/>
                </a:lnTo>
                <a:lnTo>
                  <a:pt x="713385" y="184340"/>
                </a:lnTo>
                <a:close/>
              </a:path>
              <a:path w="770889" h="260350">
                <a:moveTo>
                  <a:pt x="159167" y="158229"/>
                </a:moveTo>
                <a:lnTo>
                  <a:pt x="159321" y="158127"/>
                </a:lnTo>
                <a:lnTo>
                  <a:pt x="159167" y="158229"/>
                </a:lnTo>
                <a:close/>
              </a:path>
              <a:path w="770889" h="260350">
                <a:moveTo>
                  <a:pt x="758146" y="215315"/>
                </a:moveTo>
                <a:lnTo>
                  <a:pt x="713879" y="215315"/>
                </a:lnTo>
                <a:lnTo>
                  <a:pt x="733272" y="194335"/>
                </a:lnTo>
                <a:lnTo>
                  <a:pt x="717589" y="179840"/>
                </a:lnTo>
                <a:lnTo>
                  <a:pt x="737171" y="158876"/>
                </a:lnTo>
                <a:lnTo>
                  <a:pt x="758146" y="215315"/>
                </a:lnTo>
                <a:close/>
              </a:path>
              <a:path w="770889" h="260350">
                <a:moveTo>
                  <a:pt x="145042" y="167576"/>
                </a:moveTo>
                <a:lnTo>
                  <a:pt x="145173" y="167487"/>
                </a:lnTo>
                <a:lnTo>
                  <a:pt x="145042" y="167576"/>
                </a:lnTo>
                <a:close/>
              </a:path>
              <a:path w="770889" h="260350">
                <a:moveTo>
                  <a:pt x="130886" y="177190"/>
                </a:moveTo>
                <a:lnTo>
                  <a:pt x="131064" y="177063"/>
                </a:lnTo>
                <a:lnTo>
                  <a:pt x="130886" y="177190"/>
                </a:lnTo>
                <a:close/>
              </a:path>
              <a:path w="770889" h="260350">
                <a:moveTo>
                  <a:pt x="713879" y="215315"/>
                </a:moveTo>
                <a:lnTo>
                  <a:pt x="698083" y="200722"/>
                </a:lnTo>
                <a:lnTo>
                  <a:pt x="717589" y="179840"/>
                </a:lnTo>
                <a:lnTo>
                  <a:pt x="733272" y="194335"/>
                </a:lnTo>
                <a:lnTo>
                  <a:pt x="713879" y="215315"/>
                </a:lnTo>
                <a:close/>
              </a:path>
              <a:path w="770889" h="260350">
                <a:moveTo>
                  <a:pt x="698083" y="200722"/>
                </a:moveTo>
                <a:lnTo>
                  <a:pt x="680309" y="184302"/>
                </a:lnTo>
                <a:lnTo>
                  <a:pt x="713385" y="184340"/>
                </a:lnTo>
                <a:lnTo>
                  <a:pt x="698083" y="200722"/>
                </a:lnTo>
                <a:close/>
              </a:path>
              <a:path w="770889" h="260350">
                <a:moveTo>
                  <a:pt x="102572" y="197058"/>
                </a:moveTo>
                <a:close/>
              </a:path>
              <a:path w="770889" h="260350">
                <a:moveTo>
                  <a:pt x="102491" y="197116"/>
                </a:moveTo>
                <a:close/>
              </a:path>
              <a:path w="770889" h="260350">
                <a:moveTo>
                  <a:pt x="770559" y="248716"/>
                </a:moveTo>
                <a:lnTo>
                  <a:pt x="678662" y="221513"/>
                </a:lnTo>
                <a:lnTo>
                  <a:pt x="698083" y="200722"/>
                </a:lnTo>
                <a:lnTo>
                  <a:pt x="713879" y="215315"/>
                </a:lnTo>
                <a:lnTo>
                  <a:pt x="758146" y="215315"/>
                </a:lnTo>
                <a:lnTo>
                  <a:pt x="770559" y="248716"/>
                </a:lnTo>
                <a:close/>
              </a:path>
              <a:path w="770889" h="260350">
                <a:moveTo>
                  <a:pt x="74098" y="217716"/>
                </a:moveTo>
                <a:close/>
              </a:path>
              <a:path w="770889" h="260350">
                <a:moveTo>
                  <a:pt x="45643" y="238798"/>
                </a:move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66800" y="3041040"/>
            <a:ext cx="690880" cy="164465"/>
          </a:xfrm>
          <a:custGeom>
            <a:avLst/>
            <a:gdLst/>
            <a:ahLst/>
            <a:cxnLst/>
            <a:rect l="l" t="t" r="r" b="b"/>
            <a:pathLst>
              <a:path w="690880" h="164464">
                <a:moveTo>
                  <a:pt x="62915" y="79260"/>
                </a:moveTo>
                <a:lnTo>
                  <a:pt x="0" y="6959"/>
                </a:lnTo>
                <a:lnTo>
                  <a:pt x="95592" y="0"/>
                </a:lnTo>
                <a:lnTo>
                  <a:pt x="88068" y="18249"/>
                </a:lnTo>
                <a:lnTo>
                  <a:pt x="64884" y="18249"/>
                </a:lnTo>
                <a:lnTo>
                  <a:pt x="54000" y="44678"/>
                </a:lnTo>
                <a:lnTo>
                  <a:pt x="73807" y="52842"/>
                </a:lnTo>
                <a:lnTo>
                  <a:pt x="62915" y="79260"/>
                </a:lnTo>
                <a:close/>
              </a:path>
              <a:path w="690880" h="164464">
                <a:moveTo>
                  <a:pt x="73807" y="52842"/>
                </a:moveTo>
                <a:lnTo>
                  <a:pt x="54000" y="44678"/>
                </a:lnTo>
                <a:lnTo>
                  <a:pt x="64884" y="18249"/>
                </a:lnTo>
                <a:lnTo>
                  <a:pt x="84699" y="26421"/>
                </a:lnTo>
                <a:lnTo>
                  <a:pt x="73807" y="52842"/>
                </a:lnTo>
                <a:close/>
              </a:path>
              <a:path w="690880" h="164464">
                <a:moveTo>
                  <a:pt x="84699" y="26421"/>
                </a:moveTo>
                <a:lnTo>
                  <a:pt x="64884" y="18249"/>
                </a:lnTo>
                <a:lnTo>
                  <a:pt x="88068" y="18249"/>
                </a:lnTo>
                <a:lnTo>
                  <a:pt x="84699" y="26421"/>
                </a:lnTo>
                <a:close/>
              </a:path>
              <a:path w="690880" h="164464">
                <a:moveTo>
                  <a:pt x="413219" y="164426"/>
                </a:moveTo>
                <a:lnTo>
                  <a:pt x="366077" y="158178"/>
                </a:lnTo>
                <a:lnTo>
                  <a:pt x="323088" y="146786"/>
                </a:lnTo>
                <a:lnTo>
                  <a:pt x="269240" y="129095"/>
                </a:lnTo>
                <a:lnTo>
                  <a:pt x="228737" y="114362"/>
                </a:lnTo>
                <a:lnTo>
                  <a:pt x="184573" y="97447"/>
                </a:lnTo>
                <a:lnTo>
                  <a:pt x="137951" y="78955"/>
                </a:lnTo>
                <a:lnTo>
                  <a:pt x="73807" y="52842"/>
                </a:lnTo>
                <a:lnTo>
                  <a:pt x="84699" y="26421"/>
                </a:lnTo>
                <a:lnTo>
                  <a:pt x="103243" y="34061"/>
                </a:lnTo>
                <a:lnTo>
                  <a:pt x="150439" y="53187"/>
                </a:lnTo>
                <a:lnTo>
                  <a:pt x="195902" y="71196"/>
                </a:lnTo>
                <a:lnTo>
                  <a:pt x="217917" y="79705"/>
                </a:lnTo>
                <a:lnTo>
                  <a:pt x="238862" y="87642"/>
                </a:lnTo>
                <a:lnTo>
                  <a:pt x="259243" y="95161"/>
                </a:lnTo>
                <a:lnTo>
                  <a:pt x="278866" y="102196"/>
                </a:lnTo>
                <a:lnTo>
                  <a:pt x="297459" y="108610"/>
                </a:lnTo>
                <a:lnTo>
                  <a:pt x="314817" y="114312"/>
                </a:lnTo>
                <a:lnTo>
                  <a:pt x="331245" y="119392"/>
                </a:lnTo>
                <a:lnTo>
                  <a:pt x="346557" y="123774"/>
                </a:lnTo>
                <a:lnTo>
                  <a:pt x="360339" y="127406"/>
                </a:lnTo>
                <a:lnTo>
                  <a:pt x="372400" y="130301"/>
                </a:lnTo>
                <a:lnTo>
                  <a:pt x="382917" y="132537"/>
                </a:lnTo>
                <a:lnTo>
                  <a:pt x="392009" y="134137"/>
                </a:lnTo>
                <a:lnTo>
                  <a:pt x="399920" y="135178"/>
                </a:lnTo>
                <a:lnTo>
                  <a:pt x="399757" y="135178"/>
                </a:lnTo>
                <a:lnTo>
                  <a:pt x="400507" y="135255"/>
                </a:lnTo>
                <a:lnTo>
                  <a:pt x="400745" y="135255"/>
                </a:lnTo>
                <a:lnTo>
                  <a:pt x="406998" y="135737"/>
                </a:lnTo>
                <a:lnTo>
                  <a:pt x="406628" y="135737"/>
                </a:lnTo>
                <a:lnTo>
                  <a:pt x="407492" y="135775"/>
                </a:lnTo>
                <a:lnTo>
                  <a:pt x="408750" y="135775"/>
                </a:lnTo>
                <a:lnTo>
                  <a:pt x="413228" y="135856"/>
                </a:lnTo>
                <a:lnTo>
                  <a:pt x="412788" y="135877"/>
                </a:lnTo>
                <a:lnTo>
                  <a:pt x="545237" y="135877"/>
                </a:lnTo>
                <a:lnTo>
                  <a:pt x="542074" y="136829"/>
                </a:lnTo>
                <a:lnTo>
                  <a:pt x="494169" y="149288"/>
                </a:lnTo>
                <a:lnTo>
                  <a:pt x="473123" y="153568"/>
                </a:lnTo>
                <a:lnTo>
                  <a:pt x="464134" y="155549"/>
                </a:lnTo>
                <a:lnTo>
                  <a:pt x="441921" y="160794"/>
                </a:lnTo>
                <a:lnTo>
                  <a:pt x="414134" y="164414"/>
                </a:lnTo>
                <a:lnTo>
                  <a:pt x="413219" y="164426"/>
                </a:lnTo>
                <a:close/>
              </a:path>
              <a:path w="690880" h="164464">
                <a:moveTo>
                  <a:pt x="688245" y="79006"/>
                </a:moveTo>
                <a:lnTo>
                  <a:pt x="625462" y="79006"/>
                </a:lnTo>
                <a:lnTo>
                  <a:pt x="680923" y="58851"/>
                </a:lnTo>
                <a:lnTo>
                  <a:pt x="688245" y="79006"/>
                </a:lnTo>
                <a:close/>
              </a:path>
              <a:path w="690880" h="164464">
                <a:moveTo>
                  <a:pt x="682817" y="88557"/>
                </a:moveTo>
                <a:lnTo>
                  <a:pt x="598373" y="88557"/>
                </a:lnTo>
                <a:lnTo>
                  <a:pt x="625589" y="78955"/>
                </a:lnTo>
                <a:lnTo>
                  <a:pt x="688245" y="79006"/>
                </a:lnTo>
                <a:lnTo>
                  <a:pt x="690676" y="85699"/>
                </a:lnTo>
                <a:lnTo>
                  <a:pt x="682817" y="88557"/>
                </a:lnTo>
                <a:close/>
              </a:path>
              <a:path w="690880" h="164464">
                <a:moveTo>
                  <a:pt x="658156" y="97523"/>
                </a:moveTo>
                <a:lnTo>
                  <a:pt x="571919" y="97523"/>
                </a:lnTo>
                <a:lnTo>
                  <a:pt x="572147" y="97447"/>
                </a:lnTo>
                <a:lnTo>
                  <a:pt x="598538" y="88493"/>
                </a:lnTo>
                <a:lnTo>
                  <a:pt x="598373" y="88557"/>
                </a:lnTo>
                <a:lnTo>
                  <a:pt x="682817" y="88557"/>
                </a:lnTo>
                <a:lnTo>
                  <a:pt x="658156" y="97523"/>
                </a:lnTo>
                <a:close/>
              </a:path>
              <a:path w="690880" h="164464">
                <a:moveTo>
                  <a:pt x="572078" y="97469"/>
                </a:moveTo>
                <a:close/>
              </a:path>
              <a:path w="690880" h="164464">
                <a:moveTo>
                  <a:pt x="625117" y="109423"/>
                </a:moveTo>
                <a:lnTo>
                  <a:pt x="534009" y="109423"/>
                </a:lnTo>
                <a:lnTo>
                  <a:pt x="546557" y="105638"/>
                </a:lnTo>
                <a:lnTo>
                  <a:pt x="572078" y="97469"/>
                </a:lnTo>
                <a:lnTo>
                  <a:pt x="571919" y="97523"/>
                </a:lnTo>
                <a:lnTo>
                  <a:pt x="658156" y="97523"/>
                </a:lnTo>
                <a:lnTo>
                  <a:pt x="635101" y="105905"/>
                </a:lnTo>
                <a:lnTo>
                  <a:pt x="625117" y="109423"/>
                </a:lnTo>
                <a:close/>
              </a:path>
              <a:path w="690880" h="164464">
                <a:moveTo>
                  <a:pt x="546328" y="105702"/>
                </a:moveTo>
                <a:lnTo>
                  <a:pt x="546527" y="105638"/>
                </a:lnTo>
                <a:lnTo>
                  <a:pt x="546328" y="105702"/>
                </a:lnTo>
                <a:close/>
              </a:path>
              <a:path w="690880" h="164464">
                <a:moveTo>
                  <a:pt x="297500" y="108610"/>
                </a:moveTo>
                <a:lnTo>
                  <a:pt x="297268" y="108534"/>
                </a:lnTo>
                <a:lnTo>
                  <a:pt x="297500" y="108610"/>
                </a:lnTo>
                <a:close/>
              </a:path>
              <a:path w="690880" h="164464">
                <a:moveTo>
                  <a:pt x="590370" y="121437"/>
                </a:moveTo>
                <a:lnTo>
                  <a:pt x="487781" y="121437"/>
                </a:lnTo>
                <a:lnTo>
                  <a:pt x="499071" y="118846"/>
                </a:lnTo>
                <a:lnTo>
                  <a:pt x="510425" y="115989"/>
                </a:lnTo>
                <a:lnTo>
                  <a:pt x="522147" y="112826"/>
                </a:lnTo>
                <a:lnTo>
                  <a:pt x="534200" y="109359"/>
                </a:lnTo>
                <a:lnTo>
                  <a:pt x="534009" y="109423"/>
                </a:lnTo>
                <a:lnTo>
                  <a:pt x="625117" y="109423"/>
                </a:lnTo>
                <a:lnTo>
                  <a:pt x="607707" y="115557"/>
                </a:lnTo>
                <a:lnTo>
                  <a:pt x="590370" y="121437"/>
                </a:lnTo>
                <a:close/>
              </a:path>
              <a:path w="690880" h="164464">
                <a:moveTo>
                  <a:pt x="521931" y="112877"/>
                </a:moveTo>
                <a:lnTo>
                  <a:pt x="522109" y="112826"/>
                </a:lnTo>
                <a:lnTo>
                  <a:pt x="521931" y="112877"/>
                </a:lnTo>
                <a:close/>
              </a:path>
              <a:path w="690880" h="164464">
                <a:moveTo>
                  <a:pt x="510171" y="116052"/>
                </a:moveTo>
                <a:lnTo>
                  <a:pt x="510407" y="115989"/>
                </a:lnTo>
                <a:lnTo>
                  <a:pt x="510171" y="116052"/>
                </a:lnTo>
                <a:close/>
              </a:path>
              <a:path w="690880" h="164464">
                <a:moveTo>
                  <a:pt x="498779" y="118910"/>
                </a:moveTo>
                <a:lnTo>
                  <a:pt x="499032" y="118846"/>
                </a:lnTo>
                <a:lnTo>
                  <a:pt x="498779" y="118910"/>
                </a:lnTo>
                <a:close/>
              </a:path>
              <a:path w="690880" h="164464">
                <a:moveTo>
                  <a:pt x="559974" y="131343"/>
                </a:moveTo>
                <a:lnTo>
                  <a:pt x="442455" y="131343"/>
                </a:lnTo>
                <a:lnTo>
                  <a:pt x="457936" y="127660"/>
                </a:lnTo>
                <a:lnTo>
                  <a:pt x="467156" y="125615"/>
                </a:lnTo>
                <a:lnTo>
                  <a:pt x="477240" y="123583"/>
                </a:lnTo>
                <a:lnTo>
                  <a:pt x="488111" y="121361"/>
                </a:lnTo>
                <a:lnTo>
                  <a:pt x="487781" y="121437"/>
                </a:lnTo>
                <a:lnTo>
                  <a:pt x="590370" y="121437"/>
                </a:lnTo>
                <a:lnTo>
                  <a:pt x="580859" y="124663"/>
                </a:lnTo>
                <a:lnTo>
                  <a:pt x="559974" y="131343"/>
                </a:lnTo>
                <a:close/>
              </a:path>
              <a:path w="690880" h="164464">
                <a:moveTo>
                  <a:pt x="555169" y="132880"/>
                </a:moveTo>
                <a:lnTo>
                  <a:pt x="435825" y="132880"/>
                </a:lnTo>
                <a:lnTo>
                  <a:pt x="436156" y="132803"/>
                </a:lnTo>
                <a:lnTo>
                  <a:pt x="442556" y="131318"/>
                </a:lnTo>
                <a:lnTo>
                  <a:pt x="559974" y="131343"/>
                </a:lnTo>
                <a:lnTo>
                  <a:pt x="555169" y="132880"/>
                </a:lnTo>
                <a:close/>
              </a:path>
              <a:path w="690880" h="164464">
                <a:moveTo>
                  <a:pt x="383271" y="132612"/>
                </a:moveTo>
                <a:lnTo>
                  <a:pt x="382841" y="132537"/>
                </a:lnTo>
                <a:lnTo>
                  <a:pt x="383271" y="132612"/>
                </a:lnTo>
                <a:close/>
              </a:path>
              <a:path w="690880" h="164464">
                <a:moveTo>
                  <a:pt x="436140" y="132807"/>
                </a:moveTo>
                <a:close/>
              </a:path>
              <a:path w="690880" h="164464">
                <a:moveTo>
                  <a:pt x="551100" y="134112"/>
                </a:moveTo>
                <a:lnTo>
                  <a:pt x="429768" y="134112"/>
                </a:lnTo>
                <a:lnTo>
                  <a:pt x="430326" y="134010"/>
                </a:lnTo>
                <a:lnTo>
                  <a:pt x="436140" y="132807"/>
                </a:lnTo>
                <a:lnTo>
                  <a:pt x="435825" y="132880"/>
                </a:lnTo>
                <a:lnTo>
                  <a:pt x="555169" y="132880"/>
                </a:lnTo>
                <a:lnTo>
                  <a:pt x="551100" y="134112"/>
                </a:lnTo>
                <a:close/>
              </a:path>
              <a:path w="690880" h="164464">
                <a:moveTo>
                  <a:pt x="430009" y="134062"/>
                </a:moveTo>
                <a:lnTo>
                  <a:pt x="430264" y="134010"/>
                </a:lnTo>
                <a:lnTo>
                  <a:pt x="430009" y="134062"/>
                </a:lnTo>
                <a:close/>
              </a:path>
              <a:path w="690880" h="164464">
                <a:moveTo>
                  <a:pt x="424391" y="134985"/>
                </a:moveTo>
                <a:lnTo>
                  <a:pt x="430009" y="134062"/>
                </a:lnTo>
                <a:lnTo>
                  <a:pt x="429768" y="134112"/>
                </a:lnTo>
                <a:lnTo>
                  <a:pt x="551100" y="134112"/>
                </a:lnTo>
                <a:lnTo>
                  <a:pt x="548358" y="134937"/>
                </a:lnTo>
                <a:lnTo>
                  <a:pt x="424827" y="134937"/>
                </a:lnTo>
                <a:lnTo>
                  <a:pt x="424391" y="134985"/>
                </a:lnTo>
                <a:close/>
              </a:path>
              <a:path w="690880" h="164464">
                <a:moveTo>
                  <a:pt x="392337" y="134194"/>
                </a:moveTo>
                <a:lnTo>
                  <a:pt x="391896" y="134137"/>
                </a:lnTo>
                <a:lnTo>
                  <a:pt x="392337" y="134194"/>
                </a:lnTo>
                <a:close/>
              </a:path>
              <a:path w="690880" h="164464">
                <a:moveTo>
                  <a:pt x="548021" y="135039"/>
                </a:moveTo>
                <a:lnTo>
                  <a:pt x="424065" y="135039"/>
                </a:lnTo>
                <a:lnTo>
                  <a:pt x="424827" y="134937"/>
                </a:lnTo>
                <a:lnTo>
                  <a:pt x="548358" y="134937"/>
                </a:lnTo>
                <a:lnTo>
                  <a:pt x="548021" y="135039"/>
                </a:lnTo>
                <a:close/>
              </a:path>
              <a:path w="690880" h="164464">
                <a:moveTo>
                  <a:pt x="419028" y="135576"/>
                </a:moveTo>
                <a:lnTo>
                  <a:pt x="424391" y="134985"/>
                </a:lnTo>
                <a:lnTo>
                  <a:pt x="424065" y="135039"/>
                </a:lnTo>
                <a:lnTo>
                  <a:pt x="548021" y="135039"/>
                </a:lnTo>
                <a:lnTo>
                  <a:pt x="546292" y="135559"/>
                </a:lnTo>
                <a:lnTo>
                  <a:pt x="419379" y="135559"/>
                </a:lnTo>
                <a:lnTo>
                  <a:pt x="419028" y="135576"/>
                </a:lnTo>
                <a:close/>
              </a:path>
              <a:path w="690880" h="164464">
                <a:moveTo>
                  <a:pt x="400745" y="135255"/>
                </a:moveTo>
                <a:lnTo>
                  <a:pt x="400507" y="135255"/>
                </a:lnTo>
                <a:lnTo>
                  <a:pt x="400158" y="135209"/>
                </a:lnTo>
                <a:lnTo>
                  <a:pt x="400745" y="135255"/>
                </a:lnTo>
                <a:close/>
              </a:path>
              <a:path w="690880" h="164464">
                <a:moveTo>
                  <a:pt x="418490" y="135636"/>
                </a:moveTo>
                <a:lnTo>
                  <a:pt x="419028" y="135576"/>
                </a:lnTo>
                <a:lnTo>
                  <a:pt x="419379" y="135559"/>
                </a:lnTo>
                <a:lnTo>
                  <a:pt x="418490" y="135636"/>
                </a:lnTo>
                <a:close/>
              </a:path>
              <a:path w="690880" h="164464">
                <a:moveTo>
                  <a:pt x="546038" y="135636"/>
                </a:moveTo>
                <a:lnTo>
                  <a:pt x="418490" y="135636"/>
                </a:lnTo>
                <a:lnTo>
                  <a:pt x="419379" y="135559"/>
                </a:lnTo>
                <a:lnTo>
                  <a:pt x="546292" y="135559"/>
                </a:lnTo>
                <a:lnTo>
                  <a:pt x="546038" y="135636"/>
                </a:lnTo>
                <a:close/>
              </a:path>
              <a:path w="690880" h="164464">
                <a:moveTo>
                  <a:pt x="545237" y="135877"/>
                </a:moveTo>
                <a:lnTo>
                  <a:pt x="412788" y="135877"/>
                </a:lnTo>
                <a:lnTo>
                  <a:pt x="413702" y="135864"/>
                </a:lnTo>
                <a:lnTo>
                  <a:pt x="413228" y="135856"/>
                </a:lnTo>
                <a:lnTo>
                  <a:pt x="419028" y="135576"/>
                </a:lnTo>
                <a:lnTo>
                  <a:pt x="418490" y="135636"/>
                </a:lnTo>
                <a:lnTo>
                  <a:pt x="546038" y="135636"/>
                </a:lnTo>
                <a:lnTo>
                  <a:pt x="545237" y="135877"/>
                </a:lnTo>
                <a:close/>
              </a:path>
              <a:path w="690880" h="164464">
                <a:moveTo>
                  <a:pt x="408750" y="135775"/>
                </a:moveTo>
                <a:lnTo>
                  <a:pt x="407492" y="135775"/>
                </a:lnTo>
                <a:lnTo>
                  <a:pt x="407110" y="135746"/>
                </a:lnTo>
                <a:lnTo>
                  <a:pt x="408750" y="135775"/>
                </a:lnTo>
                <a:close/>
              </a:path>
              <a:path w="690880" h="164464">
                <a:moveTo>
                  <a:pt x="412788" y="135877"/>
                </a:moveTo>
                <a:lnTo>
                  <a:pt x="413228" y="135856"/>
                </a:lnTo>
                <a:lnTo>
                  <a:pt x="413702" y="135864"/>
                </a:lnTo>
                <a:lnTo>
                  <a:pt x="412788" y="135877"/>
                </a:lnTo>
                <a:close/>
              </a:path>
              <a:path w="690880" h="164464">
                <a:moveTo>
                  <a:pt x="472808" y="153631"/>
                </a:moveTo>
                <a:lnTo>
                  <a:pt x="473075" y="153568"/>
                </a:lnTo>
                <a:lnTo>
                  <a:pt x="472808" y="153631"/>
                </a:lnTo>
                <a:close/>
              </a:path>
              <a:path w="690880" h="164464">
                <a:moveTo>
                  <a:pt x="464190" y="155549"/>
                </a:moveTo>
                <a:lnTo>
                  <a:pt x="464350" y="155511"/>
                </a:lnTo>
                <a:lnTo>
                  <a:pt x="464190" y="1555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12</a:t>
            </a:fld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91540"/>
            <a:ext cx="31337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Returning </a:t>
            </a:r>
            <a:r>
              <a:rPr sz="3600" dirty="0"/>
              <a:t>to</a:t>
            </a:r>
            <a:r>
              <a:rPr sz="3600" spc="-85" dirty="0"/>
              <a:t> </a:t>
            </a:r>
            <a:r>
              <a:rPr sz="3600" dirty="0"/>
              <a:t>Sc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2282126" y="2054631"/>
            <a:ext cx="385445" cy="536575"/>
          </a:xfrm>
          <a:custGeom>
            <a:avLst/>
            <a:gdLst/>
            <a:ahLst/>
            <a:cxnLst/>
            <a:rect l="l" t="t" r="r" b="b"/>
            <a:pathLst>
              <a:path w="385444" h="536575">
                <a:moveTo>
                  <a:pt x="336705" y="476929"/>
                </a:moveTo>
                <a:lnTo>
                  <a:pt x="0" y="5537"/>
                </a:lnTo>
                <a:lnTo>
                  <a:pt x="7747" y="0"/>
                </a:lnTo>
                <a:lnTo>
                  <a:pt x="344462" y="471389"/>
                </a:lnTo>
                <a:lnTo>
                  <a:pt x="336705" y="476929"/>
                </a:lnTo>
                <a:close/>
              </a:path>
              <a:path w="385444" h="536575">
                <a:moveTo>
                  <a:pt x="377968" y="492429"/>
                </a:moveTo>
                <a:lnTo>
                  <a:pt x="347776" y="492429"/>
                </a:lnTo>
                <a:lnTo>
                  <a:pt x="355536" y="486892"/>
                </a:lnTo>
                <a:lnTo>
                  <a:pt x="344462" y="471389"/>
                </a:lnTo>
                <a:lnTo>
                  <a:pt x="371589" y="452018"/>
                </a:lnTo>
                <a:lnTo>
                  <a:pt x="377968" y="492429"/>
                </a:lnTo>
                <a:close/>
              </a:path>
              <a:path w="385444" h="536575">
                <a:moveTo>
                  <a:pt x="347776" y="492429"/>
                </a:moveTo>
                <a:lnTo>
                  <a:pt x="336705" y="476929"/>
                </a:lnTo>
                <a:lnTo>
                  <a:pt x="344462" y="471389"/>
                </a:lnTo>
                <a:lnTo>
                  <a:pt x="355536" y="486892"/>
                </a:lnTo>
                <a:lnTo>
                  <a:pt x="347776" y="492429"/>
                </a:lnTo>
                <a:close/>
              </a:path>
              <a:path w="385444" h="536575">
                <a:moveTo>
                  <a:pt x="384873" y="536168"/>
                </a:moveTo>
                <a:lnTo>
                  <a:pt x="309575" y="496303"/>
                </a:lnTo>
                <a:lnTo>
                  <a:pt x="336705" y="476929"/>
                </a:lnTo>
                <a:lnTo>
                  <a:pt x="347776" y="492429"/>
                </a:lnTo>
                <a:lnTo>
                  <a:pt x="377968" y="492429"/>
                </a:lnTo>
                <a:lnTo>
                  <a:pt x="384873" y="5361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52800" y="2131466"/>
            <a:ext cx="233045" cy="459740"/>
          </a:xfrm>
          <a:custGeom>
            <a:avLst/>
            <a:gdLst/>
            <a:ahLst/>
            <a:cxnLst/>
            <a:rect l="l" t="t" r="r" b="b"/>
            <a:pathLst>
              <a:path w="233045" h="459739">
                <a:moveTo>
                  <a:pt x="38339" y="393308"/>
                </a:moveTo>
                <a:lnTo>
                  <a:pt x="29815" y="389047"/>
                </a:lnTo>
                <a:lnTo>
                  <a:pt x="224345" y="0"/>
                </a:lnTo>
                <a:lnTo>
                  <a:pt x="232854" y="4267"/>
                </a:lnTo>
                <a:lnTo>
                  <a:pt x="38339" y="393308"/>
                </a:lnTo>
                <a:close/>
              </a:path>
              <a:path w="233045" h="459739">
                <a:moveTo>
                  <a:pt x="0" y="459333"/>
                </a:moveTo>
                <a:lnTo>
                  <a:pt x="0" y="374142"/>
                </a:lnTo>
                <a:lnTo>
                  <a:pt x="29815" y="389047"/>
                </a:lnTo>
                <a:lnTo>
                  <a:pt x="21297" y="406082"/>
                </a:lnTo>
                <a:lnTo>
                  <a:pt x="29819" y="410349"/>
                </a:lnTo>
                <a:lnTo>
                  <a:pt x="65315" y="410349"/>
                </a:lnTo>
                <a:lnTo>
                  <a:pt x="0" y="459333"/>
                </a:lnTo>
                <a:close/>
              </a:path>
              <a:path w="233045" h="459739">
                <a:moveTo>
                  <a:pt x="29819" y="410349"/>
                </a:moveTo>
                <a:lnTo>
                  <a:pt x="21297" y="406082"/>
                </a:lnTo>
                <a:lnTo>
                  <a:pt x="29815" y="389047"/>
                </a:lnTo>
                <a:lnTo>
                  <a:pt x="38339" y="393308"/>
                </a:lnTo>
                <a:lnTo>
                  <a:pt x="29819" y="410349"/>
                </a:lnTo>
                <a:close/>
              </a:path>
              <a:path w="233045" h="459739">
                <a:moveTo>
                  <a:pt x="65315" y="410349"/>
                </a:moveTo>
                <a:lnTo>
                  <a:pt x="29819" y="410349"/>
                </a:lnTo>
                <a:lnTo>
                  <a:pt x="38339" y="393308"/>
                </a:lnTo>
                <a:lnTo>
                  <a:pt x="68160" y="408216"/>
                </a:lnTo>
                <a:lnTo>
                  <a:pt x="65315" y="4103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016218" y="2054263"/>
            <a:ext cx="537210" cy="612775"/>
          </a:xfrm>
          <a:custGeom>
            <a:avLst/>
            <a:gdLst/>
            <a:ahLst/>
            <a:cxnLst/>
            <a:rect l="l" t="t" r="r" b="b"/>
            <a:pathLst>
              <a:path w="537209" h="612775">
                <a:moveTo>
                  <a:pt x="483224" y="558521"/>
                </a:moveTo>
                <a:lnTo>
                  <a:pt x="0" y="6273"/>
                </a:lnTo>
                <a:lnTo>
                  <a:pt x="7162" y="0"/>
                </a:lnTo>
                <a:lnTo>
                  <a:pt x="490390" y="552251"/>
                </a:lnTo>
                <a:lnTo>
                  <a:pt x="483224" y="558521"/>
                </a:lnTo>
                <a:close/>
              </a:path>
              <a:path w="537209" h="612775">
                <a:moveTo>
                  <a:pt x="526580" y="572858"/>
                </a:moveTo>
                <a:lnTo>
                  <a:pt x="495769" y="572858"/>
                </a:lnTo>
                <a:lnTo>
                  <a:pt x="502932" y="566585"/>
                </a:lnTo>
                <a:lnTo>
                  <a:pt x="490390" y="552251"/>
                </a:lnTo>
                <a:lnTo>
                  <a:pt x="515480" y="530301"/>
                </a:lnTo>
                <a:lnTo>
                  <a:pt x="526580" y="572858"/>
                </a:lnTo>
                <a:close/>
              </a:path>
              <a:path w="537209" h="612775">
                <a:moveTo>
                  <a:pt x="495769" y="572858"/>
                </a:moveTo>
                <a:lnTo>
                  <a:pt x="483224" y="558521"/>
                </a:lnTo>
                <a:lnTo>
                  <a:pt x="490390" y="552251"/>
                </a:lnTo>
                <a:lnTo>
                  <a:pt x="502932" y="566585"/>
                </a:lnTo>
                <a:lnTo>
                  <a:pt x="495769" y="572858"/>
                </a:lnTo>
                <a:close/>
              </a:path>
              <a:path w="537209" h="612775">
                <a:moveTo>
                  <a:pt x="536981" y="612736"/>
                </a:moveTo>
                <a:lnTo>
                  <a:pt x="458127" y="580478"/>
                </a:lnTo>
                <a:lnTo>
                  <a:pt x="483224" y="558521"/>
                </a:lnTo>
                <a:lnTo>
                  <a:pt x="495769" y="572858"/>
                </a:lnTo>
                <a:lnTo>
                  <a:pt x="526580" y="572858"/>
                </a:lnTo>
                <a:lnTo>
                  <a:pt x="536981" y="6127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081596" y="2055520"/>
            <a:ext cx="238125" cy="535305"/>
          </a:xfrm>
          <a:custGeom>
            <a:avLst/>
            <a:gdLst/>
            <a:ahLst/>
            <a:cxnLst/>
            <a:rect l="l" t="t" r="r" b="b"/>
            <a:pathLst>
              <a:path w="238125" h="535305">
                <a:moveTo>
                  <a:pt x="39397" y="467115"/>
                </a:moveTo>
                <a:lnTo>
                  <a:pt x="30643" y="463362"/>
                </a:lnTo>
                <a:lnTo>
                  <a:pt x="229222" y="0"/>
                </a:lnTo>
                <a:lnTo>
                  <a:pt x="237985" y="3759"/>
                </a:lnTo>
                <a:lnTo>
                  <a:pt x="39397" y="467115"/>
                </a:lnTo>
                <a:close/>
              </a:path>
              <a:path w="238125" h="535305">
                <a:moveTo>
                  <a:pt x="5003" y="535279"/>
                </a:moveTo>
                <a:lnTo>
                  <a:pt x="0" y="450227"/>
                </a:lnTo>
                <a:lnTo>
                  <a:pt x="30643" y="463362"/>
                </a:lnTo>
                <a:lnTo>
                  <a:pt x="23139" y="480872"/>
                </a:lnTo>
                <a:lnTo>
                  <a:pt x="31889" y="484632"/>
                </a:lnTo>
                <a:lnTo>
                  <a:pt x="64862" y="484632"/>
                </a:lnTo>
                <a:lnTo>
                  <a:pt x="5003" y="535279"/>
                </a:lnTo>
                <a:close/>
              </a:path>
              <a:path w="238125" h="535305">
                <a:moveTo>
                  <a:pt x="31889" y="484632"/>
                </a:moveTo>
                <a:lnTo>
                  <a:pt x="23139" y="480872"/>
                </a:lnTo>
                <a:lnTo>
                  <a:pt x="30643" y="463362"/>
                </a:lnTo>
                <a:lnTo>
                  <a:pt x="39397" y="467115"/>
                </a:lnTo>
                <a:lnTo>
                  <a:pt x="31889" y="484632"/>
                </a:lnTo>
                <a:close/>
              </a:path>
              <a:path w="238125" h="535305">
                <a:moveTo>
                  <a:pt x="64862" y="484632"/>
                </a:moveTo>
                <a:lnTo>
                  <a:pt x="31889" y="484632"/>
                </a:lnTo>
                <a:lnTo>
                  <a:pt x="39397" y="467115"/>
                </a:lnTo>
                <a:lnTo>
                  <a:pt x="70040" y="480250"/>
                </a:lnTo>
                <a:lnTo>
                  <a:pt x="64862" y="4846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35927" y="1549399"/>
            <a:ext cx="8059420" cy="42037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Sc=r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(A)w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(A)r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3200" spc="-5" dirty="0">
                <a:latin typeface="Tahoma"/>
                <a:cs typeface="Tahoma"/>
              </a:rPr>
              <a:t>(A)w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3200" spc="-5" dirty="0">
                <a:latin typeface="Tahoma"/>
                <a:cs typeface="Tahoma"/>
              </a:rPr>
              <a:t>(A)r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(B)w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(B)r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3200" spc="-5" dirty="0">
                <a:latin typeface="Tahoma"/>
                <a:cs typeface="Tahoma"/>
              </a:rPr>
              <a:t>(B)w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3200" spc="-5" dirty="0">
                <a:latin typeface="Tahoma"/>
                <a:cs typeface="Tahoma"/>
              </a:rPr>
              <a:t>(B)</a:t>
            </a:r>
            <a:endParaRPr sz="32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4400" dirty="0">
              <a:latin typeface="Tahoma"/>
              <a:cs typeface="Tahoma"/>
            </a:endParaRPr>
          </a:p>
          <a:p>
            <a:pPr marL="895350" algn="ctr">
              <a:lnSpc>
                <a:spcPct val="100000"/>
              </a:lnSpc>
              <a:spcBef>
                <a:spcPts val="5"/>
              </a:spcBef>
              <a:tabLst>
                <a:tab pos="4505325" algn="l"/>
              </a:tabLst>
            </a:pPr>
            <a:r>
              <a:rPr sz="3200" dirty="0">
                <a:latin typeface="Tahoma"/>
                <a:cs typeface="Tahoma"/>
              </a:rPr>
              <a:t>T</a:t>
            </a:r>
            <a:r>
              <a:rPr sz="2000" dirty="0">
                <a:latin typeface="Tahoma"/>
                <a:cs typeface="Tahoma"/>
              </a:rPr>
              <a:t>1</a:t>
            </a:r>
            <a:r>
              <a:rPr sz="2000" spc="370" dirty="0">
                <a:latin typeface="Tahoma"/>
                <a:cs typeface="Tahoma"/>
              </a:rPr>
              <a:t> </a:t>
            </a:r>
            <a:r>
              <a:rPr sz="3200" i="1" dirty="0">
                <a:latin typeface="Symbol"/>
                <a:cs typeface="Symbol"/>
              </a:rPr>
              <a:t></a:t>
            </a:r>
            <a:r>
              <a:rPr sz="3200" i="1" spc="1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ahoma"/>
                <a:cs typeface="Tahoma"/>
              </a:rPr>
              <a:t>T</a:t>
            </a:r>
            <a:r>
              <a:rPr sz="2000" dirty="0">
                <a:latin typeface="Tahoma"/>
                <a:cs typeface="Tahoma"/>
              </a:rPr>
              <a:t>2	</a:t>
            </a:r>
            <a:r>
              <a:rPr sz="3200" dirty="0">
                <a:latin typeface="Tahoma"/>
                <a:cs typeface="Tahoma"/>
              </a:rPr>
              <a:t>T</a:t>
            </a:r>
            <a:r>
              <a:rPr sz="2000" dirty="0">
                <a:latin typeface="Tahoma"/>
                <a:cs typeface="Tahoma"/>
              </a:rPr>
              <a:t>1  </a:t>
            </a:r>
            <a:r>
              <a:rPr sz="3200" i="1" dirty="0">
                <a:latin typeface="Symbol"/>
                <a:cs typeface="Symbol"/>
              </a:rPr>
              <a:t></a:t>
            </a:r>
            <a:r>
              <a:rPr sz="3200" i="1" spc="-1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ahoma"/>
                <a:cs typeface="Tahoma"/>
              </a:rPr>
              <a:t>T</a:t>
            </a:r>
            <a:r>
              <a:rPr sz="2000" dirty="0">
                <a:latin typeface="Tahoma"/>
                <a:cs typeface="Tahoma"/>
              </a:rPr>
              <a:t>2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5600" dirty="0">
              <a:latin typeface="Tahoma"/>
              <a:cs typeface="Tahoma"/>
            </a:endParaRPr>
          </a:p>
          <a:p>
            <a:pPr marL="340995">
              <a:lnSpc>
                <a:spcPct val="100000"/>
              </a:lnSpc>
              <a:spcBef>
                <a:spcPts val="5"/>
              </a:spcBef>
            </a:pPr>
            <a:r>
              <a:rPr sz="3200" dirty="0">
                <a:latin typeface="Wingdings 2"/>
                <a:cs typeface="Wingdings 2"/>
              </a:rPr>
              <a:t>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ahoma"/>
                <a:cs typeface="Tahoma"/>
              </a:rPr>
              <a:t>no </a:t>
            </a:r>
            <a:r>
              <a:rPr sz="3200" spc="-10" dirty="0">
                <a:latin typeface="Tahoma"/>
                <a:cs typeface="Tahoma"/>
              </a:rPr>
              <a:t>cycles </a:t>
            </a:r>
            <a:r>
              <a:rPr sz="3200" i="1" dirty="0">
                <a:latin typeface="Symbol"/>
                <a:cs typeface="Symbol"/>
              </a:rPr>
              <a:t></a:t>
            </a:r>
            <a:r>
              <a:rPr sz="3200" i="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ahoma"/>
                <a:cs typeface="Tahoma"/>
              </a:rPr>
              <a:t>Sc </a:t>
            </a:r>
            <a:r>
              <a:rPr sz="3200" spc="-5" dirty="0">
                <a:latin typeface="Tahoma"/>
                <a:cs typeface="Tahoma"/>
              </a:rPr>
              <a:t>is </a:t>
            </a:r>
            <a:r>
              <a:rPr sz="3200" spc="-10" dirty="0">
                <a:latin typeface="Tahoma"/>
                <a:cs typeface="Tahoma"/>
              </a:rPr>
              <a:t>“equivalent” </a:t>
            </a:r>
            <a:r>
              <a:rPr sz="3200" spc="-5" dirty="0">
                <a:latin typeface="Tahoma"/>
                <a:cs typeface="Tahoma"/>
              </a:rPr>
              <a:t>to</a:t>
            </a:r>
            <a:r>
              <a:rPr sz="3200" spc="39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</a:t>
            </a:r>
          </a:p>
          <a:p>
            <a:pPr marL="3084195">
              <a:lnSpc>
                <a:spcPct val="100000"/>
              </a:lnSpc>
              <a:spcBef>
                <a:spcPts val="770"/>
              </a:spcBef>
            </a:pPr>
            <a:r>
              <a:rPr sz="3200" spc="-5" dirty="0">
                <a:latin typeface="Tahoma"/>
                <a:cs typeface="Tahoma"/>
              </a:rPr>
              <a:t>serial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schedule</a:t>
            </a:r>
            <a:endParaRPr sz="3200" dirty="0">
              <a:latin typeface="Tahoma"/>
              <a:cs typeface="Tahoma"/>
            </a:endParaRPr>
          </a:p>
          <a:p>
            <a:pPr marL="3084195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Tahoma"/>
                <a:cs typeface="Tahoma"/>
              </a:rPr>
              <a:t>(in this case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,T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3200" spc="-5" dirty="0">
                <a:latin typeface="Tahoma"/>
                <a:cs typeface="Tahoma"/>
              </a:rPr>
              <a:t>)</a:t>
            </a:r>
            <a:endParaRPr sz="3200" dirty="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13</a:t>
            </a:fld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91540"/>
            <a:ext cx="18643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Concepts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44035" y="1570342"/>
            <a:ext cx="7929880" cy="56874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en-US" altLang="zh-CN" sz="3600" dirty="0" err="1">
                <a:effectLst/>
              </a:rPr>
              <a:t>Transaction:sequence</a:t>
            </a:r>
            <a:r>
              <a:rPr lang="en-US" altLang="zh-CN" sz="3600" dirty="0">
                <a:effectLst/>
              </a:rPr>
              <a:t> </a:t>
            </a:r>
            <a:r>
              <a:rPr sz="3200" spc="-5" dirty="0">
                <a:latin typeface="Tahoma"/>
                <a:cs typeface="Tahoma"/>
              </a:rPr>
              <a:t>of r</a:t>
            </a:r>
            <a:r>
              <a:rPr sz="2400" spc="-5" dirty="0">
                <a:latin typeface="Tahoma"/>
                <a:cs typeface="Tahoma"/>
              </a:rPr>
              <a:t>i</a:t>
            </a:r>
            <a:r>
              <a:rPr sz="3200" spc="-5" dirty="0">
                <a:latin typeface="Tahoma"/>
                <a:cs typeface="Tahoma"/>
              </a:rPr>
              <a:t>(x), w</a:t>
            </a:r>
            <a:r>
              <a:rPr sz="2400" spc="-5" dirty="0">
                <a:latin typeface="Tahoma"/>
                <a:cs typeface="Tahoma"/>
              </a:rPr>
              <a:t>i</a:t>
            </a:r>
            <a:r>
              <a:rPr sz="3200" spc="-5" dirty="0">
                <a:latin typeface="Tahoma"/>
                <a:cs typeface="Tahoma"/>
              </a:rPr>
              <a:t>(x)</a:t>
            </a:r>
            <a:r>
              <a:rPr sz="3200" spc="8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actions</a:t>
            </a:r>
            <a:endParaRPr sz="32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4035" y="2055635"/>
            <a:ext cx="4621530" cy="1249701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r>
              <a:rPr lang="en-US" altLang="zh-CN" sz="3600" dirty="0">
                <a:effectLst/>
              </a:rPr>
              <a:t>Conflicting actions: r1(A)</a:t>
            </a:r>
          </a:p>
          <a:p>
            <a:pPr marL="3723640">
              <a:lnSpc>
                <a:spcPct val="100000"/>
              </a:lnSpc>
              <a:spcBef>
                <a:spcPts val="745"/>
              </a:spcBef>
            </a:pPr>
            <a:r>
              <a:rPr sz="3200" spc="-5" dirty="0">
                <a:latin typeface="Tahoma"/>
                <a:cs typeface="Tahoma"/>
              </a:rPr>
              <a:t>w</a:t>
            </a:r>
            <a:r>
              <a:rPr sz="2400" spc="-5" dirty="0">
                <a:latin typeface="Tahoma"/>
                <a:cs typeface="Tahoma"/>
              </a:rPr>
              <a:t>2</a:t>
            </a:r>
            <a:r>
              <a:rPr sz="2400" dirty="0">
                <a:latin typeface="Tahoma"/>
                <a:cs typeface="Tahoma"/>
              </a:rPr>
              <a:t>(A)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93054" y="2076577"/>
            <a:ext cx="909955" cy="1197610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3200" spc="-5" dirty="0">
                <a:latin typeface="Tahoma"/>
                <a:cs typeface="Tahoma"/>
              </a:rPr>
              <a:t>w</a:t>
            </a:r>
            <a:r>
              <a:rPr sz="2400" spc="-5" dirty="0">
                <a:latin typeface="Tahoma"/>
                <a:cs typeface="Tahoma"/>
              </a:rPr>
              <a:t>2</a:t>
            </a:r>
            <a:r>
              <a:rPr sz="2400" dirty="0">
                <a:latin typeface="Tahoma"/>
                <a:cs typeface="Tahoma"/>
              </a:rPr>
              <a:t>(A)</a:t>
            </a:r>
          </a:p>
          <a:p>
            <a:pPr marL="40640">
              <a:lnSpc>
                <a:spcPct val="100000"/>
              </a:lnSpc>
              <a:spcBef>
                <a:spcPts val="775"/>
              </a:spcBef>
            </a:pPr>
            <a:r>
              <a:rPr sz="3200" spc="-5" dirty="0">
                <a:latin typeface="Tahoma"/>
                <a:cs typeface="Tahoma"/>
              </a:rPr>
              <a:t>r</a:t>
            </a:r>
            <a:r>
              <a:rPr sz="2400" spc="-5" dirty="0">
                <a:latin typeface="Tahoma"/>
                <a:cs typeface="Tahoma"/>
              </a:rPr>
              <a:t>1(A)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26859" y="2076577"/>
            <a:ext cx="941705" cy="1197610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869"/>
              </a:spcBef>
            </a:pPr>
            <a:r>
              <a:rPr sz="3200" spc="-5" dirty="0">
                <a:latin typeface="Tahoma"/>
                <a:cs typeface="Tahoma"/>
              </a:rPr>
              <a:t>w</a:t>
            </a:r>
            <a:r>
              <a:rPr sz="2400" spc="-5" dirty="0">
                <a:latin typeface="Tahoma"/>
                <a:cs typeface="Tahoma"/>
              </a:rPr>
              <a:t>1</a:t>
            </a:r>
            <a:r>
              <a:rPr sz="2400" dirty="0">
                <a:latin typeface="Tahoma"/>
                <a:cs typeface="Tahoma"/>
              </a:rPr>
              <a:t>(A)</a:t>
            </a:r>
          </a:p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3200" spc="-5" dirty="0">
                <a:latin typeface="Tahoma"/>
                <a:cs typeface="Tahoma"/>
              </a:rPr>
              <a:t>w</a:t>
            </a:r>
            <a:r>
              <a:rPr sz="2400" spc="-5" dirty="0">
                <a:latin typeface="Tahoma"/>
                <a:cs typeface="Tahoma"/>
              </a:rPr>
              <a:t>2(A)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0937" y="3324847"/>
            <a:ext cx="7522209" cy="255929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868170" marR="153670" indent="-1856105">
              <a:lnSpc>
                <a:spcPts val="3829"/>
              </a:lnSpc>
              <a:spcBef>
                <a:spcPts val="400"/>
              </a:spcBef>
            </a:pPr>
            <a:r>
              <a:rPr lang="en-US" altLang="zh-CN" sz="3600" dirty="0" err="1">
                <a:effectLst/>
              </a:rPr>
              <a:t>Schedule:represents</a:t>
            </a:r>
            <a:r>
              <a:rPr lang="en-US" altLang="zh-CN" sz="3600" dirty="0">
                <a:effectLst/>
              </a:rPr>
              <a:t> </a:t>
            </a:r>
            <a:r>
              <a:rPr sz="3200" spc="-5" dirty="0">
                <a:latin typeface="Tahoma"/>
                <a:cs typeface="Tahoma"/>
              </a:rPr>
              <a:t>chronological</a:t>
            </a:r>
            <a:r>
              <a:rPr lang="zh-CN" altLang="en-US" sz="3200" spc="-5" dirty="0">
                <a:latin typeface="Tahoma"/>
                <a:cs typeface="Tahoma"/>
              </a:rPr>
              <a:t>执行</a:t>
            </a:r>
            <a:r>
              <a:rPr sz="3200" spc="-5" dirty="0">
                <a:latin typeface="Tahoma"/>
                <a:cs typeface="Tahoma"/>
              </a:rPr>
              <a:t>order  in which actions </a:t>
            </a:r>
            <a:r>
              <a:rPr sz="3200" spc="-10" dirty="0">
                <a:latin typeface="Tahoma"/>
                <a:cs typeface="Tahoma"/>
              </a:rPr>
              <a:t>are</a:t>
            </a:r>
            <a:r>
              <a:rPr lang="en-US" sz="3200" spc="-2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executed</a:t>
            </a:r>
            <a:endParaRPr sz="3200" dirty="0">
              <a:latin typeface="Tahoma"/>
              <a:cs typeface="Tahoma"/>
            </a:endParaRPr>
          </a:p>
          <a:p>
            <a:pPr marL="12700">
              <a:lnSpc>
                <a:spcPts val="4000"/>
              </a:lnSpc>
              <a:spcBef>
                <a:spcPts val="500"/>
              </a:spcBef>
            </a:pPr>
            <a:r>
              <a:rPr lang="en-US" altLang="zh-CN" sz="3600" dirty="0">
                <a:effectLst/>
              </a:rPr>
              <a:t>Serial schedule</a:t>
            </a:r>
            <a:r>
              <a:rPr lang="zh-CN" altLang="en-US" sz="3600" dirty="0">
                <a:effectLst/>
              </a:rPr>
              <a:t>序列时间表</a:t>
            </a:r>
            <a:r>
              <a:rPr lang="en-US" altLang="zh-CN" sz="3600" dirty="0">
                <a:effectLst/>
              </a:rPr>
              <a:t>:no </a:t>
            </a:r>
            <a:r>
              <a:rPr sz="3200" spc="-5" dirty="0">
                <a:latin typeface="Tahoma"/>
                <a:cs typeface="Tahoma"/>
              </a:rPr>
              <a:t>interleaving</a:t>
            </a:r>
            <a:r>
              <a:rPr lang="zh-CN" altLang="en-US" sz="3200" spc="-5" dirty="0">
                <a:latin typeface="Tahoma"/>
                <a:cs typeface="Tahoma"/>
              </a:rPr>
              <a:t>交错</a:t>
            </a:r>
            <a:r>
              <a:rPr sz="3200" spc="-5" dirty="0">
                <a:latin typeface="Tahoma"/>
                <a:cs typeface="Tahoma"/>
              </a:rPr>
              <a:t>of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actions</a:t>
            </a:r>
            <a:r>
              <a:rPr lang="en-US" sz="320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or </a:t>
            </a:r>
            <a:r>
              <a:rPr sz="3200" spc="-10" dirty="0">
                <a:latin typeface="Tahoma"/>
                <a:cs typeface="Tahoma"/>
              </a:rPr>
              <a:t>transactions</a:t>
            </a:r>
            <a:endParaRPr sz="3200" dirty="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57434" y="2469959"/>
            <a:ext cx="235330" cy="4639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092903" y="2521991"/>
            <a:ext cx="292100" cy="236220"/>
          </a:xfrm>
          <a:custGeom>
            <a:avLst/>
            <a:gdLst/>
            <a:ahLst/>
            <a:cxnLst/>
            <a:rect l="l" t="t" r="r" b="b"/>
            <a:pathLst>
              <a:path w="292100" h="236219">
                <a:moveTo>
                  <a:pt x="5943" y="236042"/>
                </a:moveTo>
                <a:lnTo>
                  <a:pt x="0" y="228600"/>
                </a:lnTo>
                <a:lnTo>
                  <a:pt x="285750" y="0"/>
                </a:lnTo>
                <a:lnTo>
                  <a:pt x="291693" y="7442"/>
                </a:lnTo>
                <a:lnTo>
                  <a:pt x="5943" y="2360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092903" y="2750591"/>
            <a:ext cx="292100" cy="236220"/>
          </a:xfrm>
          <a:custGeom>
            <a:avLst/>
            <a:gdLst/>
            <a:ahLst/>
            <a:cxnLst/>
            <a:rect l="l" t="t" r="r" b="b"/>
            <a:pathLst>
              <a:path w="292100" h="236219">
                <a:moveTo>
                  <a:pt x="285750" y="236042"/>
                </a:moveTo>
                <a:lnTo>
                  <a:pt x="0" y="7442"/>
                </a:lnTo>
                <a:lnTo>
                  <a:pt x="5943" y="0"/>
                </a:lnTo>
                <a:lnTo>
                  <a:pt x="291693" y="228600"/>
                </a:lnTo>
                <a:lnTo>
                  <a:pt x="285750" y="2360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360921" y="2523934"/>
            <a:ext cx="235330" cy="4639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14</a:t>
            </a:fld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91540"/>
            <a:ext cx="64490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What about </a:t>
            </a:r>
            <a:r>
              <a:rPr sz="3600" u="heavy" spc="-10" dirty="0">
                <a:uFill>
                  <a:solidFill>
                    <a:srgbClr val="000000"/>
                  </a:solidFill>
                </a:uFill>
              </a:rPr>
              <a:t>concurrent</a:t>
            </a:r>
            <a:r>
              <a:rPr sz="3600" u="heavy" spc="1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actions?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010977" y="2011680"/>
            <a:ext cx="3128010" cy="97726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 marR="5080">
              <a:lnSpc>
                <a:spcPts val="3640"/>
              </a:lnSpc>
              <a:spcBef>
                <a:spcPts val="390"/>
              </a:spcBef>
              <a:tabLst>
                <a:tab pos="2221865" algn="l"/>
                <a:tab pos="2912745" algn="l"/>
              </a:tabLst>
            </a:pPr>
            <a:r>
              <a:rPr sz="3200" spc="-25" dirty="0">
                <a:latin typeface="Tahoma"/>
                <a:cs typeface="Tahoma"/>
              </a:rPr>
              <a:t>I</a:t>
            </a:r>
            <a:r>
              <a:rPr sz="3200" spc="-5" dirty="0">
                <a:latin typeface="Tahoma"/>
                <a:cs typeface="Tahoma"/>
              </a:rPr>
              <a:t>nput(X</a:t>
            </a:r>
            <a:r>
              <a:rPr sz="3200" dirty="0">
                <a:latin typeface="Tahoma"/>
                <a:cs typeface="Tahoma"/>
              </a:rPr>
              <a:t>)	t</a:t>
            </a:r>
            <a:r>
              <a:rPr sz="3200" spc="-5" dirty="0">
                <a:latin typeface="Tahoma"/>
                <a:cs typeface="Tahoma"/>
              </a:rPr>
              <a:t> </a:t>
            </a:r>
            <a:r>
              <a:rPr sz="2400" i="1" dirty="0">
                <a:latin typeface="Symbol"/>
                <a:cs typeface="Symbol"/>
              </a:rPr>
              <a:t>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3200" dirty="0">
                <a:latin typeface="Tahoma"/>
                <a:cs typeface="Tahoma"/>
              </a:rPr>
              <a:t>x  </a:t>
            </a:r>
            <a:r>
              <a:rPr sz="3200" spc="-5" dirty="0">
                <a:latin typeface="Tahoma"/>
                <a:cs typeface="Tahoma"/>
              </a:rPr>
              <a:t>completes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3377" y="2011680"/>
            <a:ext cx="3274060" cy="141541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 marR="128270">
              <a:lnSpc>
                <a:spcPts val="3640"/>
              </a:lnSpc>
              <a:spcBef>
                <a:spcPts val="390"/>
              </a:spcBef>
              <a:tabLst>
                <a:tab pos="1840864" algn="l"/>
              </a:tabLst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3200" dirty="0">
                <a:latin typeface="Tahoma"/>
                <a:cs typeface="Tahoma"/>
              </a:rPr>
              <a:t>i</a:t>
            </a:r>
            <a:r>
              <a:rPr sz="3200" spc="-5" dirty="0">
                <a:latin typeface="Tahoma"/>
                <a:cs typeface="Tahoma"/>
              </a:rPr>
              <a:t> issue</a:t>
            </a:r>
            <a:r>
              <a:rPr sz="3200" dirty="0">
                <a:latin typeface="Tahoma"/>
                <a:cs typeface="Tahoma"/>
              </a:rPr>
              <a:t>s	</a:t>
            </a:r>
            <a:r>
              <a:rPr sz="3200" spc="-55" dirty="0">
                <a:latin typeface="Tahoma"/>
                <a:cs typeface="Tahoma"/>
              </a:rPr>
              <a:t>S</a:t>
            </a:r>
            <a:r>
              <a:rPr sz="3200" spc="-5" dirty="0">
                <a:latin typeface="Tahoma"/>
                <a:cs typeface="Tahoma"/>
              </a:rPr>
              <a:t>yste</a:t>
            </a:r>
            <a:r>
              <a:rPr sz="3200" dirty="0">
                <a:latin typeface="Tahoma"/>
                <a:cs typeface="Tahoma"/>
              </a:rPr>
              <a:t>m  </a:t>
            </a:r>
            <a:r>
              <a:rPr sz="3200" spc="-5" dirty="0">
                <a:latin typeface="Tahoma"/>
                <a:cs typeface="Tahoma"/>
              </a:rPr>
              <a:t>read(x,t)	issues</a:t>
            </a:r>
            <a:endParaRPr sz="3200">
              <a:latin typeface="Tahoma"/>
              <a:cs typeface="Tahoma"/>
            </a:endParaRPr>
          </a:p>
          <a:p>
            <a:pPr marL="1841500">
              <a:lnSpc>
                <a:spcPts val="3365"/>
              </a:lnSpc>
            </a:pPr>
            <a:r>
              <a:rPr sz="3200" spc="-5" dirty="0">
                <a:latin typeface="Tahoma"/>
                <a:cs typeface="Tahoma"/>
              </a:rPr>
              <a:t>input(x)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90600" y="3309937"/>
            <a:ext cx="6934200" cy="85725"/>
          </a:xfrm>
          <a:custGeom>
            <a:avLst/>
            <a:gdLst/>
            <a:ahLst/>
            <a:cxnLst/>
            <a:rect l="l" t="t" r="r" b="b"/>
            <a:pathLst>
              <a:path w="6934200" h="85725">
                <a:moveTo>
                  <a:pt x="6848475" y="85725"/>
                </a:moveTo>
                <a:lnTo>
                  <a:pt x="6848475" y="0"/>
                </a:lnTo>
                <a:lnTo>
                  <a:pt x="6905625" y="28575"/>
                </a:lnTo>
                <a:lnTo>
                  <a:pt x="6869899" y="28575"/>
                </a:lnTo>
                <a:lnTo>
                  <a:pt x="6869899" y="57150"/>
                </a:lnTo>
                <a:lnTo>
                  <a:pt x="6905625" y="57150"/>
                </a:lnTo>
                <a:lnTo>
                  <a:pt x="6848475" y="85725"/>
                </a:lnTo>
                <a:close/>
              </a:path>
              <a:path w="6934200" h="85725">
                <a:moveTo>
                  <a:pt x="6848475" y="57150"/>
                </a:moveTo>
                <a:lnTo>
                  <a:pt x="0" y="57150"/>
                </a:lnTo>
                <a:lnTo>
                  <a:pt x="0" y="28575"/>
                </a:lnTo>
                <a:lnTo>
                  <a:pt x="6848475" y="28575"/>
                </a:lnTo>
                <a:lnTo>
                  <a:pt x="6848475" y="57150"/>
                </a:lnTo>
                <a:close/>
              </a:path>
              <a:path w="6934200" h="85725">
                <a:moveTo>
                  <a:pt x="6905625" y="57150"/>
                </a:moveTo>
                <a:lnTo>
                  <a:pt x="6869899" y="57150"/>
                </a:lnTo>
                <a:lnTo>
                  <a:pt x="6869899" y="28575"/>
                </a:lnTo>
                <a:lnTo>
                  <a:pt x="6905625" y="28575"/>
                </a:lnTo>
                <a:lnTo>
                  <a:pt x="6934200" y="42862"/>
                </a:lnTo>
                <a:lnTo>
                  <a:pt x="6905625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080692" y="2820035"/>
            <a:ext cx="81026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tim</a:t>
            </a:r>
            <a:r>
              <a:rPr sz="3200" dirty="0">
                <a:latin typeface="Tahoma"/>
                <a:cs typeface="Tahoma"/>
              </a:rPr>
              <a:t>e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85900" y="2743200"/>
            <a:ext cx="76200" cy="533400"/>
          </a:xfrm>
          <a:custGeom>
            <a:avLst/>
            <a:gdLst/>
            <a:ahLst/>
            <a:cxnLst/>
            <a:rect l="l" t="t" r="r" b="b"/>
            <a:pathLst>
              <a:path w="76200" h="533400">
                <a:moveTo>
                  <a:pt x="42862" y="476250"/>
                </a:moveTo>
                <a:lnTo>
                  <a:pt x="33337" y="476250"/>
                </a:lnTo>
                <a:lnTo>
                  <a:pt x="33337" y="0"/>
                </a:lnTo>
                <a:lnTo>
                  <a:pt x="42862" y="0"/>
                </a:lnTo>
                <a:lnTo>
                  <a:pt x="42862" y="476250"/>
                </a:lnTo>
                <a:close/>
              </a:path>
              <a:path w="76200" h="533400">
                <a:moveTo>
                  <a:pt x="38100" y="533400"/>
                </a:moveTo>
                <a:lnTo>
                  <a:pt x="0" y="457200"/>
                </a:lnTo>
                <a:lnTo>
                  <a:pt x="33337" y="457200"/>
                </a:lnTo>
                <a:lnTo>
                  <a:pt x="33337" y="476250"/>
                </a:lnTo>
                <a:lnTo>
                  <a:pt x="66675" y="476250"/>
                </a:lnTo>
                <a:lnTo>
                  <a:pt x="38100" y="533400"/>
                </a:lnTo>
                <a:close/>
              </a:path>
              <a:path w="76200" h="533400">
                <a:moveTo>
                  <a:pt x="66675" y="476250"/>
                </a:moveTo>
                <a:lnTo>
                  <a:pt x="42862" y="476250"/>
                </a:lnTo>
                <a:lnTo>
                  <a:pt x="42862" y="457200"/>
                </a:lnTo>
                <a:lnTo>
                  <a:pt x="76200" y="457200"/>
                </a:lnTo>
                <a:lnTo>
                  <a:pt x="66675" y="476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86100" y="3048000"/>
            <a:ext cx="76200" cy="228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072062" y="2667000"/>
            <a:ext cx="76200" cy="609600"/>
          </a:xfrm>
          <a:custGeom>
            <a:avLst/>
            <a:gdLst/>
            <a:ahLst/>
            <a:cxnLst/>
            <a:rect l="l" t="t" r="r" b="b"/>
            <a:pathLst>
              <a:path w="76200" h="609600">
                <a:moveTo>
                  <a:pt x="42862" y="552450"/>
                </a:moveTo>
                <a:lnTo>
                  <a:pt x="33337" y="552450"/>
                </a:lnTo>
                <a:lnTo>
                  <a:pt x="33337" y="0"/>
                </a:lnTo>
                <a:lnTo>
                  <a:pt x="42862" y="0"/>
                </a:lnTo>
                <a:lnTo>
                  <a:pt x="42862" y="552450"/>
                </a:lnTo>
                <a:close/>
              </a:path>
              <a:path w="76200" h="609600">
                <a:moveTo>
                  <a:pt x="38100" y="609600"/>
                </a:moveTo>
                <a:lnTo>
                  <a:pt x="0" y="533400"/>
                </a:lnTo>
                <a:lnTo>
                  <a:pt x="33337" y="533400"/>
                </a:lnTo>
                <a:lnTo>
                  <a:pt x="33337" y="552450"/>
                </a:lnTo>
                <a:lnTo>
                  <a:pt x="66675" y="552450"/>
                </a:lnTo>
                <a:lnTo>
                  <a:pt x="38100" y="609600"/>
                </a:lnTo>
                <a:close/>
              </a:path>
              <a:path w="76200" h="609600">
                <a:moveTo>
                  <a:pt x="66675" y="552450"/>
                </a:moveTo>
                <a:lnTo>
                  <a:pt x="42862" y="552450"/>
                </a:lnTo>
                <a:lnTo>
                  <a:pt x="42862" y="533400"/>
                </a:lnTo>
                <a:lnTo>
                  <a:pt x="76200" y="533400"/>
                </a:lnTo>
                <a:lnTo>
                  <a:pt x="66675" y="5524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896100" y="2209800"/>
            <a:ext cx="76200" cy="914400"/>
          </a:xfrm>
          <a:custGeom>
            <a:avLst/>
            <a:gdLst/>
            <a:ahLst/>
            <a:cxnLst/>
            <a:rect l="l" t="t" r="r" b="b"/>
            <a:pathLst>
              <a:path w="76200" h="914400">
                <a:moveTo>
                  <a:pt x="42862" y="857250"/>
                </a:moveTo>
                <a:lnTo>
                  <a:pt x="33337" y="857250"/>
                </a:lnTo>
                <a:lnTo>
                  <a:pt x="33337" y="0"/>
                </a:lnTo>
                <a:lnTo>
                  <a:pt x="42862" y="0"/>
                </a:lnTo>
                <a:lnTo>
                  <a:pt x="42862" y="857250"/>
                </a:lnTo>
                <a:close/>
              </a:path>
              <a:path w="76200" h="914400">
                <a:moveTo>
                  <a:pt x="38100" y="914400"/>
                </a:moveTo>
                <a:lnTo>
                  <a:pt x="0" y="838200"/>
                </a:lnTo>
                <a:lnTo>
                  <a:pt x="33337" y="838200"/>
                </a:lnTo>
                <a:lnTo>
                  <a:pt x="33337" y="857250"/>
                </a:lnTo>
                <a:lnTo>
                  <a:pt x="66675" y="857250"/>
                </a:lnTo>
                <a:lnTo>
                  <a:pt x="38100" y="914400"/>
                </a:lnTo>
                <a:close/>
              </a:path>
              <a:path w="76200" h="914400">
                <a:moveTo>
                  <a:pt x="66675" y="857250"/>
                </a:moveTo>
                <a:lnTo>
                  <a:pt x="42862" y="857250"/>
                </a:lnTo>
                <a:lnTo>
                  <a:pt x="42862" y="838200"/>
                </a:lnTo>
                <a:lnTo>
                  <a:pt x="76200" y="8382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790700" y="3429000"/>
            <a:ext cx="76200" cy="478155"/>
          </a:xfrm>
          <a:custGeom>
            <a:avLst/>
            <a:gdLst/>
            <a:ahLst/>
            <a:cxnLst/>
            <a:rect l="l" t="t" r="r" b="b"/>
            <a:pathLst>
              <a:path w="76200" h="478154">
                <a:moveTo>
                  <a:pt x="33337" y="76200"/>
                </a:moveTo>
                <a:lnTo>
                  <a:pt x="0" y="76200"/>
                </a:lnTo>
                <a:lnTo>
                  <a:pt x="38100" y="0"/>
                </a:lnTo>
                <a:lnTo>
                  <a:pt x="66675" y="57150"/>
                </a:lnTo>
                <a:lnTo>
                  <a:pt x="33337" y="57150"/>
                </a:lnTo>
                <a:lnTo>
                  <a:pt x="33337" y="76200"/>
                </a:lnTo>
                <a:close/>
              </a:path>
              <a:path w="76200" h="478154">
                <a:moveTo>
                  <a:pt x="42862" y="477837"/>
                </a:moveTo>
                <a:lnTo>
                  <a:pt x="33337" y="477837"/>
                </a:lnTo>
                <a:lnTo>
                  <a:pt x="33337" y="57150"/>
                </a:lnTo>
                <a:lnTo>
                  <a:pt x="42862" y="57150"/>
                </a:lnTo>
                <a:lnTo>
                  <a:pt x="42862" y="477837"/>
                </a:lnTo>
                <a:close/>
              </a:path>
              <a:path w="76200" h="478154">
                <a:moveTo>
                  <a:pt x="76200" y="76200"/>
                </a:moveTo>
                <a:lnTo>
                  <a:pt x="42862" y="76200"/>
                </a:lnTo>
                <a:lnTo>
                  <a:pt x="42862" y="57150"/>
                </a:lnTo>
                <a:lnTo>
                  <a:pt x="66675" y="57150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570162" y="3413125"/>
            <a:ext cx="76200" cy="1463675"/>
          </a:xfrm>
          <a:custGeom>
            <a:avLst/>
            <a:gdLst/>
            <a:ahLst/>
            <a:cxnLst/>
            <a:rect l="l" t="t" r="r" b="b"/>
            <a:pathLst>
              <a:path w="76200" h="1463675">
                <a:moveTo>
                  <a:pt x="33337" y="76200"/>
                </a:moveTo>
                <a:lnTo>
                  <a:pt x="0" y="76200"/>
                </a:lnTo>
                <a:lnTo>
                  <a:pt x="38100" y="0"/>
                </a:lnTo>
                <a:lnTo>
                  <a:pt x="66675" y="57150"/>
                </a:lnTo>
                <a:lnTo>
                  <a:pt x="33337" y="57150"/>
                </a:lnTo>
                <a:lnTo>
                  <a:pt x="33337" y="76200"/>
                </a:lnTo>
                <a:close/>
              </a:path>
              <a:path w="76200" h="1463675">
                <a:moveTo>
                  <a:pt x="42862" y="1463675"/>
                </a:moveTo>
                <a:lnTo>
                  <a:pt x="33337" y="1463675"/>
                </a:lnTo>
                <a:lnTo>
                  <a:pt x="33337" y="57150"/>
                </a:lnTo>
                <a:lnTo>
                  <a:pt x="42862" y="57150"/>
                </a:lnTo>
                <a:lnTo>
                  <a:pt x="42862" y="1463675"/>
                </a:lnTo>
                <a:close/>
              </a:path>
              <a:path w="76200" h="1463675">
                <a:moveTo>
                  <a:pt x="76200" y="76200"/>
                </a:moveTo>
                <a:lnTo>
                  <a:pt x="42862" y="76200"/>
                </a:lnTo>
                <a:lnTo>
                  <a:pt x="42862" y="57150"/>
                </a:lnTo>
                <a:lnTo>
                  <a:pt x="66675" y="57150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844925" y="3408362"/>
            <a:ext cx="76200" cy="544830"/>
          </a:xfrm>
          <a:custGeom>
            <a:avLst/>
            <a:gdLst/>
            <a:ahLst/>
            <a:cxnLst/>
            <a:rect l="l" t="t" r="r" b="b"/>
            <a:pathLst>
              <a:path w="76200" h="544829">
                <a:moveTo>
                  <a:pt x="33337" y="76200"/>
                </a:moveTo>
                <a:lnTo>
                  <a:pt x="0" y="76200"/>
                </a:lnTo>
                <a:lnTo>
                  <a:pt x="38100" y="0"/>
                </a:lnTo>
                <a:lnTo>
                  <a:pt x="66675" y="57150"/>
                </a:lnTo>
                <a:lnTo>
                  <a:pt x="33337" y="57150"/>
                </a:lnTo>
                <a:lnTo>
                  <a:pt x="33337" y="76200"/>
                </a:lnTo>
                <a:close/>
              </a:path>
              <a:path w="76200" h="544829">
                <a:moveTo>
                  <a:pt x="42862" y="544512"/>
                </a:moveTo>
                <a:lnTo>
                  <a:pt x="33337" y="544512"/>
                </a:lnTo>
                <a:lnTo>
                  <a:pt x="33337" y="57150"/>
                </a:lnTo>
                <a:lnTo>
                  <a:pt x="42862" y="57150"/>
                </a:lnTo>
                <a:lnTo>
                  <a:pt x="42862" y="544512"/>
                </a:lnTo>
                <a:close/>
              </a:path>
              <a:path w="76200" h="544829">
                <a:moveTo>
                  <a:pt x="76200" y="76200"/>
                </a:moveTo>
                <a:lnTo>
                  <a:pt x="42862" y="76200"/>
                </a:lnTo>
                <a:lnTo>
                  <a:pt x="42862" y="57150"/>
                </a:lnTo>
                <a:lnTo>
                  <a:pt x="66675" y="57150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808664" y="3379787"/>
            <a:ext cx="472440" cy="1917700"/>
          </a:xfrm>
          <a:custGeom>
            <a:avLst/>
            <a:gdLst/>
            <a:ahLst/>
            <a:cxnLst/>
            <a:rect l="l" t="t" r="r" b="b"/>
            <a:pathLst>
              <a:path w="472439" h="1917700">
                <a:moveTo>
                  <a:pt x="430337" y="73116"/>
                </a:moveTo>
                <a:lnTo>
                  <a:pt x="397878" y="65532"/>
                </a:lnTo>
                <a:lnTo>
                  <a:pt x="452310" y="0"/>
                </a:lnTo>
                <a:lnTo>
                  <a:pt x="465324" y="54571"/>
                </a:lnTo>
                <a:lnTo>
                  <a:pt x="434670" y="54571"/>
                </a:lnTo>
                <a:lnTo>
                  <a:pt x="430337" y="73116"/>
                </a:lnTo>
                <a:close/>
              </a:path>
              <a:path w="472439" h="1917700">
                <a:moveTo>
                  <a:pt x="439606" y="75282"/>
                </a:moveTo>
                <a:lnTo>
                  <a:pt x="430337" y="73116"/>
                </a:lnTo>
                <a:lnTo>
                  <a:pt x="434670" y="54571"/>
                </a:lnTo>
                <a:lnTo>
                  <a:pt x="443941" y="56730"/>
                </a:lnTo>
                <a:lnTo>
                  <a:pt x="439606" y="75282"/>
                </a:lnTo>
                <a:close/>
              </a:path>
              <a:path w="472439" h="1917700">
                <a:moveTo>
                  <a:pt x="472071" y="82867"/>
                </a:moveTo>
                <a:lnTo>
                  <a:pt x="439606" y="75282"/>
                </a:lnTo>
                <a:lnTo>
                  <a:pt x="443941" y="56730"/>
                </a:lnTo>
                <a:lnTo>
                  <a:pt x="434670" y="54571"/>
                </a:lnTo>
                <a:lnTo>
                  <a:pt x="465324" y="54571"/>
                </a:lnTo>
                <a:lnTo>
                  <a:pt x="472071" y="82867"/>
                </a:lnTo>
                <a:close/>
              </a:path>
              <a:path w="472439" h="1917700">
                <a:moveTo>
                  <a:pt x="9271" y="1917191"/>
                </a:moveTo>
                <a:lnTo>
                  <a:pt x="0" y="1915033"/>
                </a:lnTo>
                <a:lnTo>
                  <a:pt x="430337" y="73116"/>
                </a:lnTo>
                <a:lnTo>
                  <a:pt x="439606" y="75282"/>
                </a:lnTo>
                <a:lnTo>
                  <a:pt x="9271" y="1917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176962" y="3389312"/>
            <a:ext cx="76200" cy="577850"/>
          </a:xfrm>
          <a:custGeom>
            <a:avLst/>
            <a:gdLst/>
            <a:ahLst/>
            <a:cxnLst/>
            <a:rect l="l" t="t" r="r" b="b"/>
            <a:pathLst>
              <a:path w="76200" h="577850">
                <a:moveTo>
                  <a:pt x="33337" y="76200"/>
                </a:moveTo>
                <a:lnTo>
                  <a:pt x="0" y="76200"/>
                </a:lnTo>
                <a:lnTo>
                  <a:pt x="38100" y="0"/>
                </a:lnTo>
                <a:lnTo>
                  <a:pt x="66675" y="57150"/>
                </a:lnTo>
                <a:lnTo>
                  <a:pt x="33337" y="57150"/>
                </a:lnTo>
                <a:lnTo>
                  <a:pt x="33337" y="76200"/>
                </a:lnTo>
                <a:close/>
              </a:path>
              <a:path w="76200" h="577850">
                <a:moveTo>
                  <a:pt x="42862" y="577850"/>
                </a:moveTo>
                <a:lnTo>
                  <a:pt x="33337" y="577850"/>
                </a:lnTo>
                <a:lnTo>
                  <a:pt x="33337" y="57150"/>
                </a:lnTo>
                <a:lnTo>
                  <a:pt x="42862" y="57150"/>
                </a:lnTo>
                <a:lnTo>
                  <a:pt x="42862" y="577850"/>
                </a:lnTo>
                <a:close/>
              </a:path>
              <a:path w="76200" h="577850">
                <a:moveTo>
                  <a:pt x="76200" y="76200"/>
                </a:moveTo>
                <a:lnTo>
                  <a:pt x="42862" y="76200"/>
                </a:lnTo>
                <a:lnTo>
                  <a:pt x="42862" y="57150"/>
                </a:lnTo>
                <a:lnTo>
                  <a:pt x="66675" y="57150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375525" y="3373437"/>
            <a:ext cx="76200" cy="1884680"/>
          </a:xfrm>
          <a:custGeom>
            <a:avLst/>
            <a:gdLst/>
            <a:ahLst/>
            <a:cxnLst/>
            <a:rect l="l" t="t" r="r" b="b"/>
            <a:pathLst>
              <a:path w="76200" h="1884679">
                <a:moveTo>
                  <a:pt x="33337" y="76200"/>
                </a:moveTo>
                <a:lnTo>
                  <a:pt x="0" y="76200"/>
                </a:lnTo>
                <a:lnTo>
                  <a:pt x="38100" y="0"/>
                </a:lnTo>
                <a:lnTo>
                  <a:pt x="66675" y="57150"/>
                </a:lnTo>
                <a:lnTo>
                  <a:pt x="33337" y="57150"/>
                </a:lnTo>
                <a:lnTo>
                  <a:pt x="33337" y="76200"/>
                </a:lnTo>
                <a:close/>
              </a:path>
              <a:path w="76200" h="1884679">
                <a:moveTo>
                  <a:pt x="42862" y="1884362"/>
                </a:moveTo>
                <a:lnTo>
                  <a:pt x="33337" y="1884362"/>
                </a:lnTo>
                <a:lnTo>
                  <a:pt x="33337" y="57150"/>
                </a:lnTo>
                <a:lnTo>
                  <a:pt x="42862" y="57150"/>
                </a:lnTo>
                <a:lnTo>
                  <a:pt x="42862" y="1884362"/>
                </a:lnTo>
                <a:close/>
              </a:path>
              <a:path w="76200" h="1884679">
                <a:moveTo>
                  <a:pt x="76200" y="76200"/>
                </a:moveTo>
                <a:lnTo>
                  <a:pt x="42862" y="76200"/>
                </a:lnTo>
                <a:lnTo>
                  <a:pt x="42862" y="57150"/>
                </a:lnTo>
                <a:lnTo>
                  <a:pt x="66675" y="57150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51815" y="3881120"/>
            <a:ext cx="1590040" cy="878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ahoma"/>
                <a:cs typeface="Tahoma"/>
              </a:rPr>
              <a:t>T2 issues  </a:t>
            </a:r>
            <a:r>
              <a:rPr sz="2800" dirty="0">
                <a:latin typeface="Tahoma"/>
                <a:cs typeface="Tahoma"/>
              </a:rPr>
              <a:t>w</a:t>
            </a:r>
            <a:r>
              <a:rPr sz="2800" spc="-5" dirty="0">
                <a:latin typeface="Tahoma"/>
                <a:cs typeface="Tahoma"/>
              </a:rPr>
              <a:t>r</a:t>
            </a:r>
            <a:r>
              <a:rPr sz="2800" dirty="0">
                <a:latin typeface="Tahoma"/>
                <a:cs typeface="Tahoma"/>
              </a:rPr>
              <a:t>i</a:t>
            </a:r>
            <a:r>
              <a:rPr sz="2800" spc="-5" dirty="0">
                <a:latin typeface="Tahoma"/>
                <a:cs typeface="Tahoma"/>
              </a:rPr>
              <a:t>te(</a:t>
            </a:r>
            <a:r>
              <a:rPr sz="2800" spc="-30" dirty="0">
                <a:latin typeface="Tahoma"/>
                <a:cs typeface="Tahoma"/>
              </a:rPr>
              <a:t>B</a:t>
            </a:r>
            <a:r>
              <a:rPr sz="2800" spc="-5" dirty="0">
                <a:latin typeface="Tahoma"/>
                <a:cs typeface="Tahoma"/>
              </a:rPr>
              <a:t>,S)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15</a:t>
            </a:fld>
            <a:endParaRPr dirty="0"/>
          </a:p>
        </p:txBody>
      </p:sp>
      <p:sp>
        <p:nvSpPr>
          <p:cNvPr id="18" name="object 18"/>
          <p:cNvSpPr txBox="1"/>
          <p:nvPr/>
        </p:nvSpPr>
        <p:spPr>
          <a:xfrm>
            <a:off x="1818322" y="4878070"/>
            <a:ext cx="1299845" cy="13049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70485" algn="just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Tahoma"/>
                <a:cs typeface="Tahoma"/>
              </a:rPr>
              <a:t>System  </a:t>
            </a:r>
            <a:r>
              <a:rPr sz="2800" spc="-5" dirty="0">
                <a:latin typeface="Tahoma"/>
                <a:cs typeface="Tahoma"/>
              </a:rPr>
              <a:t>issues  in</a:t>
            </a:r>
            <a:r>
              <a:rPr sz="2800" dirty="0">
                <a:latin typeface="Tahoma"/>
                <a:cs typeface="Tahoma"/>
              </a:rPr>
              <a:t>p</a:t>
            </a:r>
            <a:r>
              <a:rPr sz="2800" spc="-5" dirty="0">
                <a:latin typeface="Tahoma"/>
                <a:cs typeface="Tahoma"/>
              </a:rPr>
              <a:t>ut(B)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006725" y="3935095"/>
            <a:ext cx="1610995" cy="878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55575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ahoma"/>
                <a:cs typeface="Tahoma"/>
              </a:rPr>
              <a:t>input(B)  com</a:t>
            </a:r>
            <a:r>
              <a:rPr sz="2800" dirty="0">
                <a:latin typeface="Tahoma"/>
                <a:cs typeface="Tahoma"/>
              </a:rPr>
              <a:t>p</a:t>
            </a:r>
            <a:r>
              <a:rPr sz="2800" spc="-5" dirty="0">
                <a:latin typeface="Tahoma"/>
                <a:cs typeface="Tahoma"/>
              </a:rPr>
              <a:t>letes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141152" y="5344795"/>
            <a:ext cx="95631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ahoma"/>
                <a:cs typeface="Tahoma"/>
              </a:rPr>
              <a:t>B </a:t>
            </a:r>
            <a:r>
              <a:rPr sz="2400" i="1" dirty="0">
                <a:latin typeface="Symbol"/>
                <a:cs typeface="Symbol"/>
              </a:rPr>
              <a:t></a:t>
            </a:r>
            <a:r>
              <a:rPr sz="2400" i="1" spc="1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ahoma"/>
                <a:cs typeface="Tahoma"/>
              </a:rPr>
              <a:t>S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05107" y="3947795"/>
            <a:ext cx="1530350" cy="13049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Tahoma"/>
                <a:cs typeface="Tahoma"/>
              </a:rPr>
              <a:t>System  </a:t>
            </a:r>
            <a:r>
              <a:rPr sz="2800" spc="-5" dirty="0">
                <a:latin typeface="Tahoma"/>
                <a:cs typeface="Tahoma"/>
              </a:rPr>
              <a:t>issues  out</a:t>
            </a:r>
            <a:r>
              <a:rPr sz="2800" dirty="0">
                <a:latin typeface="Tahoma"/>
                <a:cs typeface="Tahoma"/>
              </a:rPr>
              <a:t>p</a:t>
            </a:r>
            <a:r>
              <a:rPr sz="2800" spc="-5" dirty="0">
                <a:latin typeface="Tahoma"/>
                <a:cs typeface="Tahoma"/>
              </a:rPr>
              <a:t>ut(B)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858317" y="5190807"/>
            <a:ext cx="15303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ahoma"/>
                <a:cs typeface="Tahoma"/>
              </a:rPr>
              <a:t>output(B)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818312" y="5617527"/>
            <a:ext cx="161099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ahoma"/>
                <a:cs typeface="Tahoma"/>
              </a:rPr>
              <a:t>completes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1916556"/>
            <a:ext cx="4467225" cy="177990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3200" dirty="0">
                <a:latin typeface="Tahoma"/>
                <a:cs typeface="Tahoma"/>
              </a:rPr>
              <a:t>So </a:t>
            </a:r>
            <a:r>
              <a:rPr sz="3200" spc="-5" dirty="0">
                <a:latin typeface="Tahoma"/>
                <a:cs typeface="Tahoma"/>
              </a:rPr>
              <a:t>net </a:t>
            </a:r>
            <a:r>
              <a:rPr sz="3200" spc="-15" dirty="0">
                <a:latin typeface="Tahoma"/>
                <a:cs typeface="Tahoma"/>
              </a:rPr>
              <a:t>effect </a:t>
            </a:r>
            <a:r>
              <a:rPr sz="3200" spc="-5" dirty="0">
                <a:latin typeface="Tahoma"/>
                <a:cs typeface="Tahoma"/>
              </a:rPr>
              <a:t>is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either</a:t>
            </a:r>
            <a:endParaRPr sz="3200" dirty="0">
              <a:latin typeface="Tahoma"/>
              <a:cs typeface="Tahoma"/>
            </a:endParaRPr>
          </a:p>
          <a:p>
            <a:pPr marL="540385" indent="-527685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Font typeface="Wingdings"/>
              <a:buChar char=""/>
              <a:tabLst>
                <a:tab pos="540385" algn="l"/>
                <a:tab pos="4086225" algn="l"/>
              </a:tabLst>
            </a:pPr>
            <a:r>
              <a:rPr sz="3200" spc="-5" dirty="0">
                <a:latin typeface="Tahoma"/>
                <a:cs typeface="Tahoma"/>
              </a:rPr>
              <a:t>S=…</a:t>
            </a:r>
            <a:r>
              <a:rPr sz="3200" dirty="0">
                <a:latin typeface="Tahoma"/>
                <a:cs typeface="Tahoma"/>
              </a:rPr>
              <a:t>r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(x)…w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3200" spc="-5" dirty="0">
                <a:latin typeface="Tahoma"/>
                <a:cs typeface="Tahoma"/>
              </a:rPr>
              <a:t>(b)</a:t>
            </a:r>
            <a:r>
              <a:rPr sz="3200" dirty="0">
                <a:latin typeface="Tahoma"/>
                <a:cs typeface="Tahoma"/>
              </a:rPr>
              <a:t>…	</a:t>
            </a:r>
            <a:r>
              <a:rPr sz="3200" spc="-5" dirty="0">
                <a:latin typeface="Tahoma"/>
                <a:cs typeface="Tahoma"/>
              </a:rPr>
              <a:t>o</a:t>
            </a:r>
            <a:r>
              <a:rPr sz="3200" dirty="0">
                <a:latin typeface="Tahoma"/>
                <a:cs typeface="Tahoma"/>
              </a:rPr>
              <a:t>r</a:t>
            </a:r>
          </a:p>
          <a:p>
            <a:pPr marL="540385" indent="-527685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Font typeface="Wingdings"/>
              <a:buChar char=""/>
              <a:tabLst>
                <a:tab pos="540385" algn="l"/>
              </a:tabLst>
            </a:pPr>
            <a:r>
              <a:rPr sz="3200" spc="-5" dirty="0">
                <a:latin typeface="Tahoma"/>
                <a:cs typeface="Tahoma"/>
              </a:rPr>
              <a:t>S=…w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3200" spc="-5" dirty="0">
                <a:latin typeface="Tahoma"/>
                <a:cs typeface="Tahoma"/>
              </a:rPr>
              <a:t>(B)…r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(x)…</a:t>
            </a:r>
            <a:endParaRPr sz="3200" dirty="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16</a:t>
            </a:fld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1502" y="3505327"/>
            <a:ext cx="7577455" cy="2953373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342900" marR="130810" indent="-342900" algn="r">
              <a:lnSpc>
                <a:spcPct val="100000"/>
              </a:lnSpc>
              <a:spcBef>
                <a:spcPts val="850"/>
              </a:spcBef>
              <a:buChar char="•"/>
              <a:tabLst>
                <a:tab pos="342900" algn="l"/>
              </a:tabLst>
            </a:pPr>
            <a:r>
              <a:rPr sz="3200" spc="-5" dirty="0">
                <a:latin typeface="Tahoma"/>
                <a:cs typeface="Tahoma"/>
              </a:rPr>
              <a:t>Assume </a:t>
            </a:r>
            <a:r>
              <a:rPr sz="3200" spc="-10" dirty="0">
                <a:latin typeface="Tahoma"/>
                <a:cs typeface="Tahoma"/>
              </a:rPr>
              <a:t>equivalent </a:t>
            </a:r>
            <a:r>
              <a:rPr sz="3200" spc="-5" dirty="0">
                <a:latin typeface="Tahoma"/>
                <a:cs typeface="Tahoma"/>
              </a:rPr>
              <a:t>to either r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(A)</a:t>
            </a:r>
            <a:r>
              <a:rPr sz="3200" spc="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w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3200" spc="-5" dirty="0">
                <a:latin typeface="Tahoma"/>
                <a:cs typeface="Tahoma"/>
              </a:rPr>
              <a:t>(A)</a:t>
            </a:r>
            <a:endParaRPr sz="3200" dirty="0">
              <a:latin typeface="Tahoma"/>
              <a:cs typeface="Tahoma"/>
            </a:endParaRPr>
          </a:p>
          <a:p>
            <a:pPr marR="107314" algn="r">
              <a:lnSpc>
                <a:spcPct val="100000"/>
              </a:lnSpc>
              <a:spcBef>
                <a:spcPts val="755"/>
              </a:spcBef>
              <a:tabLst>
                <a:tab pos="913765" algn="l"/>
              </a:tabLst>
            </a:pPr>
            <a:r>
              <a:rPr sz="3200" spc="-5" dirty="0">
                <a:latin typeface="Tahoma"/>
                <a:cs typeface="Tahoma"/>
              </a:rPr>
              <a:t>or	w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3200" spc="-5" dirty="0">
                <a:latin typeface="Tahoma"/>
                <a:cs typeface="Tahoma"/>
              </a:rPr>
              <a:t>(A)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r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(A)</a:t>
            </a:r>
            <a:endParaRPr sz="3200" dirty="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855"/>
              </a:spcBef>
              <a:buFont typeface="Tahoma"/>
              <a:buChar char="•"/>
              <a:tabLst>
                <a:tab pos="355600" algn="l"/>
              </a:tabLst>
            </a:pPr>
            <a:r>
              <a:rPr sz="3600" i="1" dirty="0">
                <a:latin typeface="Symbol"/>
                <a:cs typeface="Symbol"/>
              </a:rPr>
              <a:t></a:t>
            </a:r>
            <a:r>
              <a:rPr sz="3600" i="1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ahoma"/>
                <a:cs typeface="Tahoma"/>
              </a:rPr>
              <a:t>low </a:t>
            </a:r>
            <a:r>
              <a:rPr sz="3200" spc="-10" dirty="0">
                <a:latin typeface="Tahoma"/>
                <a:cs typeface="Tahoma"/>
              </a:rPr>
              <a:t>level </a:t>
            </a:r>
            <a:r>
              <a:rPr sz="3200" spc="-5" dirty="0">
                <a:latin typeface="Tahoma"/>
                <a:cs typeface="Tahoma"/>
              </a:rPr>
              <a:t>synchronization</a:t>
            </a:r>
            <a:r>
              <a:rPr sz="3200" spc="204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mechanism</a:t>
            </a:r>
            <a:r>
              <a:rPr lang="zh-CN" altLang="en-US" sz="3200" spc="-5" dirty="0">
                <a:latin typeface="Tahoma"/>
                <a:cs typeface="Tahoma"/>
              </a:rPr>
              <a:t>同步机制</a:t>
            </a:r>
            <a:endParaRPr sz="3200" dirty="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780"/>
              </a:spcBef>
              <a:buChar char="•"/>
              <a:tabLst>
                <a:tab pos="355600" algn="l"/>
              </a:tabLst>
            </a:pPr>
            <a:r>
              <a:rPr sz="3200" spc="-5" dirty="0">
                <a:latin typeface="Tahoma"/>
                <a:cs typeface="Tahoma"/>
              </a:rPr>
              <a:t>Assumption called “atomic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actions”</a:t>
            </a:r>
            <a:endParaRPr sz="3200" dirty="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4540" y="493712"/>
            <a:ext cx="7613650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What about conflicting, concurrent actions  </a:t>
            </a:r>
            <a:r>
              <a:rPr dirty="0"/>
              <a:t>on </a:t>
            </a:r>
            <a:r>
              <a:rPr spc="-5" dirty="0"/>
              <a:t>same</a:t>
            </a:r>
            <a:r>
              <a:rPr spc="-15" dirty="0"/>
              <a:t> </a:t>
            </a:r>
            <a:r>
              <a:rPr spc="-5" dirty="0"/>
              <a:t>object?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78939" y="1597977"/>
            <a:ext cx="511492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669665" algn="l"/>
              </a:tabLst>
            </a:pPr>
            <a:r>
              <a:rPr sz="2800" spc="-5" dirty="0">
                <a:latin typeface="Tahoma"/>
                <a:cs typeface="Tahoma"/>
              </a:rPr>
              <a:t>start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r</a:t>
            </a:r>
            <a:r>
              <a:rPr sz="1800" spc="-5" dirty="0">
                <a:latin typeface="Tahoma"/>
                <a:cs typeface="Tahoma"/>
              </a:rPr>
              <a:t>1</a:t>
            </a:r>
            <a:r>
              <a:rPr sz="2800" spc="-5" dirty="0">
                <a:latin typeface="Tahoma"/>
                <a:cs typeface="Tahoma"/>
              </a:rPr>
              <a:t>(A)	end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r</a:t>
            </a:r>
            <a:r>
              <a:rPr sz="1800" spc="-5" dirty="0">
                <a:latin typeface="Tahoma"/>
                <a:cs typeface="Tahoma"/>
              </a:rPr>
              <a:t>1</a:t>
            </a:r>
            <a:r>
              <a:rPr sz="2800" spc="-5" dirty="0">
                <a:latin typeface="Tahoma"/>
                <a:cs typeface="Tahoma"/>
              </a:rPr>
              <a:t>(A)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2506027"/>
            <a:ext cx="441579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34640" algn="l"/>
              </a:tabLst>
            </a:pPr>
            <a:r>
              <a:rPr sz="2800" spc="-5" dirty="0">
                <a:latin typeface="Tahoma"/>
                <a:cs typeface="Tahoma"/>
              </a:rPr>
              <a:t>start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w</a:t>
            </a:r>
            <a:r>
              <a:rPr sz="1800" spc="-5" dirty="0">
                <a:latin typeface="Tahoma"/>
                <a:cs typeface="Tahoma"/>
              </a:rPr>
              <a:t>2</a:t>
            </a:r>
            <a:r>
              <a:rPr sz="2800" spc="-5" dirty="0">
                <a:latin typeface="Tahoma"/>
                <a:cs typeface="Tahoma"/>
              </a:rPr>
              <a:t>(A)	end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w</a:t>
            </a:r>
            <a:r>
              <a:rPr sz="1800" spc="-5" dirty="0">
                <a:latin typeface="Tahoma"/>
                <a:cs typeface="Tahoma"/>
              </a:rPr>
              <a:t>2</a:t>
            </a:r>
            <a:r>
              <a:rPr sz="2800" spc="-5" dirty="0">
                <a:latin typeface="Tahoma"/>
                <a:cs typeface="Tahoma"/>
              </a:rPr>
              <a:t>(A)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50887" y="2251075"/>
            <a:ext cx="7086600" cy="85725"/>
          </a:xfrm>
          <a:custGeom>
            <a:avLst/>
            <a:gdLst/>
            <a:ahLst/>
            <a:cxnLst/>
            <a:rect l="l" t="t" r="r" b="b"/>
            <a:pathLst>
              <a:path w="7086600" h="85725">
                <a:moveTo>
                  <a:pt x="7000875" y="85725"/>
                </a:moveTo>
                <a:lnTo>
                  <a:pt x="7000875" y="0"/>
                </a:lnTo>
                <a:lnTo>
                  <a:pt x="7058025" y="28575"/>
                </a:lnTo>
                <a:lnTo>
                  <a:pt x="7022312" y="28575"/>
                </a:lnTo>
                <a:lnTo>
                  <a:pt x="7022312" y="57150"/>
                </a:lnTo>
                <a:lnTo>
                  <a:pt x="7058025" y="57150"/>
                </a:lnTo>
                <a:lnTo>
                  <a:pt x="7000875" y="85725"/>
                </a:lnTo>
                <a:close/>
              </a:path>
              <a:path w="7086600" h="85725">
                <a:moveTo>
                  <a:pt x="7000875" y="57150"/>
                </a:moveTo>
                <a:lnTo>
                  <a:pt x="0" y="57150"/>
                </a:lnTo>
                <a:lnTo>
                  <a:pt x="0" y="28575"/>
                </a:lnTo>
                <a:lnTo>
                  <a:pt x="7000875" y="28575"/>
                </a:lnTo>
                <a:lnTo>
                  <a:pt x="7000875" y="57150"/>
                </a:lnTo>
                <a:close/>
              </a:path>
              <a:path w="7086600" h="85725">
                <a:moveTo>
                  <a:pt x="7058025" y="57150"/>
                </a:moveTo>
                <a:lnTo>
                  <a:pt x="7022312" y="57150"/>
                </a:lnTo>
                <a:lnTo>
                  <a:pt x="7022312" y="28575"/>
                </a:lnTo>
                <a:lnTo>
                  <a:pt x="7058025" y="28575"/>
                </a:lnTo>
                <a:lnTo>
                  <a:pt x="7086600" y="42862"/>
                </a:lnTo>
                <a:lnTo>
                  <a:pt x="7058025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815580" y="2378710"/>
            <a:ext cx="81026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tim</a:t>
            </a:r>
            <a:r>
              <a:rPr sz="3200" dirty="0">
                <a:latin typeface="Tahoma"/>
                <a:cs typeface="Tahoma"/>
              </a:rPr>
              <a:t>e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69987" y="2370137"/>
            <a:ext cx="76200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084387" y="2065337"/>
            <a:ext cx="76200" cy="152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589587" y="2065337"/>
            <a:ext cx="76200" cy="152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989387" y="2370137"/>
            <a:ext cx="76200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17</a:t>
            </a:fld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91540"/>
            <a:ext cx="19475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Definition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64540" y="1917826"/>
            <a:ext cx="6943725" cy="276986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19700"/>
              </a:lnSpc>
              <a:spcBef>
                <a:spcPts val="95"/>
              </a:spcBef>
            </a:pPr>
            <a:r>
              <a:rPr sz="3200" spc="-5" dirty="0">
                <a:latin typeface="Tahoma"/>
                <a:cs typeface="Tahoma"/>
              </a:rPr>
              <a:t>S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, </a:t>
            </a:r>
            <a:r>
              <a:rPr sz="3200" dirty="0">
                <a:latin typeface="Tahoma"/>
                <a:cs typeface="Tahoma"/>
              </a:rPr>
              <a:t>S</a:t>
            </a:r>
            <a:r>
              <a:rPr sz="2000" dirty="0">
                <a:latin typeface="Tahoma"/>
                <a:cs typeface="Tahoma"/>
              </a:rPr>
              <a:t>2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u="heavy" spc="-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conflict </a:t>
            </a:r>
            <a:r>
              <a:rPr sz="3200" u="heavy" spc="-1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equivalent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schedules</a:t>
            </a:r>
            <a:r>
              <a:rPr lang="zh-CN" altLang="en-US" sz="3200" spc="-5" dirty="0">
                <a:latin typeface="Tahoma"/>
                <a:cs typeface="Tahoma"/>
              </a:rPr>
              <a:t>冲突等价调度</a:t>
            </a:r>
            <a:r>
              <a:rPr sz="3200" spc="-5" dirty="0">
                <a:latin typeface="Tahoma"/>
                <a:cs typeface="Tahoma"/>
              </a:rPr>
              <a:t>  </a:t>
            </a:r>
            <a:r>
              <a:rPr sz="3200" dirty="0">
                <a:latin typeface="Tahoma"/>
                <a:cs typeface="Tahoma"/>
              </a:rPr>
              <a:t>if S</a:t>
            </a:r>
            <a:r>
              <a:rPr sz="2000" dirty="0">
                <a:latin typeface="Tahoma"/>
                <a:cs typeface="Tahoma"/>
              </a:rPr>
              <a:t>1 </a:t>
            </a:r>
            <a:r>
              <a:rPr sz="3200" spc="-5" dirty="0">
                <a:latin typeface="Tahoma"/>
                <a:cs typeface="Tahoma"/>
              </a:rPr>
              <a:t>can </a:t>
            </a:r>
            <a:r>
              <a:rPr sz="3200" dirty="0">
                <a:latin typeface="Tahoma"/>
                <a:cs typeface="Tahoma"/>
              </a:rPr>
              <a:t>be </a:t>
            </a:r>
            <a:r>
              <a:rPr sz="3200" spc="-10" dirty="0">
                <a:latin typeface="Tahoma"/>
                <a:cs typeface="Tahoma"/>
              </a:rPr>
              <a:t>transformed </a:t>
            </a:r>
            <a:r>
              <a:rPr sz="3200" spc="-5" dirty="0">
                <a:latin typeface="Tahoma"/>
                <a:cs typeface="Tahoma"/>
              </a:rPr>
              <a:t>into </a:t>
            </a:r>
            <a:r>
              <a:rPr sz="3200" dirty="0">
                <a:latin typeface="Tahoma"/>
                <a:cs typeface="Tahoma"/>
              </a:rPr>
              <a:t>S</a:t>
            </a:r>
            <a:r>
              <a:rPr sz="2000" dirty="0">
                <a:latin typeface="Tahoma"/>
                <a:cs typeface="Tahoma"/>
              </a:rPr>
              <a:t>2 </a:t>
            </a:r>
            <a:r>
              <a:rPr sz="3200" spc="-5" dirty="0">
                <a:latin typeface="Tahoma"/>
                <a:cs typeface="Tahoma"/>
              </a:rPr>
              <a:t>by</a:t>
            </a:r>
            <a:r>
              <a:rPr sz="3200" spc="-58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</a:t>
            </a:r>
          </a:p>
          <a:p>
            <a:pPr marL="355600" marR="503555">
              <a:lnSpc>
                <a:spcPct val="100000"/>
              </a:lnSpc>
              <a:spcBef>
                <a:spcPts val="10"/>
              </a:spcBef>
            </a:pPr>
            <a:r>
              <a:rPr sz="3200" spc="-5" dirty="0">
                <a:latin typeface="Tahoma"/>
                <a:cs typeface="Tahoma"/>
              </a:rPr>
              <a:t>series of </a:t>
            </a:r>
            <a:r>
              <a:rPr sz="3200" spc="-10" dirty="0">
                <a:latin typeface="Tahoma"/>
                <a:cs typeface="Tahoma"/>
              </a:rPr>
              <a:t>swaps </a:t>
            </a:r>
            <a:r>
              <a:rPr sz="3200" dirty="0">
                <a:latin typeface="Tahoma"/>
                <a:cs typeface="Tahoma"/>
              </a:rPr>
              <a:t>on </a:t>
            </a:r>
            <a:r>
              <a:rPr sz="3200" spc="-5" dirty="0">
                <a:latin typeface="Tahoma"/>
                <a:cs typeface="Tahoma"/>
              </a:rPr>
              <a:t>non-conflicting  actions.</a:t>
            </a:r>
            <a:endParaRPr sz="3200" dirty="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800483" y="2448318"/>
            <a:ext cx="191985" cy="853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18</a:t>
            </a:fld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891540"/>
            <a:ext cx="19475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heavy" spc="-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Definition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6959600" cy="149079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schedule is </a:t>
            </a:r>
            <a:r>
              <a:rPr sz="3200" u="heavy" spc="-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conflict serializable</a:t>
            </a:r>
            <a:r>
              <a:rPr lang="zh-CN" altLang="en-US" sz="3200" u="heavy" spc="-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可冲突序列化</a:t>
            </a:r>
            <a:r>
              <a:rPr sz="3200" spc="-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if it </a:t>
            </a:r>
            <a:r>
              <a:rPr sz="3200" spc="-5" dirty="0">
                <a:latin typeface="Tahoma"/>
                <a:cs typeface="Tahoma"/>
              </a:rPr>
              <a:t>is  conflict </a:t>
            </a:r>
            <a:r>
              <a:rPr sz="3200" spc="-10" dirty="0">
                <a:latin typeface="Tahoma"/>
                <a:cs typeface="Tahoma"/>
              </a:rPr>
              <a:t>equivalent </a:t>
            </a:r>
            <a:r>
              <a:rPr sz="3200" spc="-5" dirty="0">
                <a:latin typeface="Tahoma"/>
                <a:cs typeface="Tahoma"/>
              </a:rPr>
              <a:t>to some serial  schedule.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6440" y="1918461"/>
            <a:ext cx="7508875" cy="294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3088005">
              <a:lnSpc>
                <a:spcPct val="119500"/>
              </a:lnSpc>
              <a:spcBef>
                <a:spcPts val="100"/>
              </a:spcBef>
              <a:tabLst>
                <a:tab pos="1204595" algn="l"/>
              </a:tabLst>
            </a:pPr>
            <a:r>
              <a:rPr sz="3200" spc="-5" dirty="0">
                <a:latin typeface="Tahoma"/>
                <a:cs typeface="Tahoma"/>
              </a:rPr>
              <a:t>Nodes: </a:t>
            </a:r>
            <a:r>
              <a:rPr sz="3200" spc="-10" dirty="0">
                <a:latin typeface="Tahoma"/>
                <a:cs typeface="Tahoma"/>
              </a:rPr>
              <a:t>transactions </a:t>
            </a:r>
            <a:r>
              <a:rPr sz="3200" spc="-5" dirty="0">
                <a:latin typeface="Tahoma"/>
                <a:cs typeface="Tahoma"/>
              </a:rPr>
              <a:t>in </a:t>
            </a:r>
            <a:r>
              <a:rPr sz="3200" dirty="0">
                <a:latin typeface="Tahoma"/>
                <a:cs typeface="Tahoma"/>
              </a:rPr>
              <a:t>S  </a:t>
            </a:r>
            <a:r>
              <a:rPr sz="3200" spc="-5" dirty="0">
                <a:latin typeface="Tahoma"/>
                <a:cs typeface="Tahoma"/>
              </a:rPr>
              <a:t>Arcs:	Ti </a:t>
            </a:r>
            <a:r>
              <a:rPr sz="3200" i="1" dirty="0">
                <a:latin typeface="Symbol"/>
                <a:cs typeface="Symbol"/>
              </a:rPr>
              <a:t></a:t>
            </a:r>
            <a:r>
              <a:rPr sz="3200" i="1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ahoma"/>
                <a:cs typeface="Tahoma"/>
              </a:rPr>
              <a:t>Tj</a:t>
            </a:r>
            <a:r>
              <a:rPr sz="3200" spc="114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whenever</a:t>
            </a:r>
            <a:endParaRPr sz="3200" dirty="0">
              <a:latin typeface="Tahoma"/>
              <a:cs typeface="Tahoma"/>
            </a:endParaRPr>
          </a:p>
          <a:p>
            <a:pPr marL="2154555" indent="-274955">
              <a:lnSpc>
                <a:spcPct val="100000"/>
              </a:lnSpc>
              <a:spcBef>
                <a:spcPts val="770"/>
              </a:spcBef>
              <a:buChar char="-"/>
              <a:tabLst>
                <a:tab pos="2154555" algn="l"/>
              </a:tabLst>
            </a:pPr>
            <a:r>
              <a:rPr sz="3200" spc="-5" dirty="0">
                <a:latin typeface="Tahoma"/>
                <a:cs typeface="Tahoma"/>
              </a:rPr>
              <a:t>p</a:t>
            </a:r>
            <a:r>
              <a:rPr sz="2000" spc="-5" dirty="0">
                <a:latin typeface="Tahoma"/>
                <a:cs typeface="Tahoma"/>
              </a:rPr>
              <a:t>i</a:t>
            </a:r>
            <a:r>
              <a:rPr sz="3200" spc="-5" dirty="0">
                <a:latin typeface="Tahoma"/>
                <a:cs typeface="Tahoma"/>
              </a:rPr>
              <a:t>(A), q</a:t>
            </a:r>
            <a:r>
              <a:rPr sz="2000" spc="-5" dirty="0">
                <a:latin typeface="Tahoma"/>
                <a:cs typeface="Tahoma"/>
              </a:rPr>
              <a:t>j</a:t>
            </a:r>
            <a:r>
              <a:rPr sz="3200" spc="-5" dirty="0">
                <a:latin typeface="Tahoma"/>
                <a:cs typeface="Tahoma"/>
              </a:rPr>
              <a:t>(A)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spc="-5" dirty="0">
                <a:latin typeface="Tahoma"/>
                <a:cs typeface="Tahoma"/>
              </a:rPr>
              <a:t>actions in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</a:t>
            </a:r>
          </a:p>
          <a:p>
            <a:pPr marL="2154555" indent="-274955">
              <a:lnSpc>
                <a:spcPct val="100000"/>
              </a:lnSpc>
              <a:spcBef>
                <a:spcPts val="765"/>
              </a:spcBef>
              <a:buChar char="-"/>
              <a:tabLst>
                <a:tab pos="2154555" algn="l"/>
                <a:tab pos="3815715" algn="l"/>
              </a:tabLst>
            </a:pPr>
            <a:r>
              <a:rPr sz="3200" spc="-5" dirty="0">
                <a:latin typeface="Tahoma"/>
                <a:cs typeface="Tahoma"/>
              </a:rPr>
              <a:t>p</a:t>
            </a:r>
            <a:r>
              <a:rPr sz="2000" spc="-5" dirty="0">
                <a:latin typeface="Tahoma"/>
                <a:cs typeface="Tahoma"/>
              </a:rPr>
              <a:t>i</a:t>
            </a:r>
            <a:r>
              <a:rPr sz="3200" spc="-5" dirty="0">
                <a:latin typeface="Tahoma"/>
                <a:cs typeface="Tahoma"/>
              </a:rPr>
              <a:t>(A)</a:t>
            </a:r>
            <a:r>
              <a:rPr sz="3200" dirty="0">
                <a:latin typeface="Tahoma"/>
                <a:cs typeface="Tahoma"/>
              </a:rPr>
              <a:t> </a:t>
            </a:r>
            <a:r>
              <a:rPr sz="3200" spc="5" dirty="0">
                <a:latin typeface="Tahoma"/>
                <a:cs typeface="Tahoma"/>
              </a:rPr>
              <a:t>&lt;</a:t>
            </a:r>
            <a:r>
              <a:rPr sz="3075" spc="7" baseline="-17615" dirty="0">
                <a:latin typeface="Tahoma"/>
                <a:cs typeface="Tahoma"/>
              </a:rPr>
              <a:t>S	</a:t>
            </a:r>
            <a:r>
              <a:rPr sz="3200" spc="-5" dirty="0">
                <a:latin typeface="Tahoma"/>
                <a:cs typeface="Tahoma"/>
              </a:rPr>
              <a:t>q</a:t>
            </a:r>
            <a:r>
              <a:rPr sz="2000" spc="-5" dirty="0">
                <a:latin typeface="Tahoma"/>
                <a:cs typeface="Tahoma"/>
              </a:rPr>
              <a:t>j</a:t>
            </a:r>
            <a:r>
              <a:rPr sz="3200" spc="-5" dirty="0">
                <a:latin typeface="Tahoma"/>
                <a:cs typeface="Tahoma"/>
              </a:rPr>
              <a:t>(A)</a:t>
            </a:r>
            <a:endParaRPr sz="3200" dirty="0">
              <a:latin typeface="Tahoma"/>
              <a:cs typeface="Tahoma"/>
            </a:endParaRPr>
          </a:p>
          <a:p>
            <a:pPr marL="2154555" indent="-274955">
              <a:lnSpc>
                <a:spcPct val="100000"/>
              </a:lnSpc>
              <a:spcBef>
                <a:spcPts val="765"/>
              </a:spcBef>
              <a:buChar char="-"/>
              <a:tabLst>
                <a:tab pos="2154555" algn="l"/>
              </a:tabLst>
            </a:pPr>
            <a:r>
              <a:rPr sz="3200" spc="-5" dirty="0">
                <a:latin typeface="Tahoma"/>
                <a:cs typeface="Tahoma"/>
              </a:rPr>
              <a:t>at least one of p</a:t>
            </a:r>
            <a:r>
              <a:rPr sz="2000" spc="-5" dirty="0">
                <a:latin typeface="Tahoma"/>
                <a:cs typeface="Tahoma"/>
              </a:rPr>
              <a:t>i</a:t>
            </a:r>
            <a:r>
              <a:rPr sz="3200" spc="-5" dirty="0">
                <a:latin typeface="Tahoma"/>
                <a:cs typeface="Tahoma"/>
              </a:rPr>
              <a:t>, q</a:t>
            </a:r>
            <a:r>
              <a:rPr sz="2000" spc="-5" dirty="0">
                <a:latin typeface="Tahoma"/>
                <a:cs typeface="Tahoma"/>
              </a:rPr>
              <a:t>j </a:t>
            </a:r>
            <a:r>
              <a:rPr sz="3200" spc="-5" dirty="0">
                <a:latin typeface="Tahoma"/>
                <a:cs typeface="Tahoma"/>
              </a:rPr>
              <a:t>is </a:t>
            </a:r>
            <a:r>
              <a:rPr sz="3200" dirty="0">
                <a:latin typeface="Tahoma"/>
                <a:cs typeface="Tahoma"/>
              </a:rPr>
              <a:t>a</a:t>
            </a:r>
            <a:r>
              <a:rPr sz="3200" spc="-12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write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20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42769" y="502624"/>
            <a:ext cx="5458461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60625" algn="l"/>
                <a:tab pos="4902835" algn="l"/>
              </a:tabLst>
            </a:pP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Precedence	</a:t>
            </a:r>
            <a:r>
              <a:rPr sz="3600" u="heavy" spc="-15" dirty="0">
                <a:uFill>
                  <a:solidFill>
                    <a:srgbClr val="000000"/>
                  </a:solidFill>
                </a:uFill>
              </a:rPr>
              <a:t>graph</a:t>
            </a:r>
            <a:r>
              <a:rPr lang="zh-CN" altLang="en-US" sz="3600" dirty="0"/>
              <a:t>优先级图</a:t>
            </a:r>
            <a:br>
              <a:rPr lang="en-US" altLang="zh-CN" sz="3600" dirty="0"/>
            </a:br>
            <a:r>
              <a:rPr sz="3600" spc="-5" dirty="0"/>
              <a:t>P(S)</a:t>
            </a:r>
            <a:r>
              <a:rPr lang="en-US" sz="3600" spc="-5" dirty="0"/>
              <a:t> </a:t>
            </a:r>
            <a:r>
              <a:rPr sz="3600" dirty="0"/>
              <a:t>(S </a:t>
            </a:r>
            <a:r>
              <a:rPr sz="2800" spc="-5" dirty="0"/>
              <a:t>is</a:t>
            </a:r>
            <a:r>
              <a:rPr sz="2800" spc="-65" dirty="0"/>
              <a:t> </a:t>
            </a:r>
            <a:r>
              <a:rPr sz="2800" spc="-5" dirty="0"/>
              <a:t>schedule</a:t>
            </a:r>
            <a:r>
              <a:rPr sz="3600" spc="-5" dirty="0"/>
              <a:t>)</a:t>
            </a:r>
            <a:endParaRPr sz="3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91540"/>
            <a:ext cx="18268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heavy" dirty="0">
                <a:uFill>
                  <a:solidFill>
                    <a:srgbClr val="000000"/>
                  </a:solidFill>
                </a:uFill>
              </a:rPr>
              <a:t>E</a:t>
            </a:r>
            <a:r>
              <a:rPr sz="3600" u="heavy" spc="-50" dirty="0">
                <a:uFill>
                  <a:solidFill>
                    <a:srgbClr val="000000"/>
                  </a:solidFill>
                </a:uFill>
              </a:rPr>
              <a:t>x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e</a:t>
            </a:r>
            <a:r>
              <a:rPr sz="3600" u="heavy" spc="-25" dirty="0">
                <a:uFill>
                  <a:solidFill>
                    <a:srgbClr val="000000"/>
                  </a:solidFill>
                </a:uFill>
              </a:rPr>
              <a:t>r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c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i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s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e:</a:t>
            </a:r>
            <a:endParaRPr sz="3600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516495" cy="1367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What is P(S)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15" dirty="0">
                <a:latin typeface="Tahoma"/>
                <a:cs typeface="Tahoma"/>
              </a:rPr>
              <a:t>for</a:t>
            </a:r>
            <a:endParaRPr sz="3200" dirty="0">
              <a:latin typeface="Tahoma"/>
              <a:cs typeface="Tahoma"/>
            </a:endParaRPr>
          </a:p>
          <a:p>
            <a:pPr marL="355600" marR="5080">
              <a:lnSpc>
                <a:spcPct val="100000"/>
              </a:lnSpc>
            </a:pPr>
            <a:r>
              <a:rPr sz="2800" spc="-5" dirty="0">
                <a:latin typeface="Tahoma"/>
                <a:cs typeface="Tahoma"/>
              </a:rPr>
              <a:t>S = w</a:t>
            </a:r>
            <a:r>
              <a:rPr sz="2000" spc="-5" dirty="0">
                <a:latin typeface="Tahoma"/>
                <a:cs typeface="Tahoma"/>
              </a:rPr>
              <a:t>3</a:t>
            </a:r>
            <a:r>
              <a:rPr sz="2800" spc="-5" dirty="0">
                <a:latin typeface="Tahoma"/>
                <a:cs typeface="Tahoma"/>
              </a:rPr>
              <a:t>(A) w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2800" spc="-5" dirty="0">
                <a:latin typeface="Tahoma"/>
                <a:cs typeface="Tahoma"/>
              </a:rPr>
              <a:t>(C) r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2800" spc="-5" dirty="0">
                <a:latin typeface="Tahoma"/>
                <a:cs typeface="Tahoma"/>
              </a:rPr>
              <a:t>(A) w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2800" spc="-5" dirty="0">
                <a:latin typeface="Tahoma"/>
                <a:cs typeface="Tahoma"/>
              </a:rPr>
              <a:t>(B) r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2800" spc="-5" dirty="0">
                <a:latin typeface="Tahoma"/>
                <a:cs typeface="Tahoma"/>
              </a:rPr>
              <a:t>(C) w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2800" spc="-5" dirty="0">
                <a:latin typeface="Tahoma"/>
                <a:cs typeface="Tahoma"/>
              </a:rPr>
              <a:t>(A) r</a:t>
            </a:r>
            <a:r>
              <a:rPr sz="2000" spc="-5" dirty="0">
                <a:latin typeface="Tahoma"/>
                <a:cs typeface="Tahoma"/>
              </a:rPr>
              <a:t>4</a:t>
            </a:r>
            <a:r>
              <a:rPr sz="2800" spc="-5" dirty="0">
                <a:latin typeface="Tahoma"/>
                <a:cs typeface="Tahoma"/>
              </a:rPr>
              <a:t>(A)  w</a:t>
            </a:r>
            <a:r>
              <a:rPr sz="2000" spc="-5" dirty="0">
                <a:latin typeface="Tahoma"/>
                <a:cs typeface="Tahoma"/>
              </a:rPr>
              <a:t>4</a:t>
            </a:r>
            <a:r>
              <a:rPr sz="2800" spc="-5" dirty="0">
                <a:latin typeface="Tahoma"/>
                <a:cs typeface="Tahoma"/>
              </a:rPr>
              <a:t>(D)</a:t>
            </a:r>
            <a:endParaRPr sz="28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4975859"/>
            <a:ext cx="296735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3220" indent="-351155">
              <a:lnSpc>
                <a:spcPct val="100000"/>
              </a:lnSpc>
              <a:spcBef>
                <a:spcPts val="95"/>
              </a:spcBef>
              <a:buClr>
                <a:srgbClr val="CC00CC"/>
              </a:buClr>
              <a:buSzPct val="96428"/>
              <a:buFont typeface="Wingdings"/>
              <a:buChar char=""/>
              <a:tabLst>
                <a:tab pos="363855" algn="l"/>
              </a:tabLst>
            </a:pPr>
            <a:r>
              <a:rPr sz="2800" spc="-20" dirty="0">
                <a:latin typeface="Tahoma"/>
                <a:cs typeface="Tahoma"/>
              </a:rPr>
              <a:t>Is </a:t>
            </a:r>
            <a:r>
              <a:rPr sz="2800" spc="-5" dirty="0">
                <a:latin typeface="Tahoma"/>
                <a:cs typeface="Tahoma"/>
              </a:rPr>
              <a:t>S</a:t>
            </a:r>
            <a:r>
              <a:rPr sz="2800" spc="-2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serializable?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91540"/>
            <a:ext cx="35598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Another</a:t>
            </a:r>
            <a:r>
              <a:rPr sz="3600" u="heavy" spc="-7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3600" u="heavy" spc="-10" dirty="0">
                <a:uFill>
                  <a:solidFill>
                    <a:srgbClr val="000000"/>
                  </a:solidFill>
                </a:uFill>
              </a:rPr>
              <a:t>Exercise:</a:t>
            </a:r>
            <a:endParaRPr sz="3600" dirty="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5050155" cy="940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What is P(S)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15" dirty="0">
                <a:latin typeface="Tahoma"/>
                <a:cs typeface="Tahoma"/>
              </a:rPr>
              <a:t>for</a:t>
            </a:r>
            <a:endParaRPr sz="3200" dirty="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tabLst>
                <a:tab pos="3006725" algn="l"/>
              </a:tabLst>
            </a:pPr>
            <a:r>
              <a:rPr sz="2800" spc="-5" dirty="0">
                <a:latin typeface="Tahoma"/>
                <a:cs typeface="Tahoma"/>
              </a:rPr>
              <a:t>S =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w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2800" spc="-5" dirty="0">
                <a:latin typeface="Tahoma"/>
                <a:cs typeface="Tahoma"/>
              </a:rPr>
              <a:t>(A)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r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2800" spc="-5" dirty="0">
                <a:latin typeface="Tahoma"/>
                <a:cs typeface="Tahoma"/>
              </a:rPr>
              <a:t>(A)	r</a:t>
            </a:r>
            <a:r>
              <a:rPr sz="2000" spc="-5" dirty="0">
                <a:latin typeface="Tahoma"/>
                <a:cs typeface="Tahoma"/>
              </a:rPr>
              <a:t>3</a:t>
            </a:r>
            <a:r>
              <a:rPr sz="2800" spc="-5" dirty="0">
                <a:latin typeface="Tahoma"/>
                <a:cs typeface="Tahoma"/>
              </a:rPr>
              <a:t>(A) w</a:t>
            </a:r>
            <a:r>
              <a:rPr sz="2000" spc="-5" dirty="0">
                <a:latin typeface="Tahoma"/>
                <a:cs typeface="Tahoma"/>
              </a:rPr>
              <a:t>4</a:t>
            </a:r>
            <a:r>
              <a:rPr sz="2800" spc="-5" dirty="0">
                <a:latin typeface="Tahoma"/>
                <a:cs typeface="Tahoma"/>
              </a:rPr>
              <a:t>(A)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?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91540"/>
            <a:ext cx="274066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L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emma</a:t>
            </a:r>
            <a:r>
              <a:rPr lang="zh-CN" altLang="en-US" sz="3600" u="heavy" dirty="0">
                <a:uFill>
                  <a:solidFill>
                    <a:srgbClr val="000000"/>
                  </a:solidFill>
                </a:uFill>
              </a:rPr>
              <a:t>引理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721677" y="1581594"/>
            <a:ext cx="7163434" cy="2257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2545">
              <a:lnSpc>
                <a:spcPct val="109100"/>
              </a:lnSpc>
              <a:spcBef>
                <a:spcPts val="100"/>
              </a:spcBef>
            </a:pPr>
            <a:r>
              <a:rPr sz="3200" spc="-5" dirty="0">
                <a:latin typeface="Tahoma"/>
                <a:cs typeface="Tahoma"/>
              </a:rPr>
              <a:t>S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, </a:t>
            </a:r>
            <a:r>
              <a:rPr sz="3200" dirty="0">
                <a:latin typeface="Tahoma"/>
                <a:cs typeface="Tahoma"/>
              </a:rPr>
              <a:t>S</a:t>
            </a:r>
            <a:r>
              <a:rPr sz="2000" dirty="0">
                <a:latin typeface="Tahoma"/>
                <a:cs typeface="Tahoma"/>
              </a:rPr>
              <a:t>2 </a:t>
            </a:r>
            <a:r>
              <a:rPr sz="3200" spc="-5" dirty="0">
                <a:latin typeface="Tahoma"/>
                <a:cs typeface="Tahoma"/>
              </a:rPr>
              <a:t>conflict </a:t>
            </a:r>
            <a:r>
              <a:rPr sz="3200" spc="-10" dirty="0">
                <a:latin typeface="Tahoma"/>
                <a:cs typeface="Tahoma"/>
              </a:rPr>
              <a:t>equivalent </a:t>
            </a:r>
            <a:r>
              <a:rPr sz="3200" i="1" dirty="0">
                <a:latin typeface="Symbol"/>
                <a:cs typeface="Symbol"/>
              </a:rPr>
              <a:t></a:t>
            </a:r>
            <a:r>
              <a:rPr sz="3200" i="1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ahoma"/>
                <a:cs typeface="Tahoma"/>
              </a:rPr>
              <a:t>P(S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)=P(S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3200" spc="-5" dirty="0">
                <a:latin typeface="Tahoma"/>
                <a:cs typeface="Tahoma"/>
              </a:rPr>
              <a:t>)  </a:t>
            </a:r>
            <a:r>
              <a:rPr sz="3200" u="heavy" spc="-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Proof:</a:t>
            </a:r>
            <a:endParaRPr sz="32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3200" spc="-5" dirty="0">
                <a:latin typeface="Tahoma"/>
                <a:cs typeface="Tahoma"/>
              </a:rPr>
              <a:t>Assume P(S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) </a:t>
            </a:r>
            <a:r>
              <a:rPr sz="3200" i="1" dirty="0">
                <a:latin typeface="Symbol"/>
                <a:cs typeface="Symbol"/>
              </a:rPr>
              <a:t></a:t>
            </a:r>
            <a:r>
              <a:rPr sz="3200" i="1" spc="19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ahoma"/>
                <a:cs typeface="Tahoma"/>
              </a:rPr>
              <a:t>P(S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3200" spc="-5" dirty="0">
                <a:latin typeface="Tahoma"/>
                <a:cs typeface="Tahoma"/>
              </a:rPr>
              <a:t>)</a:t>
            </a:r>
            <a:endParaRPr sz="32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i="1" dirty="0">
                <a:latin typeface="Symbol"/>
                <a:cs typeface="Symbol"/>
              </a:rPr>
              <a:t></a:t>
            </a:r>
            <a:r>
              <a:rPr sz="3200" i="1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Symbol"/>
                <a:cs typeface="Symbol"/>
              </a:rPr>
              <a:t></a:t>
            </a:r>
            <a:r>
              <a:rPr sz="3200" i="1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ahoma"/>
                <a:cs typeface="Tahoma"/>
              </a:rPr>
              <a:t>T</a:t>
            </a:r>
            <a:r>
              <a:rPr sz="2000" spc="-5" dirty="0">
                <a:latin typeface="Tahoma"/>
                <a:cs typeface="Tahoma"/>
              </a:rPr>
              <a:t>i</a:t>
            </a:r>
            <a:r>
              <a:rPr sz="3200" spc="-5" dirty="0">
                <a:latin typeface="Tahoma"/>
                <a:cs typeface="Tahoma"/>
              </a:rPr>
              <a:t>: T</a:t>
            </a:r>
            <a:r>
              <a:rPr sz="2000" spc="-5" dirty="0">
                <a:latin typeface="Tahoma"/>
                <a:cs typeface="Tahoma"/>
              </a:rPr>
              <a:t>i </a:t>
            </a:r>
            <a:r>
              <a:rPr sz="3200" i="1" dirty="0">
                <a:latin typeface="Symbol"/>
                <a:cs typeface="Symbol"/>
              </a:rPr>
              <a:t></a:t>
            </a:r>
            <a:r>
              <a:rPr sz="3200" i="1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ahoma"/>
                <a:cs typeface="Tahoma"/>
              </a:rPr>
              <a:t>T</a:t>
            </a:r>
            <a:r>
              <a:rPr sz="2000" spc="-5" dirty="0">
                <a:latin typeface="Tahoma"/>
                <a:cs typeface="Tahoma"/>
              </a:rPr>
              <a:t>j </a:t>
            </a:r>
            <a:r>
              <a:rPr sz="3200" spc="-5" dirty="0">
                <a:latin typeface="Tahoma"/>
                <a:cs typeface="Tahoma"/>
              </a:rPr>
              <a:t>in </a:t>
            </a:r>
            <a:r>
              <a:rPr sz="3200" dirty="0">
                <a:latin typeface="Tahoma"/>
                <a:cs typeface="Tahoma"/>
              </a:rPr>
              <a:t>S</a:t>
            </a:r>
            <a:r>
              <a:rPr sz="2000" dirty="0">
                <a:latin typeface="Tahoma"/>
                <a:cs typeface="Tahoma"/>
              </a:rPr>
              <a:t>1 </a:t>
            </a:r>
            <a:r>
              <a:rPr sz="3200" spc="-5" dirty="0">
                <a:latin typeface="Tahoma"/>
                <a:cs typeface="Tahoma"/>
              </a:rPr>
              <a:t>and not in</a:t>
            </a:r>
            <a:r>
              <a:rPr sz="3200" spc="-17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</a:t>
            </a:r>
            <a:r>
              <a:rPr sz="2000" dirty="0">
                <a:latin typeface="Tahoma"/>
                <a:cs typeface="Tahoma"/>
              </a:rPr>
              <a:t>2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21677" y="3812984"/>
            <a:ext cx="4319270" cy="119634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865"/>
              </a:spcBef>
            </a:pPr>
            <a:r>
              <a:rPr sz="3200" i="1" dirty="0">
                <a:latin typeface="Symbol"/>
                <a:cs typeface="Symbol"/>
              </a:rPr>
              <a:t></a:t>
            </a:r>
            <a:r>
              <a:rPr sz="3200" i="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ahoma"/>
                <a:cs typeface="Tahoma"/>
              </a:rPr>
              <a:t>S</a:t>
            </a:r>
            <a:r>
              <a:rPr sz="2000" dirty="0">
                <a:latin typeface="Tahoma"/>
                <a:cs typeface="Tahoma"/>
              </a:rPr>
              <a:t>1 </a:t>
            </a:r>
            <a:r>
              <a:rPr sz="3200" dirty="0">
                <a:latin typeface="Tahoma"/>
                <a:cs typeface="Tahoma"/>
              </a:rPr>
              <a:t>= </a:t>
            </a:r>
            <a:r>
              <a:rPr sz="3200" spc="-5" dirty="0">
                <a:latin typeface="Tahoma"/>
                <a:cs typeface="Tahoma"/>
              </a:rPr>
              <a:t>…p</a:t>
            </a:r>
            <a:r>
              <a:rPr sz="2000" spc="-5" dirty="0">
                <a:latin typeface="Tahoma"/>
                <a:cs typeface="Tahoma"/>
              </a:rPr>
              <a:t>i</a:t>
            </a:r>
            <a:r>
              <a:rPr sz="3200" spc="-5" dirty="0">
                <a:latin typeface="Tahoma"/>
                <a:cs typeface="Tahoma"/>
              </a:rPr>
              <a:t>(A)...</a:t>
            </a:r>
            <a:r>
              <a:rPr sz="3200" spc="-114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q</a:t>
            </a:r>
            <a:r>
              <a:rPr sz="2000" spc="-5" dirty="0">
                <a:latin typeface="Tahoma"/>
                <a:cs typeface="Tahoma"/>
              </a:rPr>
              <a:t>j</a:t>
            </a:r>
            <a:r>
              <a:rPr sz="3200" spc="-5" dirty="0">
                <a:latin typeface="Tahoma"/>
                <a:cs typeface="Tahoma"/>
              </a:rPr>
              <a:t>(A)…</a:t>
            </a:r>
            <a:endParaRPr sz="3200">
              <a:latin typeface="Tahoma"/>
              <a:cs typeface="Tahoma"/>
            </a:endParaRPr>
          </a:p>
          <a:p>
            <a:pPr marR="63500" algn="r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latin typeface="Tahoma"/>
                <a:cs typeface="Tahoma"/>
              </a:rPr>
              <a:t>S</a:t>
            </a:r>
            <a:r>
              <a:rPr sz="2000" dirty="0">
                <a:latin typeface="Tahoma"/>
                <a:cs typeface="Tahoma"/>
              </a:rPr>
              <a:t>2 </a:t>
            </a:r>
            <a:r>
              <a:rPr sz="3200" dirty="0">
                <a:latin typeface="Tahoma"/>
                <a:cs typeface="Tahoma"/>
              </a:rPr>
              <a:t>=</a:t>
            </a:r>
            <a:r>
              <a:rPr sz="3200" spc="-3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…q</a:t>
            </a:r>
            <a:r>
              <a:rPr sz="2000" spc="-5" dirty="0">
                <a:latin typeface="Tahoma"/>
                <a:cs typeface="Tahoma"/>
              </a:rPr>
              <a:t>j</a:t>
            </a:r>
            <a:r>
              <a:rPr sz="3200" spc="-5" dirty="0">
                <a:latin typeface="Tahoma"/>
                <a:cs typeface="Tahoma"/>
              </a:rPr>
              <a:t>(A)…p</a:t>
            </a:r>
            <a:r>
              <a:rPr sz="2000" spc="-5" dirty="0">
                <a:latin typeface="Tahoma"/>
                <a:cs typeface="Tahoma"/>
              </a:rPr>
              <a:t>i</a:t>
            </a:r>
            <a:r>
              <a:rPr sz="3200" spc="-5" dirty="0">
                <a:latin typeface="Tahoma"/>
                <a:cs typeface="Tahoma"/>
              </a:rPr>
              <a:t>(A)...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08077" y="3812984"/>
            <a:ext cx="1299210" cy="1196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95"/>
              </a:spcBef>
            </a:pPr>
            <a:r>
              <a:rPr sz="3200" spc="-5" dirty="0">
                <a:latin typeface="Tahoma"/>
                <a:cs typeface="Tahoma"/>
              </a:rPr>
              <a:t>p</a:t>
            </a:r>
            <a:r>
              <a:rPr sz="2000" spc="-5" dirty="0">
                <a:latin typeface="Tahoma"/>
                <a:cs typeface="Tahoma"/>
              </a:rPr>
              <a:t>i, </a:t>
            </a:r>
            <a:r>
              <a:rPr sz="3200" spc="-5" dirty="0">
                <a:latin typeface="Tahoma"/>
                <a:cs typeface="Tahoma"/>
              </a:rPr>
              <a:t>q</a:t>
            </a:r>
            <a:r>
              <a:rPr sz="2000" spc="-5" dirty="0">
                <a:latin typeface="Tahoma"/>
                <a:cs typeface="Tahoma"/>
              </a:rPr>
              <a:t>j  </a:t>
            </a:r>
            <a:r>
              <a:rPr sz="3200" spc="-5" dirty="0">
                <a:latin typeface="Tahoma"/>
                <a:cs typeface="Tahoma"/>
              </a:rPr>
              <a:t>conflic</a:t>
            </a:r>
            <a:r>
              <a:rPr sz="3200" dirty="0">
                <a:latin typeface="Tahoma"/>
                <a:cs typeface="Tahoma"/>
              </a:rPr>
              <a:t>t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1677" y="5664517"/>
            <a:ext cx="546608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i="1" dirty="0">
                <a:latin typeface="Symbol"/>
                <a:cs typeface="Symbol"/>
              </a:rPr>
              <a:t></a:t>
            </a:r>
            <a:r>
              <a:rPr sz="3200" i="1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ahoma"/>
                <a:cs typeface="Tahoma"/>
              </a:rPr>
              <a:t>S</a:t>
            </a:r>
            <a:r>
              <a:rPr sz="2000" spc="-5" dirty="0">
                <a:latin typeface="Tahoma"/>
                <a:cs typeface="Tahoma"/>
              </a:rPr>
              <a:t>1, </a:t>
            </a:r>
            <a:r>
              <a:rPr sz="3200" dirty="0">
                <a:latin typeface="Tahoma"/>
                <a:cs typeface="Tahoma"/>
              </a:rPr>
              <a:t>S</a:t>
            </a:r>
            <a:r>
              <a:rPr sz="2000" dirty="0">
                <a:latin typeface="Tahoma"/>
                <a:cs typeface="Tahoma"/>
              </a:rPr>
              <a:t>2 </a:t>
            </a:r>
            <a:r>
              <a:rPr sz="3200" spc="-5" dirty="0">
                <a:latin typeface="Tahoma"/>
                <a:cs typeface="Tahoma"/>
              </a:rPr>
              <a:t>not conflict</a:t>
            </a:r>
            <a:r>
              <a:rPr sz="3200" spc="14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equivalent</a:t>
            </a:r>
            <a:endParaRPr sz="3200" dirty="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938913" y="3917950"/>
            <a:ext cx="233679" cy="1151890"/>
          </a:xfrm>
          <a:custGeom>
            <a:avLst/>
            <a:gdLst/>
            <a:ahLst/>
            <a:cxnLst/>
            <a:rect l="l" t="t" r="r" b="b"/>
            <a:pathLst>
              <a:path w="233679" h="1151889">
                <a:moveTo>
                  <a:pt x="123197" y="490220"/>
                </a:moveTo>
                <a:lnTo>
                  <a:pt x="113652" y="490220"/>
                </a:lnTo>
                <a:lnTo>
                  <a:pt x="114096" y="485139"/>
                </a:lnTo>
                <a:lnTo>
                  <a:pt x="114223" y="480060"/>
                </a:lnTo>
                <a:lnTo>
                  <a:pt x="114347" y="95250"/>
                </a:lnTo>
                <a:lnTo>
                  <a:pt x="114388" y="93979"/>
                </a:lnTo>
                <a:lnTo>
                  <a:pt x="119710" y="69850"/>
                </a:lnTo>
                <a:lnTo>
                  <a:pt x="121615" y="64770"/>
                </a:lnTo>
                <a:lnTo>
                  <a:pt x="123786" y="59689"/>
                </a:lnTo>
                <a:lnTo>
                  <a:pt x="126199" y="55879"/>
                </a:lnTo>
                <a:lnTo>
                  <a:pt x="128866" y="50800"/>
                </a:lnTo>
                <a:lnTo>
                  <a:pt x="153644" y="25400"/>
                </a:lnTo>
                <a:lnTo>
                  <a:pt x="157975" y="21589"/>
                </a:lnTo>
                <a:lnTo>
                  <a:pt x="187312" y="7620"/>
                </a:lnTo>
                <a:lnTo>
                  <a:pt x="192697" y="5079"/>
                </a:lnTo>
                <a:lnTo>
                  <a:pt x="215379" y="0"/>
                </a:lnTo>
                <a:lnTo>
                  <a:pt x="233184" y="0"/>
                </a:lnTo>
                <a:lnTo>
                  <a:pt x="233387" y="8889"/>
                </a:lnTo>
                <a:lnTo>
                  <a:pt x="222097" y="8889"/>
                </a:lnTo>
                <a:lnTo>
                  <a:pt x="216382" y="10160"/>
                </a:lnTo>
                <a:lnTo>
                  <a:pt x="211150" y="10160"/>
                </a:lnTo>
                <a:lnTo>
                  <a:pt x="205625" y="11429"/>
                </a:lnTo>
                <a:lnTo>
                  <a:pt x="205816" y="11429"/>
                </a:lnTo>
                <a:lnTo>
                  <a:pt x="200393" y="12700"/>
                </a:lnTo>
                <a:lnTo>
                  <a:pt x="200583" y="12700"/>
                </a:lnTo>
                <a:lnTo>
                  <a:pt x="195275" y="13970"/>
                </a:lnTo>
                <a:lnTo>
                  <a:pt x="195478" y="13970"/>
                </a:lnTo>
                <a:lnTo>
                  <a:pt x="190284" y="16510"/>
                </a:lnTo>
                <a:lnTo>
                  <a:pt x="190474" y="16510"/>
                </a:lnTo>
                <a:lnTo>
                  <a:pt x="185407" y="17779"/>
                </a:lnTo>
                <a:lnTo>
                  <a:pt x="185597" y="17779"/>
                </a:lnTo>
                <a:lnTo>
                  <a:pt x="180670" y="20320"/>
                </a:lnTo>
                <a:lnTo>
                  <a:pt x="180860" y="20320"/>
                </a:lnTo>
                <a:lnTo>
                  <a:pt x="176072" y="21589"/>
                </a:lnTo>
                <a:lnTo>
                  <a:pt x="176263" y="21589"/>
                </a:lnTo>
                <a:lnTo>
                  <a:pt x="171627" y="24129"/>
                </a:lnTo>
                <a:lnTo>
                  <a:pt x="171805" y="24129"/>
                </a:lnTo>
                <a:lnTo>
                  <a:pt x="167322" y="26670"/>
                </a:lnTo>
                <a:lnTo>
                  <a:pt x="167513" y="26670"/>
                </a:lnTo>
                <a:lnTo>
                  <a:pt x="163195" y="29210"/>
                </a:lnTo>
                <a:lnTo>
                  <a:pt x="163372" y="29210"/>
                </a:lnTo>
                <a:lnTo>
                  <a:pt x="159219" y="33020"/>
                </a:lnTo>
                <a:lnTo>
                  <a:pt x="159397" y="33020"/>
                </a:lnTo>
                <a:lnTo>
                  <a:pt x="155422" y="35560"/>
                </a:lnTo>
                <a:lnTo>
                  <a:pt x="155600" y="35560"/>
                </a:lnTo>
                <a:lnTo>
                  <a:pt x="151815" y="39370"/>
                </a:lnTo>
                <a:lnTo>
                  <a:pt x="151980" y="39370"/>
                </a:lnTo>
                <a:lnTo>
                  <a:pt x="148386" y="41910"/>
                </a:lnTo>
                <a:lnTo>
                  <a:pt x="148551" y="41910"/>
                </a:lnTo>
                <a:lnTo>
                  <a:pt x="145161" y="45720"/>
                </a:lnTo>
                <a:lnTo>
                  <a:pt x="145313" y="45720"/>
                </a:lnTo>
                <a:lnTo>
                  <a:pt x="142125" y="49529"/>
                </a:lnTo>
                <a:lnTo>
                  <a:pt x="142278" y="49529"/>
                </a:lnTo>
                <a:lnTo>
                  <a:pt x="140296" y="52070"/>
                </a:lnTo>
                <a:lnTo>
                  <a:pt x="139458" y="52070"/>
                </a:lnTo>
                <a:lnTo>
                  <a:pt x="137391" y="55879"/>
                </a:lnTo>
                <a:lnTo>
                  <a:pt x="136842" y="55879"/>
                </a:lnTo>
                <a:lnTo>
                  <a:pt x="134315" y="60960"/>
                </a:lnTo>
                <a:lnTo>
                  <a:pt x="132156" y="64770"/>
                </a:lnTo>
                <a:lnTo>
                  <a:pt x="130225" y="68579"/>
                </a:lnTo>
                <a:lnTo>
                  <a:pt x="128536" y="72389"/>
                </a:lnTo>
                <a:lnTo>
                  <a:pt x="127476" y="76200"/>
                </a:lnTo>
                <a:lnTo>
                  <a:pt x="127177" y="76200"/>
                </a:lnTo>
                <a:lnTo>
                  <a:pt x="125895" y="81279"/>
                </a:lnTo>
                <a:lnTo>
                  <a:pt x="125209" y="85089"/>
                </a:lnTo>
                <a:lnTo>
                  <a:pt x="125006" y="85089"/>
                </a:lnTo>
                <a:lnTo>
                  <a:pt x="124282" y="90170"/>
                </a:lnTo>
                <a:lnTo>
                  <a:pt x="123986" y="93979"/>
                </a:lnTo>
                <a:lnTo>
                  <a:pt x="123863" y="95250"/>
                </a:lnTo>
                <a:lnTo>
                  <a:pt x="123748" y="480060"/>
                </a:lnTo>
                <a:lnTo>
                  <a:pt x="123583" y="485139"/>
                </a:lnTo>
                <a:lnTo>
                  <a:pt x="123197" y="490220"/>
                </a:lnTo>
                <a:close/>
              </a:path>
              <a:path w="233679" h="1151889">
                <a:moveTo>
                  <a:pt x="139306" y="53339"/>
                </a:moveTo>
                <a:lnTo>
                  <a:pt x="139458" y="52070"/>
                </a:lnTo>
                <a:lnTo>
                  <a:pt x="140296" y="52070"/>
                </a:lnTo>
                <a:lnTo>
                  <a:pt x="139306" y="53339"/>
                </a:lnTo>
                <a:close/>
              </a:path>
              <a:path w="233679" h="1151889">
                <a:moveTo>
                  <a:pt x="136702" y="57150"/>
                </a:moveTo>
                <a:lnTo>
                  <a:pt x="136842" y="55879"/>
                </a:lnTo>
                <a:lnTo>
                  <a:pt x="137391" y="55879"/>
                </a:lnTo>
                <a:lnTo>
                  <a:pt x="136702" y="57150"/>
                </a:lnTo>
                <a:close/>
              </a:path>
              <a:path w="233679" h="1151889">
                <a:moveTo>
                  <a:pt x="127088" y="77470"/>
                </a:moveTo>
                <a:lnTo>
                  <a:pt x="127177" y="76200"/>
                </a:lnTo>
                <a:lnTo>
                  <a:pt x="127476" y="76200"/>
                </a:lnTo>
                <a:lnTo>
                  <a:pt x="127088" y="77470"/>
                </a:lnTo>
                <a:close/>
              </a:path>
              <a:path w="233679" h="1151889">
                <a:moveTo>
                  <a:pt x="124955" y="86360"/>
                </a:moveTo>
                <a:lnTo>
                  <a:pt x="125006" y="85089"/>
                </a:lnTo>
                <a:lnTo>
                  <a:pt x="125209" y="85089"/>
                </a:lnTo>
                <a:lnTo>
                  <a:pt x="124955" y="86360"/>
                </a:lnTo>
                <a:close/>
              </a:path>
              <a:path w="233679" h="1151889">
                <a:moveTo>
                  <a:pt x="123875" y="95250"/>
                </a:moveTo>
                <a:lnTo>
                  <a:pt x="123901" y="93979"/>
                </a:lnTo>
                <a:lnTo>
                  <a:pt x="123875" y="95250"/>
                </a:lnTo>
                <a:close/>
              </a:path>
              <a:path w="233679" h="1151889">
                <a:moveTo>
                  <a:pt x="121526" y="499110"/>
                </a:moveTo>
                <a:lnTo>
                  <a:pt x="112014" y="499110"/>
                </a:lnTo>
                <a:lnTo>
                  <a:pt x="113017" y="494029"/>
                </a:lnTo>
                <a:lnTo>
                  <a:pt x="113690" y="488950"/>
                </a:lnTo>
                <a:lnTo>
                  <a:pt x="113652" y="490220"/>
                </a:lnTo>
                <a:lnTo>
                  <a:pt x="123197" y="490220"/>
                </a:lnTo>
                <a:lnTo>
                  <a:pt x="123101" y="491489"/>
                </a:lnTo>
                <a:lnTo>
                  <a:pt x="121526" y="499110"/>
                </a:lnTo>
                <a:close/>
              </a:path>
              <a:path w="233679" h="1151889">
                <a:moveTo>
                  <a:pt x="117786" y="511810"/>
                </a:moveTo>
                <a:lnTo>
                  <a:pt x="107632" y="511810"/>
                </a:lnTo>
                <a:lnTo>
                  <a:pt x="109435" y="506729"/>
                </a:lnTo>
                <a:lnTo>
                  <a:pt x="110883" y="502920"/>
                </a:lnTo>
                <a:lnTo>
                  <a:pt x="112077" y="497839"/>
                </a:lnTo>
                <a:lnTo>
                  <a:pt x="112014" y="499110"/>
                </a:lnTo>
                <a:lnTo>
                  <a:pt x="121526" y="499110"/>
                </a:lnTo>
                <a:lnTo>
                  <a:pt x="121259" y="500379"/>
                </a:lnTo>
                <a:lnTo>
                  <a:pt x="119900" y="505460"/>
                </a:lnTo>
                <a:lnTo>
                  <a:pt x="118262" y="510539"/>
                </a:lnTo>
                <a:lnTo>
                  <a:pt x="117786" y="511810"/>
                </a:lnTo>
                <a:close/>
              </a:path>
              <a:path w="233679" h="1151889">
                <a:moveTo>
                  <a:pt x="41662" y="575708"/>
                </a:moveTo>
                <a:lnTo>
                  <a:pt x="22796" y="571500"/>
                </a:lnTo>
                <a:lnTo>
                  <a:pt x="4584" y="571500"/>
                </a:lnTo>
                <a:lnTo>
                  <a:pt x="10464" y="570229"/>
                </a:lnTo>
                <a:lnTo>
                  <a:pt x="21386" y="570229"/>
                </a:lnTo>
                <a:lnTo>
                  <a:pt x="27025" y="568960"/>
                </a:lnTo>
                <a:lnTo>
                  <a:pt x="26822" y="568960"/>
                </a:lnTo>
                <a:lnTo>
                  <a:pt x="32346" y="567689"/>
                </a:lnTo>
                <a:lnTo>
                  <a:pt x="32156" y="567689"/>
                </a:lnTo>
                <a:lnTo>
                  <a:pt x="37579" y="566420"/>
                </a:lnTo>
                <a:lnTo>
                  <a:pt x="37388" y="566420"/>
                </a:lnTo>
                <a:lnTo>
                  <a:pt x="42697" y="565150"/>
                </a:lnTo>
                <a:lnTo>
                  <a:pt x="42506" y="565150"/>
                </a:lnTo>
                <a:lnTo>
                  <a:pt x="47688" y="563879"/>
                </a:lnTo>
                <a:lnTo>
                  <a:pt x="47498" y="563879"/>
                </a:lnTo>
                <a:lnTo>
                  <a:pt x="52565" y="561339"/>
                </a:lnTo>
                <a:lnTo>
                  <a:pt x="52374" y="561339"/>
                </a:lnTo>
                <a:lnTo>
                  <a:pt x="57302" y="560070"/>
                </a:lnTo>
                <a:lnTo>
                  <a:pt x="57111" y="560070"/>
                </a:lnTo>
                <a:lnTo>
                  <a:pt x="61899" y="557529"/>
                </a:lnTo>
                <a:lnTo>
                  <a:pt x="61709" y="557529"/>
                </a:lnTo>
                <a:lnTo>
                  <a:pt x="66344" y="554989"/>
                </a:lnTo>
                <a:lnTo>
                  <a:pt x="66167" y="554989"/>
                </a:lnTo>
                <a:lnTo>
                  <a:pt x="70650" y="552450"/>
                </a:lnTo>
                <a:lnTo>
                  <a:pt x="70472" y="552450"/>
                </a:lnTo>
                <a:lnTo>
                  <a:pt x="74790" y="549910"/>
                </a:lnTo>
                <a:lnTo>
                  <a:pt x="74599" y="549910"/>
                </a:lnTo>
                <a:lnTo>
                  <a:pt x="78752" y="547370"/>
                </a:lnTo>
                <a:lnTo>
                  <a:pt x="78574" y="547370"/>
                </a:lnTo>
                <a:lnTo>
                  <a:pt x="82550" y="543560"/>
                </a:lnTo>
                <a:lnTo>
                  <a:pt x="82372" y="543560"/>
                </a:lnTo>
                <a:lnTo>
                  <a:pt x="86156" y="541020"/>
                </a:lnTo>
                <a:lnTo>
                  <a:pt x="85991" y="541020"/>
                </a:lnTo>
                <a:lnTo>
                  <a:pt x="89585" y="537210"/>
                </a:lnTo>
                <a:lnTo>
                  <a:pt x="89420" y="537210"/>
                </a:lnTo>
                <a:lnTo>
                  <a:pt x="92811" y="534670"/>
                </a:lnTo>
                <a:lnTo>
                  <a:pt x="92659" y="534670"/>
                </a:lnTo>
                <a:lnTo>
                  <a:pt x="95846" y="530860"/>
                </a:lnTo>
                <a:lnTo>
                  <a:pt x="95694" y="530860"/>
                </a:lnTo>
                <a:lnTo>
                  <a:pt x="98666" y="527050"/>
                </a:lnTo>
                <a:lnTo>
                  <a:pt x="98513" y="527050"/>
                </a:lnTo>
                <a:lnTo>
                  <a:pt x="101269" y="523239"/>
                </a:lnTo>
                <a:lnTo>
                  <a:pt x="101130" y="523239"/>
                </a:lnTo>
                <a:lnTo>
                  <a:pt x="103657" y="519429"/>
                </a:lnTo>
                <a:lnTo>
                  <a:pt x="105816" y="515620"/>
                </a:lnTo>
                <a:lnTo>
                  <a:pt x="107746" y="510539"/>
                </a:lnTo>
                <a:lnTo>
                  <a:pt x="107632" y="511810"/>
                </a:lnTo>
                <a:lnTo>
                  <a:pt x="117786" y="511810"/>
                </a:lnTo>
                <a:lnTo>
                  <a:pt x="116357" y="515620"/>
                </a:lnTo>
                <a:lnTo>
                  <a:pt x="114185" y="519429"/>
                </a:lnTo>
                <a:lnTo>
                  <a:pt x="111772" y="524510"/>
                </a:lnTo>
                <a:lnTo>
                  <a:pt x="109105" y="528320"/>
                </a:lnTo>
                <a:lnTo>
                  <a:pt x="106210" y="532129"/>
                </a:lnTo>
                <a:lnTo>
                  <a:pt x="103085" y="537210"/>
                </a:lnTo>
                <a:lnTo>
                  <a:pt x="99745" y="541020"/>
                </a:lnTo>
                <a:lnTo>
                  <a:pt x="96189" y="544829"/>
                </a:lnTo>
                <a:lnTo>
                  <a:pt x="92430" y="548639"/>
                </a:lnTo>
                <a:lnTo>
                  <a:pt x="88468" y="551179"/>
                </a:lnTo>
                <a:lnTo>
                  <a:pt x="84328" y="554989"/>
                </a:lnTo>
                <a:lnTo>
                  <a:pt x="79997" y="557529"/>
                </a:lnTo>
                <a:lnTo>
                  <a:pt x="75501" y="561339"/>
                </a:lnTo>
                <a:lnTo>
                  <a:pt x="70840" y="563879"/>
                </a:lnTo>
                <a:lnTo>
                  <a:pt x="61226" y="568960"/>
                </a:lnTo>
                <a:lnTo>
                  <a:pt x="55918" y="570229"/>
                </a:lnTo>
                <a:lnTo>
                  <a:pt x="50660" y="572770"/>
                </a:lnTo>
                <a:lnTo>
                  <a:pt x="45275" y="574039"/>
                </a:lnTo>
                <a:lnTo>
                  <a:pt x="41662" y="575708"/>
                </a:lnTo>
                <a:close/>
              </a:path>
              <a:path w="233679" h="1151889">
                <a:moveTo>
                  <a:pt x="4787" y="580389"/>
                </a:moveTo>
                <a:lnTo>
                  <a:pt x="2984" y="580389"/>
                </a:lnTo>
                <a:lnTo>
                  <a:pt x="1587" y="579120"/>
                </a:lnTo>
                <a:lnTo>
                  <a:pt x="546" y="577850"/>
                </a:lnTo>
                <a:lnTo>
                  <a:pt x="0" y="576579"/>
                </a:lnTo>
                <a:lnTo>
                  <a:pt x="0" y="575310"/>
                </a:lnTo>
                <a:lnTo>
                  <a:pt x="546" y="572770"/>
                </a:lnTo>
                <a:lnTo>
                  <a:pt x="1587" y="571500"/>
                </a:lnTo>
                <a:lnTo>
                  <a:pt x="4787" y="571500"/>
                </a:lnTo>
                <a:lnTo>
                  <a:pt x="4787" y="580389"/>
                </a:lnTo>
                <a:close/>
              </a:path>
              <a:path w="233679" h="1151889">
                <a:moveTo>
                  <a:pt x="16675" y="580389"/>
                </a:moveTo>
                <a:lnTo>
                  <a:pt x="4787" y="580389"/>
                </a:lnTo>
                <a:lnTo>
                  <a:pt x="4787" y="571500"/>
                </a:lnTo>
                <a:lnTo>
                  <a:pt x="22796" y="571500"/>
                </a:lnTo>
                <a:lnTo>
                  <a:pt x="41662" y="575708"/>
                </a:lnTo>
                <a:lnTo>
                  <a:pt x="39776" y="576579"/>
                </a:lnTo>
                <a:lnTo>
                  <a:pt x="34150" y="577850"/>
                </a:lnTo>
                <a:lnTo>
                  <a:pt x="28422" y="577850"/>
                </a:lnTo>
                <a:lnTo>
                  <a:pt x="16675" y="580389"/>
                </a:lnTo>
                <a:close/>
              </a:path>
              <a:path w="233679" h="1151889">
                <a:moveTo>
                  <a:pt x="98666" y="624839"/>
                </a:moveTo>
                <a:lnTo>
                  <a:pt x="95694" y="621029"/>
                </a:lnTo>
                <a:lnTo>
                  <a:pt x="95846" y="621029"/>
                </a:lnTo>
                <a:lnTo>
                  <a:pt x="92659" y="617220"/>
                </a:lnTo>
                <a:lnTo>
                  <a:pt x="92811" y="617220"/>
                </a:lnTo>
                <a:lnTo>
                  <a:pt x="89420" y="613410"/>
                </a:lnTo>
                <a:lnTo>
                  <a:pt x="89585" y="613410"/>
                </a:lnTo>
                <a:lnTo>
                  <a:pt x="85991" y="610870"/>
                </a:lnTo>
                <a:lnTo>
                  <a:pt x="86156" y="610870"/>
                </a:lnTo>
                <a:lnTo>
                  <a:pt x="82372" y="607060"/>
                </a:lnTo>
                <a:lnTo>
                  <a:pt x="82550" y="607060"/>
                </a:lnTo>
                <a:lnTo>
                  <a:pt x="78574" y="604520"/>
                </a:lnTo>
                <a:lnTo>
                  <a:pt x="78752" y="604520"/>
                </a:lnTo>
                <a:lnTo>
                  <a:pt x="74599" y="600710"/>
                </a:lnTo>
                <a:lnTo>
                  <a:pt x="74790" y="600710"/>
                </a:lnTo>
                <a:lnTo>
                  <a:pt x="70472" y="598170"/>
                </a:lnTo>
                <a:lnTo>
                  <a:pt x="70650" y="598170"/>
                </a:lnTo>
                <a:lnTo>
                  <a:pt x="66167" y="595629"/>
                </a:lnTo>
                <a:lnTo>
                  <a:pt x="66344" y="595629"/>
                </a:lnTo>
                <a:lnTo>
                  <a:pt x="61709" y="593089"/>
                </a:lnTo>
                <a:lnTo>
                  <a:pt x="61899" y="593089"/>
                </a:lnTo>
                <a:lnTo>
                  <a:pt x="57111" y="591820"/>
                </a:lnTo>
                <a:lnTo>
                  <a:pt x="57302" y="591820"/>
                </a:lnTo>
                <a:lnTo>
                  <a:pt x="52374" y="589279"/>
                </a:lnTo>
                <a:lnTo>
                  <a:pt x="52565" y="589279"/>
                </a:lnTo>
                <a:lnTo>
                  <a:pt x="47498" y="588010"/>
                </a:lnTo>
                <a:lnTo>
                  <a:pt x="47688" y="588010"/>
                </a:lnTo>
                <a:lnTo>
                  <a:pt x="42506" y="585470"/>
                </a:lnTo>
                <a:lnTo>
                  <a:pt x="42697" y="585470"/>
                </a:lnTo>
                <a:lnTo>
                  <a:pt x="37388" y="584200"/>
                </a:lnTo>
                <a:lnTo>
                  <a:pt x="37579" y="584200"/>
                </a:lnTo>
                <a:lnTo>
                  <a:pt x="32156" y="582929"/>
                </a:lnTo>
                <a:lnTo>
                  <a:pt x="32346" y="582929"/>
                </a:lnTo>
                <a:lnTo>
                  <a:pt x="26822" y="581660"/>
                </a:lnTo>
                <a:lnTo>
                  <a:pt x="21590" y="581660"/>
                </a:lnTo>
                <a:lnTo>
                  <a:pt x="15875" y="580389"/>
                </a:lnTo>
                <a:lnTo>
                  <a:pt x="16675" y="580389"/>
                </a:lnTo>
                <a:lnTo>
                  <a:pt x="28422" y="577850"/>
                </a:lnTo>
                <a:lnTo>
                  <a:pt x="34150" y="577850"/>
                </a:lnTo>
                <a:lnTo>
                  <a:pt x="39776" y="576579"/>
                </a:lnTo>
                <a:lnTo>
                  <a:pt x="41662" y="575708"/>
                </a:lnTo>
                <a:lnTo>
                  <a:pt x="45478" y="576579"/>
                </a:lnTo>
                <a:lnTo>
                  <a:pt x="50850" y="579120"/>
                </a:lnTo>
                <a:lnTo>
                  <a:pt x="56108" y="580389"/>
                </a:lnTo>
                <a:lnTo>
                  <a:pt x="61226" y="582929"/>
                </a:lnTo>
                <a:lnTo>
                  <a:pt x="66192" y="585470"/>
                </a:lnTo>
                <a:lnTo>
                  <a:pt x="70840" y="588010"/>
                </a:lnTo>
                <a:lnTo>
                  <a:pt x="75679" y="590550"/>
                </a:lnTo>
                <a:lnTo>
                  <a:pt x="80175" y="593089"/>
                </a:lnTo>
                <a:lnTo>
                  <a:pt x="84505" y="596900"/>
                </a:lnTo>
                <a:lnTo>
                  <a:pt x="88646" y="599439"/>
                </a:lnTo>
                <a:lnTo>
                  <a:pt x="109245" y="623570"/>
                </a:lnTo>
                <a:lnTo>
                  <a:pt x="98513" y="623570"/>
                </a:lnTo>
                <a:lnTo>
                  <a:pt x="98666" y="624839"/>
                </a:lnTo>
                <a:close/>
              </a:path>
              <a:path w="233679" h="1151889">
                <a:moveTo>
                  <a:pt x="101269" y="628650"/>
                </a:moveTo>
                <a:lnTo>
                  <a:pt x="98513" y="623570"/>
                </a:lnTo>
                <a:lnTo>
                  <a:pt x="109245" y="623570"/>
                </a:lnTo>
                <a:lnTo>
                  <a:pt x="111899" y="627379"/>
                </a:lnTo>
                <a:lnTo>
                  <a:pt x="101130" y="627379"/>
                </a:lnTo>
                <a:lnTo>
                  <a:pt x="101269" y="628650"/>
                </a:lnTo>
                <a:close/>
              </a:path>
              <a:path w="233679" h="1151889">
                <a:moveTo>
                  <a:pt x="110883" y="648970"/>
                </a:moveTo>
                <a:lnTo>
                  <a:pt x="109334" y="643889"/>
                </a:lnTo>
                <a:lnTo>
                  <a:pt x="107632" y="640079"/>
                </a:lnTo>
                <a:lnTo>
                  <a:pt x="105702" y="636270"/>
                </a:lnTo>
                <a:lnTo>
                  <a:pt x="103530" y="632460"/>
                </a:lnTo>
                <a:lnTo>
                  <a:pt x="101130" y="627379"/>
                </a:lnTo>
                <a:lnTo>
                  <a:pt x="111899" y="627379"/>
                </a:lnTo>
                <a:lnTo>
                  <a:pt x="114312" y="631189"/>
                </a:lnTo>
                <a:lnTo>
                  <a:pt x="116459" y="636270"/>
                </a:lnTo>
                <a:lnTo>
                  <a:pt x="118351" y="641350"/>
                </a:lnTo>
                <a:lnTo>
                  <a:pt x="119900" y="645160"/>
                </a:lnTo>
                <a:lnTo>
                  <a:pt x="120611" y="647700"/>
                </a:lnTo>
                <a:lnTo>
                  <a:pt x="110794" y="647700"/>
                </a:lnTo>
                <a:lnTo>
                  <a:pt x="110883" y="648970"/>
                </a:lnTo>
                <a:close/>
              </a:path>
              <a:path w="233679" h="1151889">
                <a:moveTo>
                  <a:pt x="113017" y="657860"/>
                </a:moveTo>
                <a:lnTo>
                  <a:pt x="112014" y="652779"/>
                </a:lnTo>
                <a:lnTo>
                  <a:pt x="110794" y="647700"/>
                </a:lnTo>
                <a:lnTo>
                  <a:pt x="120611" y="647700"/>
                </a:lnTo>
                <a:lnTo>
                  <a:pt x="121323" y="650239"/>
                </a:lnTo>
                <a:lnTo>
                  <a:pt x="122377" y="655320"/>
                </a:lnTo>
                <a:lnTo>
                  <a:pt x="122567" y="656589"/>
                </a:lnTo>
                <a:lnTo>
                  <a:pt x="112966" y="656589"/>
                </a:lnTo>
                <a:lnTo>
                  <a:pt x="113017" y="657860"/>
                </a:lnTo>
                <a:close/>
              </a:path>
              <a:path w="233679" h="1151889">
                <a:moveTo>
                  <a:pt x="233184" y="1151889"/>
                </a:moveTo>
                <a:lnTo>
                  <a:pt x="221094" y="1151889"/>
                </a:lnTo>
                <a:lnTo>
                  <a:pt x="209346" y="1149350"/>
                </a:lnTo>
                <a:lnTo>
                  <a:pt x="203619" y="1149350"/>
                </a:lnTo>
                <a:lnTo>
                  <a:pt x="198005" y="1146810"/>
                </a:lnTo>
                <a:lnTo>
                  <a:pt x="187121" y="1144270"/>
                </a:lnTo>
                <a:lnTo>
                  <a:pt x="181864" y="1141729"/>
                </a:lnTo>
                <a:lnTo>
                  <a:pt x="176745" y="1140460"/>
                </a:lnTo>
                <a:lnTo>
                  <a:pt x="171780" y="1137920"/>
                </a:lnTo>
                <a:lnTo>
                  <a:pt x="166954" y="1135379"/>
                </a:lnTo>
                <a:lnTo>
                  <a:pt x="162293" y="1131570"/>
                </a:lnTo>
                <a:lnTo>
                  <a:pt x="157797" y="1129029"/>
                </a:lnTo>
                <a:lnTo>
                  <a:pt x="153466" y="1126489"/>
                </a:lnTo>
                <a:lnTo>
                  <a:pt x="149326" y="1122679"/>
                </a:lnTo>
                <a:lnTo>
                  <a:pt x="145376" y="1118870"/>
                </a:lnTo>
                <a:lnTo>
                  <a:pt x="141617" y="1116329"/>
                </a:lnTo>
                <a:lnTo>
                  <a:pt x="138074" y="1112520"/>
                </a:lnTo>
                <a:lnTo>
                  <a:pt x="134734" y="1107439"/>
                </a:lnTo>
                <a:lnTo>
                  <a:pt x="131610" y="1103629"/>
                </a:lnTo>
                <a:lnTo>
                  <a:pt x="128727" y="1099820"/>
                </a:lnTo>
                <a:lnTo>
                  <a:pt x="126072" y="1096010"/>
                </a:lnTo>
                <a:lnTo>
                  <a:pt x="123659" y="1090929"/>
                </a:lnTo>
                <a:lnTo>
                  <a:pt x="121513" y="1085850"/>
                </a:lnTo>
                <a:lnTo>
                  <a:pt x="119621" y="1082039"/>
                </a:lnTo>
                <a:lnTo>
                  <a:pt x="114109" y="666750"/>
                </a:lnTo>
                <a:lnTo>
                  <a:pt x="114071" y="665479"/>
                </a:lnTo>
                <a:lnTo>
                  <a:pt x="113652" y="661670"/>
                </a:lnTo>
                <a:lnTo>
                  <a:pt x="112966" y="656589"/>
                </a:lnTo>
                <a:lnTo>
                  <a:pt x="122567" y="656589"/>
                </a:lnTo>
                <a:lnTo>
                  <a:pt x="123139" y="660400"/>
                </a:lnTo>
                <a:lnTo>
                  <a:pt x="123583" y="665479"/>
                </a:lnTo>
                <a:lnTo>
                  <a:pt x="123624" y="666750"/>
                </a:lnTo>
                <a:lnTo>
                  <a:pt x="123748" y="1051560"/>
                </a:lnTo>
                <a:lnTo>
                  <a:pt x="123875" y="1056639"/>
                </a:lnTo>
                <a:lnTo>
                  <a:pt x="124320" y="1061720"/>
                </a:lnTo>
                <a:lnTo>
                  <a:pt x="124463" y="1061720"/>
                </a:lnTo>
                <a:lnTo>
                  <a:pt x="125006" y="1065529"/>
                </a:lnTo>
                <a:lnTo>
                  <a:pt x="125971" y="1070610"/>
                </a:lnTo>
                <a:lnTo>
                  <a:pt x="126215" y="1070610"/>
                </a:lnTo>
                <a:lnTo>
                  <a:pt x="127177" y="1074420"/>
                </a:lnTo>
                <a:lnTo>
                  <a:pt x="128638" y="1078229"/>
                </a:lnTo>
                <a:lnTo>
                  <a:pt x="130340" y="1083310"/>
                </a:lnTo>
                <a:lnTo>
                  <a:pt x="130736" y="1083310"/>
                </a:lnTo>
                <a:lnTo>
                  <a:pt x="132270" y="1087120"/>
                </a:lnTo>
                <a:lnTo>
                  <a:pt x="134442" y="1090929"/>
                </a:lnTo>
                <a:lnTo>
                  <a:pt x="136842" y="1094739"/>
                </a:lnTo>
                <a:lnTo>
                  <a:pt x="136702" y="1094739"/>
                </a:lnTo>
                <a:lnTo>
                  <a:pt x="139458" y="1098550"/>
                </a:lnTo>
                <a:lnTo>
                  <a:pt x="139306" y="1098550"/>
                </a:lnTo>
                <a:lnTo>
                  <a:pt x="142278" y="1102360"/>
                </a:lnTo>
                <a:lnTo>
                  <a:pt x="142125" y="1102360"/>
                </a:lnTo>
                <a:lnTo>
                  <a:pt x="145313" y="1106170"/>
                </a:lnTo>
                <a:lnTo>
                  <a:pt x="145161" y="1106170"/>
                </a:lnTo>
                <a:lnTo>
                  <a:pt x="148551" y="1108710"/>
                </a:lnTo>
                <a:lnTo>
                  <a:pt x="148386" y="1108710"/>
                </a:lnTo>
                <a:lnTo>
                  <a:pt x="151980" y="1112520"/>
                </a:lnTo>
                <a:lnTo>
                  <a:pt x="151815" y="1112520"/>
                </a:lnTo>
                <a:lnTo>
                  <a:pt x="155600" y="1115060"/>
                </a:lnTo>
                <a:lnTo>
                  <a:pt x="155422" y="1115060"/>
                </a:lnTo>
                <a:lnTo>
                  <a:pt x="159397" y="1118870"/>
                </a:lnTo>
                <a:lnTo>
                  <a:pt x="159219" y="1118870"/>
                </a:lnTo>
                <a:lnTo>
                  <a:pt x="163372" y="1121410"/>
                </a:lnTo>
                <a:lnTo>
                  <a:pt x="163195" y="1121410"/>
                </a:lnTo>
                <a:lnTo>
                  <a:pt x="167513" y="1123950"/>
                </a:lnTo>
                <a:lnTo>
                  <a:pt x="167322" y="1123950"/>
                </a:lnTo>
                <a:lnTo>
                  <a:pt x="171805" y="1126489"/>
                </a:lnTo>
                <a:lnTo>
                  <a:pt x="171627" y="1126489"/>
                </a:lnTo>
                <a:lnTo>
                  <a:pt x="176263" y="1129029"/>
                </a:lnTo>
                <a:lnTo>
                  <a:pt x="176072" y="1129029"/>
                </a:lnTo>
                <a:lnTo>
                  <a:pt x="180860" y="1131570"/>
                </a:lnTo>
                <a:lnTo>
                  <a:pt x="180670" y="1131570"/>
                </a:lnTo>
                <a:lnTo>
                  <a:pt x="185597" y="1132839"/>
                </a:lnTo>
                <a:lnTo>
                  <a:pt x="185407" y="1132839"/>
                </a:lnTo>
                <a:lnTo>
                  <a:pt x="190474" y="1135379"/>
                </a:lnTo>
                <a:lnTo>
                  <a:pt x="190284" y="1135379"/>
                </a:lnTo>
                <a:lnTo>
                  <a:pt x="195478" y="1136650"/>
                </a:lnTo>
                <a:lnTo>
                  <a:pt x="195275" y="1136650"/>
                </a:lnTo>
                <a:lnTo>
                  <a:pt x="200583" y="1137920"/>
                </a:lnTo>
                <a:lnTo>
                  <a:pt x="200393" y="1137920"/>
                </a:lnTo>
                <a:lnTo>
                  <a:pt x="205816" y="1139189"/>
                </a:lnTo>
                <a:lnTo>
                  <a:pt x="205625" y="1139189"/>
                </a:lnTo>
                <a:lnTo>
                  <a:pt x="211150" y="1140460"/>
                </a:lnTo>
                <a:lnTo>
                  <a:pt x="210947" y="1140460"/>
                </a:lnTo>
                <a:lnTo>
                  <a:pt x="216585" y="1141729"/>
                </a:lnTo>
                <a:lnTo>
                  <a:pt x="227507" y="1141729"/>
                </a:lnTo>
                <a:lnTo>
                  <a:pt x="233387" y="1143000"/>
                </a:lnTo>
                <a:lnTo>
                  <a:pt x="233184" y="1151889"/>
                </a:lnTo>
                <a:close/>
              </a:path>
              <a:path w="233679" h="1151889">
                <a:moveTo>
                  <a:pt x="114096" y="666750"/>
                </a:moveTo>
                <a:lnTo>
                  <a:pt x="113985" y="665479"/>
                </a:lnTo>
                <a:lnTo>
                  <a:pt x="114096" y="666750"/>
                </a:lnTo>
                <a:close/>
              </a:path>
              <a:path w="233679" h="1151889">
                <a:moveTo>
                  <a:pt x="124463" y="1061720"/>
                </a:moveTo>
                <a:lnTo>
                  <a:pt x="124320" y="1061720"/>
                </a:lnTo>
                <a:lnTo>
                  <a:pt x="124282" y="1060450"/>
                </a:lnTo>
                <a:lnTo>
                  <a:pt x="124463" y="1061720"/>
                </a:lnTo>
                <a:close/>
              </a:path>
              <a:path w="233679" h="1151889">
                <a:moveTo>
                  <a:pt x="126215" y="1070610"/>
                </a:moveTo>
                <a:lnTo>
                  <a:pt x="125971" y="1070610"/>
                </a:lnTo>
                <a:lnTo>
                  <a:pt x="125895" y="1069339"/>
                </a:lnTo>
                <a:lnTo>
                  <a:pt x="126215" y="1070610"/>
                </a:lnTo>
                <a:close/>
              </a:path>
              <a:path w="233679" h="1151889">
                <a:moveTo>
                  <a:pt x="130736" y="1083310"/>
                </a:moveTo>
                <a:lnTo>
                  <a:pt x="130340" y="1083310"/>
                </a:lnTo>
                <a:lnTo>
                  <a:pt x="130225" y="1082039"/>
                </a:lnTo>
                <a:lnTo>
                  <a:pt x="130736" y="10833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23</a:t>
            </a:fld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752532" y="2091702"/>
            <a:ext cx="349885" cy="454025"/>
          </a:xfrm>
          <a:custGeom>
            <a:avLst/>
            <a:gdLst/>
            <a:ahLst/>
            <a:cxnLst/>
            <a:rect l="l" t="t" r="r" b="b"/>
            <a:pathLst>
              <a:path w="349885" h="454025">
                <a:moveTo>
                  <a:pt x="22859" y="453682"/>
                </a:moveTo>
                <a:lnTo>
                  <a:pt x="0" y="436562"/>
                </a:lnTo>
                <a:lnTo>
                  <a:pt x="327025" y="0"/>
                </a:lnTo>
                <a:lnTo>
                  <a:pt x="349884" y="17132"/>
                </a:lnTo>
                <a:lnTo>
                  <a:pt x="22859" y="4536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24815" y="2011044"/>
            <a:ext cx="8091805" cy="145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Note: P(S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)=P(S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3200" spc="-5" dirty="0">
                <a:latin typeface="Tahoma"/>
                <a:cs typeface="Tahoma"/>
              </a:rPr>
              <a:t>) </a:t>
            </a:r>
            <a:r>
              <a:rPr sz="3200" i="1" dirty="0">
                <a:latin typeface="Symbol"/>
                <a:cs typeface="Symbol"/>
              </a:rPr>
              <a:t></a:t>
            </a:r>
            <a:r>
              <a:rPr sz="3200" i="1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ahoma"/>
                <a:cs typeface="Tahoma"/>
              </a:rPr>
              <a:t>S</a:t>
            </a:r>
            <a:r>
              <a:rPr sz="2000" spc="-5" dirty="0">
                <a:latin typeface="Tahoma"/>
                <a:cs typeface="Tahoma"/>
              </a:rPr>
              <a:t>1, </a:t>
            </a:r>
            <a:r>
              <a:rPr sz="3200" dirty="0">
                <a:latin typeface="Tahoma"/>
                <a:cs typeface="Tahoma"/>
              </a:rPr>
              <a:t>S</a:t>
            </a:r>
            <a:r>
              <a:rPr sz="2000" dirty="0">
                <a:latin typeface="Tahoma"/>
                <a:cs typeface="Tahoma"/>
              </a:rPr>
              <a:t>2 </a:t>
            </a:r>
            <a:r>
              <a:rPr sz="3200" spc="-5" dirty="0">
                <a:latin typeface="Tahoma"/>
                <a:cs typeface="Tahoma"/>
              </a:rPr>
              <a:t>conflict</a:t>
            </a:r>
            <a:r>
              <a:rPr sz="3200" spc="18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equivalent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50">
              <a:latin typeface="Tahoma"/>
              <a:cs typeface="Tahoma"/>
            </a:endParaRPr>
          </a:p>
          <a:p>
            <a:pPr marL="252095">
              <a:lnSpc>
                <a:spcPct val="100000"/>
              </a:lnSpc>
            </a:pPr>
            <a:r>
              <a:rPr sz="3200" u="heavy" spc="-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Counter example: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24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664527" y="4124007"/>
            <a:ext cx="264922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S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=w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(A)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r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3200" spc="-5" dirty="0">
                <a:latin typeface="Tahoma"/>
                <a:cs typeface="Tahoma"/>
              </a:rPr>
              <a:t>(A)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22712" y="4124007"/>
            <a:ext cx="197929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w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3200" spc="-5" dirty="0">
                <a:latin typeface="Tahoma"/>
                <a:cs typeface="Tahoma"/>
              </a:rPr>
              <a:t>(B)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r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(B)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4527" y="5292407"/>
            <a:ext cx="264922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S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3200" spc="-5" dirty="0">
                <a:latin typeface="Tahoma"/>
                <a:cs typeface="Tahoma"/>
              </a:rPr>
              <a:t>=r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3200" spc="-5" dirty="0">
                <a:latin typeface="Tahoma"/>
                <a:cs typeface="Tahoma"/>
              </a:rPr>
              <a:t>(A)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w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(A)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15727" y="5292407"/>
            <a:ext cx="197929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r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(B)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w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3200" spc="-5" dirty="0">
                <a:latin typeface="Tahoma"/>
                <a:cs typeface="Tahoma"/>
              </a:rPr>
              <a:t>(B)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91540"/>
            <a:ext cx="18224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Th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eo</a:t>
            </a:r>
            <a:r>
              <a:rPr sz="3600" u="heavy" spc="-25" dirty="0">
                <a:uFill>
                  <a:solidFill>
                    <a:srgbClr val="000000"/>
                  </a:solidFill>
                </a:uFill>
              </a:rPr>
              <a:t>r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em</a:t>
            </a:r>
            <a:endParaRPr sz="3600" dirty="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70363" y="1919420"/>
            <a:ext cx="8403273" cy="3019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9695">
              <a:lnSpc>
                <a:spcPct val="124300"/>
              </a:lnSpc>
              <a:spcBef>
                <a:spcPts val="100"/>
              </a:spcBef>
            </a:pPr>
            <a:r>
              <a:rPr sz="3200" spc="-5" dirty="0">
                <a:latin typeface="Tahoma"/>
                <a:cs typeface="Tahoma"/>
              </a:rPr>
              <a:t>P(S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) </a:t>
            </a:r>
            <a:r>
              <a:rPr sz="3200" spc="-10" dirty="0">
                <a:latin typeface="Tahoma"/>
                <a:cs typeface="Tahoma"/>
              </a:rPr>
              <a:t>acyclic </a:t>
            </a:r>
            <a:r>
              <a:rPr lang="zh-CN" altLang="en-US" sz="3200" spc="-10" dirty="0">
                <a:latin typeface="Tahoma"/>
                <a:cs typeface="Tahoma"/>
              </a:rPr>
              <a:t>非循环</a:t>
            </a:r>
            <a:r>
              <a:rPr sz="3200" i="1" dirty="0">
                <a:latin typeface="Symbol"/>
                <a:cs typeface="Symbol"/>
              </a:rPr>
              <a:t></a:t>
            </a:r>
            <a:r>
              <a:rPr sz="3200" i="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ahoma"/>
                <a:cs typeface="Tahoma"/>
              </a:rPr>
              <a:t>S</a:t>
            </a:r>
            <a:r>
              <a:rPr sz="2000" dirty="0">
                <a:latin typeface="Tahoma"/>
                <a:cs typeface="Tahoma"/>
              </a:rPr>
              <a:t>1 </a:t>
            </a:r>
            <a:r>
              <a:rPr sz="3200" spc="-5" dirty="0">
                <a:latin typeface="Tahoma"/>
                <a:cs typeface="Tahoma"/>
              </a:rPr>
              <a:t>conflict serializable  (</a:t>
            </a:r>
            <a:r>
              <a:rPr sz="3200" i="1" spc="-5" dirty="0">
                <a:latin typeface="Symbol"/>
                <a:cs typeface="Symbol"/>
              </a:rPr>
              <a:t></a:t>
            </a:r>
            <a:r>
              <a:rPr sz="3200" spc="-5" dirty="0">
                <a:latin typeface="Tahoma"/>
                <a:cs typeface="Tahoma"/>
              </a:rPr>
              <a:t>) Assume </a:t>
            </a:r>
            <a:r>
              <a:rPr sz="3200" dirty="0">
                <a:latin typeface="Tahoma"/>
                <a:cs typeface="Tahoma"/>
              </a:rPr>
              <a:t>S</a:t>
            </a:r>
            <a:r>
              <a:rPr sz="2000" dirty="0">
                <a:latin typeface="Tahoma"/>
                <a:cs typeface="Tahoma"/>
              </a:rPr>
              <a:t>1 </a:t>
            </a:r>
            <a:r>
              <a:rPr sz="3200" spc="-5" dirty="0">
                <a:latin typeface="Tahoma"/>
                <a:cs typeface="Tahoma"/>
              </a:rPr>
              <a:t>is conflict</a:t>
            </a:r>
            <a:r>
              <a:rPr sz="3200" spc="-26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serializable</a:t>
            </a:r>
            <a:endParaRPr sz="32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i="1" dirty="0">
                <a:latin typeface="Symbol"/>
                <a:cs typeface="Symbol"/>
              </a:rPr>
              <a:t></a:t>
            </a:r>
            <a:r>
              <a:rPr sz="3200" i="1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Symbol"/>
                <a:cs typeface="Symbol"/>
              </a:rPr>
              <a:t></a:t>
            </a:r>
            <a:r>
              <a:rPr sz="3200" i="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ahoma"/>
                <a:cs typeface="Tahoma"/>
              </a:rPr>
              <a:t>S</a:t>
            </a:r>
            <a:r>
              <a:rPr sz="2000" dirty="0">
                <a:latin typeface="Tahoma"/>
                <a:cs typeface="Tahoma"/>
              </a:rPr>
              <a:t>s</a:t>
            </a:r>
            <a:r>
              <a:rPr sz="3200" dirty="0">
                <a:latin typeface="Tahoma"/>
                <a:cs typeface="Tahoma"/>
              </a:rPr>
              <a:t>: S</a:t>
            </a:r>
            <a:r>
              <a:rPr sz="2000" dirty="0">
                <a:latin typeface="Tahoma"/>
                <a:cs typeface="Tahoma"/>
              </a:rPr>
              <a:t>s</a:t>
            </a:r>
            <a:r>
              <a:rPr sz="3200" dirty="0">
                <a:latin typeface="Tahoma"/>
                <a:cs typeface="Tahoma"/>
              </a:rPr>
              <a:t>, S</a:t>
            </a:r>
            <a:r>
              <a:rPr sz="2000" dirty="0">
                <a:latin typeface="Tahoma"/>
                <a:cs typeface="Tahoma"/>
              </a:rPr>
              <a:t>1 </a:t>
            </a:r>
            <a:r>
              <a:rPr sz="3200" spc="-5" dirty="0">
                <a:latin typeface="Tahoma"/>
                <a:cs typeface="Tahoma"/>
              </a:rPr>
              <a:t>conflict</a:t>
            </a:r>
            <a:r>
              <a:rPr sz="3200" spc="35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equivalent</a:t>
            </a:r>
            <a:endParaRPr sz="32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i="1" dirty="0">
                <a:latin typeface="Symbol"/>
                <a:cs typeface="Symbol"/>
              </a:rPr>
              <a:t></a:t>
            </a:r>
            <a:r>
              <a:rPr sz="3200" i="1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ahoma"/>
                <a:cs typeface="Tahoma"/>
              </a:rPr>
              <a:t>P(S</a:t>
            </a:r>
            <a:r>
              <a:rPr sz="2000" spc="-5" dirty="0">
                <a:latin typeface="Tahoma"/>
                <a:cs typeface="Tahoma"/>
              </a:rPr>
              <a:t>s</a:t>
            </a:r>
            <a:r>
              <a:rPr sz="2800" spc="-5" dirty="0">
                <a:latin typeface="Tahoma"/>
                <a:cs typeface="Tahoma"/>
              </a:rPr>
              <a:t>) =</a:t>
            </a:r>
            <a:r>
              <a:rPr sz="2800" spc="-30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P(S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)</a:t>
            </a:r>
            <a:endParaRPr sz="32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i="1" dirty="0">
                <a:latin typeface="Symbol"/>
                <a:cs typeface="Symbol"/>
              </a:rPr>
              <a:t></a:t>
            </a:r>
            <a:r>
              <a:rPr sz="3200" i="1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ahoma"/>
                <a:cs typeface="Tahoma"/>
              </a:rPr>
              <a:t>P(S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) </a:t>
            </a:r>
            <a:r>
              <a:rPr sz="3200" spc="-10" dirty="0">
                <a:latin typeface="Tahoma"/>
                <a:cs typeface="Tahoma"/>
              </a:rPr>
              <a:t>acyclic </a:t>
            </a:r>
            <a:r>
              <a:rPr sz="3200" spc="-5" dirty="0">
                <a:latin typeface="Tahoma"/>
                <a:cs typeface="Tahoma"/>
              </a:rPr>
              <a:t>since P(S</a:t>
            </a:r>
            <a:r>
              <a:rPr sz="2000" spc="-5" dirty="0">
                <a:latin typeface="Tahoma"/>
                <a:cs typeface="Tahoma"/>
              </a:rPr>
              <a:t>s</a:t>
            </a:r>
            <a:r>
              <a:rPr sz="3200" spc="-5" dirty="0">
                <a:latin typeface="Tahoma"/>
                <a:cs typeface="Tahoma"/>
              </a:rPr>
              <a:t>) is</a:t>
            </a:r>
            <a:r>
              <a:rPr sz="3200" spc="204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acyclic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1912746"/>
            <a:ext cx="4970780" cy="1198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300"/>
              </a:lnSpc>
              <a:spcBef>
                <a:spcPts val="100"/>
              </a:spcBef>
            </a:pPr>
            <a:r>
              <a:rPr sz="3200" spc="-5" dirty="0">
                <a:latin typeface="Tahoma"/>
                <a:cs typeface="Tahoma"/>
              </a:rPr>
              <a:t>(</a:t>
            </a:r>
            <a:r>
              <a:rPr sz="3200" i="1" spc="-5" dirty="0">
                <a:latin typeface="Symbol"/>
                <a:cs typeface="Symbol"/>
              </a:rPr>
              <a:t></a:t>
            </a:r>
            <a:r>
              <a:rPr sz="3200" spc="-5" dirty="0">
                <a:latin typeface="Tahoma"/>
                <a:cs typeface="Tahoma"/>
              </a:rPr>
              <a:t>) Assume P(S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) is </a:t>
            </a:r>
            <a:r>
              <a:rPr sz="3200" spc="-10" dirty="0">
                <a:latin typeface="Tahoma"/>
                <a:cs typeface="Tahoma"/>
              </a:rPr>
              <a:t>acyclic  </a:t>
            </a:r>
            <a:r>
              <a:rPr sz="3200" spc="-45" dirty="0">
                <a:latin typeface="Tahoma"/>
                <a:cs typeface="Tahoma"/>
              </a:rPr>
              <a:t>Transform </a:t>
            </a:r>
            <a:r>
              <a:rPr sz="3200" dirty="0">
                <a:latin typeface="Tahoma"/>
                <a:cs typeface="Tahoma"/>
              </a:rPr>
              <a:t>S</a:t>
            </a:r>
            <a:r>
              <a:rPr sz="2000" dirty="0">
                <a:latin typeface="Tahoma"/>
                <a:cs typeface="Tahoma"/>
              </a:rPr>
              <a:t>1 </a:t>
            </a:r>
            <a:r>
              <a:rPr sz="3200" spc="-5" dirty="0">
                <a:latin typeface="Tahoma"/>
                <a:cs typeface="Tahoma"/>
              </a:rPr>
              <a:t>as</a:t>
            </a:r>
            <a:r>
              <a:rPr sz="3200" spc="-24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follows: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540" y="3086100"/>
            <a:ext cx="6790055" cy="141478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508000" indent="-495300">
              <a:lnSpc>
                <a:spcPct val="100000"/>
              </a:lnSpc>
              <a:spcBef>
                <a:spcPts val="675"/>
              </a:spcBef>
              <a:buAutoNum type="arabicParenBoth"/>
              <a:tabLst>
                <a:tab pos="508000" algn="l"/>
              </a:tabLst>
            </a:pPr>
            <a:r>
              <a:rPr sz="2400" spc="-80" dirty="0">
                <a:latin typeface="Tahoma"/>
                <a:cs typeface="Tahoma"/>
              </a:rPr>
              <a:t>Take </a:t>
            </a:r>
            <a:r>
              <a:rPr sz="2400" spc="-5" dirty="0">
                <a:latin typeface="Tahoma"/>
                <a:cs typeface="Tahoma"/>
              </a:rPr>
              <a:t>T</a:t>
            </a:r>
            <a:r>
              <a:rPr sz="2000" spc="-5" dirty="0">
                <a:latin typeface="Tahoma"/>
                <a:cs typeface="Tahoma"/>
              </a:rPr>
              <a:t>1 </a:t>
            </a:r>
            <a:r>
              <a:rPr sz="2400" dirty="0">
                <a:latin typeface="Tahoma"/>
                <a:cs typeface="Tahoma"/>
              </a:rPr>
              <a:t>to </a:t>
            </a:r>
            <a:r>
              <a:rPr sz="2400" spc="-5" dirty="0">
                <a:latin typeface="Tahoma"/>
                <a:cs typeface="Tahoma"/>
              </a:rPr>
              <a:t>be transaction with </a:t>
            </a:r>
            <a:r>
              <a:rPr sz="2400" dirty="0">
                <a:latin typeface="Tahoma"/>
                <a:cs typeface="Tahoma"/>
              </a:rPr>
              <a:t>no </a:t>
            </a:r>
            <a:r>
              <a:rPr sz="2400" spc="-5" dirty="0">
                <a:latin typeface="Tahoma"/>
                <a:cs typeface="Tahoma"/>
              </a:rPr>
              <a:t>incident</a:t>
            </a:r>
            <a:r>
              <a:rPr sz="2400" spc="19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arcs</a:t>
            </a:r>
            <a:endParaRPr sz="2400">
              <a:latin typeface="Tahoma"/>
              <a:cs typeface="Tahoma"/>
            </a:endParaRPr>
          </a:p>
          <a:p>
            <a:pPr marL="508000" indent="-495300">
              <a:lnSpc>
                <a:spcPct val="100000"/>
              </a:lnSpc>
              <a:spcBef>
                <a:spcPts val="575"/>
              </a:spcBef>
              <a:buAutoNum type="arabicParenBoth"/>
              <a:tabLst>
                <a:tab pos="508000" algn="l"/>
              </a:tabLst>
            </a:pPr>
            <a:r>
              <a:rPr sz="2400" spc="-10" dirty="0">
                <a:latin typeface="Tahoma"/>
                <a:cs typeface="Tahoma"/>
              </a:rPr>
              <a:t>Move </a:t>
            </a:r>
            <a:r>
              <a:rPr sz="2400" dirty="0">
                <a:latin typeface="Tahoma"/>
                <a:cs typeface="Tahoma"/>
              </a:rPr>
              <a:t>all </a:t>
            </a:r>
            <a:r>
              <a:rPr sz="2400" spc="-5" dirty="0">
                <a:latin typeface="Tahoma"/>
                <a:cs typeface="Tahoma"/>
              </a:rPr>
              <a:t>T</a:t>
            </a:r>
            <a:r>
              <a:rPr sz="2000" spc="-5" dirty="0">
                <a:latin typeface="Tahoma"/>
                <a:cs typeface="Tahoma"/>
              </a:rPr>
              <a:t>1 </a:t>
            </a:r>
            <a:r>
              <a:rPr sz="2400" spc="-5" dirty="0">
                <a:latin typeface="Tahoma"/>
                <a:cs typeface="Tahoma"/>
              </a:rPr>
              <a:t>actions </a:t>
            </a:r>
            <a:r>
              <a:rPr sz="2400" dirty="0">
                <a:latin typeface="Tahoma"/>
                <a:cs typeface="Tahoma"/>
              </a:rPr>
              <a:t>to the</a:t>
            </a:r>
            <a:r>
              <a:rPr sz="2400" spc="12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front</a:t>
            </a:r>
            <a:endParaRPr sz="2400">
              <a:latin typeface="Tahoma"/>
              <a:cs typeface="Tahoma"/>
            </a:endParaRPr>
          </a:p>
          <a:p>
            <a:pPr marL="926465">
              <a:lnSpc>
                <a:spcPct val="100000"/>
              </a:lnSpc>
              <a:spcBef>
                <a:spcPts val="670"/>
              </a:spcBef>
              <a:tabLst>
                <a:tab pos="2426970" algn="l"/>
              </a:tabLst>
            </a:pPr>
            <a:r>
              <a:rPr sz="2400" spc="-5" dirty="0">
                <a:latin typeface="Tahoma"/>
                <a:cs typeface="Tahoma"/>
              </a:rPr>
              <a:t>S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2000" spc="1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 </a:t>
            </a:r>
            <a:r>
              <a:rPr sz="2400" spc="-5" dirty="0">
                <a:latin typeface="Tahoma"/>
                <a:cs typeface="Tahoma"/>
              </a:rPr>
              <a:t>…….	</a:t>
            </a:r>
            <a:r>
              <a:rPr sz="2800" spc="-5" dirty="0">
                <a:latin typeface="Tahoma"/>
                <a:cs typeface="Tahoma"/>
              </a:rPr>
              <a:t>q</a:t>
            </a:r>
            <a:r>
              <a:rPr sz="2000" spc="-5" dirty="0">
                <a:latin typeface="Tahoma"/>
                <a:cs typeface="Tahoma"/>
              </a:rPr>
              <a:t>j</a:t>
            </a:r>
            <a:r>
              <a:rPr sz="2400" spc="-5" dirty="0">
                <a:latin typeface="Tahoma"/>
                <a:cs typeface="Tahoma"/>
              </a:rPr>
              <a:t>(A)…….</a:t>
            </a:r>
            <a:r>
              <a:rPr sz="2800" spc="-5" dirty="0">
                <a:latin typeface="Tahoma"/>
                <a:cs typeface="Tahoma"/>
              </a:rPr>
              <a:t>p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2400" spc="-5" dirty="0">
                <a:latin typeface="Tahoma"/>
                <a:cs typeface="Tahoma"/>
              </a:rPr>
              <a:t>(A)…..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5060314"/>
            <a:ext cx="6795770" cy="902969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508000" indent="-495300">
              <a:lnSpc>
                <a:spcPct val="100000"/>
              </a:lnSpc>
              <a:spcBef>
                <a:spcPts val="675"/>
              </a:spcBef>
              <a:buAutoNum type="arabicParenBoth" startAt="3"/>
              <a:tabLst>
                <a:tab pos="508000" algn="l"/>
              </a:tabLst>
            </a:pPr>
            <a:r>
              <a:rPr sz="2400" spc="-5" dirty="0">
                <a:latin typeface="Tahoma"/>
                <a:cs typeface="Tahoma"/>
              </a:rPr>
              <a:t>we </a:t>
            </a:r>
            <a:r>
              <a:rPr sz="2400" dirty="0">
                <a:latin typeface="Tahoma"/>
                <a:cs typeface="Tahoma"/>
              </a:rPr>
              <a:t>now </a:t>
            </a:r>
            <a:r>
              <a:rPr sz="2400" spc="-15" dirty="0">
                <a:latin typeface="Tahoma"/>
                <a:cs typeface="Tahoma"/>
              </a:rPr>
              <a:t>have </a:t>
            </a:r>
            <a:r>
              <a:rPr sz="2400" spc="-5" dirty="0">
                <a:latin typeface="Tahoma"/>
                <a:cs typeface="Tahoma"/>
              </a:rPr>
              <a:t>S</a:t>
            </a:r>
            <a:r>
              <a:rPr sz="2000" spc="-5" dirty="0">
                <a:latin typeface="Tahoma"/>
                <a:cs typeface="Tahoma"/>
              </a:rPr>
              <a:t>1 </a:t>
            </a:r>
            <a:r>
              <a:rPr sz="2400" dirty="0">
                <a:latin typeface="Tahoma"/>
                <a:cs typeface="Tahoma"/>
              </a:rPr>
              <a:t>= &lt; </a:t>
            </a:r>
            <a:r>
              <a:rPr sz="2400" spc="-5" dirty="0">
                <a:latin typeface="Tahoma"/>
                <a:cs typeface="Tahoma"/>
              </a:rPr>
              <a:t>T</a:t>
            </a:r>
            <a:r>
              <a:rPr sz="2000" spc="-5" dirty="0">
                <a:latin typeface="Tahoma"/>
                <a:cs typeface="Tahoma"/>
              </a:rPr>
              <a:t>1 </a:t>
            </a:r>
            <a:r>
              <a:rPr sz="2400" spc="-5" dirty="0">
                <a:latin typeface="Tahoma"/>
                <a:cs typeface="Tahoma"/>
              </a:rPr>
              <a:t>actions &gt;&lt;... rest</a:t>
            </a:r>
            <a:r>
              <a:rPr sz="2400" spc="229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...&gt;</a:t>
            </a:r>
            <a:endParaRPr sz="2400">
              <a:latin typeface="Tahoma"/>
              <a:cs typeface="Tahoma"/>
            </a:endParaRPr>
          </a:p>
          <a:p>
            <a:pPr marL="508000" indent="-495300">
              <a:lnSpc>
                <a:spcPct val="100000"/>
              </a:lnSpc>
              <a:spcBef>
                <a:spcPts val="575"/>
              </a:spcBef>
              <a:buAutoNum type="arabicParenBoth" startAt="3"/>
              <a:tabLst>
                <a:tab pos="508000" algn="l"/>
              </a:tabLst>
            </a:pPr>
            <a:r>
              <a:rPr sz="2400" spc="-5" dirty="0">
                <a:latin typeface="Tahoma"/>
                <a:cs typeface="Tahoma"/>
              </a:rPr>
              <a:t>repeat </a:t>
            </a:r>
            <a:r>
              <a:rPr sz="2400" spc="-10" dirty="0">
                <a:latin typeface="Tahoma"/>
                <a:cs typeface="Tahoma"/>
              </a:rPr>
              <a:t>above </a:t>
            </a:r>
            <a:r>
              <a:rPr sz="2400" spc="-5" dirty="0">
                <a:latin typeface="Tahoma"/>
                <a:cs typeface="Tahoma"/>
              </a:rPr>
              <a:t>steps </a:t>
            </a:r>
            <a:r>
              <a:rPr sz="2400" dirty="0">
                <a:latin typeface="Tahoma"/>
                <a:cs typeface="Tahoma"/>
              </a:rPr>
              <a:t>to </a:t>
            </a:r>
            <a:r>
              <a:rPr sz="2400" spc="-5" dirty="0">
                <a:latin typeface="Tahoma"/>
                <a:cs typeface="Tahoma"/>
              </a:rPr>
              <a:t>serialize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rest!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76819" y="1678939"/>
            <a:ext cx="42989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400" dirty="0"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20890" y="2167382"/>
            <a:ext cx="134175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8495" marR="5080" indent="-646430">
              <a:lnSpc>
                <a:spcPct val="150000"/>
              </a:lnSpc>
              <a:spcBef>
                <a:spcPts val="100"/>
              </a:spcBef>
              <a:tabLst>
                <a:tab pos="923925" algn="l"/>
              </a:tabLst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400" dirty="0">
                <a:latin typeface="Tahoma"/>
                <a:cs typeface="Tahoma"/>
              </a:rPr>
              <a:t>2		</a:t>
            </a:r>
            <a:r>
              <a:rPr sz="3200" spc="-5" dirty="0">
                <a:latin typeface="Tahoma"/>
                <a:cs typeface="Tahoma"/>
              </a:rPr>
              <a:t>T</a:t>
            </a:r>
            <a:r>
              <a:rPr sz="2400" dirty="0">
                <a:latin typeface="Tahoma"/>
                <a:cs typeface="Tahoma"/>
              </a:rPr>
              <a:t>3  </a:t>
            </a: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4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373937" y="2094229"/>
            <a:ext cx="232410" cy="307975"/>
          </a:xfrm>
          <a:custGeom>
            <a:avLst/>
            <a:gdLst/>
            <a:ahLst/>
            <a:cxnLst/>
            <a:rect l="l" t="t" r="r" b="b"/>
            <a:pathLst>
              <a:path w="232409" h="307975">
                <a:moveTo>
                  <a:pt x="49529" y="249555"/>
                </a:moveTo>
                <a:lnTo>
                  <a:pt x="41909" y="243840"/>
                </a:lnTo>
                <a:lnTo>
                  <a:pt x="224790" y="0"/>
                </a:lnTo>
                <a:lnTo>
                  <a:pt x="232409" y="5715"/>
                </a:lnTo>
                <a:lnTo>
                  <a:pt x="49529" y="249555"/>
                </a:lnTo>
                <a:close/>
              </a:path>
              <a:path w="232409" h="307975">
                <a:moveTo>
                  <a:pt x="0" y="307657"/>
                </a:moveTo>
                <a:lnTo>
                  <a:pt x="15240" y="223837"/>
                </a:lnTo>
                <a:lnTo>
                  <a:pt x="41909" y="243840"/>
                </a:lnTo>
                <a:lnTo>
                  <a:pt x="30479" y="259080"/>
                </a:lnTo>
                <a:lnTo>
                  <a:pt x="38100" y="264795"/>
                </a:lnTo>
                <a:lnTo>
                  <a:pt x="69850" y="264795"/>
                </a:lnTo>
                <a:lnTo>
                  <a:pt x="76200" y="269557"/>
                </a:lnTo>
                <a:lnTo>
                  <a:pt x="0" y="307657"/>
                </a:lnTo>
                <a:close/>
              </a:path>
              <a:path w="232409" h="307975">
                <a:moveTo>
                  <a:pt x="38100" y="264795"/>
                </a:moveTo>
                <a:lnTo>
                  <a:pt x="30479" y="259080"/>
                </a:lnTo>
                <a:lnTo>
                  <a:pt x="41909" y="243840"/>
                </a:lnTo>
                <a:lnTo>
                  <a:pt x="49529" y="249555"/>
                </a:lnTo>
                <a:lnTo>
                  <a:pt x="38100" y="264795"/>
                </a:lnTo>
                <a:close/>
              </a:path>
              <a:path w="232409" h="307975">
                <a:moveTo>
                  <a:pt x="69850" y="264795"/>
                </a:moveTo>
                <a:lnTo>
                  <a:pt x="38100" y="264795"/>
                </a:lnTo>
                <a:lnTo>
                  <a:pt x="49529" y="249555"/>
                </a:lnTo>
                <a:lnTo>
                  <a:pt x="69850" y="2647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980171" y="2093722"/>
            <a:ext cx="308610" cy="308610"/>
          </a:xfrm>
          <a:custGeom>
            <a:avLst/>
            <a:gdLst/>
            <a:ahLst/>
            <a:cxnLst/>
            <a:rect l="l" t="t" r="r" b="b"/>
            <a:pathLst>
              <a:path w="308609" h="308610">
                <a:moveTo>
                  <a:pt x="250920" y="257651"/>
                </a:moveTo>
                <a:lnTo>
                  <a:pt x="0" y="6730"/>
                </a:lnTo>
                <a:lnTo>
                  <a:pt x="6730" y="0"/>
                </a:lnTo>
                <a:lnTo>
                  <a:pt x="257651" y="250920"/>
                </a:lnTo>
                <a:lnTo>
                  <a:pt x="250920" y="257651"/>
                </a:lnTo>
                <a:close/>
              </a:path>
              <a:path w="308609" h="308610">
                <a:moveTo>
                  <a:pt x="295818" y="271119"/>
                </a:moveTo>
                <a:lnTo>
                  <a:pt x="264388" y="271119"/>
                </a:lnTo>
                <a:lnTo>
                  <a:pt x="271119" y="264388"/>
                </a:lnTo>
                <a:lnTo>
                  <a:pt x="257651" y="250920"/>
                </a:lnTo>
                <a:lnTo>
                  <a:pt x="281228" y="227342"/>
                </a:lnTo>
                <a:lnTo>
                  <a:pt x="295818" y="271119"/>
                </a:lnTo>
                <a:close/>
              </a:path>
              <a:path w="308609" h="308610">
                <a:moveTo>
                  <a:pt x="264388" y="271119"/>
                </a:moveTo>
                <a:lnTo>
                  <a:pt x="250920" y="257651"/>
                </a:lnTo>
                <a:lnTo>
                  <a:pt x="257651" y="250920"/>
                </a:lnTo>
                <a:lnTo>
                  <a:pt x="271119" y="264388"/>
                </a:lnTo>
                <a:lnTo>
                  <a:pt x="264388" y="271119"/>
                </a:lnTo>
                <a:close/>
              </a:path>
              <a:path w="308609" h="308610">
                <a:moveTo>
                  <a:pt x="308165" y="308165"/>
                </a:moveTo>
                <a:lnTo>
                  <a:pt x="227342" y="281228"/>
                </a:lnTo>
                <a:lnTo>
                  <a:pt x="250920" y="257651"/>
                </a:lnTo>
                <a:lnTo>
                  <a:pt x="264388" y="271119"/>
                </a:lnTo>
                <a:lnTo>
                  <a:pt x="295818" y="271119"/>
                </a:lnTo>
                <a:lnTo>
                  <a:pt x="308165" y="3081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992937" y="2932429"/>
            <a:ext cx="232410" cy="307975"/>
          </a:xfrm>
          <a:custGeom>
            <a:avLst/>
            <a:gdLst/>
            <a:ahLst/>
            <a:cxnLst/>
            <a:rect l="l" t="t" r="r" b="b"/>
            <a:pathLst>
              <a:path w="232409" h="307975">
                <a:moveTo>
                  <a:pt x="49529" y="249555"/>
                </a:moveTo>
                <a:lnTo>
                  <a:pt x="41909" y="243840"/>
                </a:lnTo>
                <a:lnTo>
                  <a:pt x="224790" y="0"/>
                </a:lnTo>
                <a:lnTo>
                  <a:pt x="232409" y="5715"/>
                </a:lnTo>
                <a:lnTo>
                  <a:pt x="49529" y="249555"/>
                </a:lnTo>
                <a:close/>
              </a:path>
              <a:path w="232409" h="307975">
                <a:moveTo>
                  <a:pt x="0" y="307657"/>
                </a:moveTo>
                <a:lnTo>
                  <a:pt x="15240" y="223837"/>
                </a:lnTo>
                <a:lnTo>
                  <a:pt x="41909" y="243840"/>
                </a:lnTo>
                <a:lnTo>
                  <a:pt x="30479" y="259080"/>
                </a:lnTo>
                <a:lnTo>
                  <a:pt x="38100" y="264795"/>
                </a:lnTo>
                <a:lnTo>
                  <a:pt x="69850" y="264795"/>
                </a:lnTo>
                <a:lnTo>
                  <a:pt x="76200" y="269557"/>
                </a:lnTo>
                <a:lnTo>
                  <a:pt x="0" y="307657"/>
                </a:lnTo>
                <a:close/>
              </a:path>
              <a:path w="232409" h="307975">
                <a:moveTo>
                  <a:pt x="38100" y="264795"/>
                </a:moveTo>
                <a:lnTo>
                  <a:pt x="30479" y="259080"/>
                </a:lnTo>
                <a:lnTo>
                  <a:pt x="41909" y="243840"/>
                </a:lnTo>
                <a:lnTo>
                  <a:pt x="49529" y="249555"/>
                </a:lnTo>
                <a:lnTo>
                  <a:pt x="38100" y="264795"/>
                </a:lnTo>
                <a:close/>
              </a:path>
              <a:path w="232409" h="307975">
                <a:moveTo>
                  <a:pt x="69850" y="264795"/>
                </a:moveTo>
                <a:lnTo>
                  <a:pt x="38100" y="264795"/>
                </a:lnTo>
                <a:lnTo>
                  <a:pt x="49529" y="249555"/>
                </a:lnTo>
                <a:lnTo>
                  <a:pt x="69850" y="2647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059737" y="2932429"/>
            <a:ext cx="232410" cy="307975"/>
          </a:xfrm>
          <a:custGeom>
            <a:avLst/>
            <a:gdLst/>
            <a:ahLst/>
            <a:cxnLst/>
            <a:rect l="l" t="t" r="r" b="b"/>
            <a:pathLst>
              <a:path w="232409" h="307975">
                <a:moveTo>
                  <a:pt x="49529" y="249555"/>
                </a:moveTo>
                <a:lnTo>
                  <a:pt x="41909" y="243840"/>
                </a:lnTo>
                <a:lnTo>
                  <a:pt x="224790" y="0"/>
                </a:lnTo>
                <a:lnTo>
                  <a:pt x="232409" y="5715"/>
                </a:lnTo>
                <a:lnTo>
                  <a:pt x="49529" y="249555"/>
                </a:lnTo>
                <a:close/>
              </a:path>
              <a:path w="232409" h="307975">
                <a:moveTo>
                  <a:pt x="0" y="307657"/>
                </a:moveTo>
                <a:lnTo>
                  <a:pt x="15240" y="223837"/>
                </a:lnTo>
                <a:lnTo>
                  <a:pt x="41909" y="243840"/>
                </a:lnTo>
                <a:lnTo>
                  <a:pt x="30479" y="259080"/>
                </a:lnTo>
                <a:lnTo>
                  <a:pt x="38100" y="264795"/>
                </a:lnTo>
                <a:lnTo>
                  <a:pt x="69850" y="264795"/>
                </a:lnTo>
                <a:lnTo>
                  <a:pt x="76200" y="269557"/>
                </a:lnTo>
                <a:lnTo>
                  <a:pt x="0" y="307657"/>
                </a:lnTo>
                <a:close/>
              </a:path>
              <a:path w="232409" h="307975">
                <a:moveTo>
                  <a:pt x="38100" y="264795"/>
                </a:moveTo>
                <a:lnTo>
                  <a:pt x="30479" y="259080"/>
                </a:lnTo>
                <a:lnTo>
                  <a:pt x="41909" y="243840"/>
                </a:lnTo>
                <a:lnTo>
                  <a:pt x="49529" y="249555"/>
                </a:lnTo>
                <a:lnTo>
                  <a:pt x="38100" y="264795"/>
                </a:lnTo>
                <a:close/>
              </a:path>
              <a:path w="232409" h="307975">
                <a:moveTo>
                  <a:pt x="69850" y="264795"/>
                </a:moveTo>
                <a:lnTo>
                  <a:pt x="38100" y="264795"/>
                </a:lnTo>
                <a:lnTo>
                  <a:pt x="49529" y="249555"/>
                </a:lnTo>
                <a:lnTo>
                  <a:pt x="69850" y="2647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522374" y="2932645"/>
            <a:ext cx="156362" cy="2312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681990" y="280034"/>
            <a:ext cx="18224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Th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eo</a:t>
            </a:r>
            <a:r>
              <a:rPr sz="3600" u="heavy" spc="-25" dirty="0">
                <a:uFill>
                  <a:solidFill>
                    <a:srgbClr val="000000"/>
                  </a:solidFill>
                </a:uFill>
              </a:rPr>
              <a:t>r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em</a:t>
            </a:r>
            <a:endParaRPr sz="3600"/>
          </a:p>
        </p:txBody>
      </p:sp>
      <p:sp>
        <p:nvSpPr>
          <p:cNvPr id="13" name="object 13"/>
          <p:cNvSpPr txBox="1"/>
          <p:nvPr/>
        </p:nvSpPr>
        <p:spPr>
          <a:xfrm>
            <a:off x="501015" y="1279207"/>
            <a:ext cx="712152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P(S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) </a:t>
            </a:r>
            <a:r>
              <a:rPr sz="3200" spc="-10" dirty="0">
                <a:latin typeface="Tahoma"/>
                <a:cs typeface="Tahoma"/>
              </a:rPr>
              <a:t>acyclic </a:t>
            </a:r>
            <a:r>
              <a:rPr sz="3200" i="1" dirty="0">
                <a:latin typeface="Symbol"/>
                <a:cs typeface="Symbol"/>
              </a:rPr>
              <a:t></a:t>
            </a:r>
            <a:r>
              <a:rPr sz="3200" i="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ahoma"/>
                <a:cs typeface="Tahoma"/>
              </a:rPr>
              <a:t>S</a:t>
            </a:r>
            <a:r>
              <a:rPr sz="2000" dirty="0">
                <a:latin typeface="Tahoma"/>
                <a:cs typeface="Tahoma"/>
              </a:rPr>
              <a:t>1 </a:t>
            </a:r>
            <a:r>
              <a:rPr sz="3200" spc="-5" dirty="0">
                <a:latin typeface="Tahoma"/>
                <a:cs typeface="Tahoma"/>
              </a:rPr>
              <a:t>conflict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serializable</a:t>
            </a:r>
            <a:endParaRPr sz="3200" dirty="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597150" y="4764976"/>
            <a:ext cx="1941830" cy="229870"/>
          </a:xfrm>
          <a:custGeom>
            <a:avLst/>
            <a:gdLst/>
            <a:ahLst/>
            <a:cxnLst/>
            <a:rect l="l" t="t" r="r" b="b"/>
            <a:pathLst>
              <a:path w="1941829" h="229870">
                <a:moveTo>
                  <a:pt x="1888986" y="75590"/>
                </a:moveTo>
                <a:lnTo>
                  <a:pt x="1852485" y="75590"/>
                </a:lnTo>
                <a:lnTo>
                  <a:pt x="1852688" y="75336"/>
                </a:lnTo>
                <a:lnTo>
                  <a:pt x="1877199" y="44640"/>
                </a:lnTo>
                <a:lnTo>
                  <a:pt x="1906524" y="14325"/>
                </a:lnTo>
                <a:lnTo>
                  <a:pt x="1925535" y="0"/>
                </a:lnTo>
                <a:lnTo>
                  <a:pt x="1941601" y="23622"/>
                </a:lnTo>
                <a:lnTo>
                  <a:pt x="1936955" y="26797"/>
                </a:lnTo>
                <a:lnTo>
                  <a:pt x="1932876" y="29768"/>
                </a:lnTo>
                <a:lnTo>
                  <a:pt x="1925721" y="35534"/>
                </a:lnTo>
                <a:lnTo>
                  <a:pt x="1925040" y="36080"/>
                </a:lnTo>
                <a:lnTo>
                  <a:pt x="1918515" y="41998"/>
                </a:lnTo>
                <a:lnTo>
                  <a:pt x="1917953" y="42506"/>
                </a:lnTo>
                <a:lnTo>
                  <a:pt x="1911769" y="48717"/>
                </a:lnTo>
                <a:lnTo>
                  <a:pt x="1911311" y="49174"/>
                </a:lnTo>
                <a:lnTo>
                  <a:pt x="1905000" y="56083"/>
                </a:lnTo>
                <a:lnTo>
                  <a:pt x="1898916" y="63207"/>
                </a:lnTo>
                <a:lnTo>
                  <a:pt x="1888986" y="75590"/>
                </a:lnTo>
                <a:close/>
              </a:path>
              <a:path w="1941829" h="229870">
                <a:moveTo>
                  <a:pt x="1936989" y="26772"/>
                </a:moveTo>
                <a:lnTo>
                  <a:pt x="1937321" y="26530"/>
                </a:lnTo>
                <a:lnTo>
                  <a:pt x="1936989" y="26772"/>
                </a:lnTo>
                <a:close/>
              </a:path>
              <a:path w="1941829" h="229870">
                <a:moveTo>
                  <a:pt x="1936955" y="26797"/>
                </a:moveTo>
                <a:close/>
              </a:path>
              <a:path w="1941829" h="229870">
                <a:moveTo>
                  <a:pt x="1933203" y="29530"/>
                </a:moveTo>
                <a:lnTo>
                  <a:pt x="1933397" y="29375"/>
                </a:lnTo>
                <a:lnTo>
                  <a:pt x="1933203" y="29530"/>
                </a:lnTo>
                <a:close/>
              </a:path>
              <a:path w="1941829" h="229870">
                <a:moveTo>
                  <a:pt x="1932906" y="29768"/>
                </a:moveTo>
                <a:lnTo>
                  <a:pt x="1933203" y="29530"/>
                </a:lnTo>
                <a:lnTo>
                  <a:pt x="1932906" y="29768"/>
                </a:lnTo>
                <a:close/>
              </a:path>
              <a:path w="1941829" h="229870">
                <a:moveTo>
                  <a:pt x="1925204" y="35949"/>
                </a:moveTo>
                <a:lnTo>
                  <a:pt x="1925662" y="35534"/>
                </a:lnTo>
                <a:lnTo>
                  <a:pt x="1925204" y="35949"/>
                </a:lnTo>
                <a:close/>
              </a:path>
              <a:path w="1941829" h="229870">
                <a:moveTo>
                  <a:pt x="1925059" y="36080"/>
                </a:moveTo>
                <a:lnTo>
                  <a:pt x="1925204" y="35949"/>
                </a:lnTo>
                <a:lnTo>
                  <a:pt x="1925059" y="36080"/>
                </a:lnTo>
                <a:close/>
              </a:path>
              <a:path w="1941829" h="229870">
                <a:moveTo>
                  <a:pt x="1918219" y="42266"/>
                </a:moveTo>
                <a:lnTo>
                  <a:pt x="1918487" y="41998"/>
                </a:lnTo>
                <a:lnTo>
                  <a:pt x="1918219" y="42266"/>
                </a:lnTo>
                <a:close/>
              </a:path>
              <a:path w="1941829" h="229870">
                <a:moveTo>
                  <a:pt x="1917979" y="42506"/>
                </a:moveTo>
                <a:lnTo>
                  <a:pt x="1918219" y="42266"/>
                </a:lnTo>
                <a:lnTo>
                  <a:pt x="1917979" y="42506"/>
                </a:lnTo>
                <a:close/>
              </a:path>
              <a:path w="1941829" h="229870">
                <a:moveTo>
                  <a:pt x="1911468" y="49017"/>
                </a:moveTo>
                <a:lnTo>
                  <a:pt x="1911743" y="48717"/>
                </a:lnTo>
                <a:lnTo>
                  <a:pt x="1911468" y="49017"/>
                </a:lnTo>
                <a:close/>
              </a:path>
              <a:path w="1941829" h="229870">
                <a:moveTo>
                  <a:pt x="1911325" y="49174"/>
                </a:moveTo>
                <a:lnTo>
                  <a:pt x="1911468" y="49017"/>
                </a:lnTo>
                <a:lnTo>
                  <a:pt x="1911325" y="49174"/>
                </a:lnTo>
                <a:close/>
              </a:path>
              <a:path w="1941829" h="229870">
                <a:moveTo>
                  <a:pt x="1905229" y="55832"/>
                </a:moveTo>
                <a:close/>
              </a:path>
              <a:path w="1941829" h="229870">
                <a:moveTo>
                  <a:pt x="1905014" y="56083"/>
                </a:moveTo>
                <a:lnTo>
                  <a:pt x="1905229" y="55832"/>
                </a:lnTo>
                <a:lnTo>
                  <a:pt x="1905014" y="56083"/>
                </a:lnTo>
                <a:close/>
              </a:path>
              <a:path w="1941829" h="229870">
                <a:moveTo>
                  <a:pt x="1899187" y="62891"/>
                </a:moveTo>
                <a:close/>
              </a:path>
              <a:path w="1941829" h="229870">
                <a:moveTo>
                  <a:pt x="1898933" y="63207"/>
                </a:moveTo>
                <a:lnTo>
                  <a:pt x="1899187" y="62891"/>
                </a:lnTo>
                <a:lnTo>
                  <a:pt x="1898933" y="63207"/>
                </a:lnTo>
                <a:close/>
              </a:path>
              <a:path w="1941829" h="229870">
                <a:moveTo>
                  <a:pt x="1852653" y="75378"/>
                </a:moveTo>
                <a:close/>
              </a:path>
              <a:path w="1941829" h="229870">
                <a:moveTo>
                  <a:pt x="1883146" y="82918"/>
                </a:moveTo>
                <a:lnTo>
                  <a:pt x="1846376" y="82918"/>
                </a:lnTo>
                <a:lnTo>
                  <a:pt x="1846643" y="82600"/>
                </a:lnTo>
                <a:lnTo>
                  <a:pt x="1852653" y="75378"/>
                </a:lnTo>
                <a:lnTo>
                  <a:pt x="1852485" y="75590"/>
                </a:lnTo>
                <a:lnTo>
                  <a:pt x="1888986" y="75590"/>
                </a:lnTo>
                <a:lnTo>
                  <a:pt x="1883146" y="82918"/>
                </a:lnTo>
                <a:close/>
              </a:path>
              <a:path w="1941829" h="229870">
                <a:moveTo>
                  <a:pt x="1886999" y="78063"/>
                </a:moveTo>
                <a:close/>
              </a:path>
              <a:path w="1941829" h="229870">
                <a:moveTo>
                  <a:pt x="1886966" y="78105"/>
                </a:moveTo>
                <a:close/>
              </a:path>
              <a:path w="1941829" h="229870">
                <a:moveTo>
                  <a:pt x="1846600" y="82649"/>
                </a:moveTo>
                <a:close/>
              </a:path>
              <a:path w="1941829" h="229870">
                <a:moveTo>
                  <a:pt x="1877451" y="90093"/>
                </a:moveTo>
                <a:lnTo>
                  <a:pt x="1840039" y="90093"/>
                </a:lnTo>
                <a:lnTo>
                  <a:pt x="1840407" y="89687"/>
                </a:lnTo>
                <a:lnTo>
                  <a:pt x="1846600" y="82649"/>
                </a:lnTo>
                <a:lnTo>
                  <a:pt x="1846376" y="82918"/>
                </a:lnTo>
                <a:lnTo>
                  <a:pt x="1883146" y="82918"/>
                </a:lnTo>
                <a:lnTo>
                  <a:pt x="1877451" y="90093"/>
                </a:lnTo>
                <a:close/>
              </a:path>
              <a:path w="1941829" h="229870">
                <a:moveTo>
                  <a:pt x="85801" y="170408"/>
                </a:moveTo>
                <a:lnTo>
                  <a:pt x="0" y="127698"/>
                </a:lnTo>
                <a:lnTo>
                  <a:pt x="85648" y="84683"/>
                </a:lnTo>
                <a:lnTo>
                  <a:pt x="85699" y="113257"/>
                </a:lnTo>
                <a:lnTo>
                  <a:pt x="64262" y="113296"/>
                </a:lnTo>
                <a:lnTo>
                  <a:pt x="64325" y="141871"/>
                </a:lnTo>
                <a:lnTo>
                  <a:pt x="85750" y="141871"/>
                </a:lnTo>
                <a:lnTo>
                  <a:pt x="85801" y="170408"/>
                </a:lnTo>
                <a:close/>
              </a:path>
              <a:path w="1941829" h="229870">
                <a:moveTo>
                  <a:pt x="1840273" y="89828"/>
                </a:moveTo>
                <a:lnTo>
                  <a:pt x="1840397" y="89687"/>
                </a:lnTo>
                <a:lnTo>
                  <a:pt x="1840273" y="89828"/>
                </a:lnTo>
                <a:close/>
              </a:path>
              <a:path w="1941829" h="229870">
                <a:moveTo>
                  <a:pt x="1871809" y="97027"/>
                </a:moveTo>
                <a:lnTo>
                  <a:pt x="1833410" y="97027"/>
                </a:lnTo>
                <a:lnTo>
                  <a:pt x="1833879" y="96558"/>
                </a:lnTo>
                <a:lnTo>
                  <a:pt x="1840273" y="89828"/>
                </a:lnTo>
                <a:lnTo>
                  <a:pt x="1840039" y="90093"/>
                </a:lnTo>
                <a:lnTo>
                  <a:pt x="1877451" y="90093"/>
                </a:lnTo>
                <a:lnTo>
                  <a:pt x="1874659" y="93611"/>
                </a:lnTo>
                <a:lnTo>
                  <a:pt x="1871809" y="97027"/>
                </a:lnTo>
                <a:close/>
              </a:path>
              <a:path w="1941829" h="229870">
                <a:moveTo>
                  <a:pt x="1833636" y="96790"/>
                </a:moveTo>
                <a:lnTo>
                  <a:pt x="1833858" y="96558"/>
                </a:lnTo>
                <a:lnTo>
                  <a:pt x="1833636" y="96790"/>
                </a:lnTo>
                <a:close/>
              </a:path>
              <a:path w="1941829" h="229870">
                <a:moveTo>
                  <a:pt x="1866117" y="103720"/>
                </a:moveTo>
                <a:lnTo>
                  <a:pt x="1826374" y="103720"/>
                </a:lnTo>
                <a:lnTo>
                  <a:pt x="1826945" y="103200"/>
                </a:lnTo>
                <a:lnTo>
                  <a:pt x="1833636" y="96790"/>
                </a:lnTo>
                <a:lnTo>
                  <a:pt x="1833410" y="97027"/>
                </a:lnTo>
                <a:lnTo>
                  <a:pt x="1871809" y="97027"/>
                </a:lnTo>
                <a:lnTo>
                  <a:pt x="1868068" y="101511"/>
                </a:lnTo>
                <a:lnTo>
                  <a:pt x="1866117" y="103720"/>
                </a:lnTo>
                <a:close/>
              </a:path>
              <a:path w="1941829" h="229870">
                <a:moveTo>
                  <a:pt x="1826697" y="103412"/>
                </a:moveTo>
                <a:lnTo>
                  <a:pt x="1826919" y="103200"/>
                </a:lnTo>
                <a:lnTo>
                  <a:pt x="1826697" y="103412"/>
                </a:lnTo>
                <a:close/>
              </a:path>
              <a:path w="1941829" h="229870">
                <a:moveTo>
                  <a:pt x="1860392" y="110147"/>
                </a:moveTo>
                <a:lnTo>
                  <a:pt x="1818817" y="110147"/>
                </a:lnTo>
                <a:lnTo>
                  <a:pt x="1819313" y="109753"/>
                </a:lnTo>
                <a:lnTo>
                  <a:pt x="1826697" y="103412"/>
                </a:lnTo>
                <a:lnTo>
                  <a:pt x="1826374" y="103720"/>
                </a:lnTo>
                <a:lnTo>
                  <a:pt x="1866117" y="103720"/>
                </a:lnTo>
                <a:lnTo>
                  <a:pt x="1861096" y="109410"/>
                </a:lnTo>
                <a:lnTo>
                  <a:pt x="1860392" y="110147"/>
                </a:lnTo>
                <a:close/>
              </a:path>
              <a:path w="1941829" h="229870">
                <a:moveTo>
                  <a:pt x="1818916" y="110063"/>
                </a:moveTo>
                <a:lnTo>
                  <a:pt x="1819278" y="109753"/>
                </a:lnTo>
                <a:lnTo>
                  <a:pt x="1818916" y="110063"/>
                </a:lnTo>
                <a:close/>
              </a:path>
              <a:path w="1941829" h="229870">
                <a:moveTo>
                  <a:pt x="1857542" y="113131"/>
                </a:moveTo>
                <a:lnTo>
                  <a:pt x="1814982" y="113131"/>
                </a:lnTo>
                <a:lnTo>
                  <a:pt x="1815338" y="112864"/>
                </a:lnTo>
                <a:lnTo>
                  <a:pt x="1818916" y="110063"/>
                </a:lnTo>
                <a:lnTo>
                  <a:pt x="1860392" y="110147"/>
                </a:lnTo>
                <a:lnTo>
                  <a:pt x="1857542" y="113131"/>
                </a:lnTo>
                <a:close/>
              </a:path>
              <a:path w="1941829" h="229870">
                <a:moveTo>
                  <a:pt x="85750" y="141833"/>
                </a:moveTo>
                <a:lnTo>
                  <a:pt x="85699" y="113257"/>
                </a:lnTo>
                <a:lnTo>
                  <a:pt x="106464" y="113220"/>
                </a:lnTo>
                <a:lnTo>
                  <a:pt x="212813" y="112737"/>
                </a:lnTo>
                <a:lnTo>
                  <a:pt x="531672" y="111315"/>
                </a:lnTo>
                <a:lnTo>
                  <a:pt x="851509" y="113423"/>
                </a:lnTo>
                <a:lnTo>
                  <a:pt x="899883" y="119799"/>
                </a:lnTo>
                <a:lnTo>
                  <a:pt x="966534" y="137626"/>
                </a:lnTo>
                <a:lnTo>
                  <a:pt x="973023" y="139522"/>
                </a:lnTo>
                <a:lnTo>
                  <a:pt x="974351" y="139890"/>
                </a:lnTo>
                <a:lnTo>
                  <a:pt x="531710" y="139890"/>
                </a:lnTo>
                <a:lnTo>
                  <a:pt x="425488" y="140195"/>
                </a:lnTo>
                <a:lnTo>
                  <a:pt x="85750" y="141833"/>
                </a:lnTo>
                <a:close/>
              </a:path>
              <a:path w="1941829" h="229870">
                <a:moveTo>
                  <a:pt x="1815099" y="113040"/>
                </a:moveTo>
                <a:lnTo>
                  <a:pt x="1815324" y="112864"/>
                </a:lnTo>
                <a:lnTo>
                  <a:pt x="1815099" y="113040"/>
                </a:lnTo>
                <a:close/>
              </a:path>
              <a:path w="1941829" h="229870">
                <a:moveTo>
                  <a:pt x="1854631" y="116179"/>
                </a:moveTo>
                <a:lnTo>
                  <a:pt x="1810829" y="116179"/>
                </a:lnTo>
                <a:lnTo>
                  <a:pt x="1811197" y="115912"/>
                </a:lnTo>
                <a:lnTo>
                  <a:pt x="1815099" y="113040"/>
                </a:lnTo>
                <a:lnTo>
                  <a:pt x="1857542" y="113131"/>
                </a:lnTo>
                <a:lnTo>
                  <a:pt x="1854631" y="116179"/>
                </a:lnTo>
                <a:close/>
              </a:path>
              <a:path w="1941829" h="229870">
                <a:moveTo>
                  <a:pt x="64325" y="141871"/>
                </a:moveTo>
                <a:lnTo>
                  <a:pt x="64262" y="113296"/>
                </a:lnTo>
                <a:lnTo>
                  <a:pt x="85699" y="113257"/>
                </a:lnTo>
                <a:lnTo>
                  <a:pt x="85750" y="141833"/>
                </a:lnTo>
                <a:lnTo>
                  <a:pt x="64325" y="141871"/>
                </a:lnTo>
                <a:close/>
              </a:path>
              <a:path w="1941829" h="229870">
                <a:moveTo>
                  <a:pt x="1811116" y="115968"/>
                </a:moveTo>
                <a:close/>
              </a:path>
              <a:path w="1941829" h="229870">
                <a:moveTo>
                  <a:pt x="1848612" y="121996"/>
                </a:moveTo>
                <a:lnTo>
                  <a:pt x="1802320" y="121996"/>
                </a:lnTo>
                <a:lnTo>
                  <a:pt x="1811116" y="115968"/>
                </a:lnTo>
                <a:lnTo>
                  <a:pt x="1810829" y="116179"/>
                </a:lnTo>
                <a:lnTo>
                  <a:pt x="1854631" y="116179"/>
                </a:lnTo>
                <a:lnTo>
                  <a:pt x="1853523" y="117309"/>
                </a:lnTo>
                <a:lnTo>
                  <a:pt x="1848612" y="121996"/>
                </a:lnTo>
                <a:close/>
              </a:path>
              <a:path w="1941829" h="229870">
                <a:moveTo>
                  <a:pt x="1829675" y="137782"/>
                </a:moveTo>
                <a:lnTo>
                  <a:pt x="1776984" y="137782"/>
                </a:lnTo>
                <a:lnTo>
                  <a:pt x="1777263" y="137617"/>
                </a:lnTo>
                <a:lnTo>
                  <a:pt x="1785620" y="132664"/>
                </a:lnTo>
                <a:lnTo>
                  <a:pt x="1794052" y="127406"/>
                </a:lnTo>
                <a:lnTo>
                  <a:pt x="1802574" y="121818"/>
                </a:lnTo>
                <a:lnTo>
                  <a:pt x="1802320" y="121996"/>
                </a:lnTo>
                <a:lnTo>
                  <a:pt x="1848612" y="121996"/>
                </a:lnTo>
                <a:lnTo>
                  <a:pt x="1846097" y="124396"/>
                </a:lnTo>
                <a:lnTo>
                  <a:pt x="1845525" y="124917"/>
                </a:lnTo>
                <a:lnTo>
                  <a:pt x="1837397" y="131864"/>
                </a:lnTo>
                <a:lnTo>
                  <a:pt x="1832241" y="135902"/>
                </a:lnTo>
                <a:lnTo>
                  <a:pt x="1829675" y="137782"/>
                </a:lnTo>
                <a:close/>
              </a:path>
              <a:path w="1941829" h="229870">
                <a:moveTo>
                  <a:pt x="1793786" y="127571"/>
                </a:moveTo>
                <a:lnTo>
                  <a:pt x="1794038" y="127406"/>
                </a:lnTo>
                <a:lnTo>
                  <a:pt x="1793786" y="127571"/>
                </a:lnTo>
                <a:close/>
              </a:path>
              <a:path w="1941829" h="229870">
                <a:moveTo>
                  <a:pt x="1785340" y="132829"/>
                </a:moveTo>
                <a:lnTo>
                  <a:pt x="1785605" y="132664"/>
                </a:lnTo>
                <a:lnTo>
                  <a:pt x="1785340" y="132829"/>
                </a:lnTo>
                <a:close/>
              </a:path>
              <a:path w="1941829" h="229870">
                <a:moveTo>
                  <a:pt x="1777247" y="137626"/>
                </a:moveTo>
                <a:close/>
              </a:path>
              <a:path w="1941829" h="229870">
                <a:moveTo>
                  <a:pt x="1823027" y="142443"/>
                </a:moveTo>
                <a:lnTo>
                  <a:pt x="1768690" y="142443"/>
                </a:lnTo>
                <a:lnTo>
                  <a:pt x="1777247" y="137626"/>
                </a:lnTo>
                <a:lnTo>
                  <a:pt x="1776984" y="137782"/>
                </a:lnTo>
                <a:lnTo>
                  <a:pt x="1829675" y="137782"/>
                </a:lnTo>
                <a:lnTo>
                  <a:pt x="1827296" y="139522"/>
                </a:lnTo>
                <a:lnTo>
                  <a:pt x="1823027" y="142443"/>
                </a:lnTo>
                <a:close/>
              </a:path>
              <a:path w="1941829" h="229870">
                <a:moveTo>
                  <a:pt x="531750" y="139890"/>
                </a:moveTo>
                <a:close/>
              </a:path>
              <a:path w="1941829" h="229870">
                <a:moveTo>
                  <a:pt x="850529" y="141983"/>
                </a:moveTo>
                <a:lnTo>
                  <a:pt x="797420" y="141198"/>
                </a:lnTo>
                <a:lnTo>
                  <a:pt x="744245" y="140614"/>
                </a:lnTo>
                <a:lnTo>
                  <a:pt x="691095" y="140220"/>
                </a:lnTo>
                <a:lnTo>
                  <a:pt x="637959" y="139979"/>
                </a:lnTo>
                <a:lnTo>
                  <a:pt x="531750" y="139890"/>
                </a:lnTo>
                <a:lnTo>
                  <a:pt x="974351" y="139890"/>
                </a:lnTo>
                <a:lnTo>
                  <a:pt x="981677" y="141973"/>
                </a:lnTo>
                <a:lnTo>
                  <a:pt x="850290" y="141973"/>
                </a:lnTo>
                <a:lnTo>
                  <a:pt x="850529" y="141983"/>
                </a:lnTo>
                <a:close/>
              </a:path>
              <a:path w="1941829" h="229870">
                <a:moveTo>
                  <a:pt x="85750" y="141871"/>
                </a:moveTo>
                <a:lnTo>
                  <a:pt x="64325" y="141871"/>
                </a:lnTo>
                <a:lnTo>
                  <a:pt x="85750" y="141833"/>
                </a:lnTo>
                <a:close/>
              </a:path>
              <a:path w="1941829" h="229870">
                <a:moveTo>
                  <a:pt x="855675" y="142207"/>
                </a:moveTo>
                <a:lnTo>
                  <a:pt x="850529" y="141983"/>
                </a:lnTo>
                <a:lnTo>
                  <a:pt x="850684" y="141986"/>
                </a:lnTo>
                <a:lnTo>
                  <a:pt x="981722" y="141986"/>
                </a:lnTo>
                <a:lnTo>
                  <a:pt x="982437" y="142189"/>
                </a:lnTo>
                <a:lnTo>
                  <a:pt x="855408" y="142189"/>
                </a:lnTo>
                <a:lnTo>
                  <a:pt x="855675" y="142207"/>
                </a:lnTo>
                <a:close/>
              </a:path>
              <a:path w="1941829" h="229870">
                <a:moveTo>
                  <a:pt x="982526" y="142214"/>
                </a:moveTo>
                <a:lnTo>
                  <a:pt x="855718" y="142207"/>
                </a:lnTo>
                <a:lnTo>
                  <a:pt x="855408" y="142189"/>
                </a:lnTo>
                <a:lnTo>
                  <a:pt x="982437" y="142189"/>
                </a:lnTo>
                <a:close/>
              </a:path>
              <a:path w="1941829" h="229870">
                <a:moveTo>
                  <a:pt x="983822" y="142582"/>
                </a:moveTo>
                <a:lnTo>
                  <a:pt x="861009" y="142582"/>
                </a:lnTo>
                <a:lnTo>
                  <a:pt x="855675" y="142207"/>
                </a:lnTo>
                <a:lnTo>
                  <a:pt x="855827" y="142214"/>
                </a:lnTo>
                <a:lnTo>
                  <a:pt x="982526" y="142214"/>
                </a:lnTo>
                <a:lnTo>
                  <a:pt x="983822" y="142582"/>
                </a:lnTo>
                <a:close/>
              </a:path>
              <a:path w="1941829" h="229870">
                <a:moveTo>
                  <a:pt x="1816569" y="146812"/>
                </a:moveTo>
                <a:lnTo>
                  <a:pt x="1760461" y="146812"/>
                </a:lnTo>
                <a:lnTo>
                  <a:pt x="1760753" y="146659"/>
                </a:lnTo>
                <a:lnTo>
                  <a:pt x="1768983" y="142278"/>
                </a:lnTo>
                <a:lnTo>
                  <a:pt x="1768690" y="142443"/>
                </a:lnTo>
                <a:lnTo>
                  <a:pt x="1823027" y="142443"/>
                </a:lnTo>
                <a:lnTo>
                  <a:pt x="1818220" y="145732"/>
                </a:lnTo>
                <a:lnTo>
                  <a:pt x="1816569" y="146812"/>
                </a:lnTo>
                <a:close/>
              </a:path>
              <a:path w="1941829" h="229870">
                <a:moveTo>
                  <a:pt x="985698" y="143116"/>
                </a:moveTo>
                <a:lnTo>
                  <a:pt x="866292" y="143116"/>
                </a:lnTo>
                <a:lnTo>
                  <a:pt x="860628" y="142557"/>
                </a:lnTo>
                <a:lnTo>
                  <a:pt x="861009" y="142582"/>
                </a:lnTo>
                <a:lnTo>
                  <a:pt x="983822" y="142582"/>
                </a:lnTo>
                <a:lnTo>
                  <a:pt x="985698" y="143116"/>
                </a:lnTo>
                <a:close/>
              </a:path>
              <a:path w="1941829" h="229870">
                <a:moveTo>
                  <a:pt x="871651" y="143789"/>
                </a:moveTo>
                <a:lnTo>
                  <a:pt x="866053" y="143092"/>
                </a:lnTo>
                <a:lnTo>
                  <a:pt x="866292" y="143116"/>
                </a:lnTo>
                <a:lnTo>
                  <a:pt x="985698" y="143116"/>
                </a:lnTo>
                <a:lnTo>
                  <a:pt x="987797" y="143713"/>
                </a:lnTo>
                <a:lnTo>
                  <a:pt x="871181" y="143713"/>
                </a:lnTo>
                <a:lnTo>
                  <a:pt x="871651" y="143789"/>
                </a:lnTo>
                <a:close/>
              </a:path>
              <a:path w="1941829" h="229870">
                <a:moveTo>
                  <a:pt x="994231" y="145541"/>
                </a:moveTo>
                <a:lnTo>
                  <a:pt x="882751" y="145541"/>
                </a:lnTo>
                <a:lnTo>
                  <a:pt x="871181" y="143713"/>
                </a:lnTo>
                <a:lnTo>
                  <a:pt x="987797" y="143713"/>
                </a:lnTo>
                <a:lnTo>
                  <a:pt x="994231" y="145541"/>
                </a:lnTo>
                <a:close/>
              </a:path>
              <a:path w="1941829" h="229870">
                <a:moveTo>
                  <a:pt x="1002431" y="147751"/>
                </a:moveTo>
                <a:lnTo>
                  <a:pt x="893965" y="147751"/>
                </a:lnTo>
                <a:lnTo>
                  <a:pt x="882405" y="145487"/>
                </a:lnTo>
                <a:lnTo>
                  <a:pt x="882751" y="145541"/>
                </a:lnTo>
                <a:lnTo>
                  <a:pt x="994231" y="145541"/>
                </a:lnTo>
                <a:lnTo>
                  <a:pt x="997000" y="146329"/>
                </a:lnTo>
                <a:lnTo>
                  <a:pt x="1002431" y="147751"/>
                </a:lnTo>
                <a:close/>
              </a:path>
              <a:path w="1941829" h="229870">
                <a:moveTo>
                  <a:pt x="1760652" y="146710"/>
                </a:moveTo>
                <a:close/>
              </a:path>
              <a:path w="1941829" h="229870">
                <a:moveTo>
                  <a:pt x="1804157" y="154774"/>
                </a:moveTo>
                <a:lnTo>
                  <a:pt x="1744129" y="154774"/>
                </a:lnTo>
                <a:lnTo>
                  <a:pt x="1752587" y="150774"/>
                </a:lnTo>
                <a:lnTo>
                  <a:pt x="1760652" y="146710"/>
                </a:lnTo>
                <a:lnTo>
                  <a:pt x="1760461" y="146812"/>
                </a:lnTo>
                <a:lnTo>
                  <a:pt x="1816569" y="146812"/>
                </a:lnTo>
                <a:lnTo>
                  <a:pt x="1809165" y="151650"/>
                </a:lnTo>
                <a:lnTo>
                  <a:pt x="1804157" y="154774"/>
                </a:lnTo>
                <a:close/>
              </a:path>
              <a:path w="1941829" h="229870">
                <a:moveTo>
                  <a:pt x="1012677" y="150355"/>
                </a:moveTo>
                <a:lnTo>
                  <a:pt x="905421" y="150355"/>
                </a:lnTo>
                <a:lnTo>
                  <a:pt x="893767" y="147712"/>
                </a:lnTo>
                <a:lnTo>
                  <a:pt x="893965" y="147751"/>
                </a:lnTo>
                <a:lnTo>
                  <a:pt x="1002431" y="147751"/>
                </a:lnTo>
                <a:lnTo>
                  <a:pt x="1008646" y="149390"/>
                </a:lnTo>
                <a:lnTo>
                  <a:pt x="1012677" y="150355"/>
                </a:lnTo>
                <a:close/>
              </a:path>
              <a:path w="1941829" h="229870">
                <a:moveTo>
                  <a:pt x="1025486" y="153301"/>
                </a:moveTo>
                <a:lnTo>
                  <a:pt x="917092" y="153301"/>
                </a:lnTo>
                <a:lnTo>
                  <a:pt x="905269" y="150320"/>
                </a:lnTo>
                <a:lnTo>
                  <a:pt x="905421" y="150355"/>
                </a:lnTo>
                <a:lnTo>
                  <a:pt x="1012677" y="150355"/>
                </a:lnTo>
                <a:lnTo>
                  <a:pt x="1019824" y="152082"/>
                </a:lnTo>
                <a:lnTo>
                  <a:pt x="1025486" y="153301"/>
                </a:lnTo>
                <a:close/>
              </a:path>
              <a:path w="1941829" h="229870">
                <a:moveTo>
                  <a:pt x="1752282" y="150914"/>
                </a:moveTo>
                <a:lnTo>
                  <a:pt x="1752560" y="150774"/>
                </a:lnTo>
                <a:lnTo>
                  <a:pt x="1752282" y="150914"/>
                </a:lnTo>
                <a:close/>
              </a:path>
              <a:path w="1941829" h="229870">
                <a:moveTo>
                  <a:pt x="1042369" y="156502"/>
                </a:moveTo>
                <a:lnTo>
                  <a:pt x="928869" y="156489"/>
                </a:lnTo>
                <a:lnTo>
                  <a:pt x="916838" y="153238"/>
                </a:lnTo>
                <a:lnTo>
                  <a:pt x="917092" y="153301"/>
                </a:lnTo>
                <a:lnTo>
                  <a:pt x="1025486" y="153301"/>
                </a:lnTo>
                <a:lnTo>
                  <a:pt x="1030903" y="154457"/>
                </a:lnTo>
                <a:lnTo>
                  <a:pt x="1031379" y="154559"/>
                </a:lnTo>
                <a:lnTo>
                  <a:pt x="1042100" y="156451"/>
                </a:lnTo>
                <a:lnTo>
                  <a:pt x="1042369" y="156502"/>
                </a:lnTo>
                <a:close/>
              </a:path>
              <a:path w="1941829" h="229870">
                <a:moveTo>
                  <a:pt x="1031467" y="154559"/>
                </a:moveTo>
                <a:lnTo>
                  <a:pt x="1030935" y="154464"/>
                </a:lnTo>
                <a:lnTo>
                  <a:pt x="1031467" y="154559"/>
                </a:lnTo>
                <a:close/>
              </a:path>
              <a:path w="1941829" h="229870">
                <a:moveTo>
                  <a:pt x="1798296" y="158369"/>
                </a:moveTo>
                <a:lnTo>
                  <a:pt x="1736013" y="158369"/>
                </a:lnTo>
                <a:lnTo>
                  <a:pt x="1736318" y="158241"/>
                </a:lnTo>
                <a:lnTo>
                  <a:pt x="1744446" y="154622"/>
                </a:lnTo>
                <a:lnTo>
                  <a:pt x="1744129" y="154774"/>
                </a:lnTo>
                <a:lnTo>
                  <a:pt x="1804157" y="154774"/>
                </a:lnTo>
                <a:lnTo>
                  <a:pt x="1800186" y="157251"/>
                </a:lnTo>
                <a:lnTo>
                  <a:pt x="1798296" y="158369"/>
                </a:lnTo>
                <a:close/>
              </a:path>
              <a:path w="1941829" h="229870">
                <a:moveTo>
                  <a:pt x="1063836" y="159893"/>
                </a:moveTo>
                <a:lnTo>
                  <a:pt x="940854" y="159893"/>
                </a:lnTo>
                <a:lnTo>
                  <a:pt x="928751" y="156463"/>
                </a:lnTo>
                <a:lnTo>
                  <a:pt x="928916" y="156502"/>
                </a:lnTo>
                <a:lnTo>
                  <a:pt x="1042369" y="156502"/>
                </a:lnTo>
                <a:lnTo>
                  <a:pt x="1063836" y="159893"/>
                </a:lnTo>
                <a:close/>
              </a:path>
              <a:path w="1941829" h="229870">
                <a:moveTo>
                  <a:pt x="1736017" y="158367"/>
                </a:moveTo>
                <a:lnTo>
                  <a:pt x="1736299" y="158241"/>
                </a:lnTo>
                <a:lnTo>
                  <a:pt x="1736017" y="158367"/>
                </a:lnTo>
                <a:close/>
              </a:path>
              <a:path w="1941829" h="229870">
                <a:moveTo>
                  <a:pt x="1792581" y="161747"/>
                </a:moveTo>
                <a:lnTo>
                  <a:pt x="1727898" y="161747"/>
                </a:lnTo>
                <a:lnTo>
                  <a:pt x="1728215" y="161620"/>
                </a:lnTo>
                <a:lnTo>
                  <a:pt x="1736017" y="158367"/>
                </a:lnTo>
                <a:lnTo>
                  <a:pt x="1798296" y="158369"/>
                </a:lnTo>
                <a:lnTo>
                  <a:pt x="1792581" y="161747"/>
                </a:lnTo>
                <a:close/>
              </a:path>
              <a:path w="1941829" h="229870">
                <a:moveTo>
                  <a:pt x="1529524" y="229273"/>
                </a:moveTo>
                <a:lnTo>
                  <a:pt x="1406118" y="222097"/>
                </a:lnTo>
                <a:lnTo>
                  <a:pt x="1283385" y="213575"/>
                </a:lnTo>
                <a:lnTo>
                  <a:pt x="1221917" y="208191"/>
                </a:lnTo>
                <a:lnTo>
                  <a:pt x="1160513" y="201739"/>
                </a:lnTo>
                <a:lnTo>
                  <a:pt x="1099019" y="193967"/>
                </a:lnTo>
                <a:lnTo>
                  <a:pt x="1037239" y="184619"/>
                </a:lnTo>
                <a:lnTo>
                  <a:pt x="989202" y="173812"/>
                </a:lnTo>
                <a:lnTo>
                  <a:pt x="940752" y="159867"/>
                </a:lnTo>
                <a:lnTo>
                  <a:pt x="1063836" y="159893"/>
                </a:lnTo>
                <a:lnTo>
                  <a:pt x="1072519" y="161264"/>
                </a:lnTo>
                <a:lnTo>
                  <a:pt x="1102933" y="165658"/>
                </a:lnTo>
                <a:lnTo>
                  <a:pt x="1133525" y="169710"/>
                </a:lnTo>
                <a:lnTo>
                  <a:pt x="1163824" y="173355"/>
                </a:lnTo>
                <a:lnTo>
                  <a:pt x="1194230" y="176695"/>
                </a:lnTo>
                <a:lnTo>
                  <a:pt x="1224648" y="179743"/>
                </a:lnTo>
                <a:lnTo>
                  <a:pt x="1255217" y="182549"/>
                </a:lnTo>
                <a:lnTo>
                  <a:pt x="1285684" y="185102"/>
                </a:lnTo>
                <a:lnTo>
                  <a:pt x="1316177" y="187451"/>
                </a:lnTo>
                <a:lnTo>
                  <a:pt x="1346720" y="189623"/>
                </a:lnTo>
                <a:lnTo>
                  <a:pt x="1407972" y="193586"/>
                </a:lnTo>
                <a:lnTo>
                  <a:pt x="1529963" y="200678"/>
                </a:lnTo>
                <a:lnTo>
                  <a:pt x="1528762" y="200812"/>
                </a:lnTo>
                <a:lnTo>
                  <a:pt x="1702623" y="200812"/>
                </a:lnTo>
                <a:lnTo>
                  <a:pt x="1694840" y="203073"/>
                </a:lnTo>
                <a:lnTo>
                  <a:pt x="1650060" y="213461"/>
                </a:lnTo>
                <a:lnTo>
                  <a:pt x="1593608" y="222135"/>
                </a:lnTo>
                <a:lnTo>
                  <a:pt x="1531937" y="229209"/>
                </a:lnTo>
                <a:lnTo>
                  <a:pt x="1529524" y="229273"/>
                </a:lnTo>
                <a:close/>
              </a:path>
              <a:path w="1941829" h="229870">
                <a:moveTo>
                  <a:pt x="1728025" y="161694"/>
                </a:moveTo>
                <a:lnTo>
                  <a:pt x="1728203" y="161620"/>
                </a:lnTo>
                <a:lnTo>
                  <a:pt x="1728025" y="161694"/>
                </a:lnTo>
                <a:close/>
              </a:path>
              <a:path w="1941829" h="229870">
                <a:moveTo>
                  <a:pt x="1787042" y="164896"/>
                </a:moveTo>
                <a:lnTo>
                  <a:pt x="1719795" y="164896"/>
                </a:lnTo>
                <a:lnTo>
                  <a:pt x="1720100" y="164782"/>
                </a:lnTo>
                <a:lnTo>
                  <a:pt x="1728025" y="161694"/>
                </a:lnTo>
                <a:lnTo>
                  <a:pt x="1792581" y="161747"/>
                </a:lnTo>
                <a:lnTo>
                  <a:pt x="1791271" y="162521"/>
                </a:lnTo>
                <a:lnTo>
                  <a:pt x="1787042" y="164896"/>
                </a:lnTo>
                <a:close/>
              </a:path>
              <a:path w="1941829" h="229870">
                <a:moveTo>
                  <a:pt x="1719932" y="164843"/>
                </a:moveTo>
                <a:lnTo>
                  <a:pt x="1720089" y="164782"/>
                </a:lnTo>
                <a:lnTo>
                  <a:pt x="1719932" y="164843"/>
                </a:lnTo>
                <a:close/>
              </a:path>
              <a:path w="1941829" h="229870">
                <a:moveTo>
                  <a:pt x="1781762" y="167843"/>
                </a:moveTo>
                <a:lnTo>
                  <a:pt x="1711680" y="167843"/>
                </a:lnTo>
                <a:lnTo>
                  <a:pt x="1711972" y="167741"/>
                </a:lnTo>
                <a:lnTo>
                  <a:pt x="1719932" y="164843"/>
                </a:lnTo>
                <a:lnTo>
                  <a:pt x="1719795" y="164896"/>
                </a:lnTo>
                <a:lnTo>
                  <a:pt x="1787042" y="164896"/>
                </a:lnTo>
                <a:lnTo>
                  <a:pt x="1781762" y="167843"/>
                </a:lnTo>
                <a:close/>
              </a:path>
              <a:path w="1941829" h="229870">
                <a:moveTo>
                  <a:pt x="1711790" y="167803"/>
                </a:moveTo>
                <a:lnTo>
                  <a:pt x="1711960" y="167741"/>
                </a:lnTo>
                <a:lnTo>
                  <a:pt x="1711790" y="167803"/>
                </a:lnTo>
                <a:close/>
              </a:path>
              <a:path w="1941829" h="229870">
                <a:moveTo>
                  <a:pt x="1766878" y="175564"/>
                </a:moveTo>
                <a:lnTo>
                  <a:pt x="1687118" y="175564"/>
                </a:lnTo>
                <a:lnTo>
                  <a:pt x="1687398" y="175488"/>
                </a:lnTo>
                <a:lnTo>
                  <a:pt x="1695627" y="173088"/>
                </a:lnTo>
                <a:lnTo>
                  <a:pt x="1703819" y="170510"/>
                </a:lnTo>
                <a:lnTo>
                  <a:pt x="1711790" y="167803"/>
                </a:lnTo>
                <a:lnTo>
                  <a:pt x="1781762" y="167843"/>
                </a:lnTo>
                <a:lnTo>
                  <a:pt x="1773580" y="172199"/>
                </a:lnTo>
                <a:lnTo>
                  <a:pt x="1766878" y="175564"/>
                </a:lnTo>
                <a:close/>
              </a:path>
              <a:path w="1941829" h="229870">
                <a:moveTo>
                  <a:pt x="1703527" y="170599"/>
                </a:moveTo>
                <a:lnTo>
                  <a:pt x="1703789" y="170510"/>
                </a:lnTo>
                <a:lnTo>
                  <a:pt x="1703527" y="170599"/>
                </a:lnTo>
                <a:close/>
              </a:path>
              <a:path w="1941829" h="229870">
                <a:moveTo>
                  <a:pt x="1695348" y="173164"/>
                </a:moveTo>
                <a:lnTo>
                  <a:pt x="1695591" y="173088"/>
                </a:lnTo>
                <a:lnTo>
                  <a:pt x="1695348" y="173164"/>
                </a:lnTo>
                <a:close/>
              </a:path>
              <a:path w="1941829" h="229870">
                <a:moveTo>
                  <a:pt x="1687159" y="175553"/>
                </a:moveTo>
                <a:lnTo>
                  <a:pt x="1687380" y="175488"/>
                </a:lnTo>
                <a:lnTo>
                  <a:pt x="1687159" y="175553"/>
                </a:lnTo>
                <a:close/>
              </a:path>
              <a:path w="1941829" h="229870">
                <a:moveTo>
                  <a:pt x="1757842" y="179895"/>
                </a:moveTo>
                <a:lnTo>
                  <a:pt x="1670456" y="179895"/>
                </a:lnTo>
                <a:lnTo>
                  <a:pt x="1679092" y="177736"/>
                </a:lnTo>
                <a:lnTo>
                  <a:pt x="1687159" y="175553"/>
                </a:lnTo>
                <a:lnTo>
                  <a:pt x="1766878" y="175564"/>
                </a:lnTo>
                <a:lnTo>
                  <a:pt x="1764589" y="176707"/>
                </a:lnTo>
                <a:lnTo>
                  <a:pt x="1757842" y="179895"/>
                </a:lnTo>
                <a:close/>
              </a:path>
              <a:path w="1941829" h="229870">
                <a:moveTo>
                  <a:pt x="1678825" y="177800"/>
                </a:moveTo>
                <a:lnTo>
                  <a:pt x="1679061" y="177736"/>
                </a:lnTo>
                <a:lnTo>
                  <a:pt x="1678825" y="177800"/>
                </a:lnTo>
                <a:close/>
              </a:path>
              <a:path w="1941829" h="229870">
                <a:moveTo>
                  <a:pt x="1753577" y="181838"/>
                </a:moveTo>
                <a:lnTo>
                  <a:pt x="1662010" y="181838"/>
                </a:lnTo>
                <a:lnTo>
                  <a:pt x="1662353" y="181762"/>
                </a:lnTo>
                <a:lnTo>
                  <a:pt x="1670710" y="179832"/>
                </a:lnTo>
                <a:lnTo>
                  <a:pt x="1670456" y="179895"/>
                </a:lnTo>
                <a:lnTo>
                  <a:pt x="1757842" y="179895"/>
                </a:lnTo>
                <a:lnTo>
                  <a:pt x="1756041" y="180746"/>
                </a:lnTo>
                <a:lnTo>
                  <a:pt x="1753577" y="181838"/>
                </a:lnTo>
                <a:close/>
              </a:path>
              <a:path w="1941829" h="229870">
                <a:moveTo>
                  <a:pt x="1662237" y="181786"/>
                </a:moveTo>
                <a:close/>
              </a:path>
              <a:path w="1941829" h="229870">
                <a:moveTo>
                  <a:pt x="1745443" y="185394"/>
                </a:moveTo>
                <a:lnTo>
                  <a:pt x="1644700" y="185394"/>
                </a:lnTo>
                <a:lnTo>
                  <a:pt x="1645107" y="185318"/>
                </a:lnTo>
                <a:lnTo>
                  <a:pt x="1662237" y="181786"/>
                </a:lnTo>
                <a:lnTo>
                  <a:pt x="1662010" y="181838"/>
                </a:lnTo>
                <a:lnTo>
                  <a:pt x="1753577" y="181838"/>
                </a:lnTo>
                <a:lnTo>
                  <a:pt x="1747273" y="184632"/>
                </a:lnTo>
                <a:lnTo>
                  <a:pt x="1745443" y="185394"/>
                </a:lnTo>
                <a:close/>
              </a:path>
              <a:path w="1941829" h="229870">
                <a:moveTo>
                  <a:pt x="1644859" y="185361"/>
                </a:moveTo>
                <a:lnTo>
                  <a:pt x="1645071" y="185318"/>
                </a:lnTo>
                <a:lnTo>
                  <a:pt x="1644859" y="185361"/>
                </a:lnTo>
                <a:close/>
              </a:path>
              <a:path w="1941829" h="229870">
                <a:moveTo>
                  <a:pt x="1737959" y="188493"/>
                </a:moveTo>
                <a:lnTo>
                  <a:pt x="1627047" y="188493"/>
                </a:lnTo>
                <a:lnTo>
                  <a:pt x="1627377" y="188442"/>
                </a:lnTo>
                <a:lnTo>
                  <a:pt x="1644859" y="185361"/>
                </a:lnTo>
                <a:lnTo>
                  <a:pt x="1644700" y="185394"/>
                </a:lnTo>
                <a:lnTo>
                  <a:pt x="1745443" y="185394"/>
                </a:lnTo>
                <a:lnTo>
                  <a:pt x="1737959" y="188493"/>
                </a:lnTo>
                <a:close/>
              </a:path>
              <a:path w="1941829" h="229870">
                <a:moveTo>
                  <a:pt x="1627072" y="188489"/>
                </a:moveTo>
                <a:lnTo>
                  <a:pt x="1627336" y="188442"/>
                </a:lnTo>
                <a:lnTo>
                  <a:pt x="1627072" y="188489"/>
                </a:lnTo>
                <a:close/>
              </a:path>
              <a:path w="1941829" h="229870">
                <a:moveTo>
                  <a:pt x="1730845" y="191262"/>
                </a:moveTo>
                <a:lnTo>
                  <a:pt x="1608836" y="191262"/>
                </a:lnTo>
                <a:lnTo>
                  <a:pt x="1609089" y="191223"/>
                </a:lnTo>
                <a:lnTo>
                  <a:pt x="1627072" y="188489"/>
                </a:lnTo>
                <a:lnTo>
                  <a:pt x="1737959" y="188493"/>
                </a:lnTo>
                <a:lnTo>
                  <a:pt x="1730845" y="191262"/>
                </a:lnTo>
                <a:close/>
              </a:path>
              <a:path w="1941829" h="229870">
                <a:moveTo>
                  <a:pt x="1609060" y="191227"/>
                </a:moveTo>
                <a:close/>
              </a:path>
              <a:path w="1941829" h="229870">
                <a:moveTo>
                  <a:pt x="1723936" y="193789"/>
                </a:moveTo>
                <a:lnTo>
                  <a:pt x="1589989" y="193789"/>
                </a:lnTo>
                <a:lnTo>
                  <a:pt x="1609060" y="191227"/>
                </a:lnTo>
                <a:lnTo>
                  <a:pt x="1608836" y="191262"/>
                </a:lnTo>
                <a:lnTo>
                  <a:pt x="1730845" y="191262"/>
                </a:lnTo>
                <a:lnTo>
                  <a:pt x="1729866" y="191643"/>
                </a:lnTo>
                <a:lnTo>
                  <a:pt x="1723936" y="193789"/>
                </a:lnTo>
                <a:close/>
              </a:path>
              <a:path w="1941829" h="229870">
                <a:moveTo>
                  <a:pt x="1702623" y="200812"/>
                </a:moveTo>
                <a:lnTo>
                  <a:pt x="1528762" y="200812"/>
                </a:lnTo>
                <a:lnTo>
                  <a:pt x="1531175" y="200748"/>
                </a:lnTo>
                <a:lnTo>
                  <a:pt x="1529963" y="200678"/>
                </a:lnTo>
                <a:lnTo>
                  <a:pt x="1570545" y="196151"/>
                </a:lnTo>
                <a:lnTo>
                  <a:pt x="1590166" y="193763"/>
                </a:lnTo>
                <a:lnTo>
                  <a:pt x="1589989" y="193789"/>
                </a:lnTo>
                <a:lnTo>
                  <a:pt x="1723936" y="193789"/>
                </a:lnTo>
                <a:lnTo>
                  <a:pt x="1721129" y="194805"/>
                </a:lnTo>
                <a:lnTo>
                  <a:pt x="1712391" y="197764"/>
                </a:lnTo>
                <a:lnTo>
                  <a:pt x="1703628" y="200520"/>
                </a:lnTo>
                <a:lnTo>
                  <a:pt x="1702623" y="200812"/>
                </a:lnTo>
                <a:close/>
              </a:path>
              <a:path w="1941829" h="229870">
                <a:moveTo>
                  <a:pt x="1570405" y="196164"/>
                </a:moveTo>
                <a:lnTo>
                  <a:pt x="1570545" y="196151"/>
                </a:lnTo>
                <a:lnTo>
                  <a:pt x="1570405" y="196164"/>
                </a:lnTo>
                <a:close/>
              </a:path>
              <a:path w="1941829" h="229870">
                <a:moveTo>
                  <a:pt x="1528762" y="200812"/>
                </a:moveTo>
                <a:lnTo>
                  <a:pt x="1529963" y="200678"/>
                </a:lnTo>
                <a:lnTo>
                  <a:pt x="1531175" y="200748"/>
                </a:lnTo>
                <a:lnTo>
                  <a:pt x="1528762" y="2008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26</a:t>
            </a:fld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617854"/>
            <a:ext cx="545338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3235325" algn="l"/>
              </a:tabLst>
            </a:pP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H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ow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to e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n</a:t>
            </a:r>
            <a:r>
              <a:rPr sz="3600" u="heavy" spc="-45" dirty="0">
                <a:uFill>
                  <a:solidFill>
                    <a:srgbClr val="000000"/>
                  </a:solidFill>
                </a:uFill>
              </a:rPr>
              <a:t>f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o</a:t>
            </a:r>
            <a:r>
              <a:rPr sz="3600" u="heavy" spc="-25" dirty="0">
                <a:uFill>
                  <a:solidFill>
                    <a:srgbClr val="000000"/>
                  </a:solidFill>
                </a:uFill>
              </a:rPr>
              <a:t>r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c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e	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s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e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r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ializable </a:t>
            </a:r>
            <a:r>
              <a:rPr sz="3600" dirty="0"/>
              <a:t> 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schedules?</a:t>
            </a:r>
            <a:endParaRPr sz="3600" dirty="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10735" y="1991347"/>
            <a:ext cx="7498715" cy="199771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021839" marR="343535" indent="-2009775">
              <a:lnSpc>
                <a:spcPts val="3840"/>
              </a:lnSpc>
              <a:spcBef>
                <a:spcPts val="390"/>
              </a:spcBef>
            </a:pPr>
            <a:r>
              <a:rPr lang="en-US" altLang="zh-CN" sz="3600" dirty="0">
                <a:effectLst/>
              </a:rPr>
              <a:t>Option1</a:t>
            </a:r>
            <a:r>
              <a:rPr sz="3350" i="1" spc="-925" dirty="0">
                <a:latin typeface="Tahoma"/>
                <a:cs typeface="Tahoma"/>
              </a:rPr>
              <a:t>:</a:t>
            </a:r>
            <a:r>
              <a:rPr lang="en-US" sz="3350" i="1" spc="-925" dirty="0">
                <a:latin typeface="Tahoma"/>
                <a:cs typeface="Tahoma"/>
              </a:rPr>
              <a:t>          </a:t>
            </a:r>
            <a:r>
              <a:rPr sz="3350" i="1" spc="-9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run </a:t>
            </a:r>
            <a:r>
              <a:rPr sz="3200" spc="-5" dirty="0">
                <a:latin typeface="Tahoma"/>
                <a:cs typeface="Tahoma"/>
              </a:rPr>
              <a:t>system, </a:t>
            </a:r>
            <a:r>
              <a:rPr sz="3200" spc="-10" dirty="0">
                <a:latin typeface="Tahoma"/>
                <a:cs typeface="Tahoma"/>
              </a:rPr>
              <a:t>recording </a:t>
            </a:r>
            <a:r>
              <a:rPr sz="3200" spc="-5" dirty="0">
                <a:latin typeface="Tahoma"/>
                <a:cs typeface="Tahoma"/>
              </a:rPr>
              <a:t>P(S);  at end of </a:t>
            </a:r>
            <a:r>
              <a:rPr sz="3200" spc="-80" dirty="0">
                <a:latin typeface="Tahoma"/>
                <a:cs typeface="Tahoma"/>
              </a:rPr>
              <a:t>day, </a:t>
            </a:r>
            <a:r>
              <a:rPr sz="3200" spc="-5" dirty="0">
                <a:latin typeface="Tahoma"/>
                <a:cs typeface="Tahoma"/>
              </a:rPr>
              <a:t>check </a:t>
            </a:r>
            <a:r>
              <a:rPr sz="3200" spc="-15" dirty="0">
                <a:latin typeface="Tahoma"/>
                <a:cs typeface="Tahoma"/>
              </a:rPr>
              <a:t>for</a:t>
            </a:r>
            <a:r>
              <a:rPr sz="3200" spc="4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P(S)</a:t>
            </a:r>
            <a:endParaRPr sz="3200" dirty="0">
              <a:latin typeface="Tahoma"/>
              <a:cs typeface="Tahoma"/>
            </a:endParaRPr>
          </a:p>
          <a:p>
            <a:pPr marL="2021839" marR="5080">
              <a:lnSpc>
                <a:spcPts val="3840"/>
              </a:lnSpc>
            </a:pPr>
            <a:r>
              <a:rPr sz="3200" spc="-10" dirty="0">
                <a:latin typeface="Tahoma"/>
                <a:cs typeface="Tahoma"/>
              </a:rPr>
              <a:t>cycles </a:t>
            </a:r>
            <a:r>
              <a:rPr sz="3200" spc="-5" dirty="0">
                <a:latin typeface="Tahoma"/>
                <a:cs typeface="Tahoma"/>
              </a:rPr>
              <a:t>and declare </a:t>
            </a:r>
            <a:r>
              <a:rPr sz="3200" dirty="0">
                <a:latin typeface="Tahoma"/>
                <a:cs typeface="Tahoma"/>
              </a:rPr>
              <a:t>if </a:t>
            </a:r>
            <a:r>
              <a:rPr sz="3200" spc="-10" dirty="0">
                <a:latin typeface="Tahoma"/>
                <a:cs typeface="Tahoma"/>
              </a:rPr>
              <a:t>execution  </a:t>
            </a:r>
            <a:r>
              <a:rPr sz="3200" spc="-15" dirty="0">
                <a:latin typeface="Tahoma"/>
                <a:cs typeface="Tahoma"/>
              </a:rPr>
              <a:t>was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good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28515" y="3622547"/>
            <a:ext cx="2286000" cy="609600"/>
          </a:xfrm>
          <a:custGeom>
            <a:avLst/>
            <a:gdLst/>
            <a:ahLst/>
            <a:cxnLst/>
            <a:rect l="l" t="t" r="r" b="b"/>
            <a:pathLst>
              <a:path w="2286000" h="609600">
                <a:moveTo>
                  <a:pt x="0" y="0"/>
                </a:moveTo>
                <a:lnTo>
                  <a:pt x="2286000" y="0"/>
                </a:lnTo>
                <a:lnTo>
                  <a:pt x="22860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124325" y="3617912"/>
            <a:ext cx="2295525" cy="619125"/>
          </a:xfrm>
          <a:custGeom>
            <a:avLst/>
            <a:gdLst/>
            <a:ahLst/>
            <a:cxnLst/>
            <a:rect l="l" t="t" r="r" b="b"/>
            <a:pathLst>
              <a:path w="2295525" h="619125">
                <a:moveTo>
                  <a:pt x="22955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2295525" y="0"/>
                </a:lnTo>
                <a:lnTo>
                  <a:pt x="22955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2295525" y="614362"/>
                </a:lnTo>
                <a:lnTo>
                  <a:pt x="2295525" y="619125"/>
                </a:lnTo>
                <a:close/>
              </a:path>
              <a:path w="22955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295525" h="619125">
                <a:moveTo>
                  <a:pt x="22860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286000" y="4762"/>
                </a:lnTo>
                <a:lnTo>
                  <a:pt x="2286000" y="9525"/>
                </a:lnTo>
                <a:close/>
              </a:path>
              <a:path w="2295525" h="619125">
                <a:moveTo>
                  <a:pt x="2286000" y="614362"/>
                </a:moveTo>
                <a:lnTo>
                  <a:pt x="2286000" y="4762"/>
                </a:lnTo>
                <a:lnTo>
                  <a:pt x="2290762" y="9525"/>
                </a:lnTo>
                <a:lnTo>
                  <a:pt x="2295525" y="9525"/>
                </a:lnTo>
                <a:lnTo>
                  <a:pt x="2295525" y="609600"/>
                </a:lnTo>
                <a:lnTo>
                  <a:pt x="2290762" y="609600"/>
                </a:lnTo>
                <a:lnTo>
                  <a:pt x="2286000" y="614362"/>
                </a:lnTo>
                <a:close/>
              </a:path>
              <a:path w="2295525" h="619125">
                <a:moveTo>
                  <a:pt x="2295525" y="9525"/>
                </a:moveTo>
                <a:lnTo>
                  <a:pt x="2290762" y="9525"/>
                </a:lnTo>
                <a:lnTo>
                  <a:pt x="2286000" y="4762"/>
                </a:lnTo>
                <a:lnTo>
                  <a:pt x="2295525" y="4762"/>
                </a:lnTo>
                <a:lnTo>
                  <a:pt x="2295525" y="9525"/>
                </a:lnTo>
                <a:close/>
              </a:path>
              <a:path w="22955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2295525" h="619125">
                <a:moveTo>
                  <a:pt x="22860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2286000" y="609600"/>
                </a:lnTo>
                <a:lnTo>
                  <a:pt x="2286000" y="614362"/>
                </a:lnTo>
                <a:close/>
              </a:path>
              <a:path w="2295525" h="619125">
                <a:moveTo>
                  <a:pt x="2295525" y="614362"/>
                </a:moveTo>
                <a:lnTo>
                  <a:pt x="2286000" y="614362"/>
                </a:lnTo>
                <a:lnTo>
                  <a:pt x="2290762" y="609600"/>
                </a:lnTo>
                <a:lnTo>
                  <a:pt x="2295525" y="609600"/>
                </a:lnTo>
                <a:lnTo>
                  <a:pt x="22955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14315" y="4946903"/>
            <a:ext cx="990600" cy="733425"/>
          </a:xfrm>
          <a:custGeom>
            <a:avLst/>
            <a:gdLst/>
            <a:ahLst/>
            <a:cxnLst/>
            <a:rect l="l" t="t" r="r" b="b"/>
            <a:pathLst>
              <a:path w="990600" h="733425">
                <a:moveTo>
                  <a:pt x="495871" y="733171"/>
                </a:moveTo>
                <a:lnTo>
                  <a:pt x="422679" y="732034"/>
                </a:lnTo>
                <a:lnTo>
                  <a:pt x="352819" y="728731"/>
                </a:lnTo>
                <a:lnTo>
                  <a:pt x="287054" y="723421"/>
                </a:lnTo>
                <a:lnTo>
                  <a:pt x="226148" y="716265"/>
                </a:lnTo>
                <a:lnTo>
                  <a:pt x="170865" y="707422"/>
                </a:lnTo>
                <a:lnTo>
                  <a:pt x="121967" y="697051"/>
                </a:lnTo>
                <a:lnTo>
                  <a:pt x="80220" y="685314"/>
                </a:lnTo>
                <a:lnTo>
                  <a:pt x="21229" y="658376"/>
                </a:lnTo>
                <a:lnTo>
                  <a:pt x="0" y="627888"/>
                </a:lnTo>
                <a:lnTo>
                  <a:pt x="0" y="0"/>
                </a:lnTo>
                <a:lnTo>
                  <a:pt x="5512" y="15418"/>
                </a:lnTo>
                <a:lnTo>
                  <a:pt x="21229" y="30143"/>
                </a:lnTo>
                <a:lnTo>
                  <a:pt x="80220" y="56860"/>
                </a:lnTo>
                <a:lnTo>
                  <a:pt x="121967" y="68525"/>
                </a:lnTo>
                <a:lnTo>
                  <a:pt x="170865" y="78843"/>
                </a:lnTo>
                <a:lnTo>
                  <a:pt x="226148" y="87652"/>
                </a:lnTo>
                <a:lnTo>
                  <a:pt x="287054" y="94787"/>
                </a:lnTo>
                <a:lnTo>
                  <a:pt x="352819" y="100086"/>
                </a:lnTo>
                <a:lnTo>
                  <a:pt x="422679" y="103385"/>
                </a:lnTo>
                <a:lnTo>
                  <a:pt x="495871" y="104521"/>
                </a:lnTo>
                <a:lnTo>
                  <a:pt x="990600" y="104521"/>
                </a:lnTo>
                <a:lnTo>
                  <a:pt x="990600" y="627888"/>
                </a:lnTo>
                <a:lnTo>
                  <a:pt x="944917" y="672369"/>
                </a:lnTo>
                <a:lnTo>
                  <a:pt x="869589" y="697051"/>
                </a:lnTo>
                <a:lnTo>
                  <a:pt x="820770" y="707422"/>
                </a:lnTo>
                <a:lnTo>
                  <a:pt x="765539" y="716265"/>
                </a:lnTo>
                <a:lnTo>
                  <a:pt x="704665" y="723421"/>
                </a:lnTo>
                <a:lnTo>
                  <a:pt x="638916" y="728731"/>
                </a:lnTo>
                <a:lnTo>
                  <a:pt x="569062" y="732034"/>
                </a:lnTo>
                <a:lnTo>
                  <a:pt x="495871" y="733171"/>
                </a:lnTo>
                <a:close/>
              </a:path>
              <a:path w="990600" h="733425">
                <a:moveTo>
                  <a:pt x="990600" y="104521"/>
                </a:moveTo>
                <a:lnTo>
                  <a:pt x="495871" y="104521"/>
                </a:lnTo>
                <a:lnTo>
                  <a:pt x="569062" y="103385"/>
                </a:lnTo>
                <a:lnTo>
                  <a:pt x="638916" y="100086"/>
                </a:lnTo>
                <a:lnTo>
                  <a:pt x="704665" y="94787"/>
                </a:lnTo>
                <a:lnTo>
                  <a:pt x="765539" y="87652"/>
                </a:lnTo>
                <a:lnTo>
                  <a:pt x="820770" y="78843"/>
                </a:lnTo>
                <a:lnTo>
                  <a:pt x="869589" y="68525"/>
                </a:lnTo>
                <a:lnTo>
                  <a:pt x="911227" y="56860"/>
                </a:lnTo>
                <a:lnTo>
                  <a:pt x="969887" y="30143"/>
                </a:lnTo>
                <a:lnTo>
                  <a:pt x="990600" y="0"/>
                </a:lnTo>
                <a:lnTo>
                  <a:pt x="990600" y="10452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811267" y="4838700"/>
            <a:ext cx="996696" cy="2164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810125" y="4837112"/>
            <a:ext cx="1000125" cy="847090"/>
          </a:xfrm>
          <a:custGeom>
            <a:avLst/>
            <a:gdLst/>
            <a:ahLst/>
            <a:cxnLst/>
            <a:rect l="l" t="t" r="r" b="b"/>
            <a:pathLst>
              <a:path w="1000125" h="847089">
                <a:moveTo>
                  <a:pt x="9525" y="131584"/>
                </a:moveTo>
                <a:lnTo>
                  <a:pt x="1650" y="118110"/>
                </a:lnTo>
                <a:lnTo>
                  <a:pt x="850" y="115570"/>
                </a:lnTo>
                <a:lnTo>
                  <a:pt x="241" y="113029"/>
                </a:lnTo>
                <a:lnTo>
                  <a:pt x="165" y="111760"/>
                </a:lnTo>
                <a:lnTo>
                  <a:pt x="114" y="106679"/>
                </a:lnTo>
                <a:lnTo>
                  <a:pt x="165" y="105410"/>
                </a:lnTo>
                <a:lnTo>
                  <a:pt x="723" y="102870"/>
                </a:lnTo>
                <a:lnTo>
                  <a:pt x="850" y="101600"/>
                </a:lnTo>
                <a:lnTo>
                  <a:pt x="1650" y="99060"/>
                </a:lnTo>
                <a:lnTo>
                  <a:pt x="1816" y="99060"/>
                </a:lnTo>
                <a:lnTo>
                  <a:pt x="3124" y="96520"/>
                </a:lnTo>
                <a:lnTo>
                  <a:pt x="4546" y="92710"/>
                </a:lnTo>
                <a:lnTo>
                  <a:pt x="6718" y="90170"/>
                </a:lnTo>
                <a:lnTo>
                  <a:pt x="8966" y="87629"/>
                </a:lnTo>
                <a:lnTo>
                  <a:pt x="11506" y="83820"/>
                </a:lnTo>
                <a:lnTo>
                  <a:pt x="51790" y="59689"/>
                </a:lnTo>
                <a:lnTo>
                  <a:pt x="62903" y="54610"/>
                </a:lnTo>
                <a:lnTo>
                  <a:pt x="101917" y="41910"/>
                </a:lnTo>
                <a:lnTo>
                  <a:pt x="148894" y="30479"/>
                </a:lnTo>
                <a:lnTo>
                  <a:pt x="222491" y="17779"/>
                </a:lnTo>
                <a:lnTo>
                  <a:pt x="242658" y="13970"/>
                </a:lnTo>
                <a:lnTo>
                  <a:pt x="263398" y="11429"/>
                </a:lnTo>
                <a:lnTo>
                  <a:pt x="284873" y="10160"/>
                </a:lnTo>
                <a:lnTo>
                  <a:pt x="306819" y="7620"/>
                </a:lnTo>
                <a:lnTo>
                  <a:pt x="329361" y="6350"/>
                </a:lnTo>
                <a:lnTo>
                  <a:pt x="352437" y="3810"/>
                </a:lnTo>
                <a:lnTo>
                  <a:pt x="424459" y="0"/>
                </a:lnTo>
                <a:lnTo>
                  <a:pt x="575614" y="0"/>
                </a:lnTo>
                <a:lnTo>
                  <a:pt x="647636" y="3810"/>
                </a:lnTo>
                <a:lnTo>
                  <a:pt x="670699" y="6350"/>
                </a:lnTo>
                <a:lnTo>
                  <a:pt x="693254" y="7620"/>
                </a:lnTo>
                <a:lnTo>
                  <a:pt x="704284" y="8889"/>
                </a:lnTo>
                <a:lnTo>
                  <a:pt x="449554" y="8889"/>
                </a:lnTo>
                <a:lnTo>
                  <a:pt x="424764" y="10160"/>
                </a:lnTo>
                <a:lnTo>
                  <a:pt x="400418" y="11429"/>
                </a:lnTo>
                <a:lnTo>
                  <a:pt x="376516" y="12700"/>
                </a:lnTo>
                <a:lnTo>
                  <a:pt x="353060" y="13970"/>
                </a:lnTo>
                <a:lnTo>
                  <a:pt x="330098" y="15239"/>
                </a:lnTo>
                <a:lnTo>
                  <a:pt x="307670" y="16510"/>
                </a:lnTo>
                <a:lnTo>
                  <a:pt x="285788" y="19050"/>
                </a:lnTo>
                <a:lnTo>
                  <a:pt x="264490" y="21589"/>
                </a:lnTo>
                <a:lnTo>
                  <a:pt x="243801" y="24129"/>
                </a:lnTo>
                <a:lnTo>
                  <a:pt x="223774" y="26670"/>
                </a:lnTo>
                <a:lnTo>
                  <a:pt x="204419" y="29210"/>
                </a:lnTo>
                <a:lnTo>
                  <a:pt x="185788" y="33020"/>
                </a:lnTo>
                <a:lnTo>
                  <a:pt x="167894" y="35560"/>
                </a:lnTo>
                <a:lnTo>
                  <a:pt x="150774" y="39370"/>
                </a:lnTo>
                <a:lnTo>
                  <a:pt x="134467" y="43179"/>
                </a:lnTo>
                <a:lnTo>
                  <a:pt x="118999" y="46989"/>
                </a:lnTo>
                <a:lnTo>
                  <a:pt x="104394" y="50800"/>
                </a:lnTo>
                <a:lnTo>
                  <a:pt x="90716" y="54610"/>
                </a:lnTo>
                <a:lnTo>
                  <a:pt x="90843" y="54610"/>
                </a:lnTo>
                <a:lnTo>
                  <a:pt x="81184" y="58420"/>
                </a:lnTo>
                <a:lnTo>
                  <a:pt x="78117" y="58420"/>
                </a:lnTo>
                <a:lnTo>
                  <a:pt x="66192" y="63500"/>
                </a:lnTo>
                <a:lnTo>
                  <a:pt x="66357" y="63500"/>
                </a:lnTo>
                <a:lnTo>
                  <a:pt x="55422" y="67310"/>
                </a:lnTo>
                <a:lnTo>
                  <a:pt x="55625" y="67310"/>
                </a:lnTo>
                <a:lnTo>
                  <a:pt x="45707" y="72389"/>
                </a:lnTo>
                <a:lnTo>
                  <a:pt x="45935" y="72389"/>
                </a:lnTo>
                <a:lnTo>
                  <a:pt x="37071" y="77470"/>
                </a:lnTo>
                <a:lnTo>
                  <a:pt x="37274" y="77470"/>
                </a:lnTo>
                <a:lnTo>
                  <a:pt x="35255" y="78739"/>
                </a:lnTo>
                <a:lnTo>
                  <a:pt x="33388" y="78739"/>
                </a:lnTo>
                <a:lnTo>
                  <a:pt x="29629" y="81279"/>
                </a:lnTo>
                <a:lnTo>
                  <a:pt x="29794" y="81279"/>
                </a:lnTo>
                <a:lnTo>
                  <a:pt x="26314" y="83820"/>
                </a:lnTo>
                <a:lnTo>
                  <a:pt x="26479" y="83820"/>
                </a:lnTo>
                <a:lnTo>
                  <a:pt x="23291" y="86360"/>
                </a:lnTo>
                <a:lnTo>
                  <a:pt x="23469" y="86360"/>
                </a:lnTo>
                <a:lnTo>
                  <a:pt x="20561" y="88900"/>
                </a:lnTo>
                <a:lnTo>
                  <a:pt x="20764" y="88900"/>
                </a:lnTo>
                <a:lnTo>
                  <a:pt x="18148" y="91439"/>
                </a:lnTo>
                <a:lnTo>
                  <a:pt x="18351" y="91439"/>
                </a:lnTo>
                <a:lnTo>
                  <a:pt x="17189" y="92710"/>
                </a:lnTo>
                <a:lnTo>
                  <a:pt x="16243" y="92710"/>
                </a:lnTo>
                <a:lnTo>
                  <a:pt x="14897" y="95250"/>
                </a:lnTo>
                <a:lnTo>
                  <a:pt x="14439" y="95250"/>
                </a:lnTo>
                <a:lnTo>
                  <a:pt x="12712" y="97789"/>
                </a:lnTo>
                <a:lnTo>
                  <a:pt x="12928" y="97789"/>
                </a:lnTo>
                <a:lnTo>
                  <a:pt x="11506" y="100329"/>
                </a:lnTo>
                <a:lnTo>
                  <a:pt x="11709" y="100329"/>
                </a:lnTo>
                <a:lnTo>
                  <a:pt x="11156" y="101600"/>
                </a:lnTo>
                <a:lnTo>
                  <a:pt x="10769" y="101600"/>
                </a:lnTo>
                <a:lnTo>
                  <a:pt x="10236" y="104139"/>
                </a:lnTo>
                <a:lnTo>
                  <a:pt x="10096" y="104139"/>
                </a:lnTo>
                <a:lnTo>
                  <a:pt x="9613" y="106679"/>
                </a:lnTo>
                <a:lnTo>
                  <a:pt x="9512" y="109220"/>
                </a:lnTo>
                <a:lnTo>
                  <a:pt x="9525" y="131584"/>
                </a:lnTo>
                <a:close/>
              </a:path>
              <a:path w="1000125" h="847089">
                <a:moveTo>
                  <a:pt x="922159" y="59689"/>
                </a:moveTo>
                <a:lnTo>
                  <a:pt x="909281" y="54610"/>
                </a:lnTo>
                <a:lnTo>
                  <a:pt x="909421" y="54610"/>
                </a:lnTo>
                <a:lnTo>
                  <a:pt x="895603" y="50800"/>
                </a:lnTo>
                <a:lnTo>
                  <a:pt x="881024" y="46989"/>
                </a:lnTo>
                <a:lnTo>
                  <a:pt x="865568" y="43179"/>
                </a:lnTo>
                <a:lnTo>
                  <a:pt x="849261" y="39370"/>
                </a:lnTo>
                <a:lnTo>
                  <a:pt x="832154" y="35560"/>
                </a:lnTo>
                <a:lnTo>
                  <a:pt x="814260" y="33020"/>
                </a:lnTo>
                <a:lnTo>
                  <a:pt x="795629" y="29210"/>
                </a:lnTo>
                <a:lnTo>
                  <a:pt x="776287" y="26670"/>
                </a:lnTo>
                <a:lnTo>
                  <a:pt x="756259" y="24129"/>
                </a:lnTo>
                <a:lnTo>
                  <a:pt x="735571" y="21589"/>
                </a:lnTo>
                <a:lnTo>
                  <a:pt x="714286" y="19050"/>
                </a:lnTo>
                <a:lnTo>
                  <a:pt x="692403" y="16510"/>
                </a:lnTo>
                <a:lnTo>
                  <a:pt x="669963" y="15239"/>
                </a:lnTo>
                <a:lnTo>
                  <a:pt x="647014" y="13970"/>
                </a:lnTo>
                <a:lnTo>
                  <a:pt x="623557" y="12700"/>
                </a:lnTo>
                <a:lnTo>
                  <a:pt x="599655" y="11429"/>
                </a:lnTo>
                <a:lnTo>
                  <a:pt x="575310" y="10160"/>
                </a:lnTo>
                <a:lnTo>
                  <a:pt x="550570" y="8889"/>
                </a:lnTo>
                <a:lnTo>
                  <a:pt x="704284" y="8889"/>
                </a:lnTo>
                <a:lnTo>
                  <a:pt x="715314" y="10160"/>
                </a:lnTo>
                <a:lnTo>
                  <a:pt x="736663" y="11429"/>
                </a:lnTo>
                <a:lnTo>
                  <a:pt x="757529" y="13970"/>
                </a:lnTo>
                <a:lnTo>
                  <a:pt x="777697" y="17779"/>
                </a:lnTo>
                <a:lnTo>
                  <a:pt x="815975" y="22860"/>
                </a:lnTo>
                <a:lnTo>
                  <a:pt x="867816" y="34289"/>
                </a:lnTo>
                <a:lnTo>
                  <a:pt x="912266" y="45720"/>
                </a:lnTo>
                <a:lnTo>
                  <a:pt x="945753" y="58420"/>
                </a:lnTo>
                <a:lnTo>
                  <a:pt x="922007" y="58420"/>
                </a:lnTo>
                <a:lnTo>
                  <a:pt x="922159" y="59689"/>
                </a:lnTo>
                <a:close/>
              </a:path>
              <a:path w="1000125" h="847089">
                <a:moveTo>
                  <a:pt x="77965" y="59689"/>
                </a:moveTo>
                <a:lnTo>
                  <a:pt x="78117" y="58420"/>
                </a:lnTo>
                <a:lnTo>
                  <a:pt x="81184" y="58420"/>
                </a:lnTo>
                <a:lnTo>
                  <a:pt x="77965" y="59689"/>
                </a:lnTo>
                <a:close/>
              </a:path>
              <a:path w="1000125" h="847089">
                <a:moveTo>
                  <a:pt x="966889" y="80010"/>
                </a:moveTo>
                <a:lnTo>
                  <a:pt x="962850" y="77470"/>
                </a:lnTo>
                <a:lnTo>
                  <a:pt x="963053" y="77470"/>
                </a:lnTo>
                <a:lnTo>
                  <a:pt x="954189" y="72389"/>
                </a:lnTo>
                <a:lnTo>
                  <a:pt x="954417" y="72389"/>
                </a:lnTo>
                <a:lnTo>
                  <a:pt x="944499" y="67310"/>
                </a:lnTo>
                <a:lnTo>
                  <a:pt x="944702" y="67310"/>
                </a:lnTo>
                <a:lnTo>
                  <a:pt x="933767" y="63500"/>
                </a:lnTo>
                <a:lnTo>
                  <a:pt x="933932" y="63500"/>
                </a:lnTo>
                <a:lnTo>
                  <a:pt x="922007" y="58420"/>
                </a:lnTo>
                <a:lnTo>
                  <a:pt x="945753" y="58420"/>
                </a:lnTo>
                <a:lnTo>
                  <a:pt x="948537" y="59689"/>
                </a:lnTo>
                <a:lnTo>
                  <a:pt x="958684" y="63500"/>
                </a:lnTo>
                <a:lnTo>
                  <a:pt x="982891" y="78739"/>
                </a:lnTo>
                <a:lnTo>
                  <a:pt x="966736" y="78739"/>
                </a:lnTo>
                <a:lnTo>
                  <a:pt x="966889" y="80010"/>
                </a:lnTo>
                <a:close/>
              </a:path>
              <a:path w="1000125" h="847089">
                <a:moveTo>
                  <a:pt x="33235" y="80010"/>
                </a:moveTo>
                <a:lnTo>
                  <a:pt x="33388" y="78739"/>
                </a:lnTo>
                <a:lnTo>
                  <a:pt x="35255" y="78739"/>
                </a:lnTo>
                <a:lnTo>
                  <a:pt x="33235" y="80010"/>
                </a:lnTo>
                <a:close/>
              </a:path>
              <a:path w="1000125" h="847089">
                <a:moveTo>
                  <a:pt x="984097" y="93979"/>
                </a:moveTo>
                <a:lnTo>
                  <a:pt x="981773" y="91439"/>
                </a:lnTo>
                <a:lnTo>
                  <a:pt x="981976" y="91439"/>
                </a:lnTo>
                <a:lnTo>
                  <a:pt x="979360" y="88900"/>
                </a:lnTo>
                <a:lnTo>
                  <a:pt x="979563" y="88900"/>
                </a:lnTo>
                <a:lnTo>
                  <a:pt x="976655" y="86360"/>
                </a:lnTo>
                <a:lnTo>
                  <a:pt x="976833" y="86360"/>
                </a:lnTo>
                <a:lnTo>
                  <a:pt x="973645" y="83820"/>
                </a:lnTo>
                <a:lnTo>
                  <a:pt x="973810" y="83820"/>
                </a:lnTo>
                <a:lnTo>
                  <a:pt x="970330" y="81279"/>
                </a:lnTo>
                <a:lnTo>
                  <a:pt x="970495" y="81279"/>
                </a:lnTo>
                <a:lnTo>
                  <a:pt x="966736" y="78739"/>
                </a:lnTo>
                <a:lnTo>
                  <a:pt x="982891" y="78739"/>
                </a:lnTo>
                <a:lnTo>
                  <a:pt x="986002" y="81279"/>
                </a:lnTo>
                <a:lnTo>
                  <a:pt x="988834" y="85089"/>
                </a:lnTo>
                <a:lnTo>
                  <a:pt x="991374" y="87629"/>
                </a:lnTo>
                <a:lnTo>
                  <a:pt x="993406" y="90170"/>
                </a:lnTo>
                <a:lnTo>
                  <a:pt x="995578" y="92710"/>
                </a:lnTo>
                <a:lnTo>
                  <a:pt x="983881" y="92710"/>
                </a:lnTo>
                <a:lnTo>
                  <a:pt x="984097" y="93979"/>
                </a:lnTo>
                <a:close/>
              </a:path>
              <a:path w="1000125" h="847089">
                <a:moveTo>
                  <a:pt x="16027" y="93979"/>
                </a:moveTo>
                <a:lnTo>
                  <a:pt x="16243" y="92710"/>
                </a:lnTo>
                <a:lnTo>
                  <a:pt x="17189" y="92710"/>
                </a:lnTo>
                <a:lnTo>
                  <a:pt x="16027" y="93979"/>
                </a:lnTo>
                <a:close/>
              </a:path>
              <a:path w="1000125" h="847089">
                <a:moveTo>
                  <a:pt x="985901" y="96520"/>
                </a:moveTo>
                <a:lnTo>
                  <a:pt x="983881" y="92710"/>
                </a:lnTo>
                <a:lnTo>
                  <a:pt x="995578" y="92710"/>
                </a:lnTo>
                <a:lnTo>
                  <a:pt x="996526" y="95250"/>
                </a:lnTo>
                <a:lnTo>
                  <a:pt x="985685" y="95250"/>
                </a:lnTo>
                <a:lnTo>
                  <a:pt x="985901" y="96520"/>
                </a:lnTo>
                <a:close/>
              </a:path>
              <a:path w="1000125" h="847089">
                <a:moveTo>
                  <a:pt x="14224" y="96520"/>
                </a:moveTo>
                <a:lnTo>
                  <a:pt x="14439" y="95250"/>
                </a:lnTo>
                <a:lnTo>
                  <a:pt x="14897" y="95250"/>
                </a:lnTo>
                <a:lnTo>
                  <a:pt x="14224" y="96520"/>
                </a:lnTo>
                <a:close/>
              </a:path>
              <a:path w="1000125" h="847089">
                <a:moveTo>
                  <a:pt x="989533" y="102870"/>
                </a:moveTo>
                <a:lnTo>
                  <a:pt x="988415" y="100329"/>
                </a:lnTo>
                <a:lnTo>
                  <a:pt x="988618" y="100329"/>
                </a:lnTo>
                <a:lnTo>
                  <a:pt x="987196" y="97789"/>
                </a:lnTo>
                <a:lnTo>
                  <a:pt x="987412" y="97789"/>
                </a:lnTo>
                <a:lnTo>
                  <a:pt x="985685" y="95250"/>
                </a:lnTo>
                <a:lnTo>
                  <a:pt x="996526" y="95250"/>
                </a:lnTo>
                <a:lnTo>
                  <a:pt x="997000" y="96520"/>
                </a:lnTo>
                <a:lnTo>
                  <a:pt x="998308" y="99060"/>
                </a:lnTo>
                <a:lnTo>
                  <a:pt x="998486" y="99060"/>
                </a:lnTo>
                <a:lnTo>
                  <a:pt x="999286" y="101600"/>
                </a:lnTo>
                <a:lnTo>
                  <a:pt x="989355" y="101600"/>
                </a:lnTo>
                <a:lnTo>
                  <a:pt x="989533" y="102870"/>
                </a:lnTo>
                <a:close/>
              </a:path>
              <a:path w="1000125" h="847089">
                <a:moveTo>
                  <a:pt x="10604" y="102870"/>
                </a:moveTo>
                <a:lnTo>
                  <a:pt x="10769" y="101600"/>
                </a:lnTo>
                <a:lnTo>
                  <a:pt x="11156" y="101600"/>
                </a:lnTo>
                <a:lnTo>
                  <a:pt x="10604" y="102870"/>
                </a:lnTo>
                <a:close/>
              </a:path>
              <a:path w="1000125" h="847089">
                <a:moveTo>
                  <a:pt x="990155" y="105410"/>
                </a:moveTo>
                <a:lnTo>
                  <a:pt x="989355" y="101600"/>
                </a:lnTo>
                <a:lnTo>
                  <a:pt x="999286" y="101600"/>
                </a:lnTo>
                <a:lnTo>
                  <a:pt x="999401" y="102870"/>
                </a:lnTo>
                <a:lnTo>
                  <a:pt x="999642" y="104139"/>
                </a:lnTo>
                <a:lnTo>
                  <a:pt x="990028" y="104139"/>
                </a:lnTo>
                <a:lnTo>
                  <a:pt x="990155" y="105410"/>
                </a:lnTo>
                <a:close/>
              </a:path>
              <a:path w="1000125" h="847089">
                <a:moveTo>
                  <a:pt x="9969" y="105410"/>
                </a:moveTo>
                <a:lnTo>
                  <a:pt x="10096" y="104139"/>
                </a:lnTo>
                <a:lnTo>
                  <a:pt x="10236" y="104139"/>
                </a:lnTo>
                <a:lnTo>
                  <a:pt x="9969" y="105410"/>
                </a:lnTo>
                <a:close/>
              </a:path>
              <a:path w="1000125" h="847089">
                <a:moveTo>
                  <a:pt x="990600" y="131368"/>
                </a:moveTo>
                <a:lnTo>
                  <a:pt x="990612" y="109220"/>
                </a:lnTo>
                <a:lnTo>
                  <a:pt x="990447" y="106679"/>
                </a:lnTo>
                <a:lnTo>
                  <a:pt x="990028" y="104139"/>
                </a:lnTo>
                <a:lnTo>
                  <a:pt x="999642" y="104139"/>
                </a:lnTo>
                <a:lnTo>
                  <a:pt x="999883" y="105410"/>
                </a:lnTo>
                <a:lnTo>
                  <a:pt x="1000112" y="109220"/>
                </a:lnTo>
                <a:lnTo>
                  <a:pt x="999883" y="113029"/>
                </a:lnTo>
                <a:lnTo>
                  <a:pt x="999401" y="115570"/>
                </a:lnTo>
                <a:lnTo>
                  <a:pt x="998486" y="118110"/>
                </a:lnTo>
                <a:lnTo>
                  <a:pt x="991158" y="130810"/>
                </a:lnTo>
                <a:lnTo>
                  <a:pt x="990600" y="131368"/>
                </a:lnTo>
                <a:close/>
              </a:path>
              <a:path w="1000125" h="847089">
                <a:moveTo>
                  <a:pt x="10769" y="744220"/>
                </a:moveTo>
                <a:lnTo>
                  <a:pt x="723" y="744220"/>
                </a:lnTo>
                <a:lnTo>
                  <a:pt x="241" y="741679"/>
                </a:lnTo>
                <a:lnTo>
                  <a:pt x="80" y="739139"/>
                </a:lnTo>
                <a:lnTo>
                  <a:pt x="0" y="109220"/>
                </a:lnTo>
                <a:lnTo>
                  <a:pt x="241" y="113029"/>
                </a:lnTo>
                <a:lnTo>
                  <a:pt x="723" y="115570"/>
                </a:lnTo>
                <a:lnTo>
                  <a:pt x="1650" y="118110"/>
                </a:lnTo>
                <a:lnTo>
                  <a:pt x="1816" y="119379"/>
                </a:lnTo>
                <a:lnTo>
                  <a:pt x="3124" y="121920"/>
                </a:lnTo>
                <a:lnTo>
                  <a:pt x="4546" y="124460"/>
                </a:lnTo>
                <a:lnTo>
                  <a:pt x="6718" y="128270"/>
                </a:lnTo>
                <a:lnTo>
                  <a:pt x="8750" y="130810"/>
                </a:lnTo>
                <a:lnTo>
                  <a:pt x="9525" y="131584"/>
                </a:lnTo>
                <a:lnTo>
                  <a:pt x="9512" y="737870"/>
                </a:lnTo>
                <a:lnTo>
                  <a:pt x="9677" y="740410"/>
                </a:lnTo>
                <a:lnTo>
                  <a:pt x="9855" y="740410"/>
                </a:lnTo>
                <a:lnTo>
                  <a:pt x="9969" y="741679"/>
                </a:lnTo>
                <a:lnTo>
                  <a:pt x="10769" y="744220"/>
                </a:lnTo>
                <a:close/>
              </a:path>
              <a:path w="1000125" h="847089">
                <a:moveTo>
                  <a:pt x="9525" y="109415"/>
                </a:moveTo>
                <a:lnTo>
                  <a:pt x="9512" y="109220"/>
                </a:lnTo>
                <a:lnTo>
                  <a:pt x="9525" y="109415"/>
                </a:lnTo>
                <a:close/>
              </a:path>
              <a:path w="1000125" h="847089">
                <a:moveTo>
                  <a:pt x="999959" y="740410"/>
                </a:moveTo>
                <a:lnTo>
                  <a:pt x="990447" y="740410"/>
                </a:lnTo>
                <a:lnTo>
                  <a:pt x="990612" y="737870"/>
                </a:lnTo>
                <a:lnTo>
                  <a:pt x="990600" y="131368"/>
                </a:lnTo>
                <a:lnTo>
                  <a:pt x="998486" y="118110"/>
                </a:lnTo>
                <a:lnTo>
                  <a:pt x="999286" y="115570"/>
                </a:lnTo>
                <a:lnTo>
                  <a:pt x="999883" y="113029"/>
                </a:lnTo>
                <a:lnTo>
                  <a:pt x="1000112" y="109220"/>
                </a:lnTo>
                <a:lnTo>
                  <a:pt x="1000036" y="739139"/>
                </a:lnTo>
                <a:lnTo>
                  <a:pt x="999959" y="740410"/>
                </a:lnTo>
                <a:close/>
              </a:path>
              <a:path w="1000125" h="847089">
                <a:moveTo>
                  <a:pt x="550837" y="218439"/>
                </a:moveTo>
                <a:lnTo>
                  <a:pt x="449338" y="218439"/>
                </a:lnTo>
                <a:lnTo>
                  <a:pt x="306870" y="210820"/>
                </a:lnTo>
                <a:lnTo>
                  <a:pt x="295835" y="209548"/>
                </a:lnTo>
                <a:lnTo>
                  <a:pt x="202933" y="198120"/>
                </a:lnTo>
                <a:lnTo>
                  <a:pt x="166090" y="190500"/>
                </a:lnTo>
                <a:lnTo>
                  <a:pt x="148805" y="187960"/>
                </a:lnTo>
                <a:lnTo>
                  <a:pt x="132308" y="184150"/>
                </a:lnTo>
                <a:lnTo>
                  <a:pt x="116624" y="180339"/>
                </a:lnTo>
                <a:lnTo>
                  <a:pt x="101803" y="176529"/>
                </a:lnTo>
                <a:lnTo>
                  <a:pt x="87858" y="171450"/>
                </a:lnTo>
                <a:lnTo>
                  <a:pt x="74828" y="167639"/>
                </a:lnTo>
                <a:lnTo>
                  <a:pt x="32359" y="148589"/>
                </a:lnTo>
                <a:lnTo>
                  <a:pt x="9525" y="131584"/>
                </a:lnTo>
                <a:lnTo>
                  <a:pt x="9525" y="109415"/>
                </a:lnTo>
                <a:lnTo>
                  <a:pt x="9677" y="111760"/>
                </a:lnTo>
                <a:lnTo>
                  <a:pt x="9855" y="111760"/>
                </a:lnTo>
                <a:lnTo>
                  <a:pt x="9969" y="113029"/>
                </a:lnTo>
                <a:lnTo>
                  <a:pt x="10769" y="115570"/>
                </a:lnTo>
                <a:lnTo>
                  <a:pt x="10604" y="115570"/>
                </a:lnTo>
                <a:lnTo>
                  <a:pt x="11709" y="118110"/>
                </a:lnTo>
                <a:lnTo>
                  <a:pt x="12217" y="118110"/>
                </a:lnTo>
                <a:lnTo>
                  <a:pt x="12928" y="119379"/>
                </a:lnTo>
                <a:lnTo>
                  <a:pt x="12712" y="119379"/>
                </a:lnTo>
                <a:lnTo>
                  <a:pt x="14439" y="121920"/>
                </a:lnTo>
                <a:lnTo>
                  <a:pt x="14224" y="121920"/>
                </a:lnTo>
                <a:lnTo>
                  <a:pt x="16243" y="124460"/>
                </a:lnTo>
                <a:lnTo>
                  <a:pt x="16027" y="124460"/>
                </a:lnTo>
                <a:lnTo>
                  <a:pt x="18351" y="127000"/>
                </a:lnTo>
                <a:lnTo>
                  <a:pt x="18148" y="127000"/>
                </a:lnTo>
                <a:lnTo>
                  <a:pt x="20764" y="129539"/>
                </a:lnTo>
                <a:lnTo>
                  <a:pt x="20561" y="129539"/>
                </a:lnTo>
                <a:lnTo>
                  <a:pt x="23469" y="132079"/>
                </a:lnTo>
                <a:lnTo>
                  <a:pt x="24885" y="132079"/>
                </a:lnTo>
                <a:lnTo>
                  <a:pt x="26479" y="133350"/>
                </a:lnTo>
                <a:lnTo>
                  <a:pt x="26314" y="133350"/>
                </a:lnTo>
                <a:lnTo>
                  <a:pt x="29794" y="135889"/>
                </a:lnTo>
                <a:lnTo>
                  <a:pt x="29629" y="135889"/>
                </a:lnTo>
                <a:lnTo>
                  <a:pt x="33388" y="138429"/>
                </a:lnTo>
                <a:lnTo>
                  <a:pt x="33235" y="138429"/>
                </a:lnTo>
                <a:lnTo>
                  <a:pt x="37274" y="140970"/>
                </a:lnTo>
                <a:lnTo>
                  <a:pt x="37071" y="140970"/>
                </a:lnTo>
                <a:lnTo>
                  <a:pt x="45935" y="146050"/>
                </a:lnTo>
                <a:lnTo>
                  <a:pt x="48186" y="146050"/>
                </a:lnTo>
                <a:lnTo>
                  <a:pt x="55625" y="149860"/>
                </a:lnTo>
                <a:lnTo>
                  <a:pt x="55422" y="149860"/>
                </a:lnTo>
                <a:lnTo>
                  <a:pt x="66357" y="154939"/>
                </a:lnTo>
                <a:lnTo>
                  <a:pt x="66192" y="154939"/>
                </a:lnTo>
                <a:lnTo>
                  <a:pt x="78117" y="158750"/>
                </a:lnTo>
                <a:lnTo>
                  <a:pt x="77965" y="158750"/>
                </a:lnTo>
                <a:lnTo>
                  <a:pt x="90843" y="162560"/>
                </a:lnTo>
                <a:lnTo>
                  <a:pt x="90716" y="162560"/>
                </a:lnTo>
                <a:lnTo>
                  <a:pt x="104521" y="167639"/>
                </a:lnTo>
                <a:lnTo>
                  <a:pt x="108070" y="167639"/>
                </a:lnTo>
                <a:lnTo>
                  <a:pt x="119100" y="171450"/>
                </a:lnTo>
                <a:lnTo>
                  <a:pt x="134556" y="175260"/>
                </a:lnTo>
                <a:lnTo>
                  <a:pt x="150863" y="177800"/>
                </a:lnTo>
                <a:lnTo>
                  <a:pt x="167970" y="181610"/>
                </a:lnTo>
                <a:lnTo>
                  <a:pt x="185864" y="185420"/>
                </a:lnTo>
                <a:lnTo>
                  <a:pt x="204495" y="187960"/>
                </a:lnTo>
                <a:lnTo>
                  <a:pt x="223850" y="190500"/>
                </a:lnTo>
                <a:lnTo>
                  <a:pt x="243878" y="194310"/>
                </a:lnTo>
                <a:lnTo>
                  <a:pt x="264553" y="196850"/>
                </a:lnTo>
                <a:lnTo>
                  <a:pt x="285838" y="198120"/>
                </a:lnTo>
                <a:lnTo>
                  <a:pt x="307721" y="200660"/>
                </a:lnTo>
                <a:lnTo>
                  <a:pt x="330161" y="203200"/>
                </a:lnTo>
                <a:lnTo>
                  <a:pt x="353110" y="204470"/>
                </a:lnTo>
                <a:lnTo>
                  <a:pt x="376567" y="205739"/>
                </a:lnTo>
                <a:lnTo>
                  <a:pt x="400469" y="207010"/>
                </a:lnTo>
                <a:lnTo>
                  <a:pt x="424814" y="208279"/>
                </a:lnTo>
                <a:lnTo>
                  <a:pt x="474599" y="208279"/>
                </a:lnTo>
                <a:lnTo>
                  <a:pt x="500062" y="209548"/>
                </a:lnTo>
                <a:lnTo>
                  <a:pt x="704278" y="209550"/>
                </a:lnTo>
                <a:lnTo>
                  <a:pt x="693305" y="210820"/>
                </a:lnTo>
                <a:lnTo>
                  <a:pt x="550837" y="218439"/>
                </a:lnTo>
                <a:close/>
              </a:path>
              <a:path w="1000125" h="847089">
                <a:moveTo>
                  <a:pt x="990600" y="111760"/>
                </a:moveTo>
                <a:lnTo>
                  <a:pt x="990447" y="111760"/>
                </a:lnTo>
                <a:lnTo>
                  <a:pt x="990600" y="109415"/>
                </a:lnTo>
                <a:lnTo>
                  <a:pt x="990600" y="111760"/>
                </a:lnTo>
                <a:close/>
              </a:path>
              <a:path w="1000125" h="847089">
                <a:moveTo>
                  <a:pt x="9855" y="111760"/>
                </a:moveTo>
                <a:lnTo>
                  <a:pt x="9677" y="111760"/>
                </a:lnTo>
                <a:lnTo>
                  <a:pt x="9613" y="110489"/>
                </a:lnTo>
                <a:lnTo>
                  <a:pt x="9855" y="111760"/>
                </a:lnTo>
                <a:close/>
              </a:path>
              <a:path w="1000125" h="847089">
                <a:moveTo>
                  <a:pt x="990600" y="118110"/>
                </a:moveTo>
                <a:lnTo>
                  <a:pt x="988415" y="118110"/>
                </a:lnTo>
                <a:lnTo>
                  <a:pt x="989533" y="115570"/>
                </a:lnTo>
                <a:lnTo>
                  <a:pt x="989355" y="115570"/>
                </a:lnTo>
                <a:lnTo>
                  <a:pt x="990155" y="113029"/>
                </a:lnTo>
                <a:lnTo>
                  <a:pt x="990511" y="110489"/>
                </a:lnTo>
                <a:lnTo>
                  <a:pt x="990447" y="111760"/>
                </a:lnTo>
                <a:lnTo>
                  <a:pt x="990600" y="111760"/>
                </a:lnTo>
                <a:lnTo>
                  <a:pt x="990600" y="118110"/>
                </a:lnTo>
                <a:close/>
              </a:path>
              <a:path w="1000125" h="847089">
                <a:moveTo>
                  <a:pt x="12217" y="118110"/>
                </a:moveTo>
                <a:lnTo>
                  <a:pt x="11709" y="118110"/>
                </a:lnTo>
                <a:lnTo>
                  <a:pt x="11506" y="116839"/>
                </a:lnTo>
                <a:lnTo>
                  <a:pt x="12217" y="118110"/>
                </a:lnTo>
                <a:close/>
              </a:path>
              <a:path w="1000125" h="847089">
                <a:moveTo>
                  <a:pt x="989888" y="132079"/>
                </a:moveTo>
                <a:lnTo>
                  <a:pt x="976655" y="132079"/>
                </a:lnTo>
                <a:lnTo>
                  <a:pt x="979563" y="129539"/>
                </a:lnTo>
                <a:lnTo>
                  <a:pt x="979360" y="129539"/>
                </a:lnTo>
                <a:lnTo>
                  <a:pt x="981976" y="127000"/>
                </a:lnTo>
                <a:lnTo>
                  <a:pt x="981773" y="127000"/>
                </a:lnTo>
                <a:lnTo>
                  <a:pt x="984097" y="124460"/>
                </a:lnTo>
                <a:lnTo>
                  <a:pt x="983881" y="124460"/>
                </a:lnTo>
                <a:lnTo>
                  <a:pt x="985901" y="121920"/>
                </a:lnTo>
                <a:lnTo>
                  <a:pt x="985685" y="121920"/>
                </a:lnTo>
                <a:lnTo>
                  <a:pt x="987412" y="119379"/>
                </a:lnTo>
                <a:lnTo>
                  <a:pt x="987196" y="119379"/>
                </a:lnTo>
                <a:lnTo>
                  <a:pt x="988618" y="116839"/>
                </a:lnTo>
                <a:lnTo>
                  <a:pt x="988415" y="118110"/>
                </a:lnTo>
                <a:lnTo>
                  <a:pt x="990600" y="118110"/>
                </a:lnTo>
                <a:lnTo>
                  <a:pt x="990600" y="131368"/>
                </a:lnTo>
                <a:lnTo>
                  <a:pt x="989888" y="132079"/>
                </a:lnTo>
                <a:close/>
              </a:path>
              <a:path w="1000125" h="847089">
                <a:moveTo>
                  <a:pt x="24885" y="132079"/>
                </a:moveTo>
                <a:lnTo>
                  <a:pt x="23469" y="132079"/>
                </a:lnTo>
                <a:lnTo>
                  <a:pt x="23291" y="130810"/>
                </a:lnTo>
                <a:lnTo>
                  <a:pt x="24885" y="132079"/>
                </a:lnTo>
                <a:close/>
              </a:path>
              <a:path w="1000125" h="847089">
                <a:moveTo>
                  <a:pt x="971791" y="146050"/>
                </a:moveTo>
                <a:lnTo>
                  <a:pt x="954189" y="146050"/>
                </a:lnTo>
                <a:lnTo>
                  <a:pt x="963053" y="140970"/>
                </a:lnTo>
                <a:lnTo>
                  <a:pt x="962850" y="140970"/>
                </a:lnTo>
                <a:lnTo>
                  <a:pt x="966889" y="138429"/>
                </a:lnTo>
                <a:lnTo>
                  <a:pt x="966736" y="138429"/>
                </a:lnTo>
                <a:lnTo>
                  <a:pt x="970495" y="135889"/>
                </a:lnTo>
                <a:lnTo>
                  <a:pt x="970330" y="135889"/>
                </a:lnTo>
                <a:lnTo>
                  <a:pt x="973810" y="133350"/>
                </a:lnTo>
                <a:lnTo>
                  <a:pt x="973645" y="133350"/>
                </a:lnTo>
                <a:lnTo>
                  <a:pt x="976833" y="130810"/>
                </a:lnTo>
                <a:lnTo>
                  <a:pt x="976655" y="132079"/>
                </a:lnTo>
                <a:lnTo>
                  <a:pt x="989888" y="132079"/>
                </a:lnTo>
                <a:lnTo>
                  <a:pt x="975690" y="143510"/>
                </a:lnTo>
                <a:lnTo>
                  <a:pt x="971791" y="146050"/>
                </a:lnTo>
                <a:close/>
              </a:path>
              <a:path w="1000125" h="847089">
                <a:moveTo>
                  <a:pt x="48186" y="146050"/>
                </a:moveTo>
                <a:lnTo>
                  <a:pt x="45935" y="146050"/>
                </a:lnTo>
                <a:lnTo>
                  <a:pt x="45707" y="144779"/>
                </a:lnTo>
                <a:lnTo>
                  <a:pt x="48186" y="146050"/>
                </a:lnTo>
                <a:close/>
              </a:path>
              <a:path w="1000125" h="847089">
                <a:moveTo>
                  <a:pt x="925144" y="167639"/>
                </a:moveTo>
                <a:lnTo>
                  <a:pt x="895603" y="167639"/>
                </a:lnTo>
                <a:lnTo>
                  <a:pt x="909421" y="162560"/>
                </a:lnTo>
                <a:lnTo>
                  <a:pt x="909281" y="162560"/>
                </a:lnTo>
                <a:lnTo>
                  <a:pt x="922159" y="158750"/>
                </a:lnTo>
                <a:lnTo>
                  <a:pt x="922007" y="158750"/>
                </a:lnTo>
                <a:lnTo>
                  <a:pt x="933932" y="154939"/>
                </a:lnTo>
                <a:lnTo>
                  <a:pt x="933767" y="154939"/>
                </a:lnTo>
                <a:lnTo>
                  <a:pt x="944702" y="149860"/>
                </a:lnTo>
                <a:lnTo>
                  <a:pt x="944499" y="149860"/>
                </a:lnTo>
                <a:lnTo>
                  <a:pt x="954417" y="144779"/>
                </a:lnTo>
                <a:lnTo>
                  <a:pt x="954189" y="146050"/>
                </a:lnTo>
                <a:lnTo>
                  <a:pt x="971791" y="146050"/>
                </a:lnTo>
                <a:lnTo>
                  <a:pt x="967562" y="148589"/>
                </a:lnTo>
                <a:lnTo>
                  <a:pt x="958456" y="153670"/>
                </a:lnTo>
                <a:lnTo>
                  <a:pt x="948334" y="158750"/>
                </a:lnTo>
                <a:lnTo>
                  <a:pt x="937221" y="163829"/>
                </a:lnTo>
                <a:lnTo>
                  <a:pt x="925144" y="167639"/>
                </a:lnTo>
                <a:close/>
              </a:path>
              <a:path w="1000125" h="847089">
                <a:moveTo>
                  <a:pt x="108070" y="167639"/>
                </a:moveTo>
                <a:lnTo>
                  <a:pt x="104521" y="167639"/>
                </a:lnTo>
                <a:lnTo>
                  <a:pt x="104394" y="166370"/>
                </a:lnTo>
                <a:lnTo>
                  <a:pt x="108070" y="167639"/>
                </a:lnTo>
                <a:close/>
              </a:path>
              <a:path w="1000125" h="847089">
                <a:moveTo>
                  <a:pt x="704278" y="209550"/>
                </a:moveTo>
                <a:lnTo>
                  <a:pt x="500062" y="209548"/>
                </a:lnTo>
                <a:lnTo>
                  <a:pt x="525526" y="208279"/>
                </a:lnTo>
                <a:lnTo>
                  <a:pt x="575310" y="208279"/>
                </a:lnTo>
                <a:lnTo>
                  <a:pt x="599706" y="207010"/>
                </a:lnTo>
                <a:lnTo>
                  <a:pt x="623608" y="205739"/>
                </a:lnTo>
                <a:lnTo>
                  <a:pt x="647064" y="204470"/>
                </a:lnTo>
                <a:lnTo>
                  <a:pt x="670026" y="203200"/>
                </a:lnTo>
                <a:lnTo>
                  <a:pt x="692454" y="200660"/>
                </a:lnTo>
                <a:lnTo>
                  <a:pt x="714336" y="198120"/>
                </a:lnTo>
                <a:lnTo>
                  <a:pt x="735634" y="196850"/>
                </a:lnTo>
                <a:lnTo>
                  <a:pt x="756323" y="194310"/>
                </a:lnTo>
                <a:lnTo>
                  <a:pt x="776351" y="190500"/>
                </a:lnTo>
                <a:lnTo>
                  <a:pt x="795705" y="187960"/>
                </a:lnTo>
                <a:lnTo>
                  <a:pt x="814336" y="185420"/>
                </a:lnTo>
                <a:lnTo>
                  <a:pt x="832230" y="181610"/>
                </a:lnTo>
                <a:lnTo>
                  <a:pt x="849350" y="177800"/>
                </a:lnTo>
                <a:lnTo>
                  <a:pt x="865657" y="175260"/>
                </a:lnTo>
                <a:lnTo>
                  <a:pt x="881126" y="171450"/>
                </a:lnTo>
                <a:lnTo>
                  <a:pt x="895730" y="166370"/>
                </a:lnTo>
                <a:lnTo>
                  <a:pt x="895603" y="167639"/>
                </a:lnTo>
                <a:lnTo>
                  <a:pt x="925144" y="167639"/>
                </a:lnTo>
                <a:lnTo>
                  <a:pt x="912126" y="171450"/>
                </a:lnTo>
                <a:lnTo>
                  <a:pt x="867727" y="184150"/>
                </a:lnTo>
                <a:lnTo>
                  <a:pt x="815898" y="194310"/>
                </a:lnTo>
                <a:lnTo>
                  <a:pt x="797115" y="198120"/>
                </a:lnTo>
                <a:lnTo>
                  <a:pt x="704278" y="209550"/>
                </a:lnTo>
                <a:close/>
              </a:path>
              <a:path w="1000125" h="847089">
                <a:moveTo>
                  <a:pt x="9855" y="740410"/>
                </a:moveTo>
                <a:lnTo>
                  <a:pt x="9677" y="740410"/>
                </a:lnTo>
                <a:lnTo>
                  <a:pt x="9613" y="739139"/>
                </a:lnTo>
                <a:lnTo>
                  <a:pt x="9855" y="740410"/>
                </a:lnTo>
                <a:close/>
              </a:path>
              <a:path w="1000125" h="847089">
                <a:moveTo>
                  <a:pt x="999401" y="744220"/>
                </a:moveTo>
                <a:lnTo>
                  <a:pt x="989355" y="744220"/>
                </a:lnTo>
                <a:lnTo>
                  <a:pt x="990155" y="741679"/>
                </a:lnTo>
                <a:lnTo>
                  <a:pt x="990511" y="739139"/>
                </a:lnTo>
                <a:lnTo>
                  <a:pt x="990447" y="740410"/>
                </a:lnTo>
                <a:lnTo>
                  <a:pt x="999959" y="740410"/>
                </a:lnTo>
                <a:lnTo>
                  <a:pt x="999883" y="741679"/>
                </a:lnTo>
                <a:lnTo>
                  <a:pt x="999401" y="744220"/>
                </a:lnTo>
                <a:close/>
              </a:path>
              <a:path w="1000125" h="847089">
                <a:moveTo>
                  <a:pt x="550837" y="847089"/>
                </a:moveTo>
                <a:lnTo>
                  <a:pt x="449338" y="847089"/>
                </a:lnTo>
                <a:lnTo>
                  <a:pt x="306870" y="839470"/>
                </a:lnTo>
                <a:lnTo>
                  <a:pt x="295835" y="838198"/>
                </a:lnTo>
                <a:lnTo>
                  <a:pt x="202933" y="826770"/>
                </a:lnTo>
                <a:lnTo>
                  <a:pt x="166090" y="819150"/>
                </a:lnTo>
                <a:lnTo>
                  <a:pt x="148805" y="816610"/>
                </a:lnTo>
                <a:lnTo>
                  <a:pt x="132308" y="812800"/>
                </a:lnTo>
                <a:lnTo>
                  <a:pt x="116624" y="808989"/>
                </a:lnTo>
                <a:lnTo>
                  <a:pt x="101803" y="805179"/>
                </a:lnTo>
                <a:lnTo>
                  <a:pt x="87858" y="800100"/>
                </a:lnTo>
                <a:lnTo>
                  <a:pt x="74828" y="796289"/>
                </a:lnTo>
                <a:lnTo>
                  <a:pt x="32359" y="777239"/>
                </a:lnTo>
                <a:lnTo>
                  <a:pt x="3124" y="750570"/>
                </a:lnTo>
                <a:lnTo>
                  <a:pt x="1650" y="746760"/>
                </a:lnTo>
                <a:lnTo>
                  <a:pt x="850" y="744220"/>
                </a:lnTo>
                <a:lnTo>
                  <a:pt x="10604" y="744220"/>
                </a:lnTo>
                <a:lnTo>
                  <a:pt x="11709" y="746760"/>
                </a:lnTo>
                <a:lnTo>
                  <a:pt x="12217" y="746760"/>
                </a:lnTo>
                <a:lnTo>
                  <a:pt x="12928" y="748029"/>
                </a:lnTo>
                <a:lnTo>
                  <a:pt x="12712" y="748029"/>
                </a:lnTo>
                <a:lnTo>
                  <a:pt x="14439" y="750570"/>
                </a:lnTo>
                <a:lnTo>
                  <a:pt x="14224" y="750570"/>
                </a:lnTo>
                <a:lnTo>
                  <a:pt x="16243" y="753110"/>
                </a:lnTo>
                <a:lnTo>
                  <a:pt x="16027" y="753110"/>
                </a:lnTo>
                <a:lnTo>
                  <a:pt x="18351" y="755650"/>
                </a:lnTo>
                <a:lnTo>
                  <a:pt x="18148" y="755650"/>
                </a:lnTo>
                <a:lnTo>
                  <a:pt x="20764" y="758189"/>
                </a:lnTo>
                <a:lnTo>
                  <a:pt x="20561" y="758189"/>
                </a:lnTo>
                <a:lnTo>
                  <a:pt x="23469" y="760729"/>
                </a:lnTo>
                <a:lnTo>
                  <a:pt x="24885" y="760729"/>
                </a:lnTo>
                <a:lnTo>
                  <a:pt x="26479" y="762000"/>
                </a:lnTo>
                <a:lnTo>
                  <a:pt x="26314" y="762000"/>
                </a:lnTo>
                <a:lnTo>
                  <a:pt x="29794" y="764539"/>
                </a:lnTo>
                <a:lnTo>
                  <a:pt x="29629" y="764539"/>
                </a:lnTo>
                <a:lnTo>
                  <a:pt x="33388" y="767079"/>
                </a:lnTo>
                <a:lnTo>
                  <a:pt x="33235" y="767079"/>
                </a:lnTo>
                <a:lnTo>
                  <a:pt x="37274" y="769620"/>
                </a:lnTo>
                <a:lnTo>
                  <a:pt x="37071" y="769620"/>
                </a:lnTo>
                <a:lnTo>
                  <a:pt x="45935" y="774700"/>
                </a:lnTo>
                <a:lnTo>
                  <a:pt x="48186" y="774700"/>
                </a:lnTo>
                <a:lnTo>
                  <a:pt x="55625" y="778510"/>
                </a:lnTo>
                <a:lnTo>
                  <a:pt x="55422" y="778510"/>
                </a:lnTo>
                <a:lnTo>
                  <a:pt x="66357" y="783589"/>
                </a:lnTo>
                <a:lnTo>
                  <a:pt x="66192" y="783589"/>
                </a:lnTo>
                <a:lnTo>
                  <a:pt x="78117" y="787400"/>
                </a:lnTo>
                <a:lnTo>
                  <a:pt x="77965" y="787400"/>
                </a:lnTo>
                <a:lnTo>
                  <a:pt x="90843" y="791210"/>
                </a:lnTo>
                <a:lnTo>
                  <a:pt x="90716" y="791210"/>
                </a:lnTo>
                <a:lnTo>
                  <a:pt x="104521" y="796289"/>
                </a:lnTo>
                <a:lnTo>
                  <a:pt x="108070" y="796289"/>
                </a:lnTo>
                <a:lnTo>
                  <a:pt x="119100" y="800100"/>
                </a:lnTo>
                <a:lnTo>
                  <a:pt x="134556" y="803910"/>
                </a:lnTo>
                <a:lnTo>
                  <a:pt x="150863" y="806450"/>
                </a:lnTo>
                <a:lnTo>
                  <a:pt x="167970" y="810260"/>
                </a:lnTo>
                <a:lnTo>
                  <a:pt x="185864" y="814070"/>
                </a:lnTo>
                <a:lnTo>
                  <a:pt x="204495" y="816610"/>
                </a:lnTo>
                <a:lnTo>
                  <a:pt x="223850" y="819150"/>
                </a:lnTo>
                <a:lnTo>
                  <a:pt x="243878" y="822960"/>
                </a:lnTo>
                <a:lnTo>
                  <a:pt x="264553" y="825500"/>
                </a:lnTo>
                <a:lnTo>
                  <a:pt x="285838" y="826770"/>
                </a:lnTo>
                <a:lnTo>
                  <a:pt x="307721" y="829310"/>
                </a:lnTo>
                <a:lnTo>
                  <a:pt x="330161" y="831850"/>
                </a:lnTo>
                <a:lnTo>
                  <a:pt x="353110" y="833120"/>
                </a:lnTo>
                <a:lnTo>
                  <a:pt x="376567" y="834389"/>
                </a:lnTo>
                <a:lnTo>
                  <a:pt x="400469" y="835660"/>
                </a:lnTo>
                <a:lnTo>
                  <a:pt x="424814" y="836929"/>
                </a:lnTo>
                <a:lnTo>
                  <a:pt x="474599" y="836929"/>
                </a:lnTo>
                <a:lnTo>
                  <a:pt x="500062" y="838198"/>
                </a:lnTo>
                <a:lnTo>
                  <a:pt x="704278" y="838200"/>
                </a:lnTo>
                <a:lnTo>
                  <a:pt x="693305" y="839470"/>
                </a:lnTo>
                <a:lnTo>
                  <a:pt x="550837" y="847089"/>
                </a:lnTo>
                <a:close/>
              </a:path>
              <a:path w="1000125" h="847089">
                <a:moveTo>
                  <a:pt x="998486" y="746760"/>
                </a:moveTo>
                <a:lnTo>
                  <a:pt x="988415" y="746760"/>
                </a:lnTo>
                <a:lnTo>
                  <a:pt x="989533" y="744220"/>
                </a:lnTo>
                <a:lnTo>
                  <a:pt x="999286" y="744220"/>
                </a:lnTo>
                <a:lnTo>
                  <a:pt x="998486" y="746760"/>
                </a:lnTo>
                <a:close/>
              </a:path>
              <a:path w="1000125" h="847089">
                <a:moveTo>
                  <a:pt x="12217" y="746760"/>
                </a:moveTo>
                <a:lnTo>
                  <a:pt x="11709" y="746760"/>
                </a:lnTo>
                <a:lnTo>
                  <a:pt x="11506" y="745489"/>
                </a:lnTo>
                <a:lnTo>
                  <a:pt x="12217" y="746760"/>
                </a:lnTo>
                <a:close/>
              </a:path>
              <a:path w="1000125" h="847089">
                <a:moveTo>
                  <a:pt x="989888" y="760729"/>
                </a:moveTo>
                <a:lnTo>
                  <a:pt x="976655" y="760729"/>
                </a:lnTo>
                <a:lnTo>
                  <a:pt x="979563" y="758189"/>
                </a:lnTo>
                <a:lnTo>
                  <a:pt x="979360" y="758189"/>
                </a:lnTo>
                <a:lnTo>
                  <a:pt x="981976" y="755650"/>
                </a:lnTo>
                <a:lnTo>
                  <a:pt x="981773" y="755650"/>
                </a:lnTo>
                <a:lnTo>
                  <a:pt x="984097" y="753110"/>
                </a:lnTo>
                <a:lnTo>
                  <a:pt x="983881" y="753110"/>
                </a:lnTo>
                <a:lnTo>
                  <a:pt x="985901" y="750570"/>
                </a:lnTo>
                <a:lnTo>
                  <a:pt x="985685" y="750570"/>
                </a:lnTo>
                <a:lnTo>
                  <a:pt x="987412" y="748029"/>
                </a:lnTo>
                <a:lnTo>
                  <a:pt x="987196" y="748029"/>
                </a:lnTo>
                <a:lnTo>
                  <a:pt x="988618" y="745489"/>
                </a:lnTo>
                <a:lnTo>
                  <a:pt x="988415" y="746760"/>
                </a:lnTo>
                <a:lnTo>
                  <a:pt x="998486" y="746760"/>
                </a:lnTo>
                <a:lnTo>
                  <a:pt x="998308" y="748029"/>
                </a:lnTo>
                <a:lnTo>
                  <a:pt x="997000" y="750570"/>
                </a:lnTo>
                <a:lnTo>
                  <a:pt x="995578" y="753110"/>
                </a:lnTo>
                <a:lnTo>
                  <a:pt x="993406" y="756920"/>
                </a:lnTo>
                <a:lnTo>
                  <a:pt x="991158" y="759460"/>
                </a:lnTo>
                <a:lnTo>
                  <a:pt x="989888" y="760729"/>
                </a:lnTo>
                <a:close/>
              </a:path>
              <a:path w="1000125" h="847089">
                <a:moveTo>
                  <a:pt x="24885" y="760729"/>
                </a:moveTo>
                <a:lnTo>
                  <a:pt x="23469" y="760729"/>
                </a:lnTo>
                <a:lnTo>
                  <a:pt x="23291" y="759460"/>
                </a:lnTo>
                <a:lnTo>
                  <a:pt x="24885" y="760729"/>
                </a:lnTo>
                <a:close/>
              </a:path>
              <a:path w="1000125" h="847089">
                <a:moveTo>
                  <a:pt x="971791" y="774700"/>
                </a:moveTo>
                <a:lnTo>
                  <a:pt x="954189" y="774700"/>
                </a:lnTo>
                <a:lnTo>
                  <a:pt x="963053" y="769620"/>
                </a:lnTo>
                <a:lnTo>
                  <a:pt x="962850" y="769620"/>
                </a:lnTo>
                <a:lnTo>
                  <a:pt x="966889" y="767079"/>
                </a:lnTo>
                <a:lnTo>
                  <a:pt x="966736" y="767079"/>
                </a:lnTo>
                <a:lnTo>
                  <a:pt x="970495" y="764539"/>
                </a:lnTo>
                <a:lnTo>
                  <a:pt x="970330" y="764539"/>
                </a:lnTo>
                <a:lnTo>
                  <a:pt x="973810" y="762000"/>
                </a:lnTo>
                <a:lnTo>
                  <a:pt x="973645" y="762000"/>
                </a:lnTo>
                <a:lnTo>
                  <a:pt x="976833" y="759460"/>
                </a:lnTo>
                <a:lnTo>
                  <a:pt x="976655" y="760729"/>
                </a:lnTo>
                <a:lnTo>
                  <a:pt x="989888" y="760729"/>
                </a:lnTo>
                <a:lnTo>
                  <a:pt x="975690" y="772160"/>
                </a:lnTo>
                <a:lnTo>
                  <a:pt x="971791" y="774700"/>
                </a:lnTo>
                <a:close/>
              </a:path>
              <a:path w="1000125" h="847089">
                <a:moveTo>
                  <a:pt x="48186" y="774700"/>
                </a:moveTo>
                <a:lnTo>
                  <a:pt x="45935" y="774700"/>
                </a:lnTo>
                <a:lnTo>
                  <a:pt x="45707" y="773429"/>
                </a:lnTo>
                <a:lnTo>
                  <a:pt x="48186" y="774700"/>
                </a:lnTo>
                <a:close/>
              </a:path>
              <a:path w="1000125" h="847089">
                <a:moveTo>
                  <a:pt x="925144" y="796289"/>
                </a:moveTo>
                <a:lnTo>
                  <a:pt x="895603" y="796289"/>
                </a:lnTo>
                <a:lnTo>
                  <a:pt x="909421" y="791210"/>
                </a:lnTo>
                <a:lnTo>
                  <a:pt x="909281" y="791210"/>
                </a:lnTo>
                <a:lnTo>
                  <a:pt x="922159" y="787400"/>
                </a:lnTo>
                <a:lnTo>
                  <a:pt x="922007" y="787400"/>
                </a:lnTo>
                <a:lnTo>
                  <a:pt x="933932" y="783589"/>
                </a:lnTo>
                <a:lnTo>
                  <a:pt x="933767" y="783589"/>
                </a:lnTo>
                <a:lnTo>
                  <a:pt x="944702" y="778510"/>
                </a:lnTo>
                <a:lnTo>
                  <a:pt x="944499" y="778510"/>
                </a:lnTo>
                <a:lnTo>
                  <a:pt x="954417" y="773429"/>
                </a:lnTo>
                <a:lnTo>
                  <a:pt x="954189" y="774700"/>
                </a:lnTo>
                <a:lnTo>
                  <a:pt x="971791" y="774700"/>
                </a:lnTo>
                <a:lnTo>
                  <a:pt x="967562" y="777239"/>
                </a:lnTo>
                <a:lnTo>
                  <a:pt x="958456" y="782320"/>
                </a:lnTo>
                <a:lnTo>
                  <a:pt x="948334" y="787400"/>
                </a:lnTo>
                <a:lnTo>
                  <a:pt x="937221" y="792479"/>
                </a:lnTo>
                <a:lnTo>
                  <a:pt x="925144" y="796289"/>
                </a:lnTo>
                <a:close/>
              </a:path>
              <a:path w="1000125" h="847089">
                <a:moveTo>
                  <a:pt x="108070" y="796289"/>
                </a:moveTo>
                <a:lnTo>
                  <a:pt x="104521" y="796289"/>
                </a:lnTo>
                <a:lnTo>
                  <a:pt x="104394" y="795020"/>
                </a:lnTo>
                <a:lnTo>
                  <a:pt x="108070" y="796289"/>
                </a:lnTo>
                <a:close/>
              </a:path>
              <a:path w="1000125" h="847089">
                <a:moveTo>
                  <a:pt x="704278" y="838200"/>
                </a:moveTo>
                <a:lnTo>
                  <a:pt x="500062" y="838198"/>
                </a:lnTo>
                <a:lnTo>
                  <a:pt x="525526" y="836929"/>
                </a:lnTo>
                <a:lnTo>
                  <a:pt x="575310" y="836929"/>
                </a:lnTo>
                <a:lnTo>
                  <a:pt x="599706" y="835660"/>
                </a:lnTo>
                <a:lnTo>
                  <a:pt x="623608" y="834389"/>
                </a:lnTo>
                <a:lnTo>
                  <a:pt x="647064" y="833120"/>
                </a:lnTo>
                <a:lnTo>
                  <a:pt x="670026" y="831850"/>
                </a:lnTo>
                <a:lnTo>
                  <a:pt x="692454" y="829310"/>
                </a:lnTo>
                <a:lnTo>
                  <a:pt x="714336" y="826770"/>
                </a:lnTo>
                <a:lnTo>
                  <a:pt x="735634" y="825500"/>
                </a:lnTo>
                <a:lnTo>
                  <a:pt x="756323" y="822960"/>
                </a:lnTo>
                <a:lnTo>
                  <a:pt x="776351" y="819150"/>
                </a:lnTo>
                <a:lnTo>
                  <a:pt x="795705" y="816610"/>
                </a:lnTo>
                <a:lnTo>
                  <a:pt x="814336" y="814070"/>
                </a:lnTo>
                <a:lnTo>
                  <a:pt x="832230" y="810260"/>
                </a:lnTo>
                <a:lnTo>
                  <a:pt x="849350" y="806450"/>
                </a:lnTo>
                <a:lnTo>
                  <a:pt x="865657" y="803910"/>
                </a:lnTo>
                <a:lnTo>
                  <a:pt x="881126" y="800100"/>
                </a:lnTo>
                <a:lnTo>
                  <a:pt x="895730" y="795020"/>
                </a:lnTo>
                <a:lnTo>
                  <a:pt x="895603" y="796289"/>
                </a:lnTo>
                <a:lnTo>
                  <a:pt x="925144" y="796289"/>
                </a:lnTo>
                <a:lnTo>
                  <a:pt x="912126" y="800100"/>
                </a:lnTo>
                <a:lnTo>
                  <a:pt x="867727" y="812800"/>
                </a:lnTo>
                <a:lnTo>
                  <a:pt x="815898" y="822960"/>
                </a:lnTo>
                <a:lnTo>
                  <a:pt x="797115" y="826770"/>
                </a:lnTo>
                <a:lnTo>
                  <a:pt x="704278" y="838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10735" y="1797672"/>
            <a:ext cx="6412865" cy="3771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algn="ctr">
              <a:lnSpc>
                <a:spcPts val="4004"/>
              </a:lnSpc>
              <a:spcBef>
                <a:spcPts val="114"/>
              </a:spcBef>
            </a:pPr>
            <a:r>
              <a:rPr lang="en-US" altLang="zh-CN" sz="3600" dirty="0">
                <a:effectLst/>
              </a:rPr>
              <a:t>Option2:</a:t>
            </a:r>
            <a:r>
              <a:rPr sz="3200" spc="-10" dirty="0">
                <a:latin typeface="Tahoma"/>
                <a:cs typeface="Tahoma"/>
              </a:rPr>
              <a:t>prevent </a:t>
            </a:r>
            <a:r>
              <a:rPr sz="3200" spc="-5" dirty="0">
                <a:latin typeface="Tahoma"/>
                <a:cs typeface="Tahoma"/>
              </a:rPr>
              <a:t>P(S) </a:t>
            </a:r>
            <a:r>
              <a:rPr sz="3200" spc="-10" dirty="0">
                <a:latin typeface="Tahoma"/>
                <a:cs typeface="Tahoma"/>
              </a:rPr>
              <a:t>cycles from</a:t>
            </a:r>
            <a:endParaRPr sz="3200" dirty="0">
              <a:latin typeface="Tahoma"/>
              <a:cs typeface="Tahoma"/>
            </a:endParaRPr>
          </a:p>
          <a:p>
            <a:pPr marR="701040" algn="ctr">
              <a:lnSpc>
                <a:spcPts val="3825"/>
              </a:lnSpc>
            </a:pPr>
            <a:r>
              <a:rPr sz="3200" spc="-5" dirty="0">
                <a:latin typeface="Tahoma"/>
                <a:cs typeface="Tahoma"/>
              </a:rPr>
              <a:t>occurring</a:t>
            </a:r>
            <a:endParaRPr sz="3200" dirty="0">
              <a:latin typeface="Tahoma"/>
              <a:cs typeface="Tahoma"/>
            </a:endParaRPr>
          </a:p>
          <a:p>
            <a:pPr marL="2809240">
              <a:lnSpc>
                <a:spcPct val="100000"/>
              </a:lnSpc>
              <a:spcBef>
                <a:spcPts val="765"/>
              </a:spcBef>
              <a:tabLst>
                <a:tab pos="3343910" algn="l"/>
                <a:tab pos="5552440" algn="l"/>
              </a:tabLst>
            </a:pPr>
            <a:r>
              <a:rPr sz="3200" dirty="0">
                <a:latin typeface="Tahoma"/>
                <a:cs typeface="Tahoma"/>
              </a:rPr>
              <a:t>T</a:t>
            </a:r>
            <a:r>
              <a:rPr sz="2000" dirty="0">
                <a:latin typeface="Tahoma"/>
                <a:cs typeface="Tahoma"/>
              </a:rPr>
              <a:t>1	</a:t>
            </a:r>
            <a:r>
              <a:rPr sz="3200" dirty="0">
                <a:latin typeface="Tahoma"/>
                <a:cs typeface="Tahoma"/>
              </a:rPr>
              <a:t>T</a:t>
            </a:r>
            <a:r>
              <a:rPr sz="2000" dirty="0">
                <a:latin typeface="Tahoma"/>
                <a:cs typeface="Tahoma"/>
              </a:rPr>
              <a:t>2</a:t>
            </a:r>
            <a:r>
              <a:rPr sz="2000" spc="37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…..	</a:t>
            </a:r>
            <a:r>
              <a:rPr sz="3200" dirty="0">
                <a:latin typeface="Tahoma"/>
                <a:cs typeface="Tahoma"/>
              </a:rPr>
              <a:t>T</a:t>
            </a:r>
            <a:r>
              <a:rPr sz="2000" dirty="0">
                <a:latin typeface="Tahoma"/>
                <a:cs typeface="Tahoma"/>
              </a:rPr>
              <a:t>n</a:t>
            </a:r>
          </a:p>
          <a:p>
            <a:pPr marL="2710180" algn="ctr">
              <a:lnSpc>
                <a:spcPct val="100000"/>
              </a:lnSpc>
              <a:spcBef>
                <a:spcPts val="2290"/>
              </a:spcBef>
            </a:pPr>
            <a:r>
              <a:rPr sz="3200" spc="-5" dirty="0">
                <a:latin typeface="Tahoma"/>
                <a:cs typeface="Tahoma"/>
              </a:rPr>
              <a:t>Scheduler</a:t>
            </a:r>
            <a:endParaRPr sz="32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3800" dirty="0">
              <a:latin typeface="Tahoma"/>
              <a:cs typeface="Tahoma"/>
            </a:endParaRPr>
          </a:p>
          <a:p>
            <a:pPr marL="2786380" algn="ctr">
              <a:lnSpc>
                <a:spcPct val="100000"/>
              </a:lnSpc>
              <a:spcBef>
                <a:spcPts val="2485"/>
              </a:spcBef>
            </a:pPr>
            <a:r>
              <a:rPr sz="3200" dirty="0">
                <a:latin typeface="Tahoma"/>
                <a:cs typeface="Tahoma"/>
              </a:rPr>
              <a:t>DB</a:t>
            </a:r>
          </a:p>
        </p:txBody>
      </p:sp>
      <p:sp>
        <p:nvSpPr>
          <p:cNvPr id="8" name="object 8"/>
          <p:cNvSpPr/>
          <p:nvPr/>
        </p:nvSpPr>
        <p:spPr>
          <a:xfrm>
            <a:off x="5272087" y="4232275"/>
            <a:ext cx="0" cy="609600"/>
          </a:xfrm>
          <a:custGeom>
            <a:avLst/>
            <a:gdLst/>
            <a:ahLst/>
            <a:cxnLst/>
            <a:rect l="l" t="t" r="r" b="b"/>
            <a:pathLst>
              <a:path h="609600">
                <a:moveTo>
                  <a:pt x="0" y="0"/>
                </a:moveTo>
                <a:lnTo>
                  <a:pt x="0" y="6096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822153" y="3389820"/>
            <a:ext cx="307340" cy="156845"/>
          </a:xfrm>
          <a:custGeom>
            <a:avLst/>
            <a:gdLst/>
            <a:ahLst/>
            <a:cxnLst/>
            <a:rect l="l" t="t" r="r" b="b"/>
            <a:pathLst>
              <a:path w="307339" h="156845">
                <a:moveTo>
                  <a:pt x="236647" y="126838"/>
                </a:moveTo>
                <a:lnTo>
                  <a:pt x="0" y="8508"/>
                </a:lnTo>
                <a:lnTo>
                  <a:pt x="4267" y="0"/>
                </a:lnTo>
                <a:lnTo>
                  <a:pt x="240908" y="118314"/>
                </a:lnTo>
                <a:lnTo>
                  <a:pt x="236647" y="126838"/>
                </a:lnTo>
                <a:close/>
              </a:path>
              <a:path w="307339" h="156845">
                <a:moveTo>
                  <a:pt x="290961" y="135356"/>
                </a:moveTo>
                <a:lnTo>
                  <a:pt x="253682" y="135356"/>
                </a:lnTo>
                <a:lnTo>
                  <a:pt x="257949" y="126834"/>
                </a:lnTo>
                <a:lnTo>
                  <a:pt x="240908" y="118314"/>
                </a:lnTo>
                <a:lnTo>
                  <a:pt x="255816" y="88493"/>
                </a:lnTo>
                <a:lnTo>
                  <a:pt x="290961" y="135356"/>
                </a:lnTo>
                <a:close/>
              </a:path>
              <a:path w="307339" h="156845">
                <a:moveTo>
                  <a:pt x="253682" y="135356"/>
                </a:moveTo>
                <a:lnTo>
                  <a:pt x="236649" y="126834"/>
                </a:lnTo>
                <a:lnTo>
                  <a:pt x="240908" y="118314"/>
                </a:lnTo>
                <a:lnTo>
                  <a:pt x="257949" y="126834"/>
                </a:lnTo>
                <a:lnTo>
                  <a:pt x="253682" y="135356"/>
                </a:lnTo>
                <a:close/>
              </a:path>
              <a:path w="307339" h="156845">
                <a:moveTo>
                  <a:pt x="306933" y="156654"/>
                </a:moveTo>
                <a:lnTo>
                  <a:pt x="221741" y="156654"/>
                </a:lnTo>
                <a:lnTo>
                  <a:pt x="236647" y="126838"/>
                </a:lnTo>
                <a:lnTo>
                  <a:pt x="253682" y="135356"/>
                </a:lnTo>
                <a:lnTo>
                  <a:pt x="290961" y="135356"/>
                </a:lnTo>
                <a:lnTo>
                  <a:pt x="306933" y="1566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389932" y="3341154"/>
            <a:ext cx="106133" cy="2069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186487" y="3389820"/>
            <a:ext cx="307340" cy="156845"/>
          </a:xfrm>
          <a:custGeom>
            <a:avLst/>
            <a:gdLst/>
            <a:ahLst/>
            <a:cxnLst/>
            <a:rect l="l" t="t" r="r" b="b"/>
            <a:pathLst>
              <a:path w="307339" h="156845">
                <a:moveTo>
                  <a:pt x="70286" y="126838"/>
                </a:moveTo>
                <a:lnTo>
                  <a:pt x="66025" y="118314"/>
                </a:lnTo>
                <a:lnTo>
                  <a:pt x="302666" y="0"/>
                </a:lnTo>
                <a:lnTo>
                  <a:pt x="306933" y="8508"/>
                </a:lnTo>
                <a:lnTo>
                  <a:pt x="70286" y="126838"/>
                </a:lnTo>
                <a:close/>
              </a:path>
              <a:path w="307339" h="156845">
                <a:moveTo>
                  <a:pt x="85191" y="156654"/>
                </a:moveTo>
                <a:lnTo>
                  <a:pt x="0" y="156654"/>
                </a:lnTo>
                <a:lnTo>
                  <a:pt x="51117" y="88493"/>
                </a:lnTo>
                <a:lnTo>
                  <a:pt x="66025" y="118314"/>
                </a:lnTo>
                <a:lnTo>
                  <a:pt x="48983" y="126834"/>
                </a:lnTo>
                <a:lnTo>
                  <a:pt x="53251" y="135356"/>
                </a:lnTo>
                <a:lnTo>
                  <a:pt x="74544" y="135356"/>
                </a:lnTo>
                <a:lnTo>
                  <a:pt x="85191" y="156654"/>
                </a:lnTo>
                <a:close/>
              </a:path>
              <a:path w="307339" h="156845">
                <a:moveTo>
                  <a:pt x="53251" y="135356"/>
                </a:moveTo>
                <a:lnTo>
                  <a:pt x="48983" y="126834"/>
                </a:lnTo>
                <a:lnTo>
                  <a:pt x="66025" y="118314"/>
                </a:lnTo>
                <a:lnTo>
                  <a:pt x="70286" y="126838"/>
                </a:lnTo>
                <a:lnTo>
                  <a:pt x="53251" y="135356"/>
                </a:lnTo>
                <a:close/>
              </a:path>
              <a:path w="307339" h="156845">
                <a:moveTo>
                  <a:pt x="74544" y="135356"/>
                </a:moveTo>
                <a:lnTo>
                  <a:pt x="53251" y="135356"/>
                </a:lnTo>
                <a:lnTo>
                  <a:pt x="70286" y="126838"/>
                </a:lnTo>
                <a:lnTo>
                  <a:pt x="74544" y="1353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764540" y="617854"/>
            <a:ext cx="545338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3235325" algn="l"/>
              </a:tabLst>
            </a:pP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H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ow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to e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n</a:t>
            </a:r>
            <a:r>
              <a:rPr sz="3600" u="heavy" spc="-45" dirty="0">
                <a:uFill>
                  <a:solidFill>
                    <a:srgbClr val="000000"/>
                  </a:solidFill>
                </a:uFill>
              </a:rPr>
              <a:t>f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o</a:t>
            </a:r>
            <a:r>
              <a:rPr sz="3600" u="heavy" spc="-25" dirty="0">
                <a:uFill>
                  <a:solidFill>
                    <a:srgbClr val="000000"/>
                  </a:solidFill>
                </a:uFill>
              </a:rPr>
              <a:t>r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c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e	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s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e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r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ializable </a:t>
            </a:r>
            <a:r>
              <a:rPr sz="3600" dirty="0"/>
              <a:t> 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schedules?</a:t>
            </a:r>
            <a:endParaRPr sz="3600"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28</a:t>
            </a:fld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714375"/>
            <a:ext cx="3617595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heavy" dirty="0">
                <a:uFill>
                  <a:solidFill>
                    <a:srgbClr val="000000"/>
                  </a:solidFill>
                </a:uFill>
              </a:rPr>
              <a:t>A 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locking</a:t>
            </a:r>
            <a:r>
              <a:rPr sz="3600" u="heavy" spc="-6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protocol</a:t>
            </a:r>
            <a:r>
              <a:rPr lang="zh-CN" altLang="en-US" sz="3600" u="heavy" spc="-5" dirty="0">
                <a:uFill>
                  <a:solidFill>
                    <a:srgbClr val="000000"/>
                  </a:solidFill>
                </a:uFill>
              </a:rPr>
              <a:t>锁协议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673351"/>
            <a:ext cx="3260090" cy="177736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5600" marR="5080" indent="-342900" algn="just">
              <a:lnSpc>
                <a:spcPct val="119800"/>
              </a:lnSpc>
              <a:spcBef>
                <a:spcPts val="90"/>
              </a:spcBef>
            </a:pPr>
            <a:r>
              <a:rPr sz="3200" spc="-105" dirty="0">
                <a:latin typeface="Tahoma"/>
                <a:cs typeface="Tahoma"/>
              </a:rPr>
              <a:t>Two </a:t>
            </a:r>
            <a:r>
              <a:rPr sz="3200" spc="-5" dirty="0">
                <a:latin typeface="Tahoma"/>
                <a:cs typeface="Tahoma"/>
              </a:rPr>
              <a:t>new actions:  lock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(exclusive):  </a:t>
            </a:r>
            <a:r>
              <a:rPr sz="3200" spc="-5" dirty="0">
                <a:latin typeface="Tahoma"/>
                <a:cs typeface="Tahoma"/>
              </a:rPr>
              <a:t>unlock: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42844" y="4265676"/>
            <a:ext cx="1828800" cy="685800"/>
          </a:xfrm>
          <a:custGeom>
            <a:avLst/>
            <a:gdLst/>
            <a:ahLst/>
            <a:cxnLst/>
            <a:rect l="l" t="t" r="r" b="b"/>
            <a:pathLst>
              <a:path w="1828800" h="685800">
                <a:moveTo>
                  <a:pt x="0" y="0"/>
                </a:moveTo>
                <a:lnTo>
                  <a:pt x="1828800" y="0"/>
                </a:lnTo>
                <a:lnTo>
                  <a:pt x="1828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38462" y="4260850"/>
            <a:ext cx="1838325" cy="695325"/>
          </a:xfrm>
          <a:custGeom>
            <a:avLst/>
            <a:gdLst/>
            <a:ahLst/>
            <a:cxnLst/>
            <a:rect l="l" t="t" r="r" b="b"/>
            <a:pathLst>
              <a:path w="1838325" h="695325">
                <a:moveTo>
                  <a:pt x="1838325" y="695325"/>
                </a:moveTo>
                <a:lnTo>
                  <a:pt x="0" y="695325"/>
                </a:lnTo>
                <a:lnTo>
                  <a:pt x="0" y="0"/>
                </a:lnTo>
                <a:lnTo>
                  <a:pt x="1838325" y="0"/>
                </a:lnTo>
                <a:lnTo>
                  <a:pt x="1838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85800"/>
                </a:lnTo>
                <a:lnTo>
                  <a:pt x="4762" y="685800"/>
                </a:lnTo>
                <a:lnTo>
                  <a:pt x="9525" y="690562"/>
                </a:lnTo>
                <a:lnTo>
                  <a:pt x="1838325" y="690562"/>
                </a:lnTo>
                <a:lnTo>
                  <a:pt x="1838325" y="695325"/>
                </a:lnTo>
                <a:close/>
              </a:path>
              <a:path w="1838325" h="6953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838325" h="695325">
                <a:moveTo>
                  <a:pt x="1828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828800" y="4762"/>
                </a:lnTo>
                <a:lnTo>
                  <a:pt x="1828800" y="9525"/>
                </a:lnTo>
                <a:close/>
              </a:path>
              <a:path w="1838325" h="695325">
                <a:moveTo>
                  <a:pt x="1828800" y="690562"/>
                </a:moveTo>
                <a:lnTo>
                  <a:pt x="1828800" y="4762"/>
                </a:lnTo>
                <a:lnTo>
                  <a:pt x="1833562" y="9525"/>
                </a:lnTo>
                <a:lnTo>
                  <a:pt x="1838325" y="9525"/>
                </a:lnTo>
                <a:lnTo>
                  <a:pt x="1838325" y="685800"/>
                </a:lnTo>
                <a:lnTo>
                  <a:pt x="1833562" y="685800"/>
                </a:lnTo>
                <a:lnTo>
                  <a:pt x="1828800" y="690562"/>
                </a:lnTo>
                <a:close/>
              </a:path>
              <a:path w="1838325" h="695325">
                <a:moveTo>
                  <a:pt x="1838325" y="9525"/>
                </a:moveTo>
                <a:lnTo>
                  <a:pt x="1833562" y="9525"/>
                </a:lnTo>
                <a:lnTo>
                  <a:pt x="1828800" y="4762"/>
                </a:lnTo>
                <a:lnTo>
                  <a:pt x="1838325" y="4762"/>
                </a:lnTo>
                <a:lnTo>
                  <a:pt x="1838325" y="9525"/>
                </a:lnTo>
                <a:close/>
              </a:path>
              <a:path w="1838325" h="695325">
                <a:moveTo>
                  <a:pt x="9525" y="690562"/>
                </a:moveTo>
                <a:lnTo>
                  <a:pt x="4762" y="685800"/>
                </a:lnTo>
                <a:lnTo>
                  <a:pt x="9525" y="685800"/>
                </a:lnTo>
                <a:lnTo>
                  <a:pt x="9525" y="690562"/>
                </a:lnTo>
                <a:close/>
              </a:path>
              <a:path w="1838325" h="695325">
                <a:moveTo>
                  <a:pt x="1828800" y="690562"/>
                </a:moveTo>
                <a:lnTo>
                  <a:pt x="9525" y="690562"/>
                </a:lnTo>
                <a:lnTo>
                  <a:pt x="9525" y="685800"/>
                </a:lnTo>
                <a:lnTo>
                  <a:pt x="1828800" y="685800"/>
                </a:lnTo>
                <a:lnTo>
                  <a:pt x="1828800" y="690562"/>
                </a:lnTo>
                <a:close/>
              </a:path>
              <a:path w="1838325" h="695325">
                <a:moveTo>
                  <a:pt x="1838325" y="690562"/>
                </a:moveTo>
                <a:lnTo>
                  <a:pt x="1828800" y="690562"/>
                </a:lnTo>
                <a:lnTo>
                  <a:pt x="1833562" y="685800"/>
                </a:lnTo>
                <a:lnTo>
                  <a:pt x="1838325" y="685800"/>
                </a:lnTo>
                <a:lnTo>
                  <a:pt x="1838325" y="6905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400044" y="5399532"/>
            <a:ext cx="914400" cy="466725"/>
          </a:xfrm>
          <a:custGeom>
            <a:avLst/>
            <a:gdLst/>
            <a:ahLst/>
            <a:cxnLst/>
            <a:rect l="l" t="t" r="r" b="b"/>
            <a:pathLst>
              <a:path w="914400" h="466725">
                <a:moveTo>
                  <a:pt x="457580" y="466280"/>
                </a:moveTo>
                <a:lnTo>
                  <a:pt x="383421" y="465407"/>
                </a:lnTo>
                <a:lnTo>
                  <a:pt x="313068" y="462879"/>
                </a:lnTo>
                <a:lnTo>
                  <a:pt x="247462" y="458830"/>
                </a:lnTo>
                <a:lnTo>
                  <a:pt x="187541" y="453397"/>
                </a:lnTo>
                <a:lnTo>
                  <a:pt x="134245" y="446714"/>
                </a:lnTo>
                <a:lnTo>
                  <a:pt x="88512" y="438917"/>
                </a:lnTo>
                <a:lnTo>
                  <a:pt x="51282" y="430140"/>
                </a:lnTo>
                <a:lnTo>
                  <a:pt x="6087" y="410190"/>
                </a:lnTo>
                <a:lnTo>
                  <a:pt x="0" y="399288"/>
                </a:lnTo>
                <a:lnTo>
                  <a:pt x="0" y="0"/>
                </a:lnTo>
                <a:lnTo>
                  <a:pt x="6087" y="10696"/>
                </a:lnTo>
                <a:lnTo>
                  <a:pt x="23494" y="20860"/>
                </a:lnTo>
                <a:lnTo>
                  <a:pt x="88512" y="39031"/>
                </a:lnTo>
                <a:lnTo>
                  <a:pt x="134245" y="46759"/>
                </a:lnTo>
                <a:lnTo>
                  <a:pt x="187541" y="53396"/>
                </a:lnTo>
                <a:lnTo>
                  <a:pt x="247462" y="58801"/>
                </a:lnTo>
                <a:lnTo>
                  <a:pt x="313068" y="62835"/>
                </a:lnTo>
                <a:lnTo>
                  <a:pt x="383421" y="65358"/>
                </a:lnTo>
                <a:lnTo>
                  <a:pt x="457580" y="66230"/>
                </a:lnTo>
                <a:lnTo>
                  <a:pt x="914400" y="66230"/>
                </a:lnTo>
                <a:lnTo>
                  <a:pt x="914400" y="399288"/>
                </a:lnTo>
                <a:lnTo>
                  <a:pt x="863617" y="430140"/>
                </a:lnTo>
                <a:lnTo>
                  <a:pt x="826484" y="438917"/>
                </a:lnTo>
                <a:lnTo>
                  <a:pt x="780821" y="446714"/>
                </a:lnTo>
                <a:lnTo>
                  <a:pt x="727571" y="453397"/>
                </a:lnTo>
                <a:lnTo>
                  <a:pt x="667679" y="458830"/>
                </a:lnTo>
                <a:lnTo>
                  <a:pt x="602087" y="462879"/>
                </a:lnTo>
                <a:lnTo>
                  <a:pt x="531740" y="465407"/>
                </a:lnTo>
                <a:lnTo>
                  <a:pt x="457580" y="466280"/>
                </a:lnTo>
                <a:close/>
              </a:path>
              <a:path w="914400" h="466725">
                <a:moveTo>
                  <a:pt x="914400" y="66230"/>
                </a:moveTo>
                <a:lnTo>
                  <a:pt x="457580" y="66230"/>
                </a:lnTo>
                <a:lnTo>
                  <a:pt x="531740" y="65358"/>
                </a:lnTo>
                <a:lnTo>
                  <a:pt x="602087" y="62835"/>
                </a:lnTo>
                <a:lnTo>
                  <a:pt x="667679" y="58801"/>
                </a:lnTo>
                <a:lnTo>
                  <a:pt x="727571" y="53396"/>
                </a:lnTo>
                <a:lnTo>
                  <a:pt x="780821" y="46759"/>
                </a:lnTo>
                <a:lnTo>
                  <a:pt x="826484" y="39031"/>
                </a:lnTo>
                <a:lnTo>
                  <a:pt x="863617" y="30351"/>
                </a:lnTo>
                <a:lnTo>
                  <a:pt x="908519" y="10696"/>
                </a:lnTo>
                <a:lnTo>
                  <a:pt x="914400" y="0"/>
                </a:lnTo>
                <a:lnTo>
                  <a:pt x="914400" y="662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96996" y="5329428"/>
            <a:ext cx="920496" cy="1402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395662" y="5327650"/>
            <a:ext cx="923925" cy="542290"/>
          </a:xfrm>
          <a:custGeom>
            <a:avLst/>
            <a:gdLst/>
            <a:ahLst/>
            <a:cxnLst/>
            <a:rect l="l" t="t" r="r" b="b"/>
            <a:pathLst>
              <a:path w="923925" h="542289">
                <a:moveTo>
                  <a:pt x="554227" y="1270"/>
                </a:moveTo>
                <a:lnTo>
                  <a:pt x="369658" y="1270"/>
                </a:lnTo>
                <a:lnTo>
                  <a:pt x="392214" y="0"/>
                </a:lnTo>
                <a:lnTo>
                  <a:pt x="531672" y="0"/>
                </a:lnTo>
                <a:lnTo>
                  <a:pt x="554227" y="1270"/>
                </a:lnTo>
                <a:close/>
              </a:path>
              <a:path w="923925" h="542289">
                <a:moveTo>
                  <a:pt x="42151" y="49529"/>
                </a:moveTo>
                <a:lnTo>
                  <a:pt x="16979" y="49529"/>
                </a:lnTo>
                <a:lnTo>
                  <a:pt x="23431" y="46989"/>
                </a:lnTo>
                <a:lnTo>
                  <a:pt x="30848" y="43179"/>
                </a:lnTo>
                <a:lnTo>
                  <a:pt x="39230" y="40639"/>
                </a:lnTo>
                <a:lnTo>
                  <a:pt x="48539" y="36829"/>
                </a:lnTo>
                <a:lnTo>
                  <a:pt x="58775" y="34289"/>
                </a:lnTo>
                <a:lnTo>
                  <a:pt x="108369" y="24129"/>
                </a:lnTo>
                <a:lnTo>
                  <a:pt x="153898" y="16510"/>
                </a:lnTo>
                <a:lnTo>
                  <a:pt x="170599" y="15239"/>
                </a:lnTo>
                <a:lnTo>
                  <a:pt x="205892" y="10160"/>
                </a:lnTo>
                <a:lnTo>
                  <a:pt x="347510" y="1270"/>
                </a:lnTo>
                <a:lnTo>
                  <a:pt x="576389" y="1270"/>
                </a:lnTo>
                <a:lnTo>
                  <a:pt x="699477" y="8889"/>
                </a:lnTo>
                <a:lnTo>
                  <a:pt x="415302" y="8889"/>
                </a:lnTo>
                <a:lnTo>
                  <a:pt x="392429" y="10160"/>
                </a:lnTo>
                <a:lnTo>
                  <a:pt x="369976" y="10160"/>
                </a:lnTo>
                <a:lnTo>
                  <a:pt x="347865" y="11429"/>
                </a:lnTo>
                <a:lnTo>
                  <a:pt x="326237" y="11429"/>
                </a:lnTo>
                <a:lnTo>
                  <a:pt x="304990" y="12700"/>
                </a:lnTo>
                <a:lnTo>
                  <a:pt x="284276" y="13970"/>
                </a:lnTo>
                <a:lnTo>
                  <a:pt x="264058" y="15239"/>
                </a:lnTo>
                <a:lnTo>
                  <a:pt x="244386" y="16510"/>
                </a:lnTo>
                <a:lnTo>
                  <a:pt x="225285" y="19050"/>
                </a:lnTo>
                <a:lnTo>
                  <a:pt x="206781" y="20320"/>
                </a:lnTo>
                <a:lnTo>
                  <a:pt x="188899" y="21589"/>
                </a:lnTo>
                <a:lnTo>
                  <a:pt x="171678" y="24129"/>
                </a:lnTo>
                <a:lnTo>
                  <a:pt x="155143" y="26670"/>
                </a:lnTo>
                <a:lnTo>
                  <a:pt x="139331" y="27939"/>
                </a:lnTo>
                <a:lnTo>
                  <a:pt x="124256" y="30479"/>
                </a:lnTo>
                <a:lnTo>
                  <a:pt x="109956" y="33020"/>
                </a:lnTo>
                <a:lnTo>
                  <a:pt x="96456" y="35560"/>
                </a:lnTo>
                <a:lnTo>
                  <a:pt x="83807" y="38100"/>
                </a:lnTo>
                <a:lnTo>
                  <a:pt x="72009" y="40639"/>
                </a:lnTo>
                <a:lnTo>
                  <a:pt x="61112" y="43179"/>
                </a:lnTo>
                <a:lnTo>
                  <a:pt x="61252" y="43179"/>
                </a:lnTo>
                <a:lnTo>
                  <a:pt x="51155" y="46989"/>
                </a:lnTo>
                <a:lnTo>
                  <a:pt x="51308" y="46989"/>
                </a:lnTo>
                <a:lnTo>
                  <a:pt x="42151" y="49529"/>
                </a:lnTo>
                <a:close/>
              </a:path>
              <a:path w="923925" h="542289">
                <a:moveTo>
                  <a:pt x="906945" y="49529"/>
                </a:moveTo>
                <a:lnTo>
                  <a:pt x="881773" y="49529"/>
                </a:lnTo>
                <a:lnTo>
                  <a:pt x="872616" y="46989"/>
                </a:lnTo>
                <a:lnTo>
                  <a:pt x="872769" y="46989"/>
                </a:lnTo>
                <a:lnTo>
                  <a:pt x="862672" y="43179"/>
                </a:lnTo>
                <a:lnTo>
                  <a:pt x="862812" y="43179"/>
                </a:lnTo>
                <a:lnTo>
                  <a:pt x="851801" y="40639"/>
                </a:lnTo>
                <a:lnTo>
                  <a:pt x="840028" y="38100"/>
                </a:lnTo>
                <a:lnTo>
                  <a:pt x="827379" y="35560"/>
                </a:lnTo>
                <a:lnTo>
                  <a:pt x="813892" y="33020"/>
                </a:lnTo>
                <a:lnTo>
                  <a:pt x="799604" y="30479"/>
                </a:lnTo>
                <a:lnTo>
                  <a:pt x="784529" y="27939"/>
                </a:lnTo>
                <a:lnTo>
                  <a:pt x="768718" y="26670"/>
                </a:lnTo>
                <a:lnTo>
                  <a:pt x="752182" y="24129"/>
                </a:lnTo>
                <a:lnTo>
                  <a:pt x="734974" y="21589"/>
                </a:lnTo>
                <a:lnTo>
                  <a:pt x="717092" y="20320"/>
                </a:lnTo>
                <a:lnTo>
                  <a:pt x="698588" y="19050"/>
                </a:lnTo>
                <a:lnTo>
                  <a:pt x="679488" y="16510"/>
                </a:lnTo>
                <a:lnTo>
                  <a:pt x="659828" y="15239"/>
                </a:lnTo>
                <a:lnTo>
                  <a:pt x="639610" y="13970"/>
                </a:lnTo>
                <a:lnTo>
                  <a:pt x="618883" y="12700"/>
                </a:lnTo>
                <a:lnTo>
                  <a:pt x="597687" y="11429"/>
                </a:lnTo>
                <a:lnTo>
                  <a:pt x="576059" y="11429"/>
                </a:lnTo>
                <a:lnTo>
                  <a:pt x="553948" y="10160"/>
                </a:lnTo>
                <a:lnTo>
                  <a:pt x="531495" y="10160"/>
                </a:lnTo>
                <a:lnTo>
                  <a:pt x="508622" y="8889"/>
                </a:lnTo>
                <a:lnTo>
                  <a:pt x="699477" y="8889"/>
                </a:lnTo>
                <a:lnTo>
                  <a:pt x="718083" y="10160"/>
                </a:lnTo>
                <a:lnTo>
                  <a:pt x="753376" y="15239"/>
                </a:lnTo>
                <a:lnTo>
                  <a:pt x="769975" y="16510"/>
                </a:lnTo>
                <a:lnTo>
                  <a:pt x="815632" y="24129"/>
                </a:lnTo>
                <a:lnTo>
                  <a:pt x="854138" y="31750"/>
                </a:lnTo>
                <a:lnTo>
                  <a:pt x="884885" y="40639"/>
                </a:lnTo>
                <a:lnTo>
                  <a:pt x="893076" y="43179"/>
                </a:lnTo>
                <a:lnTo>
                  <a:pt x="900785" y="46989"/>
                </a:lnTo>
                <a:lnTo>
                  <a:pt x="906945" y="49529"/>
                </a:lnTo>
                <a:close/>
              </a:path>
              <a:path w="923925" h="542289">
                <a:moveTo>
                  <a:pt x="16598" y="60960"/>
                </a:moveTo>
                <a:lnTo>
                  <a:pt x="3378" y="60960"/>
                </a:lnTo>
                <a:lnTo>
                  <a:pt x="4686" y="59689"/>
                </a:lnTo>
                <a:lnTo>
                  <a:pt x="5003" y="58420"/>
                </a:lnTo>
                <a:lnTo>
                  <a:pt x="6591" y="57150"/>
                </a:lnTo>
                <a:lnTo>
                  <a:pt x="6883" y="57150"/>
                </a:lnTo>
                <a:lnTo>
                  <a:pt x="9016" y="54610"/>
                </a:lnTo>
                <a:lnTo>
                  <a:pt x="11506" y="53339"/>
                </a:lnTo>
                <a:lnTo>
                  <a:pt x="16611" y="49529"/>
                </a:lnTo>
                <a:lnTo>
                  <a:pt x="42341" y="49529"/>
                </a:lnTo>
                <a:lnTo>
                  <a:pt x="34162" y="52070"/>
                </a:lnTo>
                <a:lnTo>
                  <a:pt x="34391" y="52070"/>
                </a:lnTo>
                <a:lnTo>
                  <a:pt x="29599" y="54610"/>
                </a:lnTo>
                <a:lnTo>
                  <a:pt x="27495" y="54610"/>
                </a:lnTo>
                <a:lnTo>
                  <a:pt x="21336" y="58420"/>
                </a:lnTo>
                <a:lnTo>
                  <a:pt x="21704" y="58420"/>
                </a:lnTo>
                <a:lnTo>
                  <a:pt x="16598" y="60960"/>
                </a:lnTo>
                <a:close/>
              </a:path>
              <a:path w="923925" h="542289">
                <a:moveTo>
                  <a:pt x="896721" y="55879"/>
                </a:moveTo>
                <a:lnTo>
                  <a:pt x="889533" y="52070"/>
                </a:lnTo>
                <a:lnTo>
                  <a:pt x="889762" y="52070"/>
                </a:lnTo>
                <a:lnTo>
                  <a:pt x="881583" y="49529"/>
                </a:lnTo>
                <a:lnTo>
                  <a:pt x="907313" y="49529"/>
                </a:lnTo>
                <a:lnTo>
                  <a:pt x="912418" y="53339"/>
                </a:lnTo>
                <a:lnTo>
                  <a:pt x="914908" y="54610"/>
                </a:lnTo>
                <a:lnTo>
                  <a:pt x="896429" y="54610"/>
                </a:lnTo>
                <a:lnTo>
                  <a:pt x="896721" y="55879"/>
                </a:lnTo>
                <a:close/>
              </a:path>
              <a:path w="923925" h="542289">
                <a:moveTo>
                  <a:pt x="27203" y="55879"/>
                </a:moveTo>
                <a:lnTo>
                  <a:pt x="27495" y="54610"/>
                </a:lnTo>
                <a:lnTo>
                  <a:pt x="29599" y="54610"/>
                </a:lnTo>
                <a:lnTo>
                  <a:pt x="27203" y="55879"/>
                </a:lnTo>
                <a:close/>
              </a:path>
              <a:path w="923925" h="542289">
                <a:moveTo>
                  <a:pt x="920546" y="60960"/>
                </a:moveTo>
                <a:lnTo>
                  <a:pt x="907326" y="60960"/>
                </a:lnTo>
                <a:lnTo>
                  <a:pt x="902220" y="58420"/>
                </a:lnTo>
                <a:lnTo>
                  <a:pt x="902588" y="58420"/>
                </a:lnTo>
                <a:lnTo>
                  <a:pt x="896429" y="54610"/>
                </a:lnTo>
                <a:lnTo>
                  <a:pt x="914908" y="54610"/>
                </a:lnTo>
                <a:lnTo>
                  <a:pt x="917041" y="57150"/>
                </a:lnTo>
                <a:lnTo>
                  <a:pt x="917333" y="57150"/>
                </a:lnTo>
                <a:lnTo>
                  <a:pt x="918921" y="58420"/>
                </a:lnTo>
                <a:lnTo>
                  <a:pt x="919238" y="59689"/>
                </a:lnTo>
                <a:lnTo>
                  <a:pt x="920546" y="60960"/>
                </a:lnTo>
                <a:close/>
              </a:path>
              <a:path w="923925" h="542289">
                <a:moveTo>
                  <a:pt x="13182" y="64770"/>
                </a:moveTo>
                <a:lnTo>
                  <a:pt x="13462" y="63500"/>
                </a:lnTo>
                <a:lnTo>
                  <a:pt x="2032" y="63500"/>
                </a:lnTo>
                <a:lnTo>
                  <a:pt x="3060" y="60960"/>
                </a:lnTo>
                <a:lnTo>
                  <a:pt x="16941" y="60960"/>
                </a:lnTo>
                <a:lnTo>
                  <a:pt x="14782" y="62229"/>
                </a:lnTo>
                <a:lnTo>
                  <a:pt x="15049" y="62229"/>
                </a:lnTo>
                <a:lnTo>
                  <a:pt x="13182" y="64770"/>
                </a:lnTo>
                <a:close/>
              </a:path>
              <a:path w="923925" h="542289">
                <a:moveTo>
                  <a:pt x="910742" y="64770"/>
                </a:moveTo>
                <a:lnTo>
                  <a:pt x="908875" y="62229"/>
                </a:lnTo>
                <a:lnTo>
                  <a:pt x="909142" y="62229"/>
                </a:lnTo>
                <a:lnTo>
                  <a:pt x="906983" y="60960"/>
                </a:lnTo>
                <a:lnTo>
                  <a:pt x="920864" y="60960"/>
                </a:lnTo>
                <a:lnTo>
                  <a:pt x="921892" y="63500"/>
                </a:lnTo>
                <a:lnTo>
                  <a:pt x="910463" y="63500"/>
                </a:lnTo>
                <a:lnTo>
                  <a:pt x="910742" y="64770"/>
                </a:lnTo>
                <a:close/>
              </a:path>
              <a:path w="923925" h="542289">
                <a:moveTo>
                  <a:pt x="10871" y="67310"/>
                </a:moveTo>
                <a:lnTo>
                  <a:pt x="11188" y="66039"/>
                </a:lnTo>
                <a:lnTo>
                  <a:pt x="990" y="66039"/>
                </a:lnTo>
                <a:lnTo>
                  <a:pt x="1727" y="63500"/>
                </a:lnTo>
                <a:lnTo>
                  <a:pt x="13462" y="63500"/>
                </a:lnTo>
                <a:lnTo>
                  <a:pt x="12668" y="64770"/>
                </a:lnTo>
                <a:lnTo>
                  <a:pt x="12179" y="64770"/>
                </a:lnTo>
                <a:lnTo>
                  <a:pt x="10871" y="67310"/>
                </a:lnTo>
                <a:close/>
              </a:path>
              <a:path w="923925" h="542289">
                <a:moveTo>
                  <a:pt x="912050" y="66039"/>
                </a:moveTo>
                <a:lnTo>
                  <a:pt x="910463" y="63500"/>
                </a:lnTo>
                <a:lnTo>
                  <a:pt x="922197" y="63500"/>
                </a:lnTo>
                <a:lnTo>
                  <a:pt x="922566" y="64770"/>
                </a:lnTo>
                <a:lnTo>
                  <a:pt x="911745" y="64770"/>
                </a:lnTo>
                <a:lnTo>
                  <a:pt x="912050" y="66039"/>
                </a:lnTo>
                <a:close/>
              </a:path>
              <a:path w="923925" h="542289">
                <a:moveTo>
                  <a:pt x="11874" y="66039"/>
                </a:moveTo>
                <a:lnTo>
                  <a:pt x="12179" y="64770"/>
                </a:lnTo>
                <a:lnTo>
                  <a:pt x="12668" y="64770"/>
                </a:lnTo>
                <a:lnTo>
                  <a:pt x="11874" y="66039"/>
                </a:lnTo>
                <a:close/>
              </a:path>
              <a:path w="923925" h="542289">
                <a:moveTo>
                  <a:pt x="913053" y="67310"/>
                </a:moveTo>
                <a:lnTo>
                  <a:pt x="911745" y="64770"/>
                </a:lnTo>
                <a:lnTo>
                  <a:pt x="922566" y="64770"/>
                </a:lnTo>
                <a:lnTo>
                  <a:pt x="922934" y="66039"/>
                </a:lnTo>
                <a:lnTo>
                  <a:pt x="912736" y="66039"/>
                </a:lnTo>
                <a:lnTo>
                  <a:pt x="913053" y="67310"/>
                </a:lnTo>
                <a:close/>
              </a:path>
              <a:path w="923925" h="542289">
                <a:moveTo>
                  <a:pt x="9525" y="86878"/>
                </a:moveTo>
                <a:lnTo>
                  <a:pt x="9016" y="86360"/>
                </a:lnTo>
                <a:lnTo>
                  <a:pt x="6883" y="85089"/>
                </a:lnTo>
                <a:lnTo>
                  <a:pt x="6591" y="83820"/>
                </a:lnTo>
                <a:lnTo>
                  <a:pt x="5003" y="82550"/>
                </a:lnTo>
                <a:lnTo>
                  <a:pt x="4686" y="82550"/>
                </a:lnTo>
                <a:lnTo>
                  <a:pt x="3378" y="80010"/>
                </a:lnTo>
                <a:lnTo>
                  <a:pt x="3060" y="80010"/>
                </a:lnTo>
                <a:lnTo>
                  <a:pt x="2032" y="78739"/>
                </a:lnTo>
                <a:lnTo>
                  <a:pt x="1727" y="77470"/>
                </a:lnTo>
                <a:lnTo>
                  <a:pt x="990" y="76200"/>
                </a:lnTo>
                <a:lnTo>
                  <a:pt x="749" y="74929"/>
                </a:lnTo>
                <a:lnTo>
                  <a:pt x="304" y="73660"/>
                </a:lnTo>
                <a:lnTo>
                  <a:pt x="67" y="71596"/>
                </a:lnTo>
                <a:lnTo>
                  <a:pt x="12" y="69850"/>
                </a:lnTo>
                <a:lnTo>
                  <a:pt x="304" y="67310"/>
                </a:lnTo>
                <a:lnTo>
                  <a:pt x="749" y="66039"/>
                </a:lnTo>
                <a:lnTo>
                  <a:pt x="11188" y="66039"/>
                </a:lnTo>
                <a:lnTo>
                  <a:pt x="10674" y="67310"/>
                </a:lnTo>
                <a:lnTo>
                  <a:pt x="10464" y="67310"/>
                </a:lnTo>
                <a:lnTo>
                  <a:pt x="10096" y="68579"/>
                </a:lnTo>
                <a:lnTo>
                  <a:pt x="9525" y="69850"/>
                </a:lnTo>
                <a:lnTo>
                  <a:pt x="9525" y="86878"/>
                </a:lnTo>
                <a:close/>
              </a:path>
              <a:path w="923925" h="542289">
                <a:moveTo>
                  <a:pt x="913764" y="68579"/>
                </a:moveTo>
                <a:lnTo>
                  <a:pt x="912736" y="66039"/>
                </a:lnTo>
                <a:lnTo>
                  <a:pt x="923175" y="66039"/>
                </a:lnTo>
                <a:lnTo>
                  <a:pt x="923620" y="67310"/>
                </a:lnTo>
                <a:lnTo>
                  <a:pt x="913460" y="67310"/>
                </a:lnTo>
                <a:lnTo>
                  <a:pt x="913764" y="68579"/>
                </a:lnTo>
                <a:close/>
              </a:path>
              <a:path w="923925" h="542289">
                <a:moveTo>
                  <a:pt x="10160" y="68579"/>
                </a:moveTo>
                <a:lnTo>
                  <a:pt x="10464" y="67310"/>
                </a:lnTo>
                <a:lnTo>
                  <a:pt x="10674" y="67310"/>
                </a:lnTo>
                <a:lnTo>
                  <a:pt x="10160" y="68579"/>
                </a:lnTo>
                <a:close/>
              </a:path>
              <a:path w="923925" h="542289">
                <a:moveTo>
                  <a:pt x="923912" y="71120"/>
                </a:moveTo>
                <a:lnTo>
                  <a:pt x="914412" y="69850"/>
                </a:lnTo>
                <a:lnTo>
                  <a:pt x="913955" y="68579"/>
                </a:lnTo>
                <a:lnTo>
                  <a:pt x="913460" y="67310"/>
                </a:lnTo>
                <a:lnTo>
                  <a:pt x="923620" y="67310"/>
                </a:lnTo>
                <a:lnTo>
                  <a:pt x="923912" y="69850"/>
                </a:lnTo>
                <a:lnTo>
                  <a:pt x="923912" y="71120"/>
                </a:lnTo>
                <a:close/>
              </a:path>
              <a:path w="923925" h="542289">
                <a:moveTo>
                  <a:pt x="9728" y="69850"/>
                </a:moveTo>
                <a:lnTo>
                  <a:pt x="9969" y="68579"/>
                </a:lnTo>
                <a:lnTo>
                  <a:pt x="9728" y="69850"/>
                </a:lnTo>
                <a:close/>
              </a:path>
              <a:path w="923925" h="542289">
                <a:moveTo>
                  <a:pt x="914196" y="69850"/>
                </a:moveTo>
                <a:lnTo>
                  <a:pt x="913828" y="68579"/>
                </a:lnTo>
                <a:lnTo>
                  <a:pt x="914196" y="69850"/>
                </a:lnTo>
                <a:close/>
              </a:path>
              <a:path w="923925" h="542289">
                <a:moveTo>
                  <a:pt x="9558" y="70696"/>
                </a:moveTo>
                <a:lnTo>
                  <a:pt x="9512" y="69850"/>
                </a:lnTo>
                <a:lnTo>
                  <a:pt x="9651" y="69850"/>
                </a:lnTo>
                <a:lnTo>
                  <a:pt x="9558" y="70696"/>
                </a:lnTo>
                <a:close/>
              </a:path>
              <a:path w="923925" h="542289">
                <a:moveTo>
                  <a:pt x="914366" y="70696"/>
                </a:moveTo>
                <a:lnTo>
                  <a:pt x="914273" y="69850"/>
                </a:lnTo>
                <a:lnTo>
                  <a:pt x="914412" y="69850"/>
                </a:lnTo>
                <a:lnTo>
                  <a:pt x="914366" y="70696"/>
                </a:lnTo>
                <a:close/>
              </a:path>
              <a:path w="923925" h="542289">
                <a:moveTo>
                  <a:pt x="914400" y="86878"/>
                </a:moveTo>
                <a:lnTo>
                  <a:pt x="914412" y="69850"/>
                </a:lnTo>
                <a:lnTo>
                  <a:pt x="923912" y="71120"/>
                </a:lnTo>
                <a:lnTo>
                  <a:pt x="923620" y="73660"/>
                </a:lnTo>
                <a:lnTo>
                  <a:pt x="923175" y="74929"/>
                </a:lnTo>
                <a:lnTo>
                  <a:pt x="922934" y="76200"/>
                </a:lnTo>
                <a:lnTo>
                  <a:pt x="922197" y="77470"/>
                </a:lnTo>
                <a:lnTo>
                  <a:pt x="921892" y="78739"/>
                </a:lnTo>
                <a:lnTo>
                  <a:pt x="920864" y="80010"/>
                </a:lnTo>
                <a:lnTo>
                  <a:pt x="920546" y="80010"/>
                </a:lnTo>
                <a:lnTo>
                  <a:pt x="919238" y="82550"/>
                </a:lnTo>
                <a:lnTo>
                  <a:pt x="918921" y="82550"/>
                </a:lnTo>
                <a:lnTo>
                  <a:pt x="917333" y="83820"/>
                </a:lnTo>
                <a:lnTo>
                  <a:pt x="917041" y="85089"/>
                </a:lnTo>
                <a:lnTo>
                  <a:pt x="914908" y="86360"/>
                </a:lnTo>
                <a:lnTo>
                  <a:pt x="914400" y="86878"/>
                </a:lnTo>
                <a:close/>
              </a:path>
              <a:path w="923925" h="542289">
                <a:moveTo>
                  <a:pt x="9582" y="71120"/>
                </a:moveTo>
                <a:lnTo>
                  <a:pt x="9558" y="70696"/>
                </a:lnTo>
                <a:lnTo>
                  <a:pt x="9582" y="71120"/>
                </a:lnTo>
                <a:close/>
              </a:path>
              <a:path w="923925" h="542289">
                <a:moveTo>
                  <a:pt x="914412" y="71120"/>
                </a:moveTo>
                <a:lnTo>
                  <a:pt x="914366" y="70696"/>
                </a:lnTo>
                <a:lnTo>
                  <a:pt x="914412" y="71120"/>
                </a:lnTo>
                <a:close/>
              </a:path>
              <a:path w="923925" h="542289">
                <a:moveTo>
                  <a:pt x="16941" y="480060"/>
                </a:moveTo>
                <a:lnTo>
                  <a:pt x="3060" y="480060"/>
                </a:lnTo>
                <a:lnTo>
                  <a:pt x="2032" y="478789"/>
                </a:lnTo>
                <a:lnTo>
                  <a:pt x="1727" y="477520"/>
                </a:lnTo>
                <a:lnTo>
                  <a:pt x="990" y="476250"/>
                </a:lnTo>
                <a:lnTo>
                  <a:pt x="749" y="474979"/>
                </a:lnTo>
                <a:lnTo>
                  <a:pt x="304" y="473710"/>
                </a:lnTo>
                <a:lnTo>
                  <a:pt x="12" y="471170"/>
                </a:lnTo>
                <a:lnTo>
                  <a:pt x="0" y="71120"/>
                </a:lnTo>
                <a:lnTo>
                  <a:pt x="304" y="73660"/>
                </a:lnTo>
                <a:lnTo>
                  <a:pt x="749" y="74929"/>
                </a:lnTo>
                <a:lnTo>
                  <a:pt x="990" y="76200"/>
                </a:lnTo>
                <a:lnTo>
                  <a:pt x="1727" y="77470"/>
                </a:lnTo>
                <a:lnTo>
                  <a:pt x="2032" y="78739"/>
                </a:lnTo>
                <a:lnTo>
                  <a:pt x="3060" y="80010"/>
                </a:lnTo>
                <a:lnTo>
                  <a:pt x="3378" y="80010"/>
                </a:lnTo>
                <a:lnTo>
                  <a:pt x="4686" y="82550"/>
                </a:lnTo>
                <a:lnTo>
                  <a:pt x="5003" y="82550"/>
                </a:lnTo>
                <a:lnTo>
                  <a:pt x="6591" y="83820"/>
                </a:lnTo>
                <a:lnTo>
                  <a:pt x="6883" y="85089"/>
                </a:lnTo>
                <a:lnTo>
                  <a:pt x="9016" y="86360"/>
                </a:lnTo>
                <a:lnTo>
                  <a:pt x="9525" y="86878"/>
                </a:lnTo>
                <a:lnTo>
                  <a:pt x="9512" y="469900"/>
                </a:lnTo>
                <a:lnTo>
                  <a:pt x="9572" y="471646"/>
                </a:lnTo>
                <a:lnTo>
                  <a:pt x="9651" y="472439"/>
                </a:lnTo>
                <a:lnTo>
                  <a:pt x="9969" y="473710"/>
                </a:lnTo>
                <a:lnTo>
                  <a:pt x="10160" y="473710"/>
                </a:lnTo>
                <a:lnTo>
                  <a:pt x="11188" y="474979"/>
                </a:lnTo>
                <a:lnTo>
                  <a:pt x="10871" y="474979"/>
                </a:lnTo>
                <a:lnTo>
                  <a:pt x="12179" y="476250"/>
                </a:lnTo>
                <a:lnTo>
                  <a:pt x="11874" y="476250"/>
                </a:lnTo>
                <a:lnTo>
                  <a:pt x="13462" y="477520"/>
                </a:lnTo>
                <a:lnTo>
                  <a:pt x="13182" y="477520"/>
                </a:lnTo>
                <a:lnTo>
                  <a:pt x="15049" y="478789"/>
                </a:lnTo>
                <a:lnTo>
                  <a:pt x="14782" y="478789"/>
                </a:lnTo>
                <a:lnTo>
                  <a:pt x="16941" y="480060"/>
                </a:lnTo>
                <a:close/>
              </a:path>
              <a:path w="923925" h="542289">
                <a:moveTo>
                  <a:pt x="598157" y="139700"/>
                </a:moveTo>
                <a:lnTo>
                  <a:pt x="325805" y="139700"/>
                </a:lnTo>
                <a:lnTo>
                  <a:pt x="243674" y="134620"/>
                </a:lnTo>
                <a:lnTo>
                  <a:pt x="224447" y="132079"/>
                </a:lnTo>
                <a:lnTo>
                  <a:pt x="187921" y="129539"/>
                </a:lnTo>
                <a:lnTo>
                  <a:pt x="153949" y="124460"/>
                </a:lnTo>
                <a:lnTo>
                  <a:pt x="137947" y="123189"/>
                </a:lnTo>
                <a:lnTo>
                  <a:pt x="108292" y="118110"/>
                </a:lnTo>
                <a:lnTo>
                  <a:pt x="94640" y="115570"/>
                </a:lnTo>
                <a:lnTo>
                  <a:pt x="81787" y="113029"/>
                </a:lnTo>
                <a:lnTo>
                  <a:pt x="69786" y="110489"/>
                </a:lnTo>
                <a:lnTo>
                  <a:pt x="58635" y="106679"/>
                </a:lnTo>
                <a:lnTo>
                  <a:pt x="48387" y="104139"/>
                </a:lnTo>
                <a:lnTo>
                  <a:pt x="39039" y="101600"/>
                </a:lnTo>
                <a:lnTo>
                  <a:pt x="30619" y="97789"/>
                </a:lnTo>
                <a:lnTo>
                  <a:pt x="23139" y="95250"/>
                </a:lnTo>
                <a:lnTo>
                  <a:pt x="16979" y="91439"/>
                </a:lnTo>
                <a:lnTo>
                  <a:pt x="16611" y="91439"/>
                </a:lnTo>
                <a:lnTo>
                  <a:pt x="11506" y="88900"/>
                </a:lnTo>
                <a:lnTo>
                  <a:pt x="9525" y="86878"/>
                </a:lnTo>
                <a:lnTo>
                  <a:pt x="9525" y="71120"/>
                </a:lnTo>
                <a:lnTo>
                  <a:pt x="9651" y="72389"/>
                </a:lnTo>
                <a:lnTo>
                  <a:pt x="9969" y="73660"/>
                </a:lnTo>
                <a:lnTo>
                  <a:pt x="10160" y="73660"/>
                </a:lnTo>
                <a:lnTo>
                  <a:pt x="11188" y="74929"/>
                </a:lnTo>
                <a:lnTo>
                  <a:pt x="10871" y="74929"/>
                </a:lnTo>
                <a:lnTo>
                  <a:pt x="12179" y="76200"/>
                </a:lnTo>
                <a:lnTo>
                  <a:pt x="11874" y="76200"/>
                </a:lnTo>
                <a:lnTo>
                  <a:pt x="13462" y="77470"/>
                </a:lnTo>
                <a:lnTo>
                  <a:pt x="13182" y="77470"/>
                </a:lnTo>
                <a:lnTo>
                  <a:pt x="15049" y="78739"/>
                </a:lnTo>
                <a:lnTo>
                  <a:pt x="14782" y="78739"/>
                </a:lnTo>
                <a:lnTo>
                  <a:pt x="16941" y="80010"/>
                </a:lnTo>
                <a:lnTo>
                  <a:pt x="16598" y="80010"/>
                </a:lnTo>
                <a:lnTo>
                  <a:pt x="21704" y="83820"/>
                </a:lnTo>
                <a:lnTo>
                  <a:pt x="21336" y="83820"/>
                </a:lnTo>
                <a:lnTo>
                  <a:pt x="27495" y="86360"/>
                </a:lnTo>
                <a:lnTo>
                  <a:pt x="27203" y="86360"/>
                </a:lnTo>
                <a:lnTo>
                  <a:pt x="34391" y="88900"/>
                </a:lnTo>
                <a:lnTo>
                  <a:pt x="34162" y="88900"/>
                </a:lnTo>
                <a:lnTo>
                  <a:pt x="42341" y="92710"/>
                </a:lnTo>
                <a:lnTo>
                  <a:pt x="42151" y="92710"/>
                </a:lnTo>
                <a:lnTo>
                  <a:pt x="51308" y="95250"/>
                </a:lnTo>
                <a:lnTo>
                  <a:pt x="51155" y="95250"/>
                </a:lnTo>
                <a:lnTo>
                  <a:pt x="61252" y="97789"/>
                </a:lnTo>
                <a:lnTo>
                  <a:pt x="61112" y="97789"/>
                </a:lnTo>
                <a:lnTo>
                  <a:pt x="72123" y="100329"/>
                </a:lnTo>
                <a:lnTo>
                  <a:pt x="83896" y="102870"/>
                </a:lnTo>
                <a:lnTo>
                  <a:pt x="96545" y="105410"/>
                </a:lnTo>
                <a:lnTo>
                  <a:pt x="110032" y="107950"/>
                </a:lnTo>
                <a:lnTo>
                  <a:pt x="124320" y="110489"/>
                </a:lnTo>
                <a:lnTo>
                  <a:pt x="139395" y="113029"/>
                </a:lnTo>
                <a:lnTo>
                  <a:pt x="155206" y="115570"/>
                </a:lnTo>
                <a:lnTo>
                  <a:pt x="171742" y="118110"/>
                </a:lnTo>
                <a:lnTo>
                  <a:pt x="188950" y="119379"/>
                </a:lnTo>
                <a:lnTo>
                  <a:pt x="206832" y="121920"/>
                </a:lnTo>
                <a:lnTo>
                  <a:pt x="225336" y="123189"/>
                </a:lnTo>
                <a:lnTo>
                  <a:pt x="244436" y="124460"/>
                </a:lnTo>
                <a:lnTo>
                  <a:pt x="264096" y="125729"/>
                </a:lnTo>
                <a:lnTo>
                  <a:pt x="284314" y="127000"/>
                </a:lnTo>
                <a:lnTo>
                  <a:pt x="305041" y="128270"/>
                </a:lnTo>
                <a:lnTo>
                  <a:pt x="326237" y="129539"/>
                </a:lnTo>
                <a:lnTo>
                  <a:pt x="347903" y="130810"/>
                </a:lnTo>
                <a:lnTo>
                  <a:pt x="369950" y="130810"/>
                </a:lnTo>
                <a:lnTo>
                  <a:pt x="392455" y="132079"/>
                </a:lnTo>
                <a:lnTo>
                  <a:pt x="438454" y="132079"/>
                </a:lnTo>
                <a:lnTo>
                  <a:pt x="461962" y="133349"/>
                </a:lnTo>
                <a:lnTo>
                  <a:pt x="689863" y="133350"/>
                </a:lnTo>
                <a:lnTo>
                  <a:pt x="680288" y="134620"/>
                </a:lnTo>
                <a:lnTo>
                  <a:pt x="598157" y="139700"/>
                </a:lnTo>
                <a:close/>
              </a:path>
              <a:path w="923925" h="542289">
                <a:moveTo>
                  <a:pt x="9608" y="71596"/>
                </a:moveTo>
                <a:lnTo>
                  <a:pt x="9525" y="71120"/>
                </a:lnTo>
                <a:lnTo>
                  <a:pt x="9608" y="71596"/>
                </a:lnTo>
                <a:close/>
              </a:path>
              <a:path w="923925" h="542289">
                <a:moveTo>
                  <a:pt x="914316" y="71596"/>
                </a:moveTo>
                <a:lnTo>
                  <a:pt x="914342" y="71120"/>
                </a:lnTo>
                <a:lnTo>
                  <a:pt x="914316" y="71596"/>
                </a:lnTo>
                <a:close/>
              </a:path>
              <a:path w="923925" h="542289">
                <a:moveTo>
                  <a:pt x="689863" y="133350"/>
                </a:moveTo>
                <a:lnTo>
                  <a:pt x="461962" y="133349"/>
                </a:lnTo>
                <a:lnTo>
                  <a:pt x="485470" y="132079"/>
                </a:lnTo>
                <a:lnTo>
                  <a:pt x="531469" y="132079"/>
                </a:lnTo>
                <a:lnTo>
                  <a:pt x="553974" y="130810"/>
                </a:lnTo>
                <a:lnTo>
                  <a:pt x="576021" y="130810"/>
                </a:lnTo>
                <a:lnTo>
                  <a:pt x="597725" y="129539"/>
                </a:lnTo>
                <a:lnTo>
                  <a:pt x="618934" y="128270"/>
                </a:lnTo>
                <a:lnTo>
                  <a:pt x="639648" y="127000"/>
                </a:lnTo>
                <a:lnTo>
                  <a:pt x="659866" y="125729"/>
                </a:lnTo>
                <a:lnTo>
                  <a:pt x="679538" y="124460"/>
                </a:lnTo>
                <a:lnTo>
                  <a:pt x="698639" y="123189"/>
                </a:lnTo>
                <a:lnTo>
                  <a:pt x="717143" y="121920"/>
                </a:lnTo>
                <a:lnTo>
                  <a:pt x="735025" y="119379"/>
                </a:lnTo>
                <a:lnTo>
                  <a:pt x="752246" y="118110"/>
                </a:lnTo>
                <a:lnTo>
                  <a:pt x="768781" y="115570"/>
                </a:lnTo>
                <a:lnTo>
                  <a:pt x="784593" y="113029"/>
                </a:lnTo>
                <a:lnTo>
                  <a:pt x="799668" y="110489"/>
                </a:lnTo>
                <a:lnTo>
                  <a:pt x="813968" y="107950"/>
                </a:lnTo>
                <a:lnTo>
                  <a:pt x="827468" y="105410"/>
                </a:lnTo>
                <a:lnTo>
                  <a:pt x="840117" y="102870"/>
                </a:lnTo>
                <a:lnTo>
                  <a:pt x="851915" y="100329"/>
                </a:lnTo>
                <a:lnTo>
                  <a:pt x="862812" y="97789"/>
                </a:lnTo>
                <a:lnTo>
                  <a:pt x="862672" y="97789"/>
                </a:lnTo>
                <a:lnTo>
                  <a:pt x="872769" y="95250"/>
                </a:lnTo>
                <a:lnTo>
                  <a:pt x="872616" y="95250"/>
                </a:lnTo>
                <a:lnTo>
                  <a:pt x="881773" y="92710"/>
                </a:lnTo>
                <a:lnTo>
                  <a:pt x="881583" y="92710"/>
                </a:lnTo>
                <a:lnTo>
                  <a:pt x="889762" y="88900"/>
                </a:lnTo>
                <a:lnTo>
                  <a:pt x="889533" y="88900"/>
                </a:lnTo>
                <a:lnTo>
                  <a:pt x="896721" y="86360"/>
                </a:lnTo>
                <a:lnTo>
                  <a:pt x="896429" y="86360"/>
                </a:lnTo>
                <a:lnTo>
                  <a:pt x="902588" y="83820"/>
                </a:lnTo>
                <a:lnTo>
                  <a:pt x="902220" y="83820"/>
                </a:lnTo>
                <a:lnTo>
                  <a:pt x="907326" y="80010"/>
                </a:lnTo>
                <a:lnTo>
                  <a:pt x="906983" y="80010"/>
                </a:lnTo>
                <a:lnTo>
                  <a:pt x="909142" y="78739"/>
                </a:lnTo>
                <a:lnTo>
                  <a:pt x="908875" y="78739"/>
                </a:lnTo>
                <a:lnTo>
                  <a:pt x="910742" y="77470"/>
                </a:lnTo>
                <a:lnTo>
                  <a:pt x="910463" y="77470"/>
                </a:lnTo>
                <a:lnTo>
                  <a:pt x="912050" y="76200"/>
                </a:lnTo>
                <a:lnTo>
                  <a:pt x="911745" y="76200"/>
                </a:lnTo>
                <a:lnTo>
                  <a:pt x="913053" y="74929"/>
                </a:lnTo>
                <a:lnTo>
                  <a:pt x="912736" y="74929"/>
                </a:lnTo>
                <a:lnTo>
                  <a:pt x="913764" y="73660"/>
                </a:lnTo>
                <a:lnTo>
                  <a:pt x="913955" y="73660"/>
                </a:lnTo>
                <a:lnTo>
                  <a:pt x="914196" y="72389"/>
                </a:lnTo>
                <a:lnTo>
                  <a:pt x="914400" y="71120"/>
                </a:lnTo>
                <a:lnTo>
                  <a:pt x="914400" y="86878"/>
                </a:lnTo>
                <a:lnTo>
                  <a:pt x="912418" y="88900"/>
                </a:lnTo>
                <a:lnTo>
                  <a:pt x="907313" y="91439"/>
                </a:lnTo>
                <a:lnTo>
                  <a:pt x="906945" y="91439"/>
                </a:lnTo>
                <a:lnTo>
                  <a:pt x="900493" y="95250"/>
                </a:lnTo>
                <a:lnTo>
                  <a:pt x="893076" y="97789"/>
                </a:lnTo>
                <a:lnTo>
                  <a:pt x="884694" y="101600"/>
                </a:lnTo>
                <a:lnTo>
                  <a:pt x="875385" y="104139"/>
                </a:lnTo>
                <a:lnTo>
                  <a:pt x="865149" y="106679"/>
                </a:lnTo>
                <a:lnTo>
                  <a:pt x="854024" y="110489"/>
                </a:lnTo>
                <a:lnTo>
                  <a:pt x="842035" y="113029"/>
                </a:lnTo>
                <a:lnTo>
                  <a:pt x="829208" y="115570"/>
                </a:lnTo>
                <a:lnTo>
                  <a:pt x="815555" y="118110"/>
                </a:lnTo>
                <a:lnTo>
                  <a:pt x="785901" y="123189"/>
                </a:lnTo>
                <a:lnTo>
                  <a:pt x="770026" y="124460"/>
                </a:lnTo>
                <a:lnTo>
                  <a:pt x="736053" y="129539"/>
                </a:lnTo>
                <a:lnTo>
                  <a:pt x="699439" y="132079"/>
                </a:lnTo>
                <a:lnTo>
                  <a:pt x="689863" y="133350"/>
                </a:lnTo>
                <a:close/>
              </a:path>
              <a:path w="923925" h="542289">
                <a:moveTo>
                  <a:pt x="920864" y="480060"/>
                </a:moveTo>
                <a:lnTo>
                  <a:pt x="906983" y="480060"/>
                </a:lnTo>
                <a:lnTo>
                  <a:pt x="909142" y="478789"/>
                </a:lnTo>
                <a:lnTo>
                  <a:pt x="908875" y="478789"/>
                </a:lnTo>
                <a:lnTo>
                  <a:pt x="910742" y="477520"/>
                </a:lnTo>
                <a:lnTo>
                  <a:pt x="910463" y="477520"/>
                </a:lnTo>
                <a:lnTo>
                  <a:pt x="912050" y="476250"/>
                </a:lnTo>
                <a:lnTo>
                  <a:pt x="911745" y="476250"/>
                </a:lnTo>
                <a:lnTo>
                  <a:pt x="913053" y="474979"/>
                </a:lnTo>
                <a:lnTo>
                  <a:pt x="912736" y="474979"/>
                </a:lnTo>
                <a:lnTo>
                  <a:pt x="913764" y="473710"/>
                </a:lnTo>
                <a:lnTo>
                  <a:pt x="913955" y="473710"/>
                </a:lnTo>
                <a:lnTo>
                  <a:pt x="914196" y="472439"/>
                </a:lnTo>
                <a:lnTo>
                  <a:pt x="914352" y="471646"/>
                </a:lnTo>
                <a:lnTo>
                  <a:pt x="914412" y="469900"/>
                </a:lnTo>
                <a:lnTo>
                  <a:pt x="914400" y="86878"/>
                </a:lnTo>
                <a:lnTo>
                  <a:pt x="914908" y="86360"/>
                </a:lnTo>
                <a:lnTo>
                  <a:pt x="917041" y="85089"/>
                </a:lnTo>
                <a:lnTo>
                  <a:pt x="917333" y="83820"/>
                </a:lnTo>
                <a:lnTo>
                  <a:pt x="918921" y="82550"/>
                </a:lnTo>
                <a:lnTo>
                  <a:pt x="919238" y="82550"/>
                </a:lnTo>
                <a:lnTo>
                  <a:pt x="920546" y="80010"/>
                </a:lnTo>
                <a:lnTo>
                  <a:pt x="920864" y="80010"/>
                </a:lnTo>
                <a:lnTo>
                  <a:pt x="921892" y="78739"/>
                </a:lnTo>
                <a:lnTo>
                  <a:pt x="922197" y="77470"/>
                </a:lnTo>
                <a:lnTo>
                  <a:pt x="922934" y="76200"/>
                </a:lnTo>
                <a:lnTo>
                  <a:pt x="923175" y="74929"/>
                </a:lnTo>
                <a:lnTo>
                  <a:pt x="923620" y="73660"/>
                </a:lnTo>
                <a:lnTo>
                  <a:pt x="923912" y="71120"/>
                </a:lnTo>
                <a:lnTo>
                  <a:pt x="923857" y="471646"/>
                </a:lnTo>
                <a:lnTo>
                  <a:pt x="923620" y="473710"/>
                </a:lnTo>
                <a:lnTo>
                  <a:pt x="923175" y="474979"/>
                </a:lnTo>
                <a:lnTo>
                  <a:pt x="922934" y="476250"/>
                </a:lnTo>
                <a:lnTo>
                  <a:pt x="922197" y="477520"/>
                </a:lnTo>
                <a:lnTo>
                  <a:pt x="921892" y="478789"/>
                </a:lnTo>
                <a:lnTo>
                  <a:pt x="920864" y="480060"/>
                </a:lnTo>
                <a:close/>
              </a:path>
              <a:path w="923925" h="542289">
                <a:moveTo>
                  <a:pt x="9747" y="72389"/>
                </a:moveTo>
                <a:lnTo>
                  <a:pt x="9608" y="71596"/>
                </a:lnTo>
                <a:lnTo>
                  <a:pt x="9747" y="72389"/>
                </a:lnTo>
                <a:close/>
              </a:path>
              <a:path w="923925" h="542289">
                <a:moveTo>
                  <a:pt x="914273" y="72389"/>
                </a:moveTo>
                <a:lnTo>
                  <a:pt x="914316" y="71596"/>
                </a:lnTo>
                <a:lnTo>
                  <a:pt x="914273" y="72389"/>
                </a:lnTo>
                <a:close/>
              </a:path>
              <a:path w="923925" h="542289">
                <a:moveTo>
                  <a:pt x="9969" y="73660"/>
                </a:moveTo>
                <a:lnTo>
                  <a:pt x="9728" y="72389"/>
                </a:lnTo>
                <a:lnTo>
                  <a:pt x="9969" y="73660"/>
                </a:lnTo>
                <a:close/>
              </a:path>
              <a:path w="923925" h="542289">
                <a:moveTo>
                  <a:pt x="9755" y="72437"/>
                </a:moveTo>
                <a:close/>
              </a:path>
              <a:path w="923925" h="542289">
                <a:moveTo>
                  <a:pt x="914169" y="72437"/>
                </a:moveTo>
                <a:close/>
              </a:path>
              <a:path w="923925" h="542289">
                <a:moveTo>
                  <a:pt x="913955" y="73660"/>
                </a:moveTo>
                <a:lnTo>
                  <a:pt x="914169" y="72437"/>
                </a:lnTo>
                <a:lnTo>
                  <a:pt x="913955" y="73660"/>
                </a:lnTo>
                <a:close/>
              </a:path>
              <a:path w="923925" h="542289">
                <a:moveTo>
                  <a:pt x="10464" y="73660"/>
                </a:moveTo>
                <a:lnTo>
                  <a:pt x="9969" y="73660"/>
                </a:lnTo>
                <a:lnTo>
                  <a:pt x="9755" y="72437"/>
                </a:lnTo>
                <a:lnTo>
                  <a:pt x="10464" y="73660"/>
                </a:lnTo>
                <a:close/>
              </a:path>
              <a:path w="923925" h="542289">
                <a:moveTo>
                  <a:pt x="913955" y="73660"/>
                </a:moveTo>
                <a:lnTo>
                  <a:pt x="913460" y="73660"/>
                </a:lnTo>
                <a:lnTo>
                  <a:pt x="914169" y="72437"/>
                </a:lnTo>
                <a:lnTo>
                  <a:pt x="913955" y="73660"/>
                </a:lnTo>
                <a:close/>
              </a:path>
              <a:path w="923925" h="542289">
                <a:moveTo>
                  <a:pt x="554266" y="140970"/>
                </a:moveTo>
                <a:lnTo>
                  <a:pt x="369697" y="140970"/>
                </a:lnTo>
                <a:lnTo>
                  <a:pt x="347510" y="139700"/>
                </a:lnTo>
                <a:lnTo>
                  <a:pt x="576389" y="139700"/>
                </a:lnTo>
                <a:lnTo>
                  <a:pt x="554266" y="140970"/>
                </a:lnTo>
                <a:close/>
              </a:path>
              <a:path w="923925" h="542289">
                <a:moveTo>
                  <a:pt x="508800" y="142239"/>
                </a:moveTo>
                <a:lnTo>
                  <a:pt x="415163" y="142239"/>
                </a:lnTo>
                <a:lnTo>
                  <a:pt x="392252" y="140970"/>
                </a:lnTo>
                <a:lnTo>
                  <a:pt x="531710" y="140970"/>
                </a:lnTo>
                <a:lnTo>
                  <a:pt x="508800" y="142239"/>
                </a:lnTo>
                <a:close/>
              </a:path>
              <a:path w="923925" h="542289">
                <a:moveTo>
                  <a:pt x="9525" y="470130"/>
                </a:moveTo>
                <a:lnTo>
                  <a:pt x="9512" y="469900"/>
                </a:lnTo>
                <a:lnTo>
                  <a:pt x="9525" y="470130"/>
                </a:lnTo>
                <a:close/>
              </a:path>
              <a:path w="923925" h="542289">
                <a:moveTo>
                  <a:pt x="9747" y="472439"/>
                </a:moveTo>
                <a:lnTo>
                  <a:pt x="9608" y="471646"/>
                </a:lnTo>
                <a:lnTo>
                  <a:pt x="9747" y="472439"/>
                </a:lnTo>
                <a:close/>
              </a:path>
              <a:path w="923925" h="542289">
                <a:moveTo>
                  <a:pt x="914273" y="472439"/>
                </a:moveTo>
                <a:lnTo>
                  <a:pt x="914316" y="471646"/>
                </a:lnTo>
                <a:lnTo>
                  <a:pt x="914273" y="472439"/>
                </a:lnTo>
                <a:close/>
              </a:path>
              <a:path w="923925" h="542289">
                <a:moveTo>
                  <a:pt x="9969" y="473710"/>
                </a:moveTo>
                <a:lnTo>
                  <a:pt x="9728" y="472439"/>
                </a:lnTo>
                <a:lnTo>
                  <a:pt x="9969" y="473710"/>
                </a:lnTo>
                <a:close/>
              </a:path>
              <a:path w="923925" h="542289">
                <a:moveTo>
                  <a:pt x="9755" y="472487"/>
                </a:moveTo>
                <a:close/>
              </a:path>
              <a:path w="923925" h="542289">
                <a:moveTo>
                  <a:pt x="914169" y="472487"/>
                </a:moveTo>
                <a:close/>
              </a:path>
              <a:path w="923925" h="542289">
                <a:moveTo>
                  <a:pt x="913955" y="473710"/>
                </a:moveTo>
                <a:lnTo>
                  <a:pt x="914169" y="472487"/>
                </a:lnTo>
                <a:lnTo>
                  <a:pt x="913955" y="473710"/>
                </a:lnTo>
                <a:close/>
              </a:path>
              <a:path w="923925" h="542289">
                <a:moveTo>
                  <a:pt x="10464" y="473710"/>
                </a:moveTo>
                <a:lnTo>
                  <a:pt x="9969" y="473710"/>
                </a:lnTo>
                <a:lnTo>
                  <a:pt x="9755" y="472487"/>
                </a:lnTo>
                <a:lnTo>
                  <a:pt x="10464" y="473710"/>
                </a:lnTo>
                <a:close/>
              </a:path>
              <a:path w="923925" h="542289">
                <a:moveTo>
                  <a:pt x="913955" y="473710"/>
                </a:moveTo>
                <a:lnTo>
                  <a:pt x="913460" y="473710"/>
                </a:lnTo>
                <a:lnTo>
                  <a:pt x="914169" y="472487"/>
                </a:lnTo>
                <a:lnTo>
                  <a:pt x="913955" y="473710"/>
                </a:lnTo>
                <a:close/>
              </a:path>
              <a:path w="923925" h="542289">
                <a:moveTo>
                  <a:pt x="598157" y="539750"/>
                </a:moveTo>
                <a:lnTo>
                  <a:pt x="325805" y="539750"/>
                </a:lnTo>
                <a:lnTo>
                  <a:pt x="243674" y="534670"/>
                </a:lnTo>
                <a:lnTo>
                  <a:pt x="224447" y="532129"/>
                </a:lnTo>
                <a:lnTo>
                  <a:pt x="187921" y="529589"/>
                </a:lnTo>
                <a:lnTo>
                  <a:pt x="153949" y="524510"/>
                </a:lnTo>
                <a:lnTo>
                  <a:pt x="137947" y="523239"/>
                </a:lnTo>
                <a:lnTo>
                  <a:pt x="108292" y="518160"/>
                </a:lnTo>
                <a:lnTo>
                  <a:pt x="94640" y="515620"/>
                </a:lnTo>
                <a:lnTo>
                  <a:pt x="81787" y="513079"/>
                </a:lnTo>
                <a:lnTo>
                  <a:pt x="69786" y="510539"/>
                </a:lnTo>
                <a:lnTo>
                  <a:pt x="58635" y="506729"/>
                </a:lnTo>
                <a:lnTo>
                  <a:pt x="48387" y="504189"/>
                </a:lnTo>
                <a:lnTo>
                  <a:pt x="39039" y="501650"/>
                </a:lnTo>
                <a:lnTo>
                  <a:pt x="30619" y="497839"/>
                </a:lnTo>
                <a:lnTo>
                  <a:pt x="23139" y="495300"/>
                </a:lnTo>
                <a:lnTo>
                  <a:pt x="16979" y="491489"/>
                </a:lnTo>
                <a:lnTo>
                  <a:pt x="16611" y="491489"/>
                </a:lnTo>
                <a:lnTo>
                  <a:pt x="11506" y="488950"/>
                </a:lnTo>
                <a:lnTo>
                  <a:pt x="9016" y="486410"/>
                </a:lnTo>
                <a:lnTo>
                  <a:pt x="6883" y="485139"/>
                </a:lnTo>
                <a:lnTo>
                  <a:pt x="6591" y="483870"/>
                </a:lnTo>
                <a:lnTo>
                  <a:pt x="5003" y="482600"/>
                </a:lnTo>
                <a:lnTo>
                  <a:pt x="4686" y="482600"/>
                </a:lnTo>
                <a:lnTo>
                  <a:pt x="3378" y="480060"/>
                </a:lnTo>
                <a:lnTo>
                  <a:pt x="16598" y="480060"/>
                </a:lnTo>
                <a:lnTo>
                  <a:pt x="21704" y="483870"/>
                </a:lnTo>
                <a:lnTo>
                  <a:pt x="21336" y="483870"/>
                </a:lnTo>
                <a:lnTo>
                  <a:pt x="27495" y="486410"/>
                </a:lnTo>
                <a:lnTo>
                  <a:pt x="27203" y="486410"/>
                </a:lnTo>
                <a:lnTo>
                  <a:pt x="34391" y="488950"/>
                </a:lnTo>
                <a:lnTo>
                  <a:pt x="34162" y="488950"/>
                </a:lnTo>
                <a:lnTo>
                  <a:pt x="42341" y="492760"/>
                </a:lnTo>
                <a:lnTo>
                  <a:pt x="42151" y="492760"/>
                </a:lnTo>
                <a:lnTo>
                  <a:pt x="51308" y="495300"/>
                </a:lnTo>
                <a:lnTo>
                  <a:pt x="51155" y="495300"/>
                </a:lnTo>
                <a:lnTo>
                  <a:pt x="61252" y="497839"/>
                </a:lnTo>
                <a:lnTo>
                  <a:pt x="61112" y="497839"/>
                </a:lnTo>
                <a:lnTo>
                  <a:pt x="72123" y="500379"/>
                </a:lnTo>
                <a:lnTo>
                  <a:pt x="83896" y="502920"/>
                </a:lnTo>
                <a:lnTo>
                  <a:pt x="96545" y="505460"/>
                </a:lnTo>
                <a:lnTo>
                  <a:pt x="110032" y="508000"/>
                </a:lnTo>
                <a:lnTo>
                  <a:pt x="124320" y="510539"/>
                </a:lnTo>
                <a:lnTo>
                  <a:pt x="139395" y="513079"/>
                </a:lnTo>
                <a:lnTo>
                  <a:pt x="155206" y="515620"/>
                </a:lnTo>
                <a:lnTo>
                  <a:pt x="171742" y="518160"/>
                </a:lnTo>
                <a:lnTo>
                  <a:pt x="188950" y="519429"/>
                </a:lnTo>
                <a:lnTo>
                  <a:pt x="206832" y="521970"/>
                </a:lnTo>
                <a:lnTo>
                  <a:pt x="225336" y="523239"/>
                </a:lnTo>
                <a:lnTo>
                  <a:pt x="244436" y="524510"/>
                </a:lnTo>
                <a:lnTo>
                  <a:pt x="264096" y="525779"/>
                </a:lnTo>
                <a:lnTo>
                  <a:pt x="284314" y="527050"/>
                </a:lnTo>
                <a:lnTo>
                  <a:pt x="305041" y="528320"/>
                </a:lnTo>
                <a:lnTo>
                  <a:pt x="326237" y="529589"/>
                </a:lnTo>
                <a:lnTo>
                  <a:pt x="347903" y="530860"/>
                </a:lnTo>
                <a:lnTo>
                  <a:pt x="369950" y="530860"/>
                </a:lnTo>
                <a:lnTo>
                  <a:pt x="392455" y="532129"/>
                </a:lnTo>
                <a:lnTo>
                  <a:pt x="438454" y="532129"/>
                </a:lnTo>
                <a:lnTo>
                  <a:pt x="461962" y="533399"/>
                </a:lnTo>
                <a:lnTo>
                  <a:pt x="689863" y="533400"/>
                </a:lnTo>
                <a:lnTo>
                  <a:pt x="680288" y="534670"/>
                </a:lnTo>
                <a:lnTo>
                  <a:pt x="598157" y="539750"/>
                </a:lnTo>
                <a:close/>
              </a:path>
              <a:path w="923925" h="542289">
                <a:moveTo>
                  <a:pt x="689863" y="533400"/>
                </a:moveTo>
                <a:lnTo>
                  <a:pt x="461962" y="533399"/>
                </a:lnTo>
                <a:lnTo>
                  <a:pt x="485470" y="532129"/>
                </a:lnTo>
                <a:lnTo>
                  <a:pt x="531469" y="532129"/>
                </a:lnTo>
                <a:lnTo>
                  <a:pt x="553974" y="530860"/>
                </a:lnTo>
                <a:lnTo>
                  <a:pt x="576021" y="530860"/>
                </a:lnTo>
                <a:lnTo>
                  <a:pt x="597725" y="529589"/>
                </a:lnTo>
                <a:lnTo>
                  <a:pt x="618934" y="528320"/>
                </a:lnTo>
                <a:lnTo>
                  <a:pt x="639648" y="527050"/>
                </a:lnTo>
                <a:lnTo>
                  <a:pt x="659866" y="525779"/>
                </a:lnTo>
                <a:lnTo>
                  <a:pt x="679538" y="524510"/>
                </a:lnTo>
                <a:lnTo>
                  <a:pt x="698639" y="523239"/>
                </a:lnTo>
                <a:lnTo>
                  <a:pt x="717143" y="521970"/>
                </a:lnTo>
                <a:lnTo>
                  <a:pt x="735025" y="519429"/>
                </a:lnTo>
                <a:lnTo>
                  <a:pt x="752246" y="518160"/>
                </a:lnTo>
                <a:lnTo>
                  <a:pt x="768781" y="515620"/>
                </a:lnTo>
                <a:lnTo>
                  <a:pt x="784593" y="513079"/>
                </a:lnTo>
                <a:lnTo>
                  <a:pt x="799668" y="510539"/>
                </a:lnTo>
                <a:lnTo>
                  <a:pt x="813968" y="508000"/>
                </a:lnTo>
                <a:lnTo>
                  <a:pt x="827468" y="505460"/>
                </a:lnTo>
                <a:lnTo>
                  <a:pt x="840117" y="502920"/>
                </a:lnTo>
                <a:lnTo>
                  <a:pt x="851915" y="500379"/>
                </a:lnTo>
                <a:lnTo>
                  <a:pt x="862812" y="497839"/>
                </a:lnTo>
                <a:lnTo>
                  <a:pt x="862672" y="497839"/>
                </a:lnTo>
                <a:lnTo>
                  <a:pt x="872769" y="495300"/>
                </a:lnTo>
                <a:lnTo>
                  <a:pt x="872616" y="495300"/>
                </a:lnTo>
                <a:lnTo>
                  <a:pt x="881773" y="492760"/>
                </a:lnTo>
                <a:lnTo>
                  <a:pt x="881583" y="492760"/>
                </a:lnTo>
                <a:lnTo>
                  <a:pt x="889762" y="488950"/>
                </a:lnTo>
                <a:lnTo>
                  <a:pt x="889533" y="488950"/>
                </a:lnTo>
                <a:lnTo>
                  <a:pt x="896721" y="486410"/>
                </a:lnTo>
                <a:lnTo>
                  <a:pt x="896429" y="486410"/>
                </a:lnTo>
                <a:lnTo>
                  <a:pt x="902588" y="483870"/>
                </a:lnTo>
                <a:lnTo>
                  <a:pt x="902220" y="483870"/>
                </a:lnTo>
                <a:lnTo>
                  <a:pt x="907326" y="480060"/>
                </a:lnTo>
                <a:lnTo>
                  <a:pt x="920546" y="480060"/>
                </a:lnTo>
                <a:lnTo>
                  <a:pt x="919238" y="482600"/>
                </a:lnTo>
                <a:lnTo>
                  <a:pt x="918921" y="482600"/>
                </a:lnTo>
                <a:lnTo>
                  <a:pt x="917333" y="483870"/>
                </a:lnTo>
                <a:lnTo>
                  <a:pt x="917041" y="485139"/>
                </a:lnTo>
                <a:lnTo>
                  <a:pt x="914908" y="486410"/>
                </a:lnTo>
                <a:lnTo>
                  <a:pt x="912418" y="488950"/>
                </a:lnTo>
                <a:lnTo>
                  <a:pt x="907313" y="491489"/>
                </a:lnTo>
                <a:lnTo>
                  <a:pt x="906945" y="491489"/>
                </a:lnTo>
                <a:lnTo>
                  <a:pt x="900493" y="495300"/>
                </a:lnTo>
                <a:lnTo>
                  <a:pt x="893076" y="497839"/>
                </a:lnTo>
                <a:lnTo>
                  <a:pt x="884694" y="501650"/>
                </a:lnTo>
                <a:lnTo>
                  <a:pt x="875385" y="504189"/>
                </a:lnTo>
                <a:lnTo>
                  <a:pt x="865149" y="506729"/>
                </a:lnTo>
                <a:lnTo>
                  <a:pt x="854024" y="510539"/>
                </a:lnTo>
                <a:lnTo>
                  <a:pt x="842035" y="513079"/>
                </a:lnTo>
                <a:lnTo>
                  <a:pt x="829208" y="515620"/>
                </a:lnTo>
                <a:lnTo>
                  <a:pt x="815555" y="518160"/>
                </a:lnTo>
                <a:lnTo>
                  <a:pt x="785901" y="523239"/>
                </a:lnTo>
                <a:lnTo>
                  <a:pt x="770026" y="524510"/>
                </a:lnTo>
                <a:lnTo>
                  <a:pt x="736053" y="529589"/>
                </a:lnTo>
                <a:lnTo>
                  <a:pt x="699439" y="532129"/>
                </a:lnTo>
                <a:lnTo>
                  <a:pt x="689863" y="533400"/>
                </a:lnTo>
                <a:close/>
              </a:path>
              <a:path w="923925" h="542289">
                <a:moveTo>
                  <a:pt x="554266" y="541020"/>
                </a:moveTo>
                <a:lnTo>
                  <a:pt x="369697" y="541020"/>
                </a:lnTo>
                <a:lnTo>
                  <a:pt x="347510" y="539750"/>
                </a:lnTo>
                <a:lnTo>
                  <a:pt x="576389" y="539750"/>
                </a:lnTo>
                <a:lnTo>
                  <a:pt x="554266" y="541020"/>
                </a:lnTo>
                <a:close/>
              </a:path>
              <a:path w="923925" h="542289">
                <a:moveTo>
                  <a:pt x="508800" y="542289"/>
                </a:moveTo>
                <a:lnTo>
                  <a:pt x="415163" y="542289"/>
                </a:lnTo>
                <a:lnTo>
                  <a:pt x="392252" y="541020"/>
                </a:lnTo>
                <a:lnTo>
                  <a:pt x="531710" y="541020"/>
                </a:lnTo>
                <a:lnTo>
                  <a:pt x="508800" y="5422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121977" y="2255647"/>
            <a:ext cx="2304415" cy="1808480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312545">
              <a:lnSpc>
                <a:spcPct val="100000"/>
              </a:lnSpc>
              <a:spcBef>
                <a:spcPts val="860"/>
              </a:spcBef>
            </a:pPr>
            <a:r>
              <a:rPr sz="3200" spc="-5" dirty="0">
                <a:latin typeface="Tahoma"/>
                <a:cs typeface="Tahoma"/>
              </a:rPr>
              <a:t>l</a:t>
            </a:r>
            <a:r>
              <a:rPr sz="2400" spc="-5" dirty="0">
                <a:latin typeface="Tahoma"/>
                <a:cs typeface="Tahoma"/>
              </a:rPr>
              <a:t>i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(A)</a:t>
            </a:r>
            <a:endParaRPr sz="3200">
              <a:latin typeface="Tahoma"/>
              <a:cs typeface="Tahoma"/>
            </a:endParaRPr>
          </a:p>
          <a:p>
            <a:pPr marL="1312545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Tahoma"/>
                <a:cs typeface="Tahoma"/>
              </a:rPr>
              <a:t>u</a:t>
            </a:r>
            <a:r>
              <a:rPr sz="2400" spc="-5" dirty="0">
                <a:latin typeface="Tahoma"/>
                <a:cs typeface="Tahoma"/>
              </a:rPr>
              <a:t>i</a:t>
            </a:r>
            <a:r>
              <a:rPr sz="2400" spc="17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(A)</a:t>
            </a:r>
            <a:endParaRPr sz="3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  <a:tabLst>
                <a:tab pos="1050925" algn="l"/>
              </a:tabLst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1	</a:t>
            </a: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590925" y="3884612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42862" y="323850"/>
                </a:moveTo>
                <a:lnTo>
                  <a:pt x="33337" y="323850"/>
                </a:lnTo>
                <a:lnTo>
                  <a:pt x="33337" y="0"/>
                </a:lnTo>
                <a:lnTo>
                  <a:pt x="42862" y="0"/>
                </a:lnTo>
                <a:lnTo>
                  <a:pt x="42862" y="323850"/>
                </a:lnTo>
                <a:close/>
              </a:path>
              <a:path w="76200" h="381000">
                <a:moveTo>
                  <a:pt x="38100" y="381000"/>
                </a:moveTo>
                <a:lnTo>
                  <a:pt x="0" y="304800"/>
                </a:lnTo>
                <a:lnTo>
                  <a:pt x="33337" y="304800"/>
                </a:lnTo>
                <a:lnTo>
                  <a:pt x="33337" y="323850"/>
                </a:lnTo>
                <a:lnTo>
                  <a:pt x="66675" y="323850"/>
                </a:lnTo>
                <a:lnTo>
                  <a:pt x="38100" y="381000"/>
                </a:lnTo>
                <a:close/>
              </a:path>
              <a:path w="76200" h="381000">
                <a:moveTo>
                  <a:pt x="66675" y="323850"/>
                </a:moveTo>
                <a:lnTo>
                  <a:pt x="42862" y="323850"/>
                </a:lnTo>
                <a:lnTo>
                  <a:pt x="42862" y="304800"/>
                </a:lnTo>
                <a:lnTo>
                  <a:pt x="76200" y="304800"/>
                </a:lnTo>
                <a:lnTo>
                  <a:pt x="66675" y="323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124325" y="3808412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42862" y="400050"/>
                </a:moveTo>
                <a:lnTo>
                  <a:pt x="33337" y="400050"/>
                </a:lnTo>
                <a:lnTo>
                  <a:pt x="33337" y="0"/>
                </a:lnTo>
                <a:lnTo>
                  <a:pt x="42862" y="0"/>
                </a:lnTo>
                <a:lnTo>
                  <a:pt x="42862" y="400050"/>
                </a:lnTo>
                <a:close/>
              </a:path>
              <a:path w="76200" h="457200">
                <a:moveTo>
                  <a:pt x="38100" y="457200"/>
                </a:moveTo>
                <a:lnTo>
                  <a:pt x="0" y="381000"/>
                </a:lnTo>
                <a:lnTo>
                  <a:pt x="33337" y="381000"/>
                </a:lnTo>
                <a:lnTo>
                  <a:pt x="33337" y="400050"/>
                </a:lnTo>
                <a:lnTo>
                  <a:pt x="66675" y="400050"/>
                </a:lnTo>
                <a:lnTo>
                  <a:pt x="38100" y="457200"/>
                </a:lnTo>
                <a:close/>
              </a:path>
              <a:path w="76200" h="457200">
                <a:moveTo>
                  <a:pt x="66675" y="400050"/>
                </a:moveTo>
                <a:lnTo>
                  <a:pt x="42862" y="400050"/>
                </a:lnTo>
                <a:lnTo>
                  <a:pt x="42862" y="381000"/>
                </a:lnTo>
                <a:lnTo>
                  <a:pt x="76200" y="381000"/>
                </a:lnTo>
                <a:lnTo>
                  <a:pt x="66675" y="400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834062" y="50561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834062" y="50371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834062" y="50180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834062" y="49990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834062" y="49799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834062" y="49609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834062" y="49418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834062" y="49228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834062" y="49037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834062" y="48847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834062" y="48656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834062" y="48466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834062" y="48275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834062" y="48085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834062" y="47894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834062" y="47704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834062" y="47513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834062" y="47323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834062" y="47132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834062" y="46942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834062" y="46751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834062" y="46561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834062" y="46370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834062" y="46180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834062" y="45037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834062" y="44846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834062" y="44656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834062" y="44465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834062" y="44275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834062" y="44084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834062" y="43894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834062" y="43703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834062" y="43513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834062" y="43322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834062" y="43132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834062" y="42941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834062" y="42751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5834062" y="42560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834062" y="42370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5834062" y="42179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5834062" y="41989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5834062" y="41798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5834062" y="41608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5834062" y="41417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5834062" y="41227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5834062" y="41036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834062" y="40846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834062" y="40655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0" name="object 60"/>
          <p:cNvGraphicFramePr>
            <a:graphicFrameLocks noGrp="1"/>
          </p:cNvGraphicFramePr>
          <p:nvPr/>
        </p:nvGraphicFramePr>
        <p:xfrm>
          <a:off x="2938081" y="4032250"/>
          <a:ext cx="4193540" cy="12953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5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66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663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>
                  <a:txBody>
                    <a:bodyPr/>
                    <a:lstStyle/>
                    <a:p>
                      <a:pPr marL="207010" marR="199390" indent="8890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3200" spc="-5" dirty="0">
                          <a:latin typeface="Tahoma"/>
                          <a:cs typeface="Tahoma"/>
                        </a:rPr>
                        <a:t>lock  tabl</a:t>
                      </a:r>
                      <a:r>
                        <a:rPr sz="3200" dirty="0">
                          <a:latin typeface="Tahoma"/>
                          <a:cs typeface="Tahoma"/>
                        </a:rPr>
                        <a:t>e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45085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36">
                <a:tc rowSpan="2" gridSpan="2"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3200" spc="-5" dirty="0">
                          <a:latin typeface="Tahoma"/>
                          <a:cs typeface="Tahoma"/>
                        </a:rPr>
                        <a:t>scheduler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9779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5085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63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9779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5085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336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5085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1" name="object 6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62" name="object 6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63" name="object 6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29</a:t>
            </a:fld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891540"/>
            <a:ext cx="70891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35685" algn="l"/>
                <a:tab pos="2065655" algn="l"/>
              </a:tabLst>
            </a:pPr>
            <a:r>
              <a:rPr sz="3600" u="heavy" spc="-1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Rule	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#1:</a:t>
            </a:r>
            <a:r>
              <a:rPr sz="3600" spc="-5" dirty="0">
                <a:latin typeface="Tahoma"/>
                <a:cs typeface="Tahoma"/>
              </a:rPr>
              <a:t>	</a:t>
            </a:r>
            <a:r>
              <a:rPr sz="3600" spc="-20" dirty="0">
                <a:latin typeface="Tahoma"/>
                <a:cs typeface="Tahoma"/>
              </a:rPr>
              <a:t>Well-formed</a:t>
            </a:r>
            <a:r>
              <a:rPr sz="3600" spc="-30" dirty="0">
                <a:latin typeface="Tahoma"/>
                <a:cs typeface="Tahoma"/>
              </a:rPr>
              <a:t> </a:t>
            </a:r>
            <a:r>
              <a:rPr sz="3600" spc="-10" dirty="0">
                <a:latin typeface="Tahoma"/>
                <a:cs typeface="Tahoma"/>
              </a:rPr>
              <a:t>transactions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527748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16915" algn="l"/>
              </a:tabLst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i</a:t>
            </a:r>
            <a:r>
              <a:rPr sz="3200" spc="-5" dirty="0">
                <a:latin typeface="Tahoma"/>
                <a:cs typeface="Tahoma"/>
              </a:rPr>
              <a:t>:	</a:t>
            </a:r>
            <a:r>
              <a:rPr sz="3200" dirty="0">
                <a:latin typeface="Tahoma"/>
                <a:cs typeface="Tahoma"/>
              </a:rPr>
              <a:t>… </a:t>
            </a:r>
            <a:r>
              <a:rPr sz="3200" spc="-5" dirty="0">
                <a:latin typeface="Tahoma"/>
                <a:cs typeface="Tahoma"/>
              </a:rPr>
              <a:t>l</a:t>
            </a:r>
            <a:r>
              <a:rPr sz="2400" spc="-5" dirty="0">
                <a:latin typeface="Tahoma"/>
                <a:cs typeface="Tahoma"/>
              </a:rPr>
              <a:t>i</a:t>
            </a:r>
            <a:r>
              <a:rPr sz="3200" spc="-5" dirty="0">
                <a:latin typeface="Tahoma"/>
                <a:cs typeface="Tahoma"/>
              </a:rPr>
              <a:t>(A) </a:t>
            </a:r>
            <a:r>
              <a:rPr sz="3200" dirty="0">
                <a:latin typeface="Tahoma"/>
                <a:cs typeface="Tahoma"/>
              </a:rPr>
              <a:t>… </a:t>
            </a:r>
            <a:r>
              <a:rPr sz="3200" spc="-5" dirty="0">
                <a:latin typeface="Tahoma"/>
                <a:cs typeface="Tahoma"/>
              </a:rPr>
              <a:t>p</a:t>
            </a:r>
            <a:r>
              <a:rPr sz="2400" spc="-5" dirty="0">
                <a:latin typeface="Tahoma"/>
                <a:cs typeface="Tahoma"/>
              </a:rPr>
              <a:t>i</a:t>
            </a:r>
            <a:r>
              <a:rPr sz="3200" spc="-5" dirty="0">
                <a:latin typeface="Tahoma"/>
                <a:cs typeface="Tahoma"/>
              </a:rPr>
              <a:t>(A) </a:t>
            </a:r>
            <a:r>
              <a:rPr sz="3200" dirty="0">
                <a:latin typeface="Tahoma"/>
                <a:cs typeface="Tahoma"/>
              </a:rPr>
              <a:t>… </a:t>
            </a:r>
            <a:r>
              <a:rPr sz="3200" spc="-5" dirty="0">
                <a:latin typeface="Tahoma"/>
                <a:cs typeface="Tahoma"/>
              </a:rPr>
              <a:t>u</a:t>
            </a:r>
            <a:r>
              <a:rPr sz="2400" spc="-5" dirty="0">
                <a:latin typeface="Tahoma"/>
                <a:cs typeface="Tahoma"/>
              </a:rPr>
              <a:t>i</a:t>
            </a:r>
            <a:r>
              <a:rPr sz="3200" spc="-5" dirty="0">
                <a:latin typeface="Tahoma"/>
                <a:cs typeface="Tahoma"/>
              </a:rPr>
              <a:t>(A)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...</a:t>
            </a:r>
            <a:endParaRPr sz="3200">
              <a:latin typeface="Tahoma"/>
              <a:cs typeface="Tahom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D9F9859E-A809-FF94-E1E0-8AB86F8B871C}"/>
                  </a:ext>
                </a:extLst>
              </p14:cNvPr>
              <p14:cNvContentPartPr/>
              <p14:nvPr/>
            </p14:nvContentPartPr>
            <p14:xfrm>
              <a:off x="1962819" y="2187205"/>
              <a:ext cx="4128840" cy="34200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D9F9859E-A809-FF94-E1E0-8AB86F8B871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09179" y="2079205"/>
                <a:ext cx="4236480" cy="557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91540"/>
            <a:ext cx="53390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35685" algn="l"/>
                <a:tab pos="2189480" algn="l"/>
              </a:tabLst>
            </a:pPr>
            <a:r>
              <a:rPr sz="3600" u="heavy" spc="-10" dirty="0">
                <a:uFill>
                  <a:solidFill>
                    <a:srgbClr val="000000"/>
                  </a:solidFill>
                </a:uFill>
              </a:rPr>
              <a:t>Rule	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#2</a:t>
            </a:r>
            <a:r>
              <a:rPr sz="3600" dirty="0"/>
              <a:t>	</a:t>
            </a:r>
            <a:r>
              <a:rPr sz="3600" spc="-5" dirty="0"/>
              <a:t>Legal</a:t>
            </a:r>
            <a:r>
              <a:rPr sz="3600" spc="-50" dirty="0"/>
              <a:t> </a:t>
            </a:r>
            <a:r>
              <a:rPr sz="3600" spc="-5" dirty="0"/>
              <a:t>scheduler</a:t>
            </a:r>
            <a:endParaRPr sz="3600" dirty="0"/>
          </a:p>
        </p:txBody>
      </p:sp>
      <p:sp>
        <p:nvSpPr>
          <p:cNvPr id="3" name="object 3"/>
          <p:cNvSpPr/>
          <p:nvPr/>
        </p:nvSpPr>
        <p:spPr>
          <a:xfrm>
            <a:off x="3287712" y="2705100"/>
            <a:ext cx="1457325" cy="76200"/>
          </a:xfrm>
          <a:custGeom>
            <a:avLst/>
            <a:gdLst/>
            <a:ahLst/>
            <a:cxnLst/>
            <a:rect l="l" t="t" r="r" b="b"/>
            <a:pathLst>
              <a:path w="1457325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  <a:lnTo>
                  <a:pt x="76200" y="33337"/>
                </a:lnTo>
                <a:lnTo>
                  <a:pt x="57150" y="33337"/>
                </a:lnTo>
                <a:lnTo>
                  <a:pt x="57150" y="42862"/>
                </a:lnTo>
                <a:lnTo>
                  <a:pt x="76200" y="42862"/>
                </a:lnTo>
                <a:lnTo>
                  <a:pt x="76200" y="76200"/>
                </a:lnTo>
                <a:close/>
              </a:path>
              <a:path w="1457325" h="76200">
                <a:moveTo>
                  <a:pt x="1381125" y="76200"/>
                </a:moveTo>
                <a:lnTo>
                  <a:pt x="1381125" y="0"/>
                </a:lnTo>
                <a:lnTo>
                  <a:pt x="1447800" y="33337"/>
                </a:lnTo>
                <a:lnTo>
                  <a:pt x="1400175" y="33337"/>
                </a:lnTo>
                <a:lnTo>
                  <a:pt x="1400175" y="42862"/>
                </a:lnTo>
                <a:lnTo>
                  <a:pt x="1447800" y="42862"/>
                </a:lnTo>
                <a:lnTo>
                  <a:pt x="1381125" y="76200"/>
                </a:lnTo>
                <a:close/>
              </a:path>
              <a:path w="1457325" h="76200">
                <a:moveTo>
                  <a:pt x="76200" y="42862"/>
                </a:moveTo>
                <a:lnTo>
                  <a:pt x="57150" y="42862"/>
                </a:lnTo>
                <a:lnTo>
                  <a:pt x="57150" y="33337"/>
                </a:lnTo>
                <a:lnTo>
                  <a:pt x="76200" y="33337"/>
                </a:lnTo>
                <a:lnTo>
                  <a:pt x="76200" y="42862"/>
                </a:lnTo>
                <a:close/>
              </a:path>
              <a:path w="1457325" h="76200">
                <a:moveTo>
                  <a:pt x="1381125" y="42862"/>
                </a:moveTo>
                <a:lnTo>
                  <a:pt x="76200" y="42862"/>
                </a:lnTo>
                <a:lnTo>
                  <a:pt x="76200" y="33337"/>
                </a:lnTo>
                <a:lnTo>
                  <a:pt x="1381125" y="33337"/>
                </a:lnTo>
                <a:lnTo>
                  <a:pt x="1381125" y="42862"/>
                </a:lnTo>
                <a:close/>
              </a:path>
              <a:path w="1457325" h="76200">
                <a:moveTo>
                  <a:pt x="1447800" y="42862"/>
                </a:moveTo>
                <a:lnTo>
                  <a:pt x="1400175" y="42862"/>
                </a:lnTo>
                <a:lnTo>
                  <a:pt x="1400175" y="33337"/>
                </a:lnTo>
                <a:lnTo>
                  <a:pt x="1447800" y="33337"/>
                </a:lnTo>
                <a:lnTo>
                  <a:pt x="1457325" y="38100"/>
                </a:lnTo>
                <a:lnTo>
                  <a:pt x="1447800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4540" y="2012949"/>
            <a:ext cx="6189980" cy="1413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ahoma"/>
                <a:cs typeface="Tahoma"/>
              </a:rPr>
              <a:t>S = </a:t>
            </a:r>
            <a:r>
              <a:rPr sz="3200" spc="-5" dirty="0">
                <a:latin typeface="Tahoma"/>
                <a:cs typeface="Tahoma"/>
              </a:rPr>
              <a:t>…….. l</a:t>
            </a:r>
            <a:r>
              <a:rPr sz="2400" spc="-5" dirty="0">
                <a:latin typeface="Tahoma"/>
                <a:cs typeface="Tahoma"/>
              </a:rPr>
              <a:t>i</a:t>
            </a:r>
            <a:r>
              <a:rPr sz="3200" spc="-5" dirty="0">
                <a:latin typeface="Tahoma"/>
                <a:cs typeface="Tahoma"/>
              </a:rPr>
              <a:t>(A) ………... u</a:t>
            </a:r>
            <a:r>
              <a:rPr sz="2400" spc="-5" dirty="0">
                <a:latin typeface="Tahoma"/>
                <a:cs typeface="Tahoma"/>
              </a:rPr>
              <a:t>i</a:t>
            </a:r>
            <a:r>
              <a:rPr sz="3200" spc="-5" dirty="0">
                <a:latin typeface="Tahoma"/>
                <a:cs typeface="Tahoma"/>
              </a:rPr>
              <a:t>(A)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……...</a:t>
            </a:r>
            <a:endParaRPr sz="3200" dirty="0">
              <a:latin typeface="Tahoma"/>
              <a:cs typeface="Tahoma"/>
            </a:endParaRPr>
          </a:p>
          <a:p>
            <a:pPr marL="432434" algn="ctr">
              <a:lnSpc>
                <a:spcPct val="100000"/>
              </a:lnSpc>
              <a:spcBef>
                <a:spcPts val="3240"/>
              </a:spcBef>
            </a:pPr>
            <a:r>
              <a:rPr sz="3200" dirty="0">
                <a:latin typeface="Tahoma"/>
                <a:cs typeface="Tahoma"/>
              </a:rPr>
              <a:t>no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l</a:t>
            </a:r>
            <a:r>
              <a:rPr sz="2400" spc="-5" dirty="0">
                <a:latin typeface="Tahoma"/>
                <a:cs typeface="Tahoma"/>
              </a:rPr>
              <a:t>j</a:t>
            </a:r>
            <a:r>
              <a:rPr sz="3200" spc="-5" dirty="0">
                <a:latin typeface="Tahoma"/>
                <a:cs typeface="Tahoma"/>
              </a:rPr>
              <a:t>(A)</a:t>
            </a:r>
            <a:endParaRPr sz="32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31</a:t>
            </a:fld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CB33C3D8-97DE-9C39-FD89-C174F90B71CF}"/>
                  </a:ext>
                </a:extLst>
              </p14:cNvPr>
              <p14:cNvContentPartPr/>
              <p14:nvPr/>
            </p14:nvContentPartPr>
            <p14:xfrm>
              <a:off x="2536659" y="1263805"/>
              <a:ext cx="20160" cy="36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CB33C3D8-97DE-9C39-FD89-C174F90B71C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83019" y="1156165"/>
                <a:ext cx="1278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4CF2D4BD-2DE6-213D-3830-A1E4708F7165}"/>
                  </a:ext>
                </a:extLst>
              </p14:cNvPr>
              <p14:cNvContentPartPr/>
              <p14:nvPr/>
            </p14:nvContentPartPr>
            <p14:xfrm>
              <a:off x="2214099" y="1056805"/>
              <a:ext cx="4446000" cy="290880"/>
            </p14:xfrm>
          </p:contentPart>
        </mc:Choice>
        <mc:Fallback xmlns=""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4CF2D4BD-2DE6-213D-3830-A1E4708F716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60459" y="949165"/>
                <a:ext cx="4553640" cy="50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2BBBD2A3-BEBF-DAE2-AC74-9CC749F31A35}"/>
                  </a:ext>
                </a:extLst>
              </p14:cNvPr>
              <p14:cNvContentPartPr/>
              <p14:nvPr/>
            </p14:nvContentPartPr>
            <p14:xfrm>
              <a:off x="797499" y="1976245"/>
              <a:ext cx="6222600" cy="394200"/>
            </p14:xfrm>
          </p:contentPart>
        </mc:Choice>
        <mc:Fallback xmlns=""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2BBBD2A3-BEBF-DAE2-AC74-9CC749F31A3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43859" y="1868605"/>
                <a:ext cx="6330240" cy="60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5DC4608B-2F58-9046-CEF6-743CB1C71D14}"/>
                  </a:ext>
                </a:extLst>
              </p14:cNvPr>
              <p14:cNvContentPartPr/>
              <p14:nvPr/>
            </p14:nvContentPartPr>
            <p14:xfrm>
              <a:off x="3316779" y="3243805"/>
              <a:ext cx="1574640" cy="95040"/>
            </p14:xfrm>
          </p:contentPart>
        </mc:Choice>
        <mc:Fallback xmlns=""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5DC4608B-2F58-9046-CEF6-743CB1C71D1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263139" y="3135805"/>
                <a:ext cx="1682280" cy="310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2012949"/>
            <a:ext cx="6737984" cy="43808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What schedules </a:t>
            </a:r>
            <a:r>
              <a:rPr sz="3200" spc="-10" dirty="0">
                <a:latin typeface="Tahoma"/>
                <a:cs typeface="Tahoma"/>
              </a:rPr>
              <a:t>are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legal?</a:t>
            </a:r>
            <a:endParaRPr sz="320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</a:pPr>
            <a:r>
              <a:rPr sz="3200" spc="-5" dirty="0">
                <a:latin typeface="Tahoma"/>
                <a:cs typeface="Tahoma"/>
              </a:rPr>
              <a:t>What </a:t>
            </a:r>
            <a:r>
              <a:rPr sz="3200" spc="-10" dirty="0">
                <a:latin typeface="Tahoma"/>
                <a:cs typeface="Tahoma"/>
              </a:rPr>
              <a:t>transactions are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well-formed?</a:t>
            </a:r>
            <a:endParaRPr sz="32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670"/>
              </a:spcBef>
            </a:pPr>
            <a:r>
              <a:rPr sz="2800" spc="-5" dirty="0">
                <a:latin typeface="Tahoma"/>
                <a:cs typeface="Tahoma"/>
              </a:rPr>
              <a:t>S1 =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l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2800" spc="-5" dirty="0">
                <a:latin typeface="Tahoma"/>
                <a:cs typeface="Tahoma"/>
              </a:rPr>
              <a:t>(A)l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2800" spc="-5" dirty="0">
                <a:latin typeface="Tahoma"/>
                <a:cs typeface="Tahoma"/>
              </a:rPr>
              <a:t>(B)r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2800" spc="-5" dirty="0">
                <a:latin typeface="Tahoma"/>
                <a:cs typeface="Tahoma"/>
              </a:rPr>
              <a:t>(A)w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2800" spc="-5" dirty="0">
                <a:latin typeface="Tahoma"/>
                <a:cs typeface="Tahoma"/>
              </a:rPr>
              <a:t>(B)l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2800" spc="-5" dirty="0">
                <a:latin typeface="Tahoma"/>
                <a:cs typeface="Tahoma"/>
              </a:rPr>
              <a:t>(B)u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2800" spc="-5" dirty="0">
                <a:latin typeface="Tahoma"/>
                <a:cs typeface="Tahoma"/>
              </a:rPr>
              <a:t>(A)u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2800" spc="-5" dirty="0">
                <a:latin typeface="Tahoma"/>
                <a:cs typeface="Tahoma"/>
              </a:rPr>
              <a:t>(B)</a:t>
            </a:r>
            <a:endParaRPr sz="28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670"/>
              </a:spcBef>
            </a:pPr>
            <a:r>
              <a:rPr sz="2800" spc="-5" dirty="0">
                <a:latin typeface="Tahoma"/>
                <a:cs typeface="Tahoma"/>
              </a:rPr>
              <a:t>r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2800" spc="-5" dirty="0">
                <a:latin typeface="Tahoma"/>
                <a:cs typeface="Tahoma"/>
              </a:rPr>
              <a:t>(B)w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2800" spc="-5" dirty="0">
                <a:latin typeface="Tahoma"/>
                <a:cs typeface="Tahoma"/>
              </a:rPr>
              <a:t>(B)u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2800" spc="-5" dirty="0">
                <a:latin typeface="Tahoma"/>
                <a:cs typeface="Tahoma"/>
              </a:rPr>
              <a:t>(B)l</a:t>
            </a:r>
            <a:r>
              <a:rPr sz="2000" spc="-5" dirty="0">
                <a:latin typeface="Tahoma"/>
                <a:cs typeface="Tahoma"/>
              </a:rPr>
              <a:t>3</a:t>
            </a:r>
            <a:r>
              <a:rPr sz="2800" spc="-5" dirty="0">
                <a:latin typeface="Tahoma"/>
                <a:cs typeface="Tahoma"/>
              </a:rPr>
              <a:t>(B)r</a:t>
            </a:r>
            <a:r>
              <a:rPr sz="2000" spc="-5" dirty="0">
                <a:latin typeface="Tahoma"/>
                <a:cs typeface="Tahoma"/>
              </a:rPr>
              <a:t>3</a:t>
            </a:r>
            <a:r>
              <a:rPr sz="2800" spc="-5" dirty="0">
                <a:latin typeface="Tahoma"/>
                <a:cs typeface="Tahoma"/>
              </a:rPr>
              <a:t>(B)u</a:t>
            </a:r>
            <a:r>
              <a:rPr sz="2000" spc="-5" dirty="0">
                <a:latin typeface="Tahoma"/>
                <a:cs typeface="Tahoma"/>
              </a:rPr>
              <a:t>3</a:t>
            </a:r>
            <a:r>
              <a:rPr sz="2800" spc="-5" dirty="0">
                <a:latin typeface="Tahoma"/>
                <a:cs typeface="Tahoma"/>
              </a:rPr>
              <a:t>(B)</a:t>
            </a:r>
            <a:endParaRPr sz="28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1885"/>
              </a:spcBef>
            </a:pPr>
            <a:r>
              <a:rPr sz="2800" spc="-5" dirty="0">
                <a:latin typeface="Tahoma"/>
                <a:cs typeface="Tahoma"/>
              </a:rPr>
              <a:t>S2 =</a:t>
            </a:r>
            <a:r>
              <a:rPr sz="2800" spc="-2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l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2800" spc="-5" dirty="0">
                <a:latin typeface="Tahoma"/>
                <a:cs typeface="Tahoma"/>
              </a:rPr>
              <a:t>(A)r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2800" spc="-5" dirty="0">
                <a:latin typeface="Tahoma"/>
                <a:cs typeface="Tahoma"/>
              </a:rPr>
              <a:t>(A)w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2800" spc="-5" dirty="0">
                <a:latin typeface="Tahoma"/>
                <a:cs typeface="Tahoma"/>
              </a:rPr>
              <a:t>(B)u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2800" spc="-5" dirty="0">
                <a:latin typeface="Tahoma"/>
                <a:cs typeface="Tahoma"/>
              </a:rPr>
              <a:t>(A)u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2800" spc="-5" dirty="0">
                <a:latin typeface="Tahoma"/>
                <a:cs typeface="Tahoma"/>
              </a:rPr>
              <a:t>(B)</a:t>
            </a:r>
            <a:endParaRPr sz="28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670"/>
              </a:spcBef>
            </a:pPr>
            <a:r>
              <a:rPr sz="2800" spc="-5" dirty="0">
                <a:latin typeface="Tahoma"/>
                <a:cs typeface="Tahoma"/>
              </a:rPr>
              <a:t>l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2800" spc="-5" dirty="0">
                <a:latin typeface="Tahoma"/>
                <a:cs typeface="Tahoma"/>
              </a:rPr>
              <a:t>(B)r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2800" spc="-5" dirty="0">
                <a:latin typeface="Tahoma"/>
                <a:cs typeface="Tahoma"/>
              </a:rPr>
              <a:t>(B)w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2800" spc="-5" dirty="0">
                <a:latin typeface="Tahoma"/>
                <a:cs typeface="Tahoma"/>
              </a:rPr>
              <a:t>(B)l</a:t>
            </a:r>
            <a:r>
              <a:rPr sz="2000" spc="-5" dirty="0">
                <a:latin typeface="Tahoma"/>
                <a:cs typeface="Tahoma"/>
              </a:rPr>
              <a:t>3</a:t>
            </a:r>
            <a:r>
              <a:rPr sz="2800" spc="-5" dirty="0">
                <a:latin typeface="Tahoma"/>
                <a:cs typeface="Tahoma"/>
              </a:rPr>
              <a:t>(B)r</a:t>
            </a:r>
            <a:r>
              <a:rPr sz="2000" spc="-5" dirty="0">
                <a:latin typeface="Tahoma"/>
                <a:cs typeface="Tahoma"/>
              </a:rPr>
              <a:t>3</a:t>
            </a:r>
            <a:r>
              <a:rPr sz="2800" spc="-5" dirty="0">
                <a:latin typeface="Tahoma"/>
                <a:cs typeface="Tahoma"/>
              </a:rPr>
              <a:t>(B)u</a:t>
            </a:r>
            <a:r>
              <a:rPr sz="1800" spc="-5" dirty="0">
                <a:latin typeface="Tahoma"/>
                <a:cs typeface="Tahoma"/>
              </a:rPr>
              <a:t>3</a:t>
            </a:r>
            <a:r>
              <a:rPr sz="2800" spc="-5" dirty="0">
                <a:latin typeface="Tahoma"/>
                <a:cs typeface="Tahoma"/>
              </a:rPr>
              <a:t>(B)</a:t>
            </a:r>
            <a:endParaRPr sz="28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1885"/>
              </a:spcBef>
            </a:pPr>
            <a:r>
              <a:rPr sz="2800" spc="-5" dirty="0">
                <a:latin typeface="Tahoma"/>
                <a:cs typeface="Tahoma"/>
              </a:rPr>
              <a:t>S3 = l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2800" spc="-5" dirty="0">
                <a:latin typeface="Tahoma"/>
                <a:cs typeface="Tahoma"/>
              </a:rPr>
              <a:t>(A)r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2800" spc="-5" dirty="0">
                <a:latin typeface="Tahoma"/>
                <a:cs typeface="Tahoma"/>
              </a:rPr>
              <a:t>(A)u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2800" spc="-5" dirty="0">
                <a:latin typeface="Tahoma"/>
                <a:cs typeface="Tahoma"/>
              </a:rPr>
              <a:t>(A)l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2800" spc="-5" dirty="0">
                <a:latin typeface="Tahoma"/>
                <a:cs typeface="Tahoma"/>
              </a:rPr>
              <a:t>(B)w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2800" spc="-5" dirty="0">
                <a:latin typeface="Tahoma"/>
                <a:cs typeface="Tahoma"/>
              </a:rPr>
              <a:t>(B)u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2800" spc="-5" dirty="0">
                <a:latin typeface="Tahoma"/>
                <a:cs typeface="Tahoma"/>
              </a:rPr>
              <a:t>(B)</a:t>
            </a:r>
            <a:endParaRPr sz="28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670"/>
              </a:spcBef>
            </a:pPr>
            <a:r>
              <a:rPr sz="2800" spc="-5" dirty="0">
                <a:latin typeface="Tahoma"/>
                <a:cs typeface="Tahoma"/>
              </a:rPr>
              <a:t>l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2800" spc="-5" dirty="0">
                <a:latin typeface="Tahoma"/>
                <a:cs typeface="Tahoma"/>
              </a:rPr>
              <a:t>(B)r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2800" spc="-5" dirty="0">
                <a:latin typeface="Tahoma"/>
                <a:cs typeface="Tahoma"/>
              </a:rPr>
              <a:t>(B)w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2800" spc="-5" dirty="0">
                <a:latin typeface="Tahoma"/>
                <a:cs typeface="Tahoma"/>
              </a:rPr>
              <a:t>(B)u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2800" spc="-5" dirty="0">
                <a:latin typeface="Tahoma"/>
                <a:cs typeface="Tahoma"/>
              </a:rPr>
              <a:t>(B)l</a:t>
            </a:r>
            <a:r>
              <a:rPr sz="2000" spc="-5" dirty="0">
                <a:latin typeface="Tahoma"/>
                <a:cs typeface="Tahoma"/>
              </a:rPr>
              <a:t>3</a:t>
            </a:r>
            <a:r>
              <a:rPr sz="2800" spc="-5" dirty="0">
                <a:latin typeface="Tahoma"/>
                <a:cs typeface="Tahoma"/>
              </a:rPr>
              <a:t>(B)r</a:t>
            </a:r>
            <a:r>
              <a:rPr sz="2000" spc="-5" dirty="0">
                <a:latin typeface="Tahoma"/>
                <a:cs typeface="Tahoma"/>
              </a:rPr>
              <a:t>3</a:t>
            </a:r>
            <a:r>
              <a:rPr sz="2800" spc="-5" dirty="0">
                <a:latin typeface="Tahoma"/>
                <a:cs typeface="Tahoma"/>
              </a:rPr>
              <a:t>(B)u</a:t>
            </a:r>
            <a:r>
              <a:rPr sz="2000" spc="-5" dirty="0">
                <a:latin typeface="Tahoma"/>
                <a:cs typeface="Tahoma"/>
              </a:rPr>
              <a:t>3</a:t>
            </a:r>
            <a:r>
              <a:rPr sz="2800" spc="-5" dirty="0">
                <a:latin typeface="Tahoma"/>
                <a:cs typeface="Tahoma"/>
              </a:rPr>
              <a:t>(B)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32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5315" y="474979"/>
            <a:ext cx="18268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heavy" dirty="0">
                <a:uFill>
                  <a:solidFill>
                    <a:srgbClr val="000000"/>
                  </a:solidFill>
                </a:uFill>
              </a:rPr>
              <a:t>E</a:t>
            </a:r>
            <a:r>
              <a:rPr sz="3600" u="heavy" spc="-50" dirty="0">
                <a:uFill>
                  <a:solidFill>
                    <a:srgbClr val="000000"/>
                  </a:solidFill>
                </a:uFill>
              </a:rPr>
              <a:t>x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e</a:t>
            </a:r>
            <a:r>
              <a:rPr sz="3600" u="heavy" spc="-25" dirty="0">
                <a:uFill>
                  <a:solidFill>
                    <a:srgbClr val="000000"/>
                  </a:solidFill>
                </a:uFill>
              </a:rPr>
              <a:t>r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c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i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s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e:</a:t>
            </a:r>
            <a:endParaRPr sz="36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1260474"/>
            <a:ext cx="6737984" cy="43808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What schedules </a:t>
            </a:r>
            <a:r>
              <a:rPr sz="3200" spc="-10" dirty="0">
                <a:latin typeface="Tahoma"/>
                <a:cs typeface="Tahoma"/>
              </a:rPr>
              <a:t>are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legal?</a:t>
            </a:r>
            <a:endParaRPr sz="3200" dirty="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</a:pPr>
            <a:r>
              <a:rPr sz="3200" spc="-5" dirty="0">
                <a:latin typeface="Tahoma"/>
                <a:cs typeface="Tahoma"/>
              </a:rPr>
              <a:t>What </a:t>
            </a:r>
            <a:r>
              <a:rPr sz="3200" spc="-10" dirty="0">
                <a:latin typeface="Tahoma"/>
                <a:cs typeface="Tahoma"/>
              </a:rPr>
              <a:t>transactions are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well-formed?</a:t>
            </a:r>
            <a:endParaRPr sz="3200" dirty="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670"/>
              </a:spcBef>
            </a:pPr>
            <a:r>
              <a:rPr sz="2800" spc="-5" dirty="0">
                <a:latin typeface="Tahoma"/>
                <a:cs typeface="Tahoma"/>
              </a:rPr>
              <a:t>S1 =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l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2800" spc="-5" dirty="0">
                <a:latin typeface="Tahoma"/>
                <a:cs typeface="Tahoma"/>
              </a:rPr>
              <a:t>(A)l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2800" spc="-5" dirty="0">
                <a:latin typeface="Tahoma"/>
                <a:cs typeface="Tahoma"/>
              </a:rPr>
              <a:t>(B)r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2800" spc="-5" dirty="0">
                <a:latin typeface="Tahoma"/>
                <a:cs typeface="Tahoma"/>
              </a:rPr>
              <a:t>(A)w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2800" spc="-5" dirty="0">
                <a:latin typeface="Tahoma"/>
                <a:cs typeface="Tahoma"/>
              </a:rPr>
              <a:t>(B)l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2800" spc="-5" dirty="0">
                <a:latin typeface="Tahoma"/>
                <a:cs typeface="Tahoma"/>
              </a:rPr>
              <a:t>(B)u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2800" spc="-5" dirty="0">
                <a:latin typeface="Tahoma"/>
                <a:cs typeface="Tahoma"/>
              </a:rPr>
              <a:t>(A)u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2800" spc="-5" dirty="0">
                <a:latin typeface="Tahoma"/>
                <a:cs typeface="Tahoma"/>
              </a:rPr>
              <a:t>(B)</a:t>
            </a:r>
            <a:endParaRPr sz="2800" dirty="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670"/>
              </a:spcBef>
            </a:pPr>
            <a:r>
              <a:rPr sz="2800" spc="-5" dirty="0">
                <a:latin typeface="Tahoma"/>
                <a:cs typeface="Tahoma"/>
              </a:rPr>
              <a:t>r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2800" spc="-5" dirty="0">
                <a:latin typeface="Tahoma"/>
                <a:cs typeface="Tahoma"/>
              </a:rPr>
              <a:t>(B)w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2800" spc="-5" dirty="0">
                <a:latin typeface="Tahoma"/>
                <a:cs typeface="Tahoma"/>
              </a:rPr>
              <a:t>(B)u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2800" spc="-5" dirty="0">
                <a:latin typeface="Tahoma"/>
                <a:cs typeface="Tahoma"/>
              </a:rPr>
              <a:t>(B)l</a:t>
            </a:r>
            <a:r>
              <a:rPr sz="2000" spc="-5" dirty="0">
                <a:latin typeface="Tahoma"/>
                <a:cs typeface="Tahoma"/>
              </a:rPr>
              <a:t>3</a:t>
            </a:r>
            <a:r>
              <a:rPr sz="2800" spc="-5" dirty="0">
                <a:latin typeface="Tahoma"/>
                <a:cs typeface="Tahoma"/>
              </a:rPr>
              <a:t>(B)r</a:t>
            </a:r>
            <a:r>
              <a:rPr sz="2000" spc="-5" dirty="0">
                <a:latin typeface="Tahoma"/>
                <a:cs typeface="Tahoma"/>
              </a:rPr>
              <a:t>3</a:t>
            </a:r>
            <a:r>
              <a:rPr sz="2800" spc="-5" dirty="0">
                <a:latin typeface="Tahoma"/>
                <a:cs typeface="Tahoma"/>
              </a:rPr>
              <a:t>(B)u</a:t>
            </a:r>
            <a:r>
              <a:rPr sz="2000" spc="-5" dirty="0">
                <a:latin typeface="Tahoma"/>
                <a:cs typeface="Tahoma"/>
              </a:rPr>
              <a:t>3</a:t>
            </a:r>
            <a:r>
              <a:rPr sz="2800" spc="-5" dirty="0">
                <a:latin typeface="Tahoma"/>
                <a:cs typeface="Tahoma"/>
              </a:rPr>
              <a:t>(B)</a:t>
            </a:r>
            <a:endParaRPr sz="2800" dirty="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1885"/>
              </a:spcBef>
            </a:pPr>
            <a:r>
              <a:rPr sz="2800" spc="-5" dirty="0">
                <a:latin typeface="Tahoma"/>
                <a:cs typeface="Tahoma"/>
              </a:rPr>
              <a:t>S2 =</a:t>
            </a:r>
            <a:r>
              <a:rPr sz="2800" spc="-2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l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2800" spc="-5" dirty="0">
                <a:latin typeface="Tahoma"/>
                <a:cs typeface="Tahoma"/>
              </a:rPr>
              <a:t>(A)r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2800" spc="-5" dirty="0">
                <a:latin typeface="Tahoma"/>
                <a:cs typeface="Tahoma"/>
              </a:rPr>
              <a:t>(A)w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2800" spc="-5" dirty="0">
                <a:latin typeface="Tahoma"/>
                <a:cs typeface="Tahoma"/>
              </a:rPr>
              <a:t>(B)u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2800" spc="-5" dirty="0">
                <a:latin typeface="Tahoma"/>
                <a:cs typeface="Tahoma"/>
              </a:rPr>
              <a:t>(A)u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2800" spc="-5" dirty="0">
                <a:latin typeface="Tahoma"/>
                <a:cs typeface="Tahoma"/>
              </a:rPr>
              <a:t>(B)</a:t>
            </a:r>
            <a:endParaRPr sz="2800" dirty="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670"/>
              </a:spcBef>
            </a:pPr>
            <a:r>
              <a:rPr sz="2800" spc="-5" dirty="0">
                <a:latin typeface="Tahoma"/>
                <a:cs typeface="Tahoma"/>
              </a:rPr>
              <a:t>l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2800" spc="-5" dirty="0">
                <a:latin typeface="Tahoma"/>
                <a:cs typeface="Tahoma"/>
              </a:rPr>
              <a:t>(B)r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2800" spc="-5" dirty="0">
                <a:latin typeface="Tahoma"/>
                <a:cs typeface="Tahoma"/>
              </a:rPr>
              <a:t>(B)w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2800" spc="-5" dirty="0">
                <a:latin typeface="Tahoma"/>
                <a:cs typeface="Tahoma"/>
              </a:rPr>
              <a:t>(B)l</a:t>
            </a:r>
            <a:r>
              <a:rPr sz="2000" spc="-5" dirty="0">
                <a:latin typeface="Tahoma"/>
                <a:cs typeface="Tahoma"/>
              </a:rPr>
              <a:t>3</a:t>
            </a:r>
            <a:r>
              <a:rPr sz="2800" spc="-5" dirty="0">
                <a:latin typeface="Tahoma"/>
                <a:cs typeface="Tahoma"/>
              </a:rPr>
              <a:t>(B)r</a:t>
            </a:r>
            <a:r>
              <a:rPr sz="2000" spc="-5" dirty="0">
                <a:latin typeface="Tahoma"/>
                <a:cs typeface="Tahoma"/>
              </a:rPr>
              <a:t>3</a:t>
            </a:r>
            <a:r>
              <a:rPr sz="2800" spc="-5" dirty="0">
                <a:latin typeface="Tahoma"/>
                <a:cs typeface="Tahoma"/>
              </a:rPr>
              <a:t>(B)u</a:t>
            </a:r>
            <a:r>
              <a:rPr sz="1800" spc="-5" dirty="0">
                <a:latin typeface="Tahoma"/>
                <a:cs typeface="Tahoma"/>
              </a:rPr>
              <a:t>3</a:t>
            </a:r>
            <a:r>
              <a:rPr sz="2800" spc="-5" dirty="0">
                <a:latin typeface="Tahoma"/>
                <a:cs typeface="Tahoma"/>
              </a:rPr>
              <a:t>(B)</a:t>
            </a:r>
            <a:endParaRPr sz="2800" dirty="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1885"/>
              </a:spcBef>
            </a:pPr>
            <a:r>
              <a:rPr sz="2800" spc="-5" dirty="0">
                <a:latin typeface="Tahoma"/>
                <a:cs typeface="Tahoma"/>
              </a:rPr>
              <a:t>S3 = l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2800" spc="-5" dirty="0">
                <a:latin typeface="Tahoma"/>
                <a:cs typeface="Tahoma"/>
              </a:rPr>
              <a:t>(A)r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2800" spc="-5" dirty="0">
                <a:latin typeface="Tahoma"/>
                <a:cs typeface="Tahoma"/>
              </a:rPr>
              <a:t>(A)u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2800" spc="-5" dirty="0">
                <a:latin typeface="Tahoma"/>
                <a:cs typeface="Tahoma"/>
              </a:rPr>
              <a:t>(A)l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2800" spc="-5" dirty="0">
                <a:latin typeface="Tahoma"/>
                <a:cs typeface="Tahoma"/>
              </a:rPr>
              <a:t>(B)w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2800" spc="-5" dirty="0">
                <a:latin typeface="Tahoma"/>
                <a:cs typeface="Tahoma"/>
              </a:rPr>
              <a:t>(B)u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2800" spc="-5" dirty="0">
                <a:latin typeface="Tahoma"/>
                <a:cs typeface="Tahoma"/>
              </a:rPr>
              <a:t>(B)</a:t>
            </a:r>
            <a:endParaRPr sz="2800" dirty="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670"/>
              </a:spcBef>
            </a:pPr>
            <a:r>
              <a:rPr sz="2800" spc="-5" dirty="0">
                <a:latin typeface="Tahoma"/>
                <a:cs typeface="Tahoma"/>
              </a:rPr>
              <a:t>l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2800" spc="-5" dirty="0">
                <a:latin typeface="Tahoma"/>
                <a:cs typeface="Tahoma"/>
              </a:rPr>
              <a:t>(B)r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2800" spc="-5" dirty="0">
                <a:latin typeface="Tahoma"/>
                <a:cs typeface="Tahoma"/>
              </a:rPr>
              <a:t>(B)w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2800" spc="-5" dirty="0">
                <a:latin typeface="Tahoma"/>
                <a:cs typeface="Tahoma"/>
              </a:rPr>
              <a:t>(B)u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2800" spc="-5" dirty="0">
                <a:latin typeface="Tahoma"/>
                <a:cs typeface="Tahoma"/>
              </a:rPr>
              <a:t>(B)l</a:t>
            </a:r>
            <a:r>
              <a:rPr sz="2000" spc="-5" dirty="0">
                <a:latin typeface="Tahoma"/>
                <a:cs typeface="Tahoma"/>
              </a:rPr>
              <a:t>3</a:t>
            </a:r>
            <a:r>
              <a:rPr sz="2800" spc="-5" dirty="0">
                <a:latin typeface="Tahoma"/>
                <a:cs typeface="Tahoma"/>
              </a:rPr>
              <a:t>(B)r</a:t>
            </a:r>
            <a:r>
              <a:rPr sz="2000" spc="-5" dirty="0">
                <a:latin typeface="Tahoma"/>
                <a:cs typeface="Tahoma"/>
              </a:rPr>
              <a:t>3</a:t>
            </a:r>
            <a:r>
              <a:rPr sz="2800" spc="-5" dirty="0">
                <a:latin typeface="Tahoma"/>
                <a:cs typeface="Tahoma"/>
              </a:rPr>
              <a:t>(B)u</a:t>
            </a:r>
            <a:r>
              <a:rPr sz="2000" spc="-5" dirty="0">
                <a:latin typeface="Tahoma"/>
                <a:cs typeface="Tahoma"/>
              </a:rPr>
              <a:t>3</a:t>
            </a:r>
            <a:r>
              <a:rPr sz="2800" spc="-5" dirty="0">
                <a:latin typeface="Tahoma"/>
                <a:cs typeface="Tahoma"/>
              </a:rPr>
              <a:t>(B)</a:t>
            </a:r>
            <a:endParaRPr sz="2800" dirty="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5315" y="474979"/>
            <a:ext cx="18268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heavy" dirty="0">
                <a:uFill>
                  <a:solidFill>
                    <a:srgbClr val="000000"/>
                  </a:solidFill>
                </a:uFill>
              </a:rPr>
              <a:t>E</a:t>
            </a:r>
            <a:r>
              <a:rPr sz="3600" u="heavy" spc="-50" dirty="0">
                <a:uFill>
                  <a:solidFill>
                    <a:srgbClr val="000000"/>
                  </a:solidFill>
                </a:uFill>
              </a:rPr>
              <a:t>x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e</a:t>
            </a:r>
            <a:r>
              <a:rPr sz="3600" u="heavy" spc="-25" dirty="0">
                <a:uFill>
                  <a:solidFill>
                    <a:srgbClr val="000000"/>
                  </a:solidFill>
                </a:uFill>
              </a:rPr>
              <a:t>r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c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i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s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e:</a:t>
            </a:r>
            <a:endParaRPr sz="3600"/>
          </a:p>
        </p:txBody>
      </p:sp>
      <p:sp>
        <p:nvSpPr>
          <p:cNvPr id="4" name="object 4"/>
          <p:cNvSpPr/>
          <p:nvPr/>
        </p:nvSpPr>
        <p:spPr>
          <a:xfrm>
            <a:off x="4983182" y="2214562"/>
            <a:ext cx="882610" cy="6515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419494" y="3405187"/>
            <a:ext cx="960397" cy="119761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33</a:t>
            </a:fld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6C99021B-6A46-4F80-4CE2-D2FA437C8164}"/>
                  </a:ext>
                </a:extLst>
              </p14:cNvPr>
              <p14:cNvContentPartPr/>
              <p14:nvPr/>
            </p14:nvContentPartPr>
            <p14:xfrm>
              <a:off x="5091579" y="2544685"/>
              <a:ext cx="838080" cy="29160"/>
            </p14:xfrm>
          </p:contentPart>
        </mc:Choice>
        <mc:Fallback xmlns=""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6C99021B-6A46-4F80-4CE2-D2FA437C816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37939" y="2437045"/>
                <a:ext cx="94572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CBAC9FAD-A971-52EC-E891-4ED11A69B149}"/>
                  </a:ext>
                </a:extLst>
              </p14:cNvPr>
              <p14:cNvContentPartPr/>
              <p14:nvPr/>
            </p14:nvContentPartPr>
            <p14:xfrm>
              <a:off x="3505059" y="3774085"/>
              <a:ext cx="679320" cy="9720"/>
            </p14:xfrm>
          </p:contentPart>
        </mc:Choice>
        <mc:Fallback xmlns=""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CBAC9FAD-A971-52EC-E891-4ED11A69B14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451059" y="3666085"/>
                <a:ext cx="78696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388A32E4-3C10-B56E-065C-EE8F1F88106A}"/>
                  </a:ext>
                </a:extLst>
              </p14:cNvPr>
              <p14:cNvContentPartPr/>
              <p14:nvPr/>
            </p14:nvContentPartPr>
            <p14:xfrm>
              <a:off x="3621339" y="4374205"/>
              <a:ext cx="672840" cy="88200"/>
            </p14:xfrm>
          </p:contentPart>
        </mc:Choice>
        <mc:Fallback xmlns=""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388A32E4-3C10-B56E-065C-EE8F1F88106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567699" y="4266565"/>
                <a:ext cx="780480" cy="303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9915" y="531177"/>
            <a:ext cx="22212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69135" algn="l"/>
              </a:tabLst>
            </a:pPr>
            <a:r>
              <a:rPr sz="3600" u="heavy" dirty="0">
                <a:uFill>
                  <a:solidFill>
                    <a:srgbClr val="000000"/>
                  </a:solidFill>
                </a:uFill>
              </a:rPr>
              <a:t>S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ch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ed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u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le	F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391977" y="1606550"/>
            <a:ext cx="3702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T</a:t>
            </a:r>
            <a:r>
              <a:rPr sz="2400" dirty="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4377" y="1532889"/>
            <a:ext cx="3439795" cy="134239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2400" spc="-5" dirty="0">
                <a:latin typeface="Tahoma"/>
                <a:cs typeface="Tahoma"/>
              </a:rPr>
              <a:t>T1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400" spc="-5" dirty="0">
                <a:latin typeface="Tahoma"/>
                <a:cs typeface="Tahoma"/>
              </a:rPr>
              <a:t>l</a:t>
            </a:r>
            <a:r>
              <a:rPr sz="1800" spc="-5" dirty="0">
                <a:latin typeface="Tahoma"/>
                <a:cs typeface="Tahoma"/>
              </a:rPr>
              <a:t>1</a:t>
            </a:r>
            <a:r>
              <a:rPr sz="2400" spc="-5" dirty="0">
                <a:latin typeface="Tahoma"/>
                <a:cs typeface="Tahoma"/>
              </a:rPr>
              <a:t>(A);Read(A)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  <a:tabLst>
                <a:tab pos="480695" algn="l"/>
              </a:tabLst>
            </a:pPr>
            <a:r>
              <a:rPr sz="2400" dirty="0">
                <a:latin typeface="Tahoma"/>
                <a:cs typeface="Tahoma"/>
              </a:rPr>
              <a:t>A	</a:t>
            </a:r>
            <a:r>
              <a:rPr sz="2400" spc="-5" dirty="0">
                <a:latin typeface="Tahoma"/>
                <a:cs typeface="Tahoma"/>
              </a:rPr>
              <a:t>A+100;Write(A);u</a:t>
            </a:r>
            <a:r>
              <a:rPr sz="1600" spc="-5" dirty="0">
                <a:latin typeface="Tahoma"/>
                <a:cs typeface="Tahoma"/>
              </a:rPr>
              <a:t>1</a:t>
            </a:r>
            <a:r>
              <a:rPr sz="2400" spc="-5" dirty="0">
                <a:latin typeface="Tahoma"/>
                <a:cs typeface="Tahoma"/>
              </a:rPr>
              <a:t>(A)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91977" y="2849879"/>
            <a:ext cx="3036570" cy="1780539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spc="-5" dirty="0">
                <a:latin typeface="Tahoma"/>
                <a:cs typeface="Tahoma"/>
              </a:rPr>
              <a:t>l</a:t>
            </a:r>
            <a:r>
              <a:rPr sz="1600" spc="-5" dirty="0">
                <a:latin typeface="Tahoma"/>
                <a:cs typeface="Tahoma"/>
              </a:rPr>
              <a:t>2</a:t>
            </a:r>
            <a:r>
              <a:rPr sz="2400" spc="-5" dirty="0">
                <a:latin typeface="Tahoma"/>
                <a:cs typeface="Tahoma"/>
              </a:rPr>
              <a:t>(A);Read(A)</a:t>
            </a:r>
            <a:endParaRPr sz="2400">
              <a:latin typeface="Tahoma"/>
              <a:cs typeface="Tahoma"/>
            </a:endParaRPr>
          </a:p>
          <a:p>
            <a:pPr marL="481330" indent="-468630">
              <a:lnSpc>
                <a:spcPct val="100000"/>
              </a:lnSpc>
              <a:spcBef>
                <a:spcPts val="575"/>
              </a:spcBef>
              <a:buAutoNum type="alphaUcPeriod"/>
              <a:tabLst>
                <a:tab pos="480695" algn="l"/>
                <a:tab pos="481330" algn="l"/>
              </a:tabLst>
            </a:pPr>
            <a:r>
              <a:rPr sz="2400" spc="-5" dirty="0">
                <a:latin typeface="Tahoma"/>
                <a:cs typeface="Tahoma"/>
              </a:rPr>
              <a:t>Ax2;Write(A);u</a:t>
            </a:r>
            <a:r>
              <a:rPr sz="1600" spc="-5" dirty="0">
                <a:latin typeface="Tahoma"/>
                <a:cs typeface="Tahoma"/>
              </a:rPr>
              <a:t>2</a:t>
            </a:r>
            <a:r>
              <a:rPr sz="2400" spc="-5" dirty="0">
                <a:latin typeface="Tahoma"/>
                <a:cs typeface="Tahoma"/>
              </a:rPr>
              <a:t>(A)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spc="-5" dirty="0">
                <a:latin typeface="Tahoma"/>
                <a:cs typeface="Tahoma"/>
              </a:rPr>
              <a:t>l</a:t>
            </a:r>
            <a:r>
              <a:rPr sz="1600" spc="-5" dirty="0">
                <a:latin typeface="Tahoma"/>
                <a:cs typeface="Tahoma"/>
              </a:rPr>
              <a:t>2</a:t>
            </a:r>
            <a:r>
              <a:rPr sz="2400" spc="-5" dirty="0">
                <a:latin typeface="Tahoma"/>
                <a:cs typeface="Tahoma"/>
              </a:rPr>
              <a:t>(B);Read(B)</a:t>
            </a:r>
            <a:endParaRPr sz="2400">
              <a:latin typeface="Tahoma"/>
              <a:cs typeface="Tahoma"/>
            </a:endParaRPr>
          </a:p>
          <a:p>
            <a:pPr marL="478155" indent="-465455">
              <a:lnSpc>
                <a:spcPct val="100000"/>
              </a:lnSpc>
              <a:spcBef>
                <a:spcPts val="575"/>
              </a:spcBef>
              <a:buAutoNum type="alphaUcPeriod" startAt="2"/>
              <a:tabLst>
                <a:tab pos="477520" algn="l"/>
                <a:tab pos="478155" algn="l"/>
              </a:tabLst>
            </a:pPr>
            <a:r>
              <a:rPr sz="2400" spc="-5" dirty="0">
                <a:latin typeface="Tahoma"/>
                <a:cs typeface="Tahoma"/>
              </a:rPr>
              <a:t>Bx2;Write(B);u</a:t>
            </a:r>
            <a:r>
              <a:rPr sz="1600" spc="-5" dirty="0">
                <a:latin typeface="Tahoma"/>
                <a:cs typeface="Tahoma"/>
              </a:rPr>
              <a:t>2</a:t>
            </a:r>
            <a:r>
              <a:rPr sz="2400" spc="-5" dirty="0">
                <a:latin typeface="Tahoma"/>
                <a:cs typeface="Tahoma"/>
              </a:rPr>
              <a:t>(B)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4377" y="4605654"/>
            <a:ext cx="3427095" cy="902969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spc="-5" dirty="0">
                <a:latin typeface="Tahoma"/>
                <a:cs typeface="Tahoma"/>
              </a:rPr>
              <a:t>l</a:t>
            </a:r>
            <a:r>
              <a:rPr sz="1800" spc="-5" dirty="0">
                <a:latin typeface="Tahoma"/>
                <a:cs typeface="Tahoma"/>
              </a:rPr>
              <a:t>1</a:t>
            </a:r>
            <a:r>
              <a:rPr sz="2400" spc="-5" dirty="0">
                <a:latin typeface="Tahoma"/>
                <a:cs typeface="Tahoma"/>
              </a:rPr>
              <a:t>(B);Read(B)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  <a:tabLst>
                <a:tab pos="477520" algn="l"/>
              </a:tabLst>
            </a:pPr>
            <a:r>
              <a:rPr sz="2400" dirty="0">
                <a:latin typeface="Tahoma"/>
                <a:cs typeface="Tahoma"/>
              </a:rPr>
              <a:t>B	</a:t>
            </a:r>
            <a:r>
              <a:rPr sz="2400" spc="-5" dirty="0">
                <a:latin typeface="Tahoma"/>
                <a:cs typeface="Tahoma"/>
              </a:rPr>
              <a:t>B+100;Write(B);u</a:t>
            </a:r>
            <a:r>
              <a:rPr sz="1600" spc="-5" dirty="0">
                <a:latin typeface="Tahoma"/>
                <a:cs typeface="Tahoma"/>
              </a:rPr>
              <a:t>1</a:t>
            </a:r>
            <a:r>
              <a:rPr sz="2400" spc="-5" dirty="0">
                <a:latin typeface="Tahoma"/>
                <a:cs typeface="Tahoma"/>
              </a:rPr>
              <a:t>(B)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55637" y="2063750"/>
            <a:ext cx="5943600" cy="0"/>
          </a:xfrm>
          <a:custGeom>
            <a:avLst/>
            <a:gdLst/>
            <a:ahLst/>
            <a:cxnLst/>
            <a:rect l="l" t="t" r="r" b="b"/>
            <a:pathLst>
              <a:path w="5943600">
                <a:moveTo>
                  <a:pt x="0" y="0"/>
                </a:moveTo>
                <a:lnTo>
                  <a:pt x="5943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313237" y="2063750"/>
            <a:ext cx="0" cy="3419475"/>
          </a:xfrm>
          <a:custGeom>
            <a:avLst/>
            <a:gdLst/>
            <a:ahLst/>
            <a:cxnLst/>
            <a:rect l="l" t="t" r="r" b="b"/>
            <a:pathLst>
              <a:path h="3419475">
                <a:moveTo>
                  <a:pt x="0" y="0"/>
                </a:moveTo>
                <a:lnTo>
                  <a:pt x="0" y="3419475"/>
                </a:lnTo>
              </a:path>
            </a:pathLst>
          </a:custGeom>
          <a:ln w="9525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60437" y="5302250"/>
            <a:ext cx="2286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618037" y="4387850"/>
            <a:ext cx="2286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60437" y="2635250"/>
            <a:ext cx="2286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618037" y="3549650"/>
            <a:ext cx="2286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34</a:t>
            </a:fld>
            <a:endParaRPr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49102" y="1593850"/>
            <a:ext cx="3702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T</a:t>
            </a:r>
            <a:r>
              <a:rPr sz="2400" dirty="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1502" y="1520189"/>
            <a:ext cx="3439795" cy="134239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2400" spc="-5" dirty="0">
                <a:latin typeface="Tahoma"/>
                <a:cs typeface="Tahoma"/>
              </a:rPr>
              <a:t>T1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400" spc="-5" dirty="0">
                <a:latin typeface="Tahoma"/>
                <a:cs typeface="Tahoma"/>
              </a:rPr>
              <a:t>l</a:t>
            </a:r>
            <a:r>
              <a:rPr sz="1800" spc="-5" dirty="0">
                <a:latin typeface="Tahoma"/>
                <a:cs typeface="Tahoma"/>
              </a:rPr>
              <a:t>1</a:t>
            </a:r>
            <a:r>
              <a:rPr sz="2400" spc="-5" dirty="0">
                <a:latin typeface="Tahoma"/>
                <a:cs typeface="Tahoma"/>
              </a:rPr>
              <a:t>(A);Read(A)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  <a:tabLst>
                <a:tab pos="480695" algn="l"/>
              </a:tabLst>
            </a:pPr>
            <a:r>
              <a:rPr sz="2400" dirty="0">
                <a:latin typeface="Tahoma"/>
                <a:cs typeface="Tahoma"/>
              </a:rPr>
              <a:t>A	</a:t>
            </a:r>
            <a:r>
              <a:rPr sz="2400" spc="-5" dirty="0">
                <a:latin typeface="Tahoma"/>
                <a:cs typeface="Tahoma"/>
              </a:rPr>
              <a:t>A+100;Write(A);u</a:t>
            </a:r>
            <a:r>
              <a:rPr sz="1600" spc="-5" dirty="0">
                <a:latin typeface="Tahoma"/>
                <a:cs typeface="Tahoma"/>
              </a:rPr>
              <a:t>1</a:t>
            </a:r>
            <a:r>
              <a:rPr sz="2400" spc="-5" dirty="0">
                <a:latin typeface="Tahoma"/>
                <a:cs typeface="Tahoma"/>
              </a:rPr>
              <a:t>(A)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49102" y="2837179"/>
            <a:ext cx="3036570" cy="1780539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spc="-5" dirty="0">
                <a:latin typeface="Tahoma"/>
                <a:cs typeface="Tahoma"/>
              </a:rPr>
              <a:t>l</a:t>
            </a:r>
            <a:r>
              <a:rPr sz="1600" spc="-5" dirty="0">
                <a:latin typeface="Tahoma"/>
                <a:cs typeface="Tahoma"/>
              </a:rPr>
              <a:t>2</a:t>
            </a:r>
            <a:r>
              <a:rPr sz="2400" spc="-5" dirty="0">
                <a:latin typeface="Tahoma"/>
                <a:cs typeface="Tahoma"/>
              </a:rPr>
              <a:t>(A);Read(A)</a:t>
            </a:r>
            <a:endParaRPr sz="2400">
              <a:latin typeface="Tahoma"/>
              <a:cs typeface="Tahoma"/>
            </a:endParaRPr>
          </a:p>
          <a:p>
            <a:pPr marL="481330" indent="-468630">
              <a:lnSpc>
                <a:spcPct val="100000"/>
              </a:lnSpc>
              <a:spcBef>
                <a:spcPts val="575"/>
              </a:spcBef>
              <a:buAutoNum type="alphaUcPeriod"/>
              <a:tabLst>
                <a:tab pos="480695" algn="l"/>
                <a:tab pos="481330" algn="l"/>
              </a:tabLst>
            </a:pPr>
            <a:r>
              <a:rPr sz="2400" spc="-5" dirty="0">
                <a:latin typeface="Tahoma"/>
                <a:cs typeface="Tahoma"/>
              </a:rPr>
              <a:t>Ax2;Write(A);u</a:t>
            </a:r>
            <a:r>
              <a:rPr sz="1600" spc="-5" dirty="0">
                <a:latin typeface="Tahoma"/>
                <a:cs typeface="Tahoma"/>
              </a:rPr>
              <a:t>2</a:t>
            </a:r>
            <a:r>
              <a:rPr sz="2400" spc="-5" dirty="0">
                <a:latin typeface="Tahoma"/>
                <a:cs typeface="Tahoma"/>
              </a:rPr>
              <a:t>(A)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spc="-5" dirty="0">
                <a:latin typeface="Tahoma"/>
                <a:cs typeface="Tahoma"/>
              </a:rPr>
              <a:t>l</a:t>
            </a:r>
            <a:r>
              <a:rPr sz="1600" spc="-5" dirty="0">
                <a:latin typeface="Tahoma"/>
                <a:cs typeface="Tahoma"/>
              </a:rPr>
              <a:t>2</a:t>
            </a:r>
            <a:r>
              <a:rPr sz="2400" spc="-5" dirty="0">
                <a:latin typeface="Tahoma"/>
                <a:cs typeface="Tahoma"/>
              </a:rPr>
              <a:t>(B);Read(B)</a:t>
            </a:r>
            <a:endParaRPr sz="2400">
              <a:latin typeface="Tahoma"/>
              <a:cs typeface="Tahoma"/>
            </a:endParaRPr>
          </a:p>
          <a:p>
            <a:pPr marL="478155" indent="-465455">
              <a:lnSpc>
                <a:spcPct val="100000"/>
              </a:lnSpc>
              <a:spcBef>
                <a:spcPts val="575"/>
              </a:spcBef>
              <a:buAutoNum type="alphaUcPeriod" startAt="2"/>
              <a:tabLst>
                <a:tab pos="477520" algn="l"/>
                <a:tab pos="478155" algn="l"/>
              </a:tabLst>
            </a:pPr>
            <a:r>
              <a:rPr sz="2400" spc="-5" dirty="0">
                <a:latin typeface="Tahoma"/>
                <a:cs typeface="Tahoma"/>
              </a:rPr>
              <a:t>Bx2;Write(B);u</a:t>
            </a:r>
            <a:r>
              <a:rPr sz="1600" spc="-5" dirty="0">
                <a:latin typeface="Tahoma"/>
                <a:cs typeface="Tahoma"/>
              </a:rPr>
              <a:t>2</a:t>
            </a:r>
            <a:r>
              <a:rPr sz="2400" spc="-5" dirty="0">
                <a:latin typeface="Tahoma"/>
                <a:cs typeface="Tahoma"/>
              </a:rPr>
              <a:t>(B)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1502" y="4593589"/>
            <a:ext cx="3427095" cy="90170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400" spc="-5" dirty="0">
                <a:latin typeface="Tahoma"/>
                <a:cs typeface="Tahoma"/>
              </a:rPr>
              <a:t>l</a:t>
            </a:r>
            <a:r>
              <a:rPr sz="1800" spc="-5" dirty="0">
                <a:latin typeface="Tahoma"/>
                <a:cs typeface="Tahoma"/>
              </a:rPr>
              <a:t>1</a:t>
            </a:r>
            <a:r>
              <a:rPr sz="2400" spc="-5" dirty="0">
                <a:latin typeface="Tahoma"/>
                <a:cs typeface="Tahoma"/>
              </a:rPr>
              <a:t>(B);Read(B)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  <a:tabLst>
                <a:tab pos="477520" algn="l"/>
              </a:tabLst>
            </a:pPr>
            <a:r>
              <a:rPr sz="2400" dirty="0">
                <a:latin typeface="Tahoma"/>
                <a:cs typeface="Tahoma"/>
              </a:rPr>
              <a:t>B	</a:t>
            </a:r>
            <a:r>
              <a:rPr sz="2400" spc="-5" dirty="0">
                <a:latin typeface="Tahoma"/>
                <a:cs typeface="Tahoma"/>
              </a:rPr>
              <a:t>B+100;Write(B);u</a:t>
            </a:r>
            <a:r>
              <a:rPr sz="1600" spc="-5" dirty="0">
                <a:latin typeface="Tahoma"/>
                <a:cs typeface="Tahoma"/>
              </a:rPr>
              <a:t>1</a:t>
            </a:r>
            <a:r>
              <a:rPr sz="2400" spc="-5" dirty="0">
                <a:latin typeface="Tahoma"/>
                <a:cs typeface="Tahoma"/>
              </a:rPr>
              <a:t>(B)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58722" y="1606401"/>
            <a:ext cx="1111885" cy="4317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395">
              <a:lnSpc>
                <a:spcPct val="100000"/>
              </a:lnSpc>
              <a:tabLst>
                <a:tab pos="730885" algn="l"/>
              </a:tabLst>
            </a:pPr>
            <a:r>
              <a:rPr sz="2400" spc="-5" dirty="0">
                <a:latin typeface="Tahoma"/>
                <a:cs typeface="Tahoma"/>
              </a:rPr>
              <a:t>25	25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300">
              <a:latin typeface="Tahoma"/>
              <a:cs typeface="Tahoma"/>
            </a:endParaRPr>
          </a:p>
          <a:p>
            <a:pPr marL="17145">
              <a:lnSpc>
                <a:spcPct val="100000"/>
              </a:lnSpc>
            </a:pPr>
            <a:r>
              <a:rPr sz="2400" spc="-5" dirty="0">
                <a:latin typeface="Tahoma"/>
                <a:cs typeface="Tahoma"/>
              </a:rPr>
              <a:t>125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Tahoma"/>
                <a:cs typeface="Tahoma"/>
              </a:rPr>
              <a:t>250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300">
              <a:latin typeface="Tahoma"/>
              <a:cs typeface="Tahoma"/>
            </a:endParaRPr>
          </a:p>
          <a:p>
            <a:pPr marR="124460" algn="r">
              <a:lnSpc>
                <a:spcPct val="100000"/>
              </a:lnSpc>
            </a:pPr>
            <a:r>
              <a:rPr sz="2400" spc="-5" dirty="0">
                <a:latin typeface="Tahoma"/>
                <a:cs typeface="Tahoma"/>
              </a:rPr>
              <a:t>5</a:t>
            </a:r>
            <a:r>
              <a:rPr sz="2400" dirty="0">
                <a:latin typeface="Tahoma"/>
                <a:cs typeface="Tahoma"/>
              </a:rPr>
              <a:t>0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300">
              <a:latin typeface="Tahoma"/>
              <a:cs typeface="Tahoma"/>
            </a:endParaRPr>
          </a:p>
          <a:p>
            <a:pPr marR="53340" algn="r">
              <a:lnSpc>
                <a:spcPct val="100000"/>
              </a:lnSpc>
            </a:pPr>
            <a:r>
              <a:rPr sz="2400" spc="-5" dirty="0">
                <a:latin typeface="Tahoma"/>
                <a:cs typeface="Tahoma"/>
              </a:rPr>
              <a:t>15</a:t>
            </a:r>
            <a:r>
              <a:rPr sz="2400" dirty="0">
                <a:latin typeface="Tahoma"/>
                <a:cs typeface="Tahoma"/>
              </a:rPr>
              <a:t>0</a:t>
            </a:r>
            <a:endParaRPr sz="2400">
              <a:latin typeface="Tahoma"/>
              <a:cs typeface="Tahoma"/>
            </a:endParaRPr>
          </a:p>
          <a:p>
            <a:pPr algn="r">
              <a:lnSpc>
                <a:spcPct val="100000"/>
              </a:lnSpc>
              <a:spcBef>
                <a:spcPts val="575"/>
              </a:spcBef>
            </a:pPr>
            <a:r>
              <a:rPr sz="2400" spc="-5" dirty="0">
                <a:latin typeface="Tahoma"/>
                <a:cs typeface="Tahoma"/>
              </a:rPr>
              <a:t>250</a:t>
            </a:r>
            <a:r>
              <a:rPr sz="2400" spc="-9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150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518400" y="1481137"/>
            <a:ext cx="1152525" cy="4505325"/>
          </a:xfrm>
          <a:custGeom>
            <a:avLst/>
            <a:gdLst/>
            <a:ahLst/>
            <a:cxnLst/>
            <a:rect l="l" t="t" r="r" b="b"/>
            <a:pathLst>
              <a:path w="1152525" h="4505325">
                <a:moveTo>
                  <a:pt x="1152525" y="4505325"/>
                </a:moveTo>
                <a:lnTo>
                  <a:pt x="0" y="4505325"/>
                </a:lnTo>
                <a:lnTo>
                  <a:pt x="0" y="0"/>
                </a:lnTo>
                <a:lnTo>
                  <a:pt x="1152525" y="0"/>
                </a:lnTo>
                <a:lnTo>
                  <a:pt x="11525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4495800"/>
                </a:lnTo>
                <a:lnTo>
                  <a:pt x="4762" y="4495800"/>
                </a:lnTo>
                <a:lnTo>
                  <a:pt x="9525" y="4500562"/>
                </a:lnTo>
                <a:lnTo>
                  <a:pt x="1152525" y="4500562"/>
                </a:lnTo>
                <a:lnTo>
                  <a:pt x="1152525" y="4505325"/>
                </a:lnTo>
                <a:close/>
              </a:path>
              <a:path w="1152525" h="45053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152525" h="4505325">
                <a:moveTo>
                  <a:pt x="11430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143000" y="4762"/>
                </a:lnTo>
                <a:lnTo>
                  <a:pt x="1143000" y="9525"/>
                </a:lnTo>
                <a:close/>
              </a:path>
              <a:path w="1152525" h="4505325">
                <a:moveTo>
                  <a:pt x="1143000" y="4500562"/>
                </a:moveTo>
                <a:lnTo>
                  <a:pt x="1143000" y="4762"/>
                </a:lnTo>
                <a:lnTo>
                  <a:pt x="1147762" y="9525"/>
                </a:lnTo>
                <a:lnTo>
                  <a:pt x="1152525" y="9525"/>
                </a:lnTo>
                <a:lnTo>
                  <a:pt x="1152525" y="4495800"/>
                </a:lnTo>
                <a:lnTo>
                  <a:pt x="1147762" y="4495800"/>
                </a:lnTo>
                <a:lnTo>
                  <a:pt x="1143000" y="4500562"/>
                </a:lnTo>
                <a:close/>
              </a:path>
              <a:path w="1152525" h="4505325">
                <a:moveTo>
                  <a:pt x="1152525" y="9525"/>
                </a:moveTo>
                <a:lnTo>
                  <a:pt x="1147762" y="9525"/>
                </a:lnTo>
                <a:lnTo>
                  <a:pt x="1143000" y="4762"/>
                </a:lnTo>
                <a:lnTo>
                  <a:pt x="1152525" y="4762"/>
                </a:lnTo>
                <a:lnTo>
                  <a:pt x="1152525" y="9525"/>
                </a:lnTo>
                <a:close/>
              </a:path>
              <a:path w="1152525" h="4505325">
                <a:moveTo>
                  <a:pt x="9525" y="4500562"/>
                </a:moveTo>
                <a:lnTo>
                  <a:pt x="4762" y="4495800"/>
                </a:lnTo>
                <a:lnTo>
                  <a:pt x="9525" y="4495800"/>
                </a:lnTo>
                <a:lnTo>
                  <a:pt x="9525" y="4500562"/>
                </a:lnTo>
                <a:close/>
              </a:path>
              <a:path w="1152525" h="4505325">
                <a:moveTo>
                  <a:pt x="1143000" y="4500562"/>
                </a:moveTo>
                <a:lnTo>
                  <a:pt x="9525" y="4500562"/>
                </a:lnTo>
                <a:lnTo>
                  <a:pt x="9525" y="4495800"/>
                </a:lnTo>
                <a:lnTo>
                  <a:pt x="1143000" y="4495800"/>
                </a:lnTo>
                <a:lnTo>
                  <a:pt x="1143000" y="4500562"/>
                </a:lnTo>
                <a:close/>
              </a:path>
              <a:path w="1152525" h="4505325">
                <a:moveTo>
                  <a:pt x="1152525" y="4500562"/>
                </a:moveTo>
                <a:lnTo>
                  <a:pt x="1143000" y="4500562"/>
                </a:lnTo>
                <a:lnTo>
                  <a:pt x="1147762" y="4495800"/>
                </a:lnTo>
                <a:lnTo>
                  <a:pt x="1152525" y="4495800"/>
                </a:lnTo>
                <a:lnTo>
                  <a:pt x="1152525" y="45005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18490" y="356870"/>
            <a:ext cx="22212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69135" algn="l"/>
              </a:tabLst>
            </a:pPr>
            <a:r>
              <a:rPr sz="3600" u="heavy" dirty="0">
                <a:uFill>
                  <a:solidFill>
                    <a:srgbClr val="000000"/>
                  </a:solidFill>
                </a:uFill>
              </a:rPr>
              <a:t>S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ch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ed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u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le	F</a:t>
            </a:r>
            <a:endParaRPr sz="3600"/>
          </a:p>
        </p:txBody>
      </p:sp>
      <p:sp>
        <p:nvSpPr>
          <p:cNvPr id="9" name="object 9"/>
          <p:cNvSpPr/>
          <p:nvPr/>
        </p:nvSpPr>
        <p:spPr>
          <a:xfrm>
            <a:off x="512762" y="2019300"/>
            <a:ext cx="5943600" cy="0"/>
          </a:xfrm>
          <a:custGeom>
            <a:avLst/>
            <a:gdLst/>
            <a:ahLst/>
            <a:cxnLst/>
            <a:rect l="l" t="t" r="r" b="b"/>
            <a:pathLst>
              <a:path w="5943600">
                <a:moveTo>
                  <a:pt x="0" y="0"/>
                </a:moveTo>
                <a:lnTo>
                  <a:pt x="5943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70362" y="2019300"/>
            <a:ext cx="0" cy="3419475"/>
          </a:xfrm>
          <a:custGeom>
            <a:avLst/>
            <a:gdLst/>
            <a:ahLst/>
            <a:cxnLst/>
            <a:rect l="l" t="t" r="r" b="b"/>
            <a:pathLst>
              <a:path h="3419475">
                <a:moveTo>
                  <a:pt x="0" y="0"/>
                </a:moveTo>
                <a:lnTo>
                  <a:pt x="0" y="3419475"/>
                </a:lnTo>
              </a:path>
            </a:pathLst>
          </a:custGeom>
          <a:ln w="9525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17562" y="5257800"/>
            <a:ext cx="2286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475162" y="4343400"/>
            <a:ext cx="2286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17562" y="2590800"/>
            <a:ext cx="2286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475162" y="3505200"/>
            <a:ext cx="2286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7522464" y="1485900"/>
          <a:ext cx="1143000" cy="449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0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2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35</a:t>
            </a:fld>
            <a:endParaRPr dirty="0"/>
          </a:p>
        </p:txBody>
      </p:sp>
      <p:sp>
        <p:nvSpPr>
          <p:cNvPr id="16" name="object 16"/>
          <p:cNvSpPr txBox="1"/>
          <p:nvPr/>
        </p:nvSpPr>
        <p:spPr>
          <a:xfrm>
            <a:off x="7679055" y="983297"/>
            <a:ext cx="890269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36905" algn="l"/>
              </a:tabLst>
            </a:pPr>
            <a:r>
              <a:rPr sz="3200" dirty="0">
                <a:latin typeface="Tahoma"/>
                <a:cs typeface="Tahoma"/>
              </a:rPr>
              <a:t>A	B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708659"/>
            <a:ext cx="683260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35685" algn="l"/>
                <a:tab pos="1903730" algn="l"/>
                <a:tab pos="4192904" algn="l"/>
              </a:tabLst>
            </a:pPr>
            <a:r>
              <a:rPr sz="3600" u="heavy" spc="-10" dirty="0">
                <a:uFill>
                  <a:solidFill>
                    <a:srgbClr val="000000"/>
                  </a:solidFill>
                </a:uFill>
              </a:rPr>
              <a:t>Rule	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#3</a:t>
            </a:r>
            <a:r>
              <a:rPr sz="3600" dirty="0"/>
              <a:t>	</a:t>
            </a:r>
            <a:r>
              <a:rPr sz="3600" spc="-114" dirty="0"/>
              <a:t>Two</a:t>
            </a:r>
            <a:r>
              <a:rPr sz="3600" spc="5" dirty="0"/>
              <a:t> </a:t>
            </a:r>
            <a:r>
              <a:rPr sz="3600" spc="-5" dirty="0"/>
              <a:t>phase	locking</a:t>
            </a:r>
            <a:r>
              <a:rPr sz="3600" spc="-55" dirty="0"/>
              <a:t> </a:t>
            </a:r>
            <a:r>
              <a:rPr sz="3600" spc="-5" dirty="0"/>
              <a:t>(2PL)</a:t>
            </a:r>
            <a:endParaRPr sz="3600" dirty="0"/>
          </a:p>
          <a:p>
            <a:pPr marR="158115" algn="r">
              <a:lnSpc>
                <a:spcPct val="100000"/>
              </a:lnSpc>
              <a:spcBef>
                <a:spcPts val="5"/>
              </a:spcBef>
            </a:pPr>
            <a:r>
              <a:rPr lang="zh-CN" altLang="en-US" sz="2400" spc="-10" dirty="0"/>
              <a:t>两相锁定（</a:t>
            </a:r>
            <a:r>
              <a:rPr lang="en-US" altLang="zh-CN" sz="2400" spc="-10" dirty="0"/>
              <a:t>2PL</a:t>
            </a:r>
            <a:r>
              <a:rPr lang="zh-CN" altLang="en-US" sz="2400" spc="-10" dirty="0"/>
              <a:t>） </a:t>
            </a:r>
            <a:r>
              <a:rPr sz="2400" spc="-10" dirty="0"/>
              <a:t>for</a:t>
            </a:r>
            <a:r>
              <a:rPr sz="2400" spc="-90" dirty="0"/>
              <a:t> </a:t>
            </a:r>
            <a:r>
              <a:rPr sz="2400" spc="-5" dirty="0"/>
              <a:t>transactions</a:t>
            </a:r>
            <a:endParaRPr sz="2400"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611568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i </a:t>
            </a:r>
            <a:r>
              <a:rPr sz="3200" dirty="0">
                <a:latin typeface="Tahoma"/>
                <a:cs typeface="Tahoma"/>
              </a:rPr>
              <a:t>= </a:t>
            </a:r>
            <a:r>
              <a:rPr sz="3200" spc="-5" dirty="0">
                <a:latin typeface="Tahoma"/>
                <a:cs typeface="Tahoma"/>
              </a:rPr>
              <a:t>……. l</a:t>
            </a:r>
            <a:r>
              <a:rPr sz="2400" spc="-5" dirty="0">
                <a:latin typeface="Tahoma"/>
                <a:cs typeface="Tahoma"/>
              </a:rPr>
              <a:t>i</a:t>
            </a:r>
            <a:r>
              <a:rPr sz="3200" spc="-5" dirty="0">
                <a:latin typeface="Tahoma"/>
                <a:cs typeface="Tahoma"/>
              </a:rPr>
              <a:t>(A) ………... u</a:t>
            </a:r>
            <a:r>
              <a:rPr sz="2400" spc="-5" dirty="0">
                <a:latin typeface="Tahoma"/>
                <a:cs typeface="Tahoma"/>
              </a:rPr>
              <a:t>i</a:t>
            </a:r>
            <a:r>
              <a:rPr sz="3200" spc="-5" dirty="0">
                <a:latin typeface="Tahoma"/>
                <a:cs typeface="Tahoma"/>
              </a:rPr>
              <a:t>(A) ……...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66875" y="2919412"/>
            <a:ext cx="1371600" cy="76200"/>
          </a:xfrm>
          <a:custGeom>
            <a:avLst/>
            <a:gdLst/>
            <a:ahLst/>
            <a:cxnLst/>
            <a:rect l="l" t="t" r="r" b="b"/>
            <a:pathLst>
              <a:path w="13716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  <a:lnTo>
                  <a:pt x="76200" y="33337"/>
                </a:lnTo>
                <a:lnTo>
                  <a:pt x="57150" y="33337"/>
                </a:lnTo>
                <a:lnTo>
                  <a:pt x="57150" y="42862"/>
                </a:lnTo>
                <a:lnTo>
                  <a:pt x="76200" y="42862"/>
                </a:lnTo>
                <a:lnTo>
                  <a:pt x="76200" y="76200"/>
                </a:lnTo>
                <a:close/>
              </a:path>
              <a:path w="1371600" h="76200">
                <a:moveTo>
                  <a:pt x="76200" y="42862"/>
                </a:moveTo>
                <a:lnTo>
                  <a:pt x="57150" y="42862"/>
                </a:lnTo>
                <a:lnTo>
                  <a:pt x="57150" y="33337"/>
                </a:lnTo>
                <a:lnTo>
                  <a:pt x="76200" y="33337"/>
                </a:lnTo>
                <a:lnTo>
                  <a:pt x="76200" y="42862"/>
                </a:lnTo>
                <a:close/>
              </a:path>
              <a:path w="1371600" h="76200">
                <a:moveTo>
                  <a:pt x="1371600" y="42862"/>
                </a:moveTo>
                <a:lnTo>
                  <a:pt x="76200" y="42862"/>
                </a:lnTo>
                <a:lnTo>
                  <a:pt x="76200" y="33337"/>
                </a:lnTo>
                <a:lnTo>
                  <a:pt x="1371600" y="33337"/>
                </a:lnTo>
                <a:lnTo>
                  <a:pt x="1371600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868862" y="2857500"/>
            <a:ext cx="1828800" cy="76200"/>
          </a:xfrm>
          <a:custGeom>
            <a:avLst/>
            <a:gdLst/>
            <a:ahLst/>
            <a:cxnLst/>
            <a:rect l="l" t="t" r="r" b="b"/>
            <a:pathLst>
              <a:path w="1828800" h="76200">
                <a:moveTo>
                  <a:pt x="1752600" y="76200"/>
                </a:moveTo>
                <a:lnTo>
                  <a:pt x="1752600" y="0"/>
                </a:lnTo>
                <a:lnTo>
                  <a:pt x="1819275" y="33337"/>
                </a:lnTo>
                <a:lnTo>
                  <a:pt x="1771650" y="33337"/>
                </a:lnTo>
                <a:lnTo>
                  <a:pt x="1771650" y="42862"/>
                </a:lnTo>
                <a:lnTo>
                  <a:pt x="1819275" y="42862"/>
                </a:lnTo>
                <a:lnTo>
                  <a:pt x="1752600" y="76200"/>
                </a:lnTo>
                <a:close/>
              </a:path>
              <a:path w="1828800" h="76200">
                <a:moveTo>
                  <a:pt x="1752600" y="42862"/>
                </a:moveTo>
                <a:lnTo>
                  <a:pt x="0" y="42862"/>
                </a:lnTo>
                <a:lnTo>
                  <a:pt x="0" y="33337"/>
                </a:lnTo>
                <a:lnTo>
                  <a:pt x="1752600" y="33337"/>
                </a:lnTo>
                <a:lnTo>
                  <a:pt x="1752600" y="42862"/>
                </a:lnTo>
                <a:close/>
              </a:path>
              <a:path w="1828800" h="76200">
                <a:moveTo>
                  <a:pt x="1819275" y="42862"/>
                </a:moveTo>
                <a:lnTo>
                  <a:pt x="1771650" y="42862"/>
                </a:lnTo>
                <a:lnTo>
                  <a:pt x="1771650" y="33337"/>
                </a:lnTo>
                <a:lnTo>
                  <a:pt x="1819275" y="33337"/>
                </a:lnTo>
                <a:lnTo>
                  <a:pt x="1828800" y="38100"/>
                </a:lnTo>
                <a:lnTo>
                  <a:pt x="1819275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38475" y="2805112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868862" y="2743200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456689" y="3293109"/>
            <a:ext cx="14611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no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unlocks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36</a:t>
            </a:fld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5114290" y="3293109"/>
            <a:ext cx="1120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no</a:t>
            </a:r>
            <a:r>
              <a:rPr sz="2400" spc="-7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locks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1940559"/>
            <a:ext cx="1009650" cy="1341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sz="2400" dirty="0"/>
              <a:t>#</a:t>
            </a:r>
            <a:r>
              <a:rPr sz="2400" spc="-85" dirty="0"/>
              <a:t> </a:t>
            </a:r>
            <a:r>
              <a:rPr sz="2400" spc="-5" dirty="0"/>
              <a:t>locks  </a:t>
            </a:r>
            <a:r>
              <a:rPr sz="2400" dirty="0"/>
              <a:t>held</a:t>
            </a:r>
            <a:r>
              <a:rPr sz="2400" spc="-105" dirty="0"/>
              <a:t> </a:t>
            </a:r>
            <a:r>
              <a:rPr sz="2400" spc="-5" dirty="0"/>
              <a:t>by  Ti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7165340" y="4206875"/>
            <a:ext cx="6896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T</a:t>
            </a:r>
            <a:r>
              <a:rPr sz="2400" dirty="0">
                <a:latin typeface="Tahoma"/>
                <a:cs typeface="Tahoma"/>
              </a:rPr>
              <a:t>i</a:t>
            </a:r>
            <a:r>
              <a:rPr sz="2400" spc="-5" dirty="0">
                <a:latin typeface="Tahoma"/>
                <a:cs typeface="Tahoma"/>
              </a:rPr>
              <a:t>m</a:t>
            </a:r>
            <a:r>
              <a:rPr sz="2400" dirty="0"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45689" y="4572635"/>
            <a:ext cx="1137285" cy="9029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3200" marR="5080" indent="-190500">
              <a:lnSpc>
                <a:spcPct val="120000"/>
              </a:lnSpc>
              <a:spcBef>
                <a:spcPts val="95"/>
              </a:spcBef>
            </a:pPr>
            <a:r>
              <a:rPr sz="2400" spc="-5" dirty="0">
                <a:latin typeface="Tahoma"/>
                <a:cs typeface="Tahoma"/>
              </a:rPr>
              <a:t>G</a:t>
            </a:r>
            <a:r>
              <a:rPr sz="2400" spc="-15" dirty="0">
                <a:latin typeface="Tahoma"/>
                <a:cs typeface="Tahoma"/>
              </a:rPr>
              <a:t>r</a:t>
            </a:r>
            <a:r>
              <a:rPr sz="2400" dirty="0">
                <a:latin typeface="Tahoma"/>
                <a:cs typeface="Tahoma"/>
              </a:rPr>
              <a:t>o</a:t>
            </a:r>
            <a:r>
              <a:rPr sz="2400" spc="-5" dirty="0">
                <a:latin typeface="Tahoma"/>
                <a:cs typeface="Tahoma"/>
              </a:rPr>
              <a:t>w</a:t>
            </a:r>
            <a:r>
              <a:rPr sz="2400" dirty="0">
                <a:latin typeface="Tahoma"/>
                <a:cs typeface="Tahoma"/>
              </a:rPr>
              <a:t>ing  </a:t>
            </a:r>
            <a:r>
              <a:rPr sz="2400" spc="-5" dirty="0">
                <a:latin typeface="Tahoma"/>
                <a:cs typeface="Tahoma"/>
              </a:rPr>
              <a:t>Phase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17390" y="4572635"/>
            <a:ext cx="1275715" cy="9029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7950" marR="5080" indent="-95250">
              <a:lnSpc>
                <a:spcPct val="120000"/>
              </a:lnSpc>
              <a:spcBef>
                <a:spcPts val="95"/>
              </a:spcBef>
            </a:pPr>
            <a:r>
              <a:rPr sz="2400" spc="-5" dirty="0">
                <a:latin typeface="Tahoma"/>
                <a:cs typeface="Tahoma"/>
              </a:rPr>
              <a:t>S</a:t>
            </a:r>
            <a:r>
              <a:rPr sz="2400" dirty="0">
                <a:latin typeface="Tahoma"/>
                <a:cs typeface="Tahoma"/>
              </a:rPr>
              <a:t>hrin</a:t>
            </a:r>
            <a:r>
              <a:rPr sz="2400" spc="-5" dirty="0">
                <a:latin typeface="Tahoma"/>
                <a:cs typeface="Tahoma"/>
              </a:rPr>
              <a:t>k</a:t>
            </a:r>
            <a:r>
              <a:rPr sz="2400" dirty="0">
                <a:latin typeface="Tahoma"/>
                <a:cs typeface="Tahoma"/>
              </a:rPr>
              <a:t>ing  </a:t>
            </a:r>
            <a:r>
              <a:rPr sz="2400" spc="-5" dirty="0">
                <a:latin typeface="Tahoma"/>
                <a:cs typeface="Tahoma"/>
              </a:rPr>
              <a:t>Phase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147887" y="3825875"/>
            <a:ext cx="5257800" cy="76200"/>
          </a:xfrm>
          <a:custGeom>
            <a:avLst/>
            <a:gdLst/>
            <a:ahLst/>
            <a:cxnLst/>
            <a:rect l="l" t="t" r="r" b="b"/>
            <a:pathLst>
              <a:path w="5257800" h="76200">
                <a:moveTo>
                  <a:pt x="5181600" y="76200"/>
                </a:moveTo>
                <a:lnTo>
                  <a:pt x="5181600" y="0"/>
                </a:lnTo>
                <a:lnTo>
                  <a:pt x="5248275" y="33337"/>
                </a:lnTo>
                <a:lnTo>
                  <a:pt x="5200650" y="33337"/>
                </a:lnTo>
                <a:lnTo>
                  <a:pt x="5200650" y="42862"/>
                </a:lnTo>
                <a:lnTo>
                  <a:pt x="5248275" y="42862"/>
                </a:lnTo>
                <a:lnTo>
                  <a:pt x="5181600" y="76200"/>
                </a:lnTo>
                <a:close/>
              </a:path>
              <a:path w="5257800" h="76200">
                <a:moveTo>
                  <a:pt x="5181600" y="42862"/>
                </a:moveTo>
                <a:lnTo>
                  <a:pt x="0" y="42862"/>
                </a:lnTo>
                <a:lnTo>
                  <a:pt x="0" y="33337"/>
                </a:lnTo>
                <a:lnTo>
                  <a:pt x="5181600" y="33337"/>
                </a:lnTo>
                <a:lnTo>
                  <a:pt x="5181600" y="42862"/>
                </a:lnTo>
                <a:close/>
              </a:path>
              <a:path w="5257800" h="76200">
                <a:moveTo>
                  <a:pt x="5248275" y="42862"/>
                </a:moveTo>
                <a:lnTo>
                  <a:pt x="5200650" y="42862"/>
                </a:lnTo>
                <a:lnTo>
                  <a:pt x="5200650" y="33337"/>
                </a:lnTo>
                <a:lnTo>
                  <a:pt x="5248275" y="33337"/>
                </a:lnTo>
                <a:lnTo>
                  <a:pt x="5257800" y="38100"/>
                </a:lnTo>
                <a:lnTo>
                  <a:pt x="5248275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109787" y="903287"/>
            <a:ext cx="76200" cy="2961005"/>
          </a:xfrm>
          <a:custGeom>
            <a:avLst/>
            <a:gdLst/>
            <a:ahLst/>
            <a:cxnLst/>
            <a:rect l="l" t="t" r="r" b="b"/>
            <a:pathLst>
              <a:path w="76200" h="2961004">
                <a:moveTo>
                  <a:pt x="33337" y="76200"/>
                </a:moveTo>
                <a:lnTo>
                  <a:pt x="0" y="76200"/>
                </a:lnTo>
                <a:lnTo>
                  <a:pt x="38100" y="0"/>
                </a:lnTo>
                <a:lnTo>
                  <a:pt x="66675" y="57150"/>
                </a:lnTo>
                <a:lnTo>
                  <a:pt x="33337" y="57150"/>
                </a:lnTo>
                <a:lnTo>
                  <a:pt x="33337" y="76200"/>
                </a:lnTo>
                <a:close/>
              </a:path>
              <a:path w="76200" h="2961004">
                <a:moveTo>
                  <a:pt x="42862" y="2960687"/>
                </a:moveTo>
                <a:lnTo>
                  <a:pt x="33337" y="2960687"/>
                </a:lnTo>
                <a:lnTo>
                  <a:pt x="33337" y="57150"/>
                </a:lnTo>
                <a:lnTo>
                  <a:pt x="42862" y="57150"/>
                </a:lnTo>
                <a:lnTo>
                  <a:pt x="42862" y="2960687"/>
                </a:lnTo>
                <a:close/>
              </a:path>
              <a:path w="76200" h="2961004">
                <a:moveTo>
                  <a:pt x="76200" y="76200"/>
                </a:moveTo>
                <a:lnTo>
                  <a:pt x="42862" y="76200"/>
                </a:lnTo>
                <a:lnTo>
                  <a:pt x="42862" y="57150"/>
                </a:lnTo>
                <a:lnTo>
                  <a:pt x="66675" y="57150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147887" y="4283075"/>
            <a:ext cx="762000" cy="76200"/>
          </a:xfrm>
          <a:custGeom>
            <a:avLst/>
            <a:gdLst/>
            <a:ahLst/>
            <a:cxnLst/>
            <a:rect l="l" t="t" r="r" b="b"/>
            <a:pathLst>
              <a:path w="7620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  <a:lnTo>
                  <a:pt x="76200" y="33337"/>
                </a:lnTo>
                <a:lnTo>
                  <a:pt x="57150" y="33337"/>
                </a:lnTo>
                <a:lnTo>
                  <a:pt x="57150" y="42862"/>
                </a:lnTo>
                <a:lnTo>
                  <a:pt x="76200" y="42862"/>
                </a:lnTo>
                <a:lnTo>
                  <a:pt x="76200" y="76200"/>
                </a:lnTo>
                <a:close/>
              </a:path>
              <a:path w="762000" h="76200">
                <a:moveTo>
                  <a:pt x="76200" y="42862"/>
                </a:moveTo>
                <a:lnTo>
                  <a:pt x="57150" y="42862"/>
                </a:lnTo>
                <a:lnTo>
                  <a:pt x="57150" y="33337"/>
                </a:lnTo>
                <a:lnTo>
                  <a:pt x="76200" y="33337"/>
                </a:lnTo>
                <a:lnTo>
                  <a:pt x="76200" y="42862"/>
                </a:lnTo>
                <a:close/>
              </a:path>
              <a:path w="762000" h="76200">
                <a:moveTo>
                  <a:pt x="762000" y="42862"/>
                </a:moveTo>
                <a:lnTo>
                  <a:pt x="76200" y="42862"/>
                </a:lnTo>
                <a:lnTo>
                  <a:pt x="76200" y="33337"/>
                </a:lnTo>
                <a:lnTo>
                  <a:pt x="762000" y="33337"/>
                </a:lnTo>
                <a:lnTo>
                  <a:pt x="762000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09887" y="4283075"/>
            <a:ext cx="1371600" cy="76200"/>
          </a:xfrm>
          <a:custGeom>
            <a:avLst/>
            <a:gdLst/>
            <a:ahLst/>
            <a:cxnLst/>
            <a:rect l="l" t="t" r="r" b="b"/>
            <a:pathLst>
              <a:path w="1371600" h="76200">
                <a:moveTo>
                  <a:pt x="1295400" y="76200"/>
                </a:moveTo>
                <a:lnTo>
                  <a:pt x="1295400" y="0"/>
                </a:lnTo>
                <a:lnTo>
                  <a:pt x="1362075" y="33337"/>
                </a:lnTo>
                <a:lnTo>
                  <a:pt x="1314450" y="33337"/>
                </a:lnTo>
                <a:lnTo>
                  <a:pt x="1314450" y="42862"/>
                </a:lnTo>
                <a:lnTo>
                  <a:pt x="1362075" y="42862"/>
                </a:lnTo>
                <a:lnTo>
                  <a:pt x="1295400" y="76200"/>
                </a:lnTo>
                <a:close/>
              </a:path>
              <a:path w="1371600" h="76200">
                <a:moveTo>
                  <a:pt x="1295400" y="42862"/>
                </a:moveTo>
                <a:lnTo>
                  <a:pt x="0" y="42862"/>
                </a:lnTo>
                <a:lnTo>
                  <a:pt x="0" y="33337"/>
                </a:lnTo>
                <a:lnTo>
                  <a:pt x="1295400" y="33337"/>
                </a:lnTo>
                <a:lnTo>
                  <a:pt x="1295400" y="42862"/>
                </a:lnTo>
                <a:close/>
              </a:path>
              <a:path w="1371600" h="76200">
                <a:moveTo>
                  <a:pt x="1362075" y="42862"/>
                </a:moveTo>
                <a:lnTo>
                  <a:pt x="1314450" y="42862"/>
                </a:lnTo>
                <a:lnTo>
                  <a:pt x="1314450" y="33337"/>
                </a:lnTo>
                <a:lnTo>
                  <a:pt x="1362075" y="33337"/>
                </a:lnTo>
                <a:lnTo>
                  <a:pt x="1371600" y="38100"/>
                </a:lnTo>
                <a:lnTo>
                  <a:pt x="1362075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357687" y="4283075"/>
            <a:ext cx="1524000" cy="76200"/>
          </a:xfrm>
          <a:custGeom>
            <a:avLst/>
            <a:gdLst/>
            <a:ahLst/>
            <a:cxnLst/>
            <a:rect l="l" t="t" r="r" b="b"/>
            <a:pathLst>
              <a:path w="15240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  <a:lnTo>
                  <a:pt x="76200" y="33337"/>
                </a:lnTo>
                <a:lnTo>
                  <a:pt x="57150" y="33337"/>
                </a:lnTo>
                <a:lnTo>
                  <a:pt x="57150" y="42862"/>
                </a:lnTo>
                <a:lnTo>
                  <a:pt x="76200" y="42862"/>
                </a:lnTo>
                <a:lnTo>
                  <a:pt x="76200" y="76200"/>
                </a:lnTo>
                <a:close/>
              </a:path>
              <a:path w="1524000" h="76200">
                <a:moveTo>
                  <a:pt x="76200" y="42862"/>
                </a:moveTo>
                <a:lnTo>
                  <a:pt x="57150" y="42862"/>
                </a:lnTo>
                <a:lnTo>
                  <a:pt x="57150" y="33337"/>
                </a:lnTo>
                <a:lnTo>
                  <a:pt x="76200" y="33337"/>
                </a:lnTo>
                <a:lnTo>
                  <a:pt x="76200" y="42862"/>
                </a:lnTo>
                <a:close/>
              </a:path>
              <a:path w="1524000" h="76200">
                <a:moveTo>
                  <a:pt x="1524000" y="42862"/>
                </a:moveTo>
                <a:lnTo>
                  <a:pt x="76200" y="42862"/>
                </a:lnTo>
                <a:lnTo>
                  <a:pt x="76200" y="33337"/>
                </a:lnTo>
                <a:lnTo>
                  <a:pt x="1524000" y="33337"/>
                </a:lnTo>
                <a:lnTo>
                  <a:pt x="1524000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881687" y="4283075"/>
            <a:ext cx="1143000" cy="76200"/>
          </a:xfrm>
          <a:custGeom>
            <a:avLst/>
            <a:gdLst/>
            <a:ahLst/>
            <a:cxnLst/>
            <a:rect l="l" t="t" r="r" b="b"/>
            <a:pathLst>
              <a:path w="1143000" h="76200">
                <a:moveTo>
                  <a:pt x="1066800" y="76200"/>
                </a:moveTo>
                <a:lnTo>
                  <a:pt x="1066800" y="0"/>
                </a:lnTo>
                <a:lnTo>
                  <a:pt x="1133475" y="33337"/>
                </a:lnTo>
                <a:lnTo>
                  <a:pt x="1085850" y="33337"/>
                </a:lnTo>
                <a:lnTo>
                  <a:pt x="1085850" y="42862"/>
                </a:lnTo>
                <a:lnTo>
                  <a:pt x="1133475" y="42862"/>
                </a:lnTo>
                <a:lnTo>
                  <a:pt x="1066800" y="76200"/>
                </a:lnTo>
                <a:close/>
              </a:path>
              <a:path w="1143000" h="76200">
                <a:moveTo>
                  <a:pt x="1066800" y="42862"/>
                </a:moveTo>
                <a:lnTo>
                  <a:pt x="0" y="42862"/>
                </a:lnTo>
                <a:lnTo>
                  <a:pt x="0" y="33337"/>
                </a:lnTo>
                <a:lnTo>
                  <a:pt x="1066800" y="33337"/>
                </a:lnTo>
                <a:lnTo>
                  <a:pt x="1066800" y="42862"/>
                </a:lnTo>
                <a:close/>
              </a:path>
              <a:path w="1143000" h="76200">
                <a:moveTo>
                  <a:pt x="1133475" y="42862"/>
                </a:moveTo>
                <a:lnTo>
                  <a:pt x="1085850" y="42862"/>
                </a:lnTo>
                <a:lnTo>
                  <a:pt x="1085850" y="33337"/>
                </a:lnTo>
                <a:lnTo>
                  <a:pt x="1133475" y="33337"/>
                </a:lnTo>
                <a:lnTo>
                  <a:pt x="1143000" y="38100"/>
                </a:lnTo>
                <a:lnTo>
                  <a:pt x="1133475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681287" y="3559175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681287" y="3559175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>
                <a:moveTo>
                  <a:pt x="0" y="0"/>
                </a:moveTo>
                <a:lnTo>
                  <a:pt x="304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986087" y="3254375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986087" y="3254375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>
                <a:moveTo>
                  <a:pt x="0" y="0"/>
                </a:moveTo>
                <a:lnTo>
                  <a:pt x="304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290887" y="2949575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290887" y="2949575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>
                <a:moveTo>
                  <a:pt x="0" y="0"/>
                </a:moveTo>
                <a:lnTo>
                  <a:pt x="304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595687" y="2644775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595687" y="2644775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>
                <a:moveTo>
                  <a:pt x="0" y="0"/>
                </a:moveTo>
                <a:lnTo>
                  <a:pt x="304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900487" y="2339975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900487" y="2339975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>
                <a:moveTo>
                  <a:pt x="0" y="0"/>
                </a:moveTo>
                <a:lnTo>
                  <a:pt x="304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205287" y="2339975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>
                <a:moveTo>
                  <a:pt x="0" y="0"/>
                </a:moveTo>
                <a:lnTo>
                  <a:pt x="304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738687" y="2339975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433887" y="2339975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>
                <a:moveTo>
                  <a:pt x="0" y="0"/>
                </a:moveTo>
                <a:lnTo>
                  <a:pt x="304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043487" y="2644775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738687" y="2644775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>
                <a:moveTo>
                  <a:pt x="0" y="0"/>
                </a:moveTo>
                <a:lnTo>
                  <a:pt x="304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348287" y="2949575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043487" y="2949575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>
                <a:moveTo>
                  <a:pt x="0" y="0"/>
                </a:moveTo>
                <a:lnTo>
                  <a:pt x="304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957887" y="3559175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653087" y="3559175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>
                <a:moveTo>
                  <a:pt x="0" y="0"/>
                </a:moveTo>
                <a:lnTo>
                  <a:pt x="304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653087" y="3254375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348287" y="3254375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>
                <a:moveTo>
                  <a:pt x="0" y="0"/>
                </a:moveTo>
                <a:lnTo>
                  <a:pt x="304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37</a:t>
            </a:fld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6" name="墨迹 35">
                <a:extLst>
                  <a:ext uri="{FF2B5EF4-FFF2-40B4-BE49-F238E27FC236}">
                    <a16:creationId xmlns:a16="http://schemas.microsoft.com/office/drawing/2014/main" id="{BEFCEFFF-7280-2DE4-C509-494C46A3066C}"/>
                  </a:ext>
                </a:extLst>
              </p14:cNvPr>
              <p14:cNvContentPartPr/>
              <p14:nvPr/>
            </p14:nvContentPartPr>
            <p14:xfrm>
              <a:off x="676899" y="2088205"/>
              <a:ext cx="1294920" cy="1135080"/>
            </p14:xfrm>
          </p:contentPart>
        </mc:Choice>
        <mc:Fallback xmlns="">
          <p:pic>
            <p:nvPicPr>
              <p:cNvPr id="36" name="墨迹 35">
                <a:extLst>
                  <a:ext uri="{FF2B5EF4-FFF2-40B4-BE49-F238E27FC236}">
                    <a16:creationId xmlns:a16="http://schemas.microsoft.com/office/drawing/2014/main" id="{BEFCEFFF-7280-2DE4-C509-494C46A3066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2899" y="1980565"/>
                <a:ext cx="1402560" cy="135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7" name="墨迹 36">
                <a:extLst>
                  <a:ext uri="{FF2B5EF4-FFF2-40B4-BE49-F238E27FC236}">
                    <a16:creationId xmlns:a16="http://schemas.microsoft.com/office/drawing/2014/main" id="{C8B14FDA-875B-A826-CCBC-3E650BEA0189}"/>
                  </a:ext>
                </a:extLst>
              </p14:cNvPr>
              <p14:cNvContentPartPr/>
              <p14:nvPr/>
            </p14:nvContentPartPr>
            <p14:xfrm>
              <a:off x="687339" y="3054445"/>
              <a:ext cx="378720" cy="173160"/>
            </p14:xfrm>
          </p:contentPart>
        </mc:Choice>
        <mc:Fallback xmlns="">
          <p:pic>
            <p:nvPicPr>
              <p:cNvPr id="37" name="墨迹 36">
                <a:extLst>
                  <a:ext uri="{FF2B5EF4-FFF2-40B4-BE49-F238E27FC236}">
                    <a16:creationId xmlns:a16="http://schemas.microsoft.com/office/drawing/2014/main" id="{C8B14FDA-875B-A826-CCBC-3E650BEA018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3339" y="2946445"/>
                <a:ext cx="486360" cy="388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319087"/>
            <a:ext cx="22879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69135" algn="l"/>
              </a:tabLst>
            </a:pPr>
            <a:r>
              <a:rPr sz="3600" u="heavy" dirty="0">
                <a:uFill>
                  <a:solidFill>
                    <a:srgbClr val="000000"/>
                  </a:solidFill>
                </a:uFill>
              </a:rPr>
              <a:t>S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ch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ed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u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le	G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3647440" y="1489075"/>
            <a:ext cx="3702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T</a:t>
            </a:r>
            <a:r>
              <a:rPr sz="2400" dirty="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3740" y="1415414"/>
            <a:ext cx="2633980" cy="178117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2400" spc="-5" dirty="0">
                <a:latin typeface="Tahoma"/>
                <a:cs typeface="Tahoma"/>
              </a:rPr>
              <a:t>T1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400" spc="-5" dirty="0">
                <a:latin typeface="Tahoma"/>
                <a:cs typeface="Tahoma"/>
              </a:rPr>
              <a:t>l</a:t>
            </a:r>
            <a:r>
              <a:rPr sz="1800" spc="-5" dirty="0">
                <a:latin typeface="Tahoma"/>
                <a:cs typeface="Tahoma"/>
              </a:rPr>
              <a:t>1</a:t>
            </a:r>
            <a:r>
              <a:rPr sz="2400" spc="-5" dirty="0">
                <a:latin typeface="Tahoma"/>
                <a:cs typeface="Tahoma"/>
              </a:rPr>
              <a:t>(A);Read(A)</a:t>
            </a:r>
            <a:endParaRPr sz="2400">
              <a:latin typeface="Tahoma"/>
              <a:cs typeface="Tahoma"/>
            </a:endParaRPr>
          </a:p>
          <a:p>
            <a:pPr marL="12700" marR="5080">
              <a:lnSpc>
                <a:spcPct val="119800"/>
              </a:lnSpc>
              <a:spcBef>
                <a:spcPts val="5"/>
              </a:spcBef>
              <a:tabLst>
                <a:tab pos="480695" algn="l"/>
              </a:tabLst>
            </a:pPr>
            <a:r>
              <a:rPr sz="2400" dirty="0">
                <a:latin typeface="Tahoma"/>
                <a:cs typeface="Tahoma"/>
              </a:rPr>
              <a:t>A	A</a:t>
            </a:r>
            <a:r>
              <a:rPr sz="2400" spc="-5" dirty="0">
                <a:latin typeface="Tahoma"/>
                <a:cs typeface="Tahoma"/>
              </a:rPr>
              <a:t>+100</a:t>
            </a:r>
            <a:r>
              <a:rPr sz="2400" dirty="0">
                <a:latin typeface="Tahoma"/>
                <a:cs typeface="Tahoma"/>
              </a:rPr>
              <a:t>;</a:t>
            </a:r>
            <a:r>
              <a:rPr sz="2400" spc="-45" dirty="0">
                <a:latin typeface="Tahoma"/>
                <a:cs typeface="Tahoma"/>
              </a:rPr>
              <a:t>W</a:t>
            </a:r>
            <a:r>
              <a:rPr sz="2400" dirty="0">
                <a:latin typeface="Tahoma"/>
                <a:cs typeface="Tahoma"/>
              </a:rPr>
              <a:t>rite(A)  l</a:t>
            </a:r>
            <a:r>
              <a:rPr sz="1800" dirty="0">
                <a:latin typeface="Tahoma"/>
                <a:cs typeface="Tahoma"/>
              </a:rPr>
              <a:t>1</a:t>
            </a:r>
            <a:r>
              <a:rPr sz="2400" dirty="0">
                <a:latin typeface="Tahoma"/>
                <a:cs typeface="Tahoma"/>
              </a:rPr>
              <a:t>(B);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u</a:t>
            </a:r>
            <a:r>
              <a:rPr sz="1600" spc="-5" dirty="0">
                <a:latin typeface="Tahoma"/>
                <a:cs typeface="Tahoma"/>
              </a:rPr>
              <a:t>1</a:t>
            </a:r>
            <a:r>
              <a:rPr sz="2400" spc="-5" dirty="0">
                <a:latin typeface="Tahoma"/>
                <a:cs typeface="Tahoma"/>
              </a:rPr>
              <a:t>(A)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47440" y="3244215"/>
            <a:ext cx="18199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l</a:t>
            </a:r>
            <a:r>
              <a:rPr sz="1600" spc="-5" dirty="0">
                <a:latin typeface="Tahoma"/>
                <a:cs typeface="Tahoma"/>
              </a:rPr>
              <a:t>2</a:t>
            </a:r>
            <a:r>
              <a:rPr sz="2400" spc="-5" dirty="0">
                <a:latin typeface="Tahoma"/>
                <a:cs typeface="Tahoma"/>
              </a:rPr>
              <a:t>(A);</a:t>
            </a:r>
            <a:r>
              <a:rPr sz="2400" spc="-45" dirty="0">
                <a:latin typeface="Tahoma"/>
                <a:cs typeface="Tahoma"/>
              </a:rPr>
              <a:t>R</a:t>
            </a:r>
            <a:r>
              <a:rPr sz="2400" dirty="0">
                <a:latin typeface="Tahoma"/>
                <a:cs typeface="Tahoma"/>
              </a:rPr>
              <a:t>ea</a:t>
            </a:r>
            <a:r>
              <a:rPr sz="2400" spc="-5" dirty="0">
                <a:latin typeface="Tahoma"/>
                <a:cs typeface="Tahoma"/>
              </a:rPr>
              <a:t>d</a:t>
            </a:r>
            <a:r>
              <a:rPr sz="2400" dirty="0">
                <a:latin typeface="Tahoma"/>
                <a:cs typeface="Tahoma"/>
              </a:rPr>
              <a:t>(A)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31862" y="2552700"/>
            <a:ext cx="2286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7062" y="1828800"/>
            <a:ext cx="5257800" cy="0"/>
          </a:xfrm>
          <a:custGeom>
            <a:avLst/>
            <a:gdLst/>
            <a:ahLst/>
            <a:cxnLst/>
            <a:rect l="l" t="t" r="r" b="b"/>
            <a:pathLst>
              <a:path w="5257800">
                <a:moveTo>
                  <a:pt x="0" y="0"/>
                </a:moveTo>
                <a:lnTo>
                  <a:pt x="5257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833812" y="3848100"/>
            <a:ext cx="2286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478212" y="1414462"/>
            <a:ext cx="0" cy="3171825"/>
          </a:xfrm>
          <a:custGeom>
            <a:avLst/>
            <a:gdLst/>
            <a:ahLst/>
            <a:cxnLst/>
            <a:rect l="l" t="t" r="r" b="b"/>
            <a:pathLst>
              <a:path h="3171825">
                <a:moveTo>
                  <a:pt x="0" y="0"/>
                </a:moveTo>
                <a:lnTo>
                  <a:pt x="0" y="3171825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647440" y="3095942"/>
            <a:ext cx="2967990" cy="978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d</a:t>
            </a:r>
            <a:r>
              <a:rPr sz="1800" spc="-5" dirty="0">
                <a:latin typeface="Tahoma"/>
                <a:cs typeface="Tahoma"/>
              </a:rPr>
              <a:t>el</a:t>
            </a:r>
            <a:r>
              <a:rPr sz="1800" spc="-15" dirty="0">
                <a:latin typeface="Tahoma"/>
                <a:cs typeface="Tahoma"/>
              </a:rPr>
              <a:t>a</a:t>
            </a:r>
            <a:r>
              <a:rPr sz="1800" spc="-20" dirty="0">
                <a:latin typeface="Tahoma"/>
                <a:cs typeface="Tahoma"/>
              </a:rPr>
              <a:t>y</a:t>
            </a:r>
            <a:r>
              <a:rPr sz="1800" spc="-5" dirty="0">
                <a:latin typeface="Tahoma"/>
                <a:cs typeface="Tahoma"/>
              </a:rPr>
              <a:t>e</a:t>
            </a:r>
            <a:r>
              <a:rPr sz="1800" dirty="0">
                <a:latin typeface="Tahoma"/>
                <a:cs typeface="Tahoma"/>
              </a:rPr>
              <a:t>d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tabLst>
                <a:tab pos="480695" algn="l"/>
              </a:tabLst>
            </a:pPr>
            <a:r>
              <a:rPr sz="2400" dirty="0">
                <a:latin typeface="Tahoma"/>
                <a:cs typeface="Tahoma"/>
              </a:rPr>
              <a:t>A	</a:t>
            </a:r>
            <a:r>
              <a:rPr sz="2400" spc="-5" dirty="0">
                <a:latin typeface="Tahoma"/>
                <a:cs typeface="Tahoma"/>
              </a:rPr>
              <a:t>Ax2;Write(A);</a:t>
            </a:r>
            <a:r>
              <a:rPr sz="2400" spc="-5" dirty="0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sz="1600" spc="-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2400" spc="-5" dirty="0">
                <a:solidFill>
                  <a:srgbClr val="FFFFFF"/>
                </a:solidFill>
                <a:latin typeface="Tahoma"/>
                <a:cs typeface="Tahoma"/>
              </a:rPr>
              <a:t>(B)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859589" y="3380905"/>
            <a:ext cx="771359" cy="8258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38</a:t>
            </a:fld>
            <a:endParaRPr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7202" y="423545"/>
            <a:ext cx="22879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69135" algn="l"/>
              </a:tabLst>
            </a:pPr>
            <a:r>
              <a:rPr sz="3600" u="heavy" dirty="0">
                <a:uFill>
                  <a:solidFill>
                    <a:srgbClr val="000000"/>
                  </a:solidFill>
                </a:uFill>
              </a:rPr>
              <a:t>S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ch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ed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u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le	G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3903027" y="1550987"/>
            <a:ext cx="3702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T</a:t>
            </a:r>
            <a:r>
              <a:rPr sz="2400" dirty="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03027" y="3306127"/>
            <a:ext cx="18199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l</a:t>
            </a:r>
            <a:r>
              <a:rPr sz="1600" spc="-5" dirty="0">
                <a:latin typeface="Tahoma"/>
                <a:cs typeface="Tahoma"/>
              </a:rPr>
              <a:t>2</a:t>
            </a:r>
            <a:r>
              <a:rPr sz="2400" spc="-5" dirty="0">
                <a:latin typeface="Tahoma"/>
                <a:cs typeface="Tahoma"/>
              </a:rPr>
              <a:t>(A);</a:t>
            </a:r>
            <a:r>
              <a:rPr sz="2400" spc="-45" dirty="0">
                <a:latin typeface="Tahoma"/>
                <a:cs typeface="Tahoma"/>
              </a:rPr>
              <a:t>R</a:t>
            </a:r>
            <a:r>
              <a:rPr sz="2400" dirty="0">
                <a:latin typeface="Tahoma"/>
                <a:cs typeface="Tahoma"/>
              </a:rPr>
              <a:t>ea</a:t>
            </a:r>
            <a:r>
              <a:rPr sz="2400" spc="-5" dirty="0">
                <a:latin typeface="Tahoma"/>
                <a:cs typeface="Tahoma"/>
              </a:rPr>
              <a:t>d</a:t>
            </a:r>
            <a:r>
              <a:rPr sz="2400" dirty="0">
                <a:latin typeface="Tahoma"/>
                <a:cs typeface="Tahoma"/>
              </a:rPr>
              <a:t>(A)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8827" y="1477327"/>
            <a:ext cx="2680970" cy="353695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2400" spc="-5" dirty="0">
                <a:latin typeface="Tahoma"/>
                <a:cs typeface="Tahoma"/>
              </a:rPr>
              <a:t>T1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400" spc="-5" dirty="0">
                <a:latin typeface="Tahoma"/>
                <a:cs typeface="Tahoma"/>
              </a:rPr>
              <a:t>l</a:t>
            </a:r>
            <a:r>
              <a:rPr sz="1800" spc="-5" dirty="0">
                <a:latin typeface="Tahoma"/>
                <a:cs typeface="Tahoma"/>
              </a:rPr>
              <a:t>1</a:t>
            </a:r>
            <a:r>
              <a:rPr sz="2400" spc="-5" dirty="0">
                <a:latin typeface="Tahoma"/>
                <a:cs typeface="Tahoma"/>
              </a:rPr>
              <a:t>(A);Read(A)</a:t>
            </a:r>
            <a:endParaRPr sz="2400">
              <a:latin typeface="Tahoma"/>
              <a:cs typeface="Tahoma"/>
            </a:endParaRPr>
          </a:p>
          <a:p>
            <a:pPr marL="12700" marR="51435">
              <a:lnSpc>
                <a:spcPct val="119800"/>
              </a:lnSpc>
              <a:spcBef>
                <a:spcPts val="5"/>
              </a:spcBef>
              <a:tabLst>
                <a:tab pos="480695" algn="l"/>
              </a:tabLst>
            </a:pPr>
            <a:r>
              <a:rPr sz="2400" dirty="0">
                <a:latin typeface="Tahoma"/>
                <a:cs typeface="Tahoma"/>
              </a:rPr>
              <a:t>A	A</a:t>
            </a:r>
            <a:r>
              <a:rPr sz="2400" spc="-5" dirty="0">
                <a:latin typeface="Tahoma"/>
                <a:cs typeface="Tahoma"/>
              </a:rPr>
              <a:t>+100</a:t>
            </a:r>
            <a:r>
              <a:rPr sz="2400" dirty="0">
                <a:latin typeface="Tahoma"/>
                <a:cs typeface="Tahoma"/>
              </a:rPr>
              <a:t>;</a:t>
            </a:r>
            <a:r>
              <a:rPr sz="2400" spc="-45" dirty="0">
                <a:latin typeface="Tahoma"/>
                <a:cs typeface="Tahoma"/>
              </a:rPr>
              <a:t>W</a:t>
            </a:r>
            <a:r>
              <a:rPr sz="2400" dirty="0">
                <a:latin typeface="Tahoma"/>
                <a:cs typeface="Tahoma"/>
              </a:rPr>
              <a:t>rite(A)  l</a:t>
            </a:r>
            <a:r>
              <a:rPr sz="1800" dirty="0">
                <a:latin typeface="Tahoma"/>
                <a:cs typeface="Tahoma"/>
              </a:rPr>
              <a:t>1</a:t>
            </a:r>
            <a:r>
              <a:rPr sz="2400" dirty="0">
                <a:latin typeface="Tahoma"/>
                <a:cs typeface="Tahoma"/>
              </a:rPr>
              <a:t>(B);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u</a:t>
            </a:r>
            <a:r>
              <a:rPr sz="1600" spc="-5" dirty="0">
                <a:latin typeface="Tahoma"/>
                <a:cs typeface="Tahoma"/>
              </a:rPr>
              <a:t>1</a:t>
            </a:r>
            <a:r>
              <a:rPr sz="2400" spc="-5" dirty="0">
                <a:latin typeface="Tahoma"/>
                <a:cs typeface="Tahoma"/>
              </a:rPr>
              <a:t>(A)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tabLst>
                <a:tab pos="1766570" algn="l"/>
              </a:tabLst>
            </a:pPr>
            <a:r>
              <a:rPr sz="2400" spc="-45" dirty="0">
                <a:latin typeface="Tahoma"/>
                <a:cs typeface="Tahoma"/>
              </a:rPr>
              <a:t>R</a:t>
            </a:r>
            <a:r>
              <a:rPr sz="2400" dirty="0">
                <a:latin typeface="Tahoma"/>
                <a:cs typeface="Tahoma"/>
              </a:rPr>
              <a:t>ea</a:t>
            </a:r>
            <a:r>
              <a:rPr sz="2400" spc="-5" dirty="0">
                <a:latin typeface="Tahoma"/>
                <a:cs typeface="Tahoma"/>
              </a:rPr>
              <a:t>d</a:t>
            </a:r>
            <a:r>
              <a:rPr sz="2400" dirty="0">
                <a:latin typeface="Tahoma"/>
                <a:cs typeface="Tahoma"/>
              </a:rPr>
              <a:t>(B);B	B</a:t>
            </a:r>
            <a:r>
              <a:rPr sz="2400" spc="-5" dirty="0">
                <a:latin typeface="Tahoma"/>
                <a:cs typeface="Tahoma"/>
              </a:rPr>
              <a:t>+10</a:t>
            </a:r>
            <a:r>
              <a:rPr sz="2400" dirty="0">
                <a:latin typeface="Tahoma"/>
                <a:cs typeface="Tahoma"/>
              </a:rPr>
              <a:t>0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spc="-5" dirty="0">
                <a:latin typeface="Tahoma"/>
                <a:cs typeface="Tahoma"/>
              </a:rPr>
              <a:t>Write(B);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u</a:t>
            </a:r>
            <a:r>
              <a:rPr sz="1600" spc="-5" dirty="0">
                <a:latin typeface="Tahoma"/>
                <a:cs typeface="Tahoma"/>
              </a:rPr>
              <a:t>1</a:t>
            </a:r>
            <a:r>
              <a:rPr sz="2400" spc="-5" dirty="0">
                <a:latin typeface="Tahoma"/>
                <a:cs typeface="Tahoma"/>
              </a:rPr>
              <a:t>(B)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04887" y="2624137"/>
            <a:ext cx="2286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00087" y="1900237"/>
            <a:ext cx="5257800" cy="0"/>
          </a:xfrm>
          <a:custGeom>
            <a:avLst/>
            <a:gdLst/>
            <a:ahLst/>
            <a:cxnLst/>
            <a:rect l="l" t="t" r="r" b="b"/>
            <a:pathLst>
              <a:path w="5257800">
                <a:moveTo>
                  <a:pt x="0" y="0"/>
                </a:moveTo>
                <a:lnTo>
                  <a:pt x="5257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151312" y="3905250"/>
            <a:ext cx="2286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224087" y="4300537"/>
            <a:ext cx="2286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621087" y="1414462"/>
            <a:ext cx="0" cy="3905250"/>
          </a:xfrm>
          <a:custGeom>
            <a:avLst/>
            <a:gdLst/>
            <a:ahLst/>
            <a:cxnLst/>
            <a:rect l="l" t="t" r="r" b="b"/>
            <a:pathLst>
              <a:path h="3905250">
                <a:moveTo>
                  <a:pt x="0" y="0"/>
                </a:moveTo>
                <a:lnTo>
                  <a:pt x="0" y="390525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903027" y="3164204"/>
            <a:ext cx="2988945" cy="972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d</a:t>
            </a:r>
            <a:r>
              <a:rPr sz="1800" spc="-5" dirty="0">
                <a:latin typeface="Tahoma"/>
                <a:cs typeface="Tahoma"/>
              </a:rPr>
              <a:t>el</a:t>
            </a:r>
            <a:r>
              <a:rPr sz="1800" spc="-15" dirty="0">
                <a:latin typeface="Tahoma"/>
                <a:cs typeface="Tahoma"/>
              </a:rPr>
              <a:t>a</a:t>
            </a:r>
            <a:r>
              <a:rPr sz="1800" spc="-20" dirty="0">
                <a:latin typeface="Tahoma"/>
                <a:cs typeface="Tahoma"/>
              </a:rPr>
              <a:t>y</a:t>
            </a:r>
            <a:r>
              <a:rPr sz="1800" spc="-5" dirty="0">
                <a:latin typeface="Tahoma"/>
                <a:cs typeface="Tahoma"/>
              </a:rPr>
              <a:t>e</a:t>
            </a:r>
            <a:r>
              <a:rPr sz="1800" dirty="0">
                <a:latin typeface="Tahoma"/>
                <a:cs typeface="Tahoma"/>
              </a:rPr>
              <a:t>d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tabLst>
                <a:tab pos="480695" algn="l"/>
              </a:tabLst>
            </a:pPr>
            <a:r>
              <a:rPr sz="2400" dirty="0">
                <a:latin typeface="Tahoma"/>
                <a:cs typeface="Tahoma"/>
              </a:rPr>
              <a:t>A	</a:t>
            </a:r>
            <a:r>
              <a:rPr sz="2400" spc="-5" dirty="0">
                <a:latin typeface="Tahoma"/>
                <a:cs typeface="Tahoma"/>
              </a:rPr>
              <a:t>Ax2;Write(A);</a:t>
            </a:r>
            <a:r>
              <a:rPr sz="2400" spc="-5" dirty="0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sz="1600" spc="-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2400" spc="-5" dirty="0">
                <a:solidFill>
                  <a:srgbClr val="FFFFFF"/>
                </a:solidFill>
                <a:latin typeface="Tahoma"/>
                <a:cs typeface="Tahoma"/>
              </a:rPr>
              <a:t>(B)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135814" y="3449167"/>
            <a:ext cx="771359" cy="8258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39</a:t>
            </a:fld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18902" y="1377950"/>
            <a:ext cx="3702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T</a:t>
            </a:r>
            <a:r>
              <a:rPr sz="2400" dirty="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18902" y="3133090"/>
            <a:ext cx="18199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l</a:t>
            </a:r>
            <a:r>
              <a:rPr sz="1600" spc="-5" dirty="0">
                <a:latin typeface="Tahoma"/>
                <a:cs typeface="Tahoma"/>
              </a:rPr>
              <a:t>2</a:t>
            </a:r>
            <a:r>
              <a:rPr sz="2400" spc="-5" dirty="0">
                <a:latin typeface="Tahoma"/>
                <a:cs typeface="Tahoma"/>
              </a:rPr>
              <a:t>(A);</a:t>
            </a:r>
            <a:r>
              <a:rPr sz="2400" spc="-45" dirty="0">
                <a:latin typeface="Tahoma"/>
                <a:cs typeface="Tahoma"/>
              </a:rPr>
              <a:t>R</a:t>
            </a:r>
            <a:r>
              <a:rPr sz="2400" dirty="0">
                <a:latin typeface="Tahoma"/>
                <a:cs typeface="Tahoma"/>
              </a:rPr>
              <a:t>ea</a:t>
            </a:r>
            <a:r>
              <a:rPr sz="2400" spc="-5" dirty="0">
                <a:latin typeface="Tahoma"/>
                <a:cs typeface="Tahoma"/>
              </a:rPr>
              <a:t>d</a:t>
            </a:r>
            <a:r>
              <a:rPr sz="2400" dirty="0">
                <a:latin typeface="Tahoma"/>
                <a:cs typeface="Tahoma"/>
              </a:rPr>
              <a:t>(A)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pc="-5" dirty="0"/>
              <a:t>T1</a:t>
            </a: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pc="-5" dirty="0"/>
              <a:t>l</a:t>
            </a:r>
            <a:r>
              <a:rPr sz="1800" spc="-5" dirty="0"/>
              <a:t>1</a:t>
            </a:r>
            <a:r>
              <a:rPr spc="-5" dirty="0"/>
              <a:t>(A);Read(A)</a:t>
            </a:r>
            <a:endParaRPr sz="1800"/>
          </a:p>
          <a:p>
            <a:pPr marL="12700" marR="51435">
              <a:lnSpc>
                <a:spcPct val="119800"/>
              </a:lnSpc>
              <a:spcBef>
                <a:spcPts val="5"/>
              </a:spcBef>
              <a:tabLst>
                <a:tab pos="480695" algn="l"/>
              </a:tabLst>
            </a:pPr>
            <a:r>
              <a:rPr dirty="0"/>
              <a:t>A	A</a:t>
            </a:r>
            <a:r>
              <a:rPr spc="-5" dirty="0"/>
              <a:t>+100</a:t>
            </a:r>
            <a:r>
              <a:rPr dirty="0"/>
              <a:t>;</a:t>
            </a:r>
            <a:r>
              <a:rPr spc="-45" dirty="0"/>
              <a:t>W</a:t>
            </a:r>
            <a:r>
              <a:rPr dirty="0"/>
              <a:t>rite(A)  l</a:t>
            </a:r>
            <a:r>
              <a:rPr sz="1800" dirty="0"/>
              <a:t>1</a:t>
            </a:r>
            <a:r>
              <a:rPr dirty="0"/>
              <a:t>(B);</a:t>
            </a:r>
            <a:r>
              <a:rPr spc="-10" dirty="0"/>
              <a:t> </a:t>
            </a:r>
            <a:r>
              <a:rPr spc="-5" dirty="0"/>
              <a:t>u</a:t>
            </a:r>
            <a:r>
              <a:rPr sz="1600" spc="-5" dirty="0"/>
              <a:t>1</a:t>
            </a:r>
            <a:r>
              <a:rPr spc="-5" dirty="0"/>
              <a:t>(A)</a:t>
            </a:r>
            <a:endParaRPr sz="1600"/>
          </a:p>
          <a:p>
            <a:pPr>
              <a:lnSpc>
                <a:spcPct val="100000"/>
              </a:lnSpc>
            </a:pPr>
            <a:endParaRPr sz="2900"/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300"/>
          </a:p>
          <a:p>
            <a:pPr marL="12700">
              <a:lnSpc>
                <a:spcPct val="100000"/>
              </a:lnSpc>
              <a:tabLst>
                <a:tab pos="1766570" algn="l"/>
              </a:tabLst>
            </a:pPr>
            <a:r>
              <a:rPr spc="-45" dirty="0"/>
              <a:t>R</a:t>
            </a:r>
            <a:r>
              <a:rPr dirty="0"/>
              <a:t>ea</a:t>
            </a:r>
            <a:r>
              <a:rPr spc="-5" dirty="0"/>
              <a:t>d</a:t>
            </a:r>
            <a:r>
              <a:rPr dirty="0"/>
              <a:t>(B);B	B</a:t>
            </a:r>
            <a:r>
              <a:rPr spc="-5" dirty="0"/>
              <a:t>+10</a:t>
            </a:r>
            <a:r>
              <a:rPr dirty="0"/>
              <a:t>0</a:t>
            </a: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pc="-5" dirty="0"/>
              <a:t>Write(B);</a:t>
            </a:r>
            <a:r>
              <a:rPr spc="-10" dirty="0"/>
              <a:t> </a:t>
            </a:r>
            <a:r>
              <a:rPr spc="-5" dirty="0"/>
              <a:t>u</a:t>
            </a:r>
            <a:r>
              <a:rPr sz="1600" spc="-5" dirty="0"/>
              <a:t>1</a:t>
            </a:r>
            <a:r>
              <a:rPr spc="-5" dirty="0"/>
              <a:t>(B)</a:t>
            </a:r>
            <a:endParaRPr sz="1600"/>
          </a:p>
        </p:txBody>
      </p:sp>
      <p:sp>
        <p:nvSpPr>
          <p:cNvPr id="5" name="object 5"/>
          <p:cNvSpPr txBox="1"/>
          <p:nvPr/>
        </p:nvSpPr>
        <p:spPr>
          <a:xfrm>
            <a:off x="3918902" y="4815204"/>
            <a:ext cx="3227070" cy="902969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spc="-5" dirty="0">
                <a:latin typeface="Tahoma"/>
                <a:cs typeface="Tahoma"/>
              </a:rPr>
              <a:t>l</a:t>
            </a:r>
            <a:r>
              <a:rPr sz="1600" spc="-5" dirty="0">
                <a:latin typeface="Tahoma"/>
                <a:cs typeface="Tahoma"/>
              </a:rPr>
              <a:t>2</a:t>
            </a:r>
            <a:r>
              <a:rPr sz="2400" spc="-5" dirty="0">
                <a:latin typeface="Tahoma"/>
                <a:cs typeface="Tahoma"/>
              </a:rPr>
              <a:t>(B);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u</a:t>
            </a:r>
            <a:r>
              <a:rPr sz="1600" spc="-5" dirty="0">
                <a:latin typeface="Tahoma"/>
                <a:cs typeface="Tahoma"/>
              </a:rPr>
              <a:t>2</a:t>
            </a:r>
            <a:r>
              <a:rPr sz="2400" spc="-5" dirty="0">
                <a:latin typeface="Tahoma"/>
                <a:cs typeface="Tahoma"/>
              </a:rPr>
              <a:t>(A);Read(B)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  <a:tabLst>
                <a:tab pos="572770" algn="l"/>
              </a:tabLst>
            </a:pPr>
            <a:r>
              <a:rPr sz="2400" dirty="0">
                <a:latin typeface="Tahoma"/>
                <a:cs typeface="Tahoma"/>
              </a:rPr>
              <a:t>B	</a:t>
            </a:r>
            <a:r>
              <a:rPr sz="2400" spc="-5" dirty="0">
                <a:latin typeface="Tahoma"/>
                <a:cs typeface="Tahoma"/>
              </a:rPr>
              <a:t>Bx2;Write(B);u</a:t>
            </a:r>
            <a:r>
              <a:rPr sz="1600" spc="-5" dirty="0">
                <a:latin typeface="Tahoma"/>
                <a:cs typeface="Tahoma"/>
              </a:rPr>
              <a:t>2</a:t>
            </a:r>
            <a:r>
              <a:rPr sz="2400" spc="-5" dirty="0">
                <a:latin typeface="Tahoma"/>
                <a:cs typeface="Tahoma"/>
              </a:rPr>
              <a:t>(B);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75615" y="428625"/>
            <a:ext cx="22879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69135" algn="l"/>
              </a:tabLst>
            </a:pPr>
            <a:r>
              <a:rPr sz="3600" u="heavy" dirty="0">
                <a:uFill>
                  <a:solidFill>
                    <a:srgbClr val="000000"/>
                  </a:solidFill>
                </a:uFill>
              </a:rPr>
              <a:t>S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ch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ed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u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le	G</a:t>
            </a:r>
            <a:endParaRPr sz="3600"/>
          </a:p>
        </p:txBody>
      </p:sp>
      <p:sp>
        <p:nvSpPr>
          <p:cNvPr id="7" name="object 7"/>
          <p:cNvSpPr/>
          <p:nvPr/>
        </p:nvSpPr>
        <p:spPr>
          <a:xfrm>
            <a:off x="1020762" y="2452154"/>
            <a:ext cx="228638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15962" y="1727993"/>
            <a:ext cx="5257800" cy="0"/>
          </a:xfrm>
          <a:custGeom>
            <a:avLst/>
            <a:gdLst/>
            <a:ahLst/>
            <a:cxnLst/>
            <a:rect l="l" t="t" r="r" b="b"/>
            <a:pathLst>
              <a:path w="5257800">
                <a:moveTo>
                  <a:pt x="0" y="0"/>
                </a:moveTo>
                <a:lnTo>
                  <a:pt x="5257800" y="0"/>
                </a:lnTo>
              </a:path>
            </a:pathLst>
          </a:custGeom>
          <a:ln w="111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38612" y="3747554"/>
            <a:ext cx="228638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81475" y="5466816"/>
            <a:ext cx="228638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239962" y="4128554"/>
            <a:ext cx="228638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679825" y="1255712"/>
            <a:ext cx="0" cy="4821555"/>
          </a:xfrm>
          <a:custGeom>
            <a:avLst/>
            <a:gdLst/>
            <a:ahLst/>
            <a:cxnLst/>
            <a:rect l="l" t="t" r="r" b="b"/>
            <a:pathLst>
              <a:path h="4821555">
                <a:moveTo>
                  <a:pt x="0" y="0"/>
                </a:moveTo>
                <a:lnTo>
                  <a:pt x="0" y="4821237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918902" y="3014979"/>
            <a:ext cx="2973070" cy="948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d</a:t>
            </a:r>
            <a:r>
              <a:rPr sz="1800" spc="-5" dirty="0">
                <a:latin typeface="Tahoma"/>
                <a:cs typeface="Tahoma"/>
              </a:rPr>
              <a:t>el</a:t>
            </a:r>
            <a:r>
              <a:rPr sz="1800" spc="-15" dirty="0">
                <a:latin typeface="Tahoma"/>
                <a:cs typeface="Tahoma"/>
              </a:rPr>
              <a:t>a</a:t>
            </a:r>
            <a:r>
              <a:rPr sz="1800" spc="-20" dirty="0">
                <a:latin typeface="Tahoma"/>
                <a:cs typeface="Tahoma"/>
              </a:rPr>
              <a:t>y</a:t>
            </a:r>
            <a:r>
              <a:rPr sz="1800" spc="-5" dirty="0">
                <a:latin typeface="Tahoma"/>
                <a:cs typeface="Tahoma"/>
              </a:rPr>
              <a:t>e</a:t>
            </a:r>
            <a:r>
              <a:rPr sz="1800" dirty="0">
                <a:latin typeface="Tahoma"/>
                <a:cs typeface="Tahoma"/>
              </a:rPr>
              <a:t>d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tabLst>
                <a:tab pos="480695" algn="l"/>
              </a:tabLst>
            </a:pPr>
            <a:r>
              <a:rPr sz="2400" dirty="0">
                <a:latin typeface="Tahoma"/>
                <a:cs typeface="Tahoma"/>
              </a:rPr>
              <a:t>A	</a:t>
            </a:r>
            <a:r>
              <a:rPr sz="2400" spc="-5" dirty="0">
                <a:latin typeface="Tahoma"/>
                <a:cs typeface="Tahoma"/>
              </a:rPr>
              <a:t>Ax2;Write(A);</a:t>
            </a:r>
            <a:r>
              <a:rPr sz="2400" spc="-5" dirty="0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sz="1600" spc="-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2400" spc="-5" dirty="0">
                <a:solidFill>
                  <a:srgbClr val="FFFFFF"/>
                </a:solidFill>
                <a:latin typeface="Tahoma"/>
                <a:cs typeface="Tahoma"/>
              </a:rPr>
              <a:t>(B)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135814" y="3299942"/>
            <a:ext cx="771359" cy="8258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40</a:t>
            </a:fld>
            <a:endParaRPr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91540"/>
            <a:ext cx="22917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69135" algn="l"/>
              </a:tabLst>
            </a:pPr>
            <a:r>
              <a:rPr sz="3600" u="heavy" dirty="0">
                <a:uFill>
                  <a:solidFill>
                    <a:srgbClr val="000000"/>
                  </a:solidFill>
                </a:uFill>
              </a:rPr>
              <a:t>S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ch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ed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u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le	H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3601720" y="891540"/>
            <a:ext cx="26854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0" dirty="0">
                <a:latin typeface="Tahoma"/>
                <a:cs typeface="Tahoma"/>
              </a:rPr>
              <a:t>(T</a:t>
            </a:r>
            <a:r>
              <a:rPr sz="2400" spc="10" dirty="0">
                <a:latin typeface="Tahoma"/>
                <a:cs typeface="Tahoma"/>
              </a:rPr>
              <a:t>2</a:t>
            </a:r>
            <a:r>
              <a:rPr sz="2400" spc="300" dirty="0">
                <a:latin typeface="Tahoma"/>
                <a:cs typeface="Tahoma"/>
              </a:rPr>
              <a:t> </a:t>
            </a:r>
            <a:r>
              <a:rPr sz="3600" spc="-10" dirty="0">
                <a:latin typeface="Tahoma"/>
                <a:cs typeface="Tahoma"/>
              </a:rPr>
              <a:t>reversed)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2012950"/>
            <a:ext cx="3702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T</a:t>
            </a:r>
            <a:r>
              <a:rPr sz="2400" dirty="0"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22140" y="2012950"/>
            <a:ext cx="3702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T</a:t>
            </a:r>
            <a:r>
              <a:rPr sz="2400" dirty="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4540" y="2378709"/>
            <a:ext cx="2633980" cy="902969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spc="-5" dirty="0">
                <a:latin typeface="Tahoma"/>
                <a:cs typeface="Tahoma"/>
              </a:rPr>
              <a:t>l</a:t>
            </a:r>
            <a:r>
              <a:rPr sz="1600" spc="-5" dirty="0">
                <a:latin typeface="Tahoma"/>
                <a:cs typeface="Tahoma"/>
              </a:rPr>
              <a:t>1</a:t>
            </a:r>
            <a:r>
              <a:rPr sz="2400" spc="-5" dirty="0">
                <a:latin typeface="Tahoma"/>
                <a:cs typeface="Tahoma"/>
              </a:rPr>
              <a:t>(A);</a:t>
            </a:r>
            <a:r>
              <a:rPr sz="2400" spc="-10" dirty="0">
                <a:latin typeface="Tahoma"/>
                <a:cs typeface="Tahoma"/>
              </a:rPr>
              <a:t> Read(A)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  <a:tabLst>
                <a:tab pos="480695" algn="l"/>
              </a:tabLst>
            </a:pPr>
            <a:r>
              <a:rPr sz="2400" dirty="0">
                <a:latin typeface="Tahoma"/>
                <a:cs typeface="Tahoma"/>
              </a:rPr>
              <a:t>A	A</a:t>
            </a:r>
            <a:r>
              <a:rPr sz="2400" spc="-5" dirty="0">
                <a:latin typeface="Tahoma"/>
                <a:cs typeface="Tahoma"/>
              </a:rPr>
              <a:t>+100</a:t>
            </a:r>
            <a:r>
              <a:rPr sz="2400" dirty="0">
                <a:latin typeface="Tahoma"/>
                <a:cs typeface="Tahoma"/>
              </a:rPr>
              <a:t>;</a:t>
            </a:r>
            <a:r>
              <a:rPr sz="2400" spc="-45" dirty="0">
                <a:latin typeface="Tahoma"/>
                <a:cs typeface="Tahoma"/>
              </a:rPr>
              <a:t>W</a:t>
            </a:r>
            <a:r>
              <a:rPr sz="2400" dirty="0">
                <a:latin typeface="Tahoma"/>
                <a:cs typeface="Tahoma"/>
              </a:rPr>
              <a:t>rite(A)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17390" y="2378709"/>
            <a:ext cx="2221230" cy="902969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spc="-5" dirty="0">
                <a:latin typeface="Tahoma"/>
                <a:cs typeface="Tahoma"/>
              </a:rPr>
              <a:t>l</a:t>
            </a:r>
            <a:r>
              <a:rPr sz="1600" spc="-5" dirty="0">
                <a:latin typeface="Tahoma"/>
                <a:cs typeface="Tahoma"/>
              </a:rPr>
              <a:t>2</a:t>
            </a:r>
            <a:r>
              <a:rPr sz="2400" spc="-5" dirty="0">
                <a:latin typeface="Tahoma"/>
                <a:cs typeface="Tahoma"/>
              </a:rPr>
              <a:t>(B);Read(B)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  <a:tabLst>
                <a:tab pos="477520" algn="l"/>
              </a:tabLst>
            </a:pPr>
            <a:r>
              <a:rPr sz="2400" dirty="0">
                <a:latin typeface="Tahoma"/>
                <a:cs typeface="Tahoma"/>
              </a:rPr>
              <a:t>B	Bx</a:t>
            </a:r>
            <a:r>
              <a:rPr sz="2400" spc="-5" dirty="0">
                <a:latin typeface="Tahoma"/>
                <a:cs typeface="Tahoma"/>
              </a:rPr>
              <a:t>2</a:t>
            </a:r>
            <a:r>
              <a:rPr sz="2400" dirty="0">
                <a:latin typeface="Tahoma"/>
                <a:cs typeface="Tahoma"/>
              </a:rPr>
              <a:t>;</a:t>
            </a:r>
            <a:r>
              <a:rPr sz="2400" spc="-45" dirty="0">
                <a:latin typeface="Tahoma"/>
                <a:cs typeface="Tahoma"/>
              </a:rPr>
              <a:t>W</a:t>
            </a:r>
            <a:r>
              <a:rPr sz="2400" dirty="0">
                <a:latin typeface="Tahoma"/>
                <a:cs typeface="Tahoma"/>
              </a:rPr>
              <a:t>rite(B)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4540" y="3329304"/>
            <a:ext cx="6197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sz="1600" spc="-5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sz="2400" spc="-5" dirty="0">
                <a:solidFill>
                  <a:srgbClr val="FFFFFF"/>
                </a:solidFill>
                <a:latin typeface="Tahoma"/>
                <a:cs typeface="Tahoma"/>
              </a:rPr>
              <a:t>(B)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17390" y="3329304"/>
            <a:ext cx="6229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sz="1600" spc="-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2400" spc="-5" dirty="0">
                <a:solidFill>
                  <a:srgbClr val="FFFFFF"/>
                </a:solidFill>
                <a:latin typeface="Tahoma"/>
                <a:cs typeface="Tahoma"/>
              </a:rPr>
              <a:t>(A)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62000" y="2438400"/>
            <a:ext cx="5486400" cy="0"/>
          </a:xfrm>
          <a:custGeom>
            <a:avLst/>
            <a:gdLst/>
            <a:ahLst/>
            <a:cxnLst/>
            <a:rect l="l" t="t" r="r" b="b"/>
            <a:pathLst>
              <a:path w="5486400">
                <a:moveTo>
                  <a:pt x="0" y="0"/>
                </a:moveTo>
                <a:lnTo>
                  <a:pt x="54864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90600" y="3009900"/>
            <a:ext cx="2286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724400" y="3009900"/>
            <a:ext cx="2286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025900" y="1876425"/>
            <a:ext cx="0" cy="2171700"/>
          </a:xfrm>
          <a:custGeom>
            <a:avLst/>
            <a:gdLst/>
            <a:ahLst/>
            <a:cxnLst/>
            <a:rect l="l" t="t" r="r" b="b"/>
            <a:pathLst>
              <a:path h="2171700">
                <a:moveTo>
                  <a:pt x="0" y="0"/>
                </a:moveTo>
                <a:lnTo>
                  <a:pt x="0" y="217170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296217" y="3788092"/>
            <a:ext cx="800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d</a:t>
            </a:r>
            <a:r>
              <a:rPr sz="1800" spc="-5" dirty="0">
                <a:latin typeface="Tahoma"/>
                <a:cs typeface="Tahoma"/>
              </a:rPr>
              <a:t>el</a:t>
            </a:r>
            <a:r>
              <a:rPr sz="1800" spc="-15" dirty="0">
                <a:latin typeface="Tahoma"/>
                <a:cs typeface="Tahoma"/>
              </a:rPr>
              <a:t>a</a:t>
            </a:r>
            <a:r>
              <a:rPr sz="1800" spc="-20" dirty="0">
                <a:latin typeface="Tahoma"/>
                <a:cs typeface="Tahoma"/>
              </a:rPr>
              <a:t>y</a:t>
            </a:r>
            <a:r>
              <a:rPr sz="1800" spc="-5" dirty="0">
                <a:latin typeface="Tahoma"/>
                <a:cs typeface="Tahoma"/>
              </a:rPr>
              <a:t>e</a:t>
            </a:r>
            <a:r>
              <a:rPr sz="1800" dirty="0">
                <a:latin typeface="Tahoma"/>
                <a:cs typeface="Tahoma"/>
              </a:rPr>
              <a:t>d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438777" y="3251200"/>
            <a:ext cx="851585" cy="75826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405255" y="3891279"/>
            <a:ext cx="800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d</a:t>
            </a:r>
            <a:r>
              <a:rPr sz="1800" spc="-5" dirty="0">
                <a:latin typeface="Tahoma"/>
                <a:cs typeface="Tahoma"/>
              </a:rPr>
              <a:t>el</a:t>
            </a:r>
            <a:r>
              <a:rPr sz="1800" spc="-15" dirty="0">
                <a:latin typeface="Tahoma"/>
                <a:cs typeface="Tahoma"/>
              </a:rPr>
              <a:t>a</a:t>
            </a:r>
            <a:r>
              <a:rPr sz="1800" spc="-20" dirty="0">
                <a:latin typeface="Tahoma"/>
                <a:cs typeface="Tahoma"/>
              </a:rPr>
              <a:t>y</a:t>
            </a:r>
            <a:r>
              <a:rPr sz="1800" spc="-5" dirty="0">
                <a:latin typeface="Tahoma"/>
                <a:cs typeface="Tahoma"/>
              </a:rPr>
              <a:t>e</a:t>
            </a:r>
            <a:r>
              <a:rPr sz="1800" dirty="0">
                <a:latin typeface="Tahoma"/>
                <a:cs typeface="Tahoma"/>
              </a:rPr>
              <a:t>d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87514" y="3227387"/>
            <a:ext cx="771347" cy="87200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41</a:t>
            </a:fld>
            <a:endParaRPr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1006474"/>
            <a:ext cx="6939915" cy="31222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Assume deadlocked </a:t>
            </a:r>
            <a:r>
              <a:rPr sz="3200" spc="-10" dirty="0">
                <a:latin typeface="Tahoma"/>
                <a:cs typeface="Tahoma"/>
              </a:rPr>
              <a:t>transactions are  </a:t>
            </a:r>
            <a:r>
              <a:rPr sz="3200" spc="-5" dirty="0">
                <a:latin typeface="Tahoma"/>
                <a:cs typeface="Tahoma"/>
              </a:rPr>
              <a:t>rolled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back</a:t>
            </a:r>
            <a:endParaRPr sz="32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They </a:t>
            </a:r>
            <a:r>
              <a:rPr sz="2800" spc="-15" dirty="0">
                <a:latin typeface="Tahoma"/>
                <a:cs typeface="Tahoma"/>
              </a:rPr>
              <a:t>have </a:t>
            </a:r>
            <a:r>
              <a:rPr sz="2800" spc="-5" dirty="0">
                <a:latin typeface="Tahoma"/>
                <a:cs typeface="Tahoma"/>
              </a:rPr>
              <a:t>no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15" dirty="0">
                <a:latin typeface="Tahoma"/>
                <a:cs typeface="Tahoma"/>
              </a:rPr>
              <a:t>effect</a:t>
            </a:r>
            <a:endParaRPr sz="28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They do not appear in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schedule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3200" spc="-45" dirty="0">
                <a:latin typeface="Tahoma"/>
                <a:cs typeface="Tahoma"/>
              </a:rPr>
              <a:t>E.g., </a:t>
            </a:r>
            <a:r>
              <a:rPr sz="3200" spc="-5" dirty="0">
                <a:latin typeface="Tahoma"/>
                <a:cs typeface="Tahoma"/>
              </a:rPr>
              <a:t>Schedule </a:t>
            </a:r>
            <a:r>
              <a:rPr sz="3200" dirty="0">
                <a:latin typeface="Tahoma"/>
                <a:cs typeface="Tahoma"/>
              </a:rPr>
              <a:t>H</a:t>
            </a:r>
            <a:r>
              <a:rPr sz="3200" spc="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=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22140" y="4220972"/>
            <a:ext cx="2643505" cy="857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6500"/>
              </a:lnSpc>
              <a:spcBef>
                <a:spcPts val="95"/>
              </a:spcBef>
            </a:pPr>
            <a:r>
              <a:rPr sz="2000" spc="-5" dirty="0">
                <a:latin typeface="Tahoma"/>
                <a:cs typeface="Tahoma"/>
              </a:rPr>
              <a:t>This space intentionally  left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blank!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205287" y="3971836"/>
            <a:ext cx="2752725" cy="308610"/>
          </a:xfrm>
          <a:custGeom>
            <a:avLst/>
            <a:gdLst/>
            <a:ahLst/>
            <a:cxnLst/>
            <a:rect l="l" t="t" r="r" b="b"/>
            <a:pathLst>
              <a:path w="2752725" h="308610">
                <a:moveTo>
                  <a:pt x="1225308" y="166370"/>
                </a:moveTo>
                <a:lnTo>
                  <a:pt x="1214691" y="163829"/>
                </a:lnTo>
                <a:lnTo>
                  <a:pt x="1214856" y="163829"/>
                </a:lnTo>
                <a:lnTo>
                  <a:pt x="1204010" y="161289"/>
                </a:lnTo>
                <a:lnTo>
                  <a:pt x="1204163" y="161289"/>
                </a:lnTo>
                <a:lnTo>
                  <a:pt x="1193114" y="160020"/>
                </a:lnTo>
                <a:lnTo>
                  <a:pt x="1193266" y="160020"/>
                </a:lnTo>
                <a:lnTo>
                  <a:pt x="1182014" y="158750"/>
                </a:lnTo>
                <a:lnTo>
                  <a:pt x="1182179" y="158750"/>
                </a:lnTo>
                <a:lnTo>
                  <a:pt x="1170736" y="157479"/>
                </a:lnTo>
                <a:lnTo>
                  <a:pt x="1170889" y="157479"/>
                </a:lnTo>
                <a:lnTo>
                  <a:pt x="1159281" y="156210"/>
                </a:lnTo>
                <a:lnTo>
                  <a:pt x="209588" y="156210"/>
                </a:lnTo>
                <a:lnTo>
                  <a:pt x="186562" y="153670"/>
                </a:lnTo>
                <a:lnTo>
                  <a:pt x="175348" y="151129"/>
                </a:lnTo>
                <a:lnTo>
                  <a:pt x="164337" y="149860"/>
                </a:lnTo>
                <a:lnTo>
                  <a:pt x="143001" y="144779"/>
                </a:lnTo>
                <a:lnTo>
                  <a:pt x="132714" y="140970"/>
                </a:lnTo>
                <a:lnTo>
                  <a:pt x="122694" y="138429"/>
                </a:lnTo>
                <a:lnTo>
                  <a:pt x="112953" y="134620"/>
                </a:lnTo>
                <a:lnTo>
                  <a:pt x="103504" y="129539"/>
                </a:lnTo>
                <a:lnTo>
                  <a:pt x="94373" y="125729"/>
                </a:lnTo>
                <a:lnTo>
                  <a:pt x="85572" y="120650"/>
                </a:lnTo>
                <a:lnTo>
                  <a:pt x="77101" y="116839"/>
                </a:lnTo>
                <a:lnTo>
                  <a:pt x="68986" y="111760"/>
                </a:lnTo>
                <a:lnTo>
                  <a:pt x="61239" y="105410"/>
                </a:lnTo>
                <a:lnTo>
                  <a:pt x="53886" y="100329"/>
                </a:lnTo>
                <a:lnTo>
                  <a:pt x="23367" y="68579"/>
                </a:lnTo>
                <a:lnTo>
                  <a:pt x="18630" y="60960"/>
                </a:lnTo>
                <a:lnTo>
                  <a:pt x="14528" y="54610"/>
                </a:lnTo>
                <a:lnTo>
                  <a:pt x="1904" y="19050"/>
                </a:lnTo>
                <a:lnTo>
                  <a:pt x="1219" y="15239"/>
                </a:lnTo>
                <a:lnTo>
                  <a:pt x="685" y="11429"/>
                </a:lnTo>
                <a:lnTo>
                  <a:pt x="304" y="7620"/>
                </a:lnTo>
                <a:lnTo>
                  <a:pt x="76" y="3810"/>
                </a:lnTo>
                <a:lnTo>
                  <a:pt x="0" y="0"/>
                </a:lnTo>
                <a:lnTo>
                  <a:pt x="9525" y="0"/>
                </a:lnTo>
                <a:lnTo>
                  <a:pt x="9645" y="3810"/>
                </a:lnTo>
                <a:lnTo>
                  <a:pt x="9817" y="7620"/>
                </a:lnTo>
                <a:lnTo>
                  <a:pt x="10172" y="10160"/>
                </a:lnTo>
                <a:lnTo>
                  <a:pt x="10667" y="13970"/>
                </a:lnTo>
                <a:lnTo>
                  <a:pt x="11290" y="17779"/>
                </a:lnTo>
                <a:lnTo>
                  <a:pt x="12052" y="21589"/>
                </a:lnTo>
                <a:lnTo>
                  <a:pt x="14008" y="29210"/>
                </a:lnTo>
                <a:lnTo>
                  <a:pt x="16459" y="35560"/>
                </a:lnTo>
                <a:lnTo>
                  <a:pt x="19418" y="43179"/>
                </a:lnTo>
                <a:lnTo>
                  <a:pt x="22885" y="49529"/>
                </a:lnTo>
                <a:lnTo>
                  <a:pt x="22733" y="49529"/>
                </a:lnTo>
                <a:lnTo>
                  <a:pt x="26822" y="55879"/>
                </a:lnTo>
                <a:lnTo>
                  <a:pt x="26670" y="55879"/>
                </a:lnTo>
                <a:lnTo>
                  <a:pt x="31241" y="62229"/>
                </a:lnTo>
                <a:lnTo>
                  <a:pt x="31076" y="62229"/>
                </a:lnTo>
                <a:lnTo>
                  <a:pt x="36131" y="68579"/>
                </a:lnTo>
                <a:lnTo>
                  <a:pt x="35953" y="68579"/>
                </a:lnTo>
                <a:lnTo>
                  <a:pt x="41465" y="74929"/>
                </a:lnTo>
                <a:lnTo>
                  <a:pt x="41287" y="74929"/>
                </a:lnTo>
                <a:lnTo>
                  <a:pt x="47231" y="81279"/>
                </a:lnTo>
                <a:lnTo>
                  <a:pt x="47066" y="81279"/>
                </a:lnTo>
                <a:lnTo>
                  <a:pt x="53428" y="87629"/>
                </a:lnTo>
                <a:lnTo>
                  <a:pt x="53263" y="87629"/>
                </a:lnTo>
                <a:lnTo>
                  <a:pt x="60045" y="92710"/>
                </a:lnTo>
                <a:lnTo>
                  <a:pt x="59867" y="92710"/>
                </a:lnTo>
                <a:lnTo>
                  <a:pt x="67055" y="97789"/>
                </a:lnTo>
                <a:lnTo>
                  <a:pt x="66878" y="97789"/>
                </a:lnTo>
                <a:lnTo>
                  <a:pt x="74447" y="102870"/>
                </a:lnTo>
                <a:lnTo>
                  <a:pt x="74269" y="102870"/>
                </a:lnTo>
                <a:lnTo>
                  <a:pt x="82207" y="107950"/>
                </a:lnTo>
                <a:lnTo>
                  <a:pt x="82041" y="107950"/>
                </a:lnTo>
                <a:lnTo>
                  <a:pt x="90335" y="113029"/>
                </a:lnTo>
                <a:lnTo>
                  <a:pt x="90157" y="113029"/>
                </a:lnTo>
                <a:lnTo>
                  <a:pt x="98793" y="116839"/>
                </a:lnTo>
                <a:lnTo>
                  <a:pt x="98628" y="116839"/>
                </a:lnTo>
                <a:lnTo>
                  <a:pt x="107594" y="121920"/>
                </a:lnTo>
                <a:lnTo>
                  <a:pt x="107416" y="121920"/>
                </a:lnTo>
                <a:lnTo>
                  <a:pt x="116700" y="125729"/>
                </a:lnTo>
                <a:lnTo>
                  <a:pt x="116535" y="125729"/>
                </a:lnTo>
                <a:lnTo>
                  <a:pt x="126098" y="129539"/>
                </a:lnTo>
                <a:lnTo>
                  <a:pt x="125933" y="129539"/>
                </a:lnTo>
                <a:lnTo>
                  <a:pt x="135788" y="132079"/>
                </a:lnTo>
                <a:lnTo>
                  <a:pt x="135623" y="132079"/>
                </a:lnTo>
                <a:lnTo>
                  <a:pt x="145757" y="135889"/>
                </a:lnTo>
                <a:lnTo>
                  <a:pt x="145592" y="135889"/>
                </a:lnTo>
                <a:lnTo>
                  <a:pt x="155968" y="138429"/>
                </a:lnTo>
                <a:lnTo>
                  <a:pt x="155816" y="138429"/>
                </a:lnTo>
                <a:lnTo>
                  <a:pt x="166433" y="140970"/>
                </a:lnTo>
                <a:lnTo>
                  <a:pt x="171691" y="140970"/>
                </a:lnTo>
                <a:lnTo>
                  <a:pt x="177114" y="142239"/>
                </a:lnTo>
                <a:lnTo>
                  <a:pt x="176961" y="142239"/>
                </a:lnTo>
                <a:lnTo>
                  <a:pt x="188010" y="143510"/>
                </a:lnTo>
                <a:lnTo>
                  <a:pt x="187858" y="143510"/>
                </a:lnTo>
                <a:lnTo>
                  <a:pt x="199110" y="144779"/>
                </a:lnTo>
                <a:lnTo>
                  <a:pt x="198945" y="144779"/>
                </a:lnTo>
                <a:lnTo>
                  <a:pt x="210388" y="146050"/>
                </a:lnTo>
                <a:lnTo>
                  <a:pt x="210235" y="146050"/>
                </a:lnTo>
                <a:lnTo>
                  <a:pt x="221843" y="147320"/>
                </a:lnTo>
                <a:lnTo>
                  <a:pt x="1171536" y="147320"/>
                </a:lnTo>
                <a:lnTo>
                  <a:pt x="1194562" y="149860"/>
                </a:lnTo>
                <a:lnTo>
                  <a:pt x="1205776" y="152400"/>
                </a:lnTo>
                <a:lnTo>
                  <a:pt x="1216787" y="153670"/>
                </a:lnTo>
                <a:lnTo>
                  <a:pt x="1238123" y="158750"/>
                </a:lnTo>
                <a:lnTo>
                  <a:pt x="1255090" y="165100"/>
                </a:lnTo>
                <a:lnTo>
                  <a:pt x="1225156" y="165100"/>
                </a:lnTo>
                <a:lnTo>
                  <a:pt x="1225308" y="166370"/>
                </a:lnTo>
                <a:close/>
              </a:path>
              <a:path w="2752725" h="308610">
                <a:moveTo>
                  <a:pt x="2752648" y="3810"/>
                </a:moveTo>
                <a:lnTo>
                  <a:pt x="2743123" y="3810"/>
                </a:lnTo>
                <a:lnTo>
                  <a:pt x="2743200" y="0"/>
                </a:lnTo>
                <a:lnTo>
                  <a:pt x="2752725" y="0"/>
                </a:lnTo>
                <a:lnTo>
                  <a:pt x="2752648" y="3810"/>
                </a:lnTo>
                <a:close/>
              </a:path>
              <a:path w="2752725" h="308610">
                <a:moveTo>
                  <a:pt x="9645" y="3810"/>
                </a:moveTo>
                <a:lnTo>
                  <a:pt x="9588" y="2539"/>
                </a:lnTo>
                <a:lnTo>
                  <a:pt x="9645" y="3810"/>
                </a:lnTo>
                <a:close/>
              </a:path>
              <a:path w="2752725" h="308610">
                <a:moveTo>
                  <a:pt x="2752407" y="7620"/>
                </a:moveTo>
                <a:lnTo>
                  <a:pt x="2742907" y="7620"/>
                </a:lnTo>
                <a:lnTo>
                  <a:pt x="2743136" y="2539"/>
                </a:lnTo>
                <a:lnTo>
                  <a:pt x="2743123" y="3810"/>
                </a:lnTo>
                <a:lnTo>
                  <a:pt x="2752648" y="3810"/>
                </a:lnTo>
                <a:lnTo>
                  <a:pt x="2752407" y="7620"/>
                </a:lnTo>
                <a:close/>
              </a:path>
              <a:path w="2752725" h="308610">
                <a:moveTo>
                  <a:pt x="9927" y="7620"/>
                </a:moveTo>
                <a:lnTo>
                  <a:pt x="9804" y="6350"/>
                </a:lnTo>
                <a:lnTo>
                  <a:pt x="9927" y="7620"/>
                </a:lnTo>
                <a:close/>
              </a:path>
              <a:path w="2752725" h="308610">
                <a:moveTo>
                  <a:pt x="2619844" y="140970"/>
                </a:moveTo>
                <a:lnTo>
                  <a:pt x="2586291" y="140970"/>
                </a:lnTo>
                <a:lnTo>
                  <a:pt x="2596921" y="138429"/>
                </a:lnTo>
                <a:lnTo>
                  <a:pt x="2596756" y="138429"/>
                </a:lnTo>
                <a:lnTo>
                  <a:pt x="2607132" y="135889"/>
                </a:lnTo>
                <a:lnTo>
                  <a:pt x="2606967" y="135889"/>
                </a:lnTo>
                <a:lnTo>
                  <a:pt x="2617101" y="132079"/>
                </a:lnTo>
                <a:lnTo>
                  <a:pt x="2616936" y="132079"/>
                </a:lnTo>
                <a:lnTo>
                  <a:pt x="2626791" y="129539"/>
                </a:lnTo>
                <a:lnTo>
                  <a:pt x="2626626" y="129539"/>
                </a:lnTo>
                <a:lnTo>
                  <a:pt x="2636189" y="125729"/>
                </a:lnTo>
                <a:lnTo>
                  <a:pt x="2636024" y="125729"/>
                </a:lnTo>
                <a:lnTo>
                  <a:pt x="2645308" y="121920"/>
                </a:lnTo>
                <a:lnTo>
                  <a:pt x="2645130" y="121920"/>
                </a:lnTo>
                <a:lnTo>
                  <a:pt x="2654096" y="116839"/>
                </a:lnTo>
                <a:lnTo>
                  <a:pt x="2653931" y="116839"/>
                </a:lnTo>
                <a:lnTo>
                  <a:pt x="2662567" y="113029"/>
                </a:lnTo>
                <a:lnTo>
                  <a:pt x="2662389" y="113029"/>
                </a:lnTo>
                <a:lnTo>
                  <a:pt x="2670682" y="107950"/>
                </a:lnTo>
                <a:lnTo>
                  <a:pt x="2670517" y="107950"/>
                </a:lnTo>
                <a:lnTo>
                  <a:pt x="2678455" y="102870"/>
                </a:lnTo>
                <a:lnTo>
                  <a:pt x="2678277" y="102870"/>
                </a:lnTo>
                <a:lnTo>
                  <a:pt x="2685846" y="97789"/>
                </a:lnTo>
                <a:lnTo>
                  <a:pt x="2685669" y="97789"/>
                </a:lnTo>
                <a:lnTo>
                  <a:pt x="2692857" y="92710"/>
                </a:lnTo>
                <a:lnTo>
                  <a:pt x="2692679" y="92710"/>
                </a:lnTo>
                <a:lnTo>
                  <a:pt x="2699461" y="87629"/>
                </a:lnTo>
                <a:lnTo>
                  <a:pt x="2699296" y="87629"/>
                </a:lnTo>
                <a:lnTo>
                  <a:pt x="2705658" y="81279"/>
                </a:lnTo>
                <a:lnTo>
                  <a:pt x="2705493" y="81279"/>
                </a:lnTo>
                <a:lnTo>
                  <a:pt x="2711437" y="74929"/>
                </a:lnTo>
                <a:lnTo>
                  <a:pt x="2711259" y="74929"/>
                </a:lnTo>
                <a:lnTo>
                  <a:pt x="2716771" y="68579"/>
                </a:lnTo>
                <a:lnTo>
                  <a:pt x="2716593" y="68579"/>
                </a:lnTo>
                <a:lnTo>
                  <a:pt x="2721648" y="62229"/>
                </a:lnTo>
                <a:lnTo>
                  <a:pt x="2721482" y="62229"/>
                </a:lnTo>
                <a:lnTo>
                  <a:pt x="2726054" y="55879"/>
                </a:lnTo>
                <a:lnTo>
                  <a:pt x="2725902" y="55879"/>
                </a:lnTo>
                <a:lnTo>
                  <a:pt x="2729992" y="49529"/>
                </a:lnTo>
                <a:lnTo>
                  <a:pt x="2729839" y="49529"/>
                </a:lnTo>
                <a:lnTo>
                  <a:pt x="2733433" y="43179"/>
                </a:lnTo>
                <a:lnTo>
                  <a:pt x="2736380" y="35560"/>
                </a:lnTo>
                <a:lnTo>
                  <a:pt x="2738818" y="29210"/>
                </a:lnTo>
                <a:lnTo>
                  <a:pt x="2740723" y="21589"/>
                </a:lnTo>
                <a:lnTo>
                  <a:pt x="2741460" y="17779"/>
                </a:lnTo>
                <a:lnTo>
                  <a:pt x="2742082" y="13970"/>
                </a:lnTo>
                <a:lnTo>
                  <a:pt x="2742577" y="10160"/>
                </a:lnTo>
                <a:lnTo>
                  <a:pt x="2742920" y="6350"/>
                </a:lnTo>
                <a:lnTo>
                  <a:pt x="2742907" y="7620"/>
                </a:lnTo>
                <a:lnTo>
                  <a:pt x="2752407" y="7620"/>
                </a:lnTo>
                <a:lnTo>
                  <a:pt x="2752013" y="11429"/>
                </a:lnTo>
                <a:lnTo>
                  <a:pt x="2738196" y="54610"/>
                </a:lnTo>
                <a:lnTo>
                  <a:pt x="2733941" y="60960"/>
                </a:lnTo>
                <a:lnTo>
                  <a:pt x="2729191" y="68579"/>
                </a:lnTo>
                <a:lnTo>
                  <a:pt x="2698661" y="100329"/>
                </a:lnTo>
                <a:lnTo>
                  <a:pt x="2691307" y="105410"/>
                </a:lnTo>
                <a:lnTo>
                  <a:pt x="2683560" y="111760"/>
                </a:lnTo>
                <a:lnTo>
                  <a:pt x="2675445" y="116839"/>
                </a:lnTo>
                <a:lnTo>
                  <a:pt x="2666987" y="120650"/>
                </a:lnTo>
                <a:lnTo>
                  <a:pt x="2658173" y="125729"/>
                </a:lnTo>
                <a:lnTo>
                  <a:pt x="2649042" y="130810"/>
                </a:lnTo>
                <a:lnTo>
                  <a:pt x="2639606" y="134620"/>
                </a:lnTo>
                <a:lnTo>
                  <a:pt x="2629865" y="138429"/>
                </a:lnTo>
                <a:lnTo>
                  <a:pt x="2619844" y="140970"/>
                </a:lnTo>
                <a:close/>
              </a:path>
              <a:path w="2752725" h="308610">
                <a:moveTo>
                  <a:pt x="171691" y="140970"/>
                </a:moveTo>
                <a:lnTo>
                  <a:pt x="166433" y="140970"/>
                </a:lnTo>
                <a:lnTo>
                  <a:pt x="166268" y="139700"/>
                </a:lnTo>
                <a:lnTo>
                  <a:pt x="171691" y="140970"/>
                </a:lnTo>
                <a:close/>
              </a:path>
              <a:path w="2752725" h="308610">
                <a:moveTo>
                  <a:pt x="1381125" y="304800"/>
                </a:moveTo>
                <a:lnTo>
                  <a:pt x="1376405" y="272128"/>
                </a:lnTo>
                <a:lnTo>
                  <a:pt x="1376502" y="271779"/>
                </a:lnTo>
                <a:lnTo>
                  <a:pt x="1379054" y="264160"/>
                </a:lnTo>
                <a:lnTo>
                  <a:pt x="1382255" y="256539"/>
                </a:lnTo>
                <a:lnTo>
                  <a:pt x="1386128" y="248920"/>
                </a:lnTo>
                <a:lnTo>
                  <a:pt x="1390383" y="242570"/>
                </a:lnTo>
                <a:lnTo>
                  <a:pt x="1395133" y="234950"/>
                </a:lnTo>
                <a:lnTo>
                  <a:pt x="1425663" y="203200"/>
                </a:lnTo>
                <a:lnTo>
                  <a:pt x="1466151" y="177800"/>
                </a:lnTo>
                <a:lnTo>
                  <a:pt x="1475282" y="173989"/>
                </a:lnTo>
                <a:lnTo>
                  <a:pt x="1484718" y="168910"/>
                </a:lnTo>
                <a:lnTo>
                  <a:pt x="1494459" y="166370"/>
                </a:lnTo>
                <a:lnTo>
                  <a:pt x="1514767" y="158750"/>
                </a:lnTo>
                <a:lnTo>
                  <a:pt x="1536103" y="153670"/>
                </a:lnTo>
                <a:lnTo>
                  <a:pt x="1547101" y="152400"/>
                </a:lnTo>
                <a:lnTo>
                  <a:pt x="1558328" y="149860"/>
                </a:lnTo>
                <a:lnTo>
                  <a:pt x="1581353" y="147320"/>
                </a:lnTo>
                <a:lnTo>
                  <a:pt x="2530881" y="147320"/>
                </a:lnTo>
                <a:lnTo>
                  <a:pt x="2542489" y="146050"/>
                </a:lnTo>
                <a:lnTo>
                  <a:pt x="2542336" y="146050"/>
                </a:lnTo>
                <a:lnTo>
                  <a:pt x="2553779" y="144779"/>
                </a:lnTo>
                <a:lnTo>
                  <a:pt x="2553614" y="144779"/>
                </a:lnTo>
                <a:lnTo>
                  <a:pt x="2564866" y="143510"/>
                </a:lnTo>
                <a:lnTo>
                  <a:pt x="2564714" y="143510"/>
                </a:lnTo>
                <a:lnTo>
                  <a:pt x="2575763" y="142239"/>
                </a:lnTo>
                <a:lnTo>
                  <a:pt x="2575610" y="142239"/>
                </a:lnTo>
                <a:lnTo>
                  <a:pt x="2586456" y="139700"/>
                </a:lnTo>
                <a:lnTo>
                  <a:pt x="2586291" y="140970"/>
                </a:lnTo>
                <a:lnTo>
                  <a:pt x="2619844" y="140970"/>
                </a:lnTo>
                <a:lnTo>
                  <a:pt x="2609557" y="144779"/>
                </a:lnTo>
                <a:lnTo>
                  <a:pt x="2577210" y="152400"/>
                </a:lnTo>
                <a:lnTo>
                  <a:pt x="2542971" y="156210"/>
                </a:lnTo>
                <a:lnTo>
                  <a:pt x="1593443" y="156210"/>
                </a:lnTo>
                <a:lnTo>
                  <a:pt x="1581835" y="157479"/>
                </a:lnTo>
                <a:lnTo>
                  <a:pt x="1581988" y="157479"/>
                </a:lnTo>
                <a:lnTo>
                  <a:pt x="1570545" y="158750"/>
                </a:lnTo>
                <a:lnTo>
                  <a:pt x="1570710" y="158750"/>
                </a:lnTo>
                <a:lnTo>
                  <a:pt x="1559458" y="160020"/>
                </a:lnTo>
                <a:lnTo>
                  <a:pt x="1559610" y="160020"/>
                </a:lnTo>
                <a:lnTo>
                  <a:pt x="1548561" y="161289"/>
                </a:lnTo>
                <a:lnTo>
                  <a:pt x="1548714" y="161289"/>
                </a:lnTo>
                <a:lnTo>
                  <a:pt x="1537868" y="163829"/>
                </a:lnTo>
                <a:lnTo>
                  <a:pt x="1538033" y="163829"/>
                </a:lnTo>
                <a:lnTo>
                  <a:pt x="1532724" y="165100"/>
                </a:lnTo>
                <a:lnTo>
                  <a:pt x="1527568" y="165100"/>
                </a:lnTo>
                <a:lnTo>
                  <a:pt x="1517192" y="168910"/>
                </a:lnTo>
                <a:lnTo>
                  <a:pt x="1517357" y="168910"/>
                </a:lnTo>
                <a:lnTo>
                  <a:pt x="1507223" y="171450"/>
                </a:lnTo>
                <a:lnTo>
                  <a:pt x="1507388" y="171450"/>
                </a:lnTo>
                <a:lnTo>
                  <a:pt x="1497533" y="175260"/>
                </a:lnTo>
                <a:lnTo>
                  <a:pt x="1497698" y="175260"/>
                </a:lnTo>
                <a:lnTo>
                  <a:pt x="1488135" y="177800"/>
                </a:lnTo>
                <a:lnTo>
                  <a:pt x="1488300" y="177800"/>
                </a:lnTo>
                <a:lnTo>
                  <a:pt x="1481337" y="181610"/>
                </a:lnTo>
                <a:lnTo>
                  <a:pt x="1479194" y="181610"/>
                </a:lnTo>
                <a:lnTo>
                  <a:pt x="1470228" y="186689"/>
                </a:lnTo>
                <a:lnTo>
                  <a:pt x="1470393" y="186689"/>
                </a:lnTo>
                <a:lnTo>
                  <a:pt x="1461757" y="190500"/>
                </a:lnTo>
                <a:lnTo>
                  <a:pt x="1461935" y="190500"/>
                </a:lnTo>
                <a:lnTo>
                  <a:pt x="1453641" y="195579"/>
                </a:lnTo>
                <a:lnTo>
                  <a:pt x="1453807" y="195579"/>
                </a:lnTo>
                <a:lnTo>
                  <a:pt x="1445869" y="200660"/>
                </a:lnTo>
                <a:lnTo>
                  <a:pt x="1446047" y="200660"/>
                </a:lnTo>
                <a:lnTo>
                  <a:pt x="1438478" y="205739"/>
                </a:lnTo>
                <a:lnTo>
                  <a:pt x="1438655" y="205739"/>
                </a:lnTo>
                <a:lnTo>
                  <a:pt x="1431467" y="210820"/>
                </a:lnTo>
                <a:lnTo>
                  <a:pt x="1431645" y="210820"/>
                </a:lnTo>
                <a:lnTo>
                  <a:pt x="1424863" y="217170"/>
                </a:lnTo>
                <a:lnTo>
                  <a:pt x="1425028" y="217170"/>
                </a:lnTo>
                <a:lnTo>
                  <a:pt x="1418666" y="222250"/>
                </a:lnTo>
                <a:lnTo>
                  <a:pt x="1418831" y="222250"/>
                </a:lnTo>
                <a:lnTo>
                  <a:pt x="1412887" y="228600"/>
                </a:lnTo>
                <a:lnTo>
                  <a:pt x="1413065" y="228600"/>
                </a:lnTo>
                <a:lnTo>
                  <a:pt x="1407553" y="234950"/>
                </a:lnTo>
                <a:lnTo>
                  <a:pt x="1407731" y="234950"/>
                </a:lnTo>
                <a:lnTo>
                  <a:pt x="1402676" y="241300"/>
                </a:lnTo>
                <a:lnTo>
                  <a:pt x="1402841" y="241300"/>
                </a:lnTo>
                <a:lnTo>
                  <a:pt x="1398270" y="247650"/>
                </a:lnTo>
                <a:lnTo>
                  <a:pt x="1398422" y="247650"/>
                </a:lnTo>
                <a:lnTo>
                  <a:pt x="1394333" y="254000"/>
                </a:lnTo>
                <a:lnTo>
                  <a:pt x="1394485" y="254000"/>
                </a:lnTo>
                <a:lnTo>
                  <a:pt x="1391490" y="260350"/>
                </a:lnTo>
                <a:lnTo>
                  <a:pt x="1391018" y="260350"/>
                </a:lnTo>
                <a:lnTo>
                  <a:pt x="1387944" y="267970"/>
                </a:lnTo>
                <a:lnTo>
                  <a:pt x="1385931" y="274320"/>
                </a:lnTo>
                <a:lnTo>
                  <a:pt x="1385608" y="274320"/>
                </a:lnTo>
                <a:lnTo>
                  <a:pt x="1383601" y="281939"/>
                </a:lnTo>
                <a:lnTo>
                  <a:pt x="1382864" y="285750"/>
                </a:lnTo>
                <a:lnTo>
                  <a:pt x="1382242" y="289560"/>
                </a:lnTo>
                <a:lnTo>
                  <a:pt x="1381747" y="293370"/>
                </a:lnTo>
                <a:lnTo>
                  <a:pt x="1381417" y="297179"/>
                </a:lnTo>
                <a:lnTo>
                  <a:pt x="1381201" y="300989"/>
                </a:lnTo>
                <a:lnTo>
                  <a:pt x="1381125" y="304800"/>
                </a:lnTo>
                <a:close/>
              </a:path>
              <a:path w="2752725" h="308610">
                <a:moveTo>
                  <a:pt x="1273708" y="182879"/>
                </a:moveTo>
                <a:lnTo>
                  <a:pt x="1264424" y="177800"/>
                </a:lnTo>
                <a:lnTo>
                  <a:pt x="1264589" y="177800"/>
                </a:lnTo>
                <a:lnTo>
                  <a:pt x="1255026" y="175260"/>
                </a:lnTo>
                <a:lnTo>
                  <a:pt x="1255191" y="175260"/>
                </a:lnTo>
                <a:lnTo>
                  <a:pt x="1245336" y="171450"/>
                </a:lnTo>
                <a:lnTo>
                  <a:pt x="1245501" y="171450"/>
                </a:lnTo>
                <a:lnTo>
                  <a:pt x="1235367" y="168910"/>
                </a:lnTo>
                <a:lnTo>
                  <a:pt x="1235532" y="168910"/>
                </a:lnTo>
                <a:lnTo>
                  <a:pt x="1225156" y="165100"/>
                </a:lnTo>
                <a:lnTo>
                  <a:pt x="1255090" y="165100"/>
                </a:lnTo>
                <a:lnTo>
                  <a:pt x="1258430" y="166370"/>
                </a:lnTo>
                <a:lnTo>
                  <a:pt x="1268171" y="168910"/>
                </a:lnTo>
                <a:lnTo>
                  <a:pt x="1277620" y="173989"/>
                </a:lnTo>
                <a:lnTo>
                  <a:pt x="1286751" y="177800"/>
                </a:lnTo>
                <a:lnTo>
                  <a:pt x="1293352" y="181610"/>
                </a:lnTo>
                <a:lnTo>
                  <a:pt x="1273530" y="181610"/>
                </a:lnTo>
                <a:lnTo>
                  <a:pt x="1273708" y="182879"/>
                </a:lnTo>
                <a:close/>
              </a:path>
              <a:path w="2752725" h="308610">
                <a:moveTo>
                  <a:pt x="1527416" y="166370"/>
                </a:moveTo>
                <a:lnTo>
                  <a:pt x="1527568" y="165100"/>
                </a:lnTo>
                <a:lnTo>
                  <a:pt x="1532724" y="165100"/>
                </a:lnTo>
                <a:lnTo>
                  <a:pt x="1527416" y="166370"/>
                </a:lnTo>
                <a:close/>
              </a:path>
              <a:path w="2752725" h="308610">
                <a:moveTo>
                  <a:pt x="1361833" y="261620"/>
                </a:moveTo>
                <a:lnTo>
                  <a:pt x="1358239" y="254000"/>
                </a:lnTo>
                <a:lnTo>
                  <a:pt x="1358391" y="254000"/>
                </a:lnTo>
                <a:lnTo>
                  <a:pt x="1354302" y="247650"/>
                </a:lnTo>
                <a:lnTo>
                  <a:pt x="1354454" y="247650"/>
                </a:lnTo>
                <a:lnTo>
                  <a:pt x="1349883" y="241300"/>
                </a:lnTo>
                <a:lnTo>
                  <a:pt x="1350048" y="241300"/>
                </a:lnTo>
                <a:lnTo>
                  <a:pt x="1344993" y="234950"/>
                </a:lnTo>
                <a:lnTo>
                  <a:pt x="1345171" y="234950"/>
                </a:lnTo>
                <a:lnTo>
                  <a:pt x="1339659" y="228600"/>
                </a:lnTo>
                <a:lnTo>
                  <a:pt x="1339837" y="228600"/>
                </a:lnTo>
                <a:lnTo>
                  <a:pt x="1333893" y="222250"/>
                </a:lnTo>
                <a:lnTo>
                  <a:pt x="1334058" y="222250"/>
                </a:lnTo>
                <a:lnTo>
                  <a:pt x="1327696" y="217170"/>
                </a:lnTo>
                <a:lnTo>
                  <a:pt x="1327861" y="217170"/>
                </a:lnTo>
                <a:lnTo>
                  <a:pt x="1321079" y="210820"/>
                </a:lnTo>
                <a:lnTo>
                  <a:pt x="1321257" y="210820"/>
                </a:lnTo>
                <a:lnTo>
                  <a:pt x="1314069" y="205739"/>
                </a:lnTo>
                <a:lnTo>
                  <a:pt x="1314246" y="205739"/>
                </a:lnTo>
                <a:lnTo>
                  <a:pt x="1306677" y="200660"/>
                </a:lnTo>
                <a:lnTo>
                  <a:pt x="1306855" y="200660"/>
                </a:lnTo>
                <a:lnTo>
                  <a:pt x="1298917" y="195579"/>
                </a:lnTo>
                <a:lnTo>
                  <a:pt x="1299083" y="195579"/>
                </a:lnTo>
                <a:lnTo>
                  <a:pt x="1290789" y="190500"/>
                </a:lnTo>
                <a:lnTo>
                  <a:pt x="1290967" y="190500"/>
                </a:lnTo>
                <a:lnTo>
                  <a:pt x="1282331" y="186689"/>
                </a:lnTo>
                <a:lnTo>
                  <a:pt x="1282496" y="186689"/>
                </a:lnTo>
                <a:lnTo>
                  <a:pt x="1273530" y="181610"/>
                </a:lnTo>
                <a:lnTo>
                  <a:pt x="1293352" y="181610"/>
                </a:lnTo>
                <a:lnTo>
                  <a:pt x="1295552" y="182879"/>
                </a:lnTo>
                <a:lnTo>
                  <a:pt x="1334211" y="209550"/>
                </a:lnTo>
                <a:lnTo>
                  <a:pt x="1362494" y="242570"/>
                </a:lnTo>
                <a:lnTo>
                  <a:pt x="1366596" y="248920"/>
                </a:lnTo>
                <a:lnTo>
                  <a:pt x="1370469" y="256539"/>
                </a:lnTo>
                <a:lnTo>
                  <a:pt x="1372069" y="260350"/>
                </a:lnTo>
                <a:lnTo>
                  <a:pt x="1361706" y="260350"/>
                </a:lnTo>
                <a:lnTo>
                  <a:pt x="1361833" y="261620"/>
                </a:lnTo>
                <a:close/>
              </a:path>
              <a:path w="2752725" h="308610">
                <a:moveTo>
                  <a:pt x="1479016" y="182879"/>
                </a:moveTo>
                <a:lnTo>
                  <a:pt x="1479194" y="181610"/>
                </a:lnTo>
                <a:lnTo>
                  <a:pt x="1481337" y="181610"/>
                </a:lnTo>
                <a:lnTo>
                  <a:pt x="1479016" y="182879"/>
                </a:lnTo>
                <a:close/>
              </a:path>
              <a:path w="2752725" h="308610">
                <a:moveTo>
                  <a:pt x="1367218" y="275589"/>
                </a:moveTo>
                <a:lnTo>
                  <a:pt x="1364665" y="267970"/>
                </a:lnTo>
                <a:lnTo>
                  <a:pt x="1361706" y="260350"/>
                </a:lnTo>
                <a:lnTo>
                  <a:pt x="1372069" y="260350"/>
                </a:lnTo>
                <a:lnTo>
                  <a:pt x="1373670" y="264160"/>
                </a:lnTo>
                <a:lnTo>
                  <a:pt x="1376324" y="271779"/>
                </a:lnTo>
                <a:lnTo>
                  <a:pt x="1376405" y="272128"/>
                </a:lnTo>
                <a:lnTo>
                  <a:pt x="1375799" y="274320"/>
                </a:lnTo>
                <a:lnTo>
                  <a:pt x="1367116" y="274320"/>
                </a:lnTo>
                <a:lnTo>
                  <a:pt x="1367218" y="275589"/>
                </a:lnTo>
                <a:close/>
              </a:path>
              <a:path w="2752725" h="308610">
                <a:moveTo>
                  <a:pt x="1390891" y="261620"/>
                </a:moveTo>
                <a:lnTo>
                  <a:pt x="1391018" y="260350"/>
                </a:lnTo>
                <a:lnTo>
                  <a:pt x="1391490" y="260350"/>
                </a:lnTo>
                <a:lnTo>
                  <a:pt x="1390891" y="261620"/>
                </a:lnTo>
                <a:close/>
              </a:path>
              <a:path w="2752725" h="308610">
                <a:moveTo>
                  <a:pt x="1378712" y="308610"/>
                </a:moveTo>
                <a:lnTo>
                  <a:pt x="1374013" y="308610"/>
                </a:lnTo>
                <a:lnTo>
                  <a:pt x="1372742" y="307339"/>
                </a:lnTo>
                <a:lnTo>
                  <a:pt x="1371917" y="306070"/>
                </a:lnTo>
                <a:lnTo>
                  <a:pt x="1371600" y="304800"/>
                </a:lnTo>
                <a:lnTo>
                  <a:pt x="1371688" y="299720"/>
                </a:lnTo>
                <a:lnTo>
                  <a:pt x="1371917" y="295910"/>
                </a:lnTo>
                <a:lnTo>
                  <a:pt x="1372311" y="292100"/>
                </a:lnTo>
                <a:lnTo>
                  <a:pt x="1372844" y="288289"/>
                </a:lnTo>
                <a:lnTo>
                  <a:pt x="1373543" y="284479"/>
                </a:lnTo>
                <a:lnTo>
                  <a:pt x="1374394" y="279400"/>
                </a:lnTo>
                <a:lnTo>
                  <a:pt x="1381125" y="304800"/>
                </a:lnTo>
                <a:lnTo>
                  <a:pt x="1380807" y="306070"/>
                </a:lnTo>
                <a:lnTo>
                  <a:pt x="1379982" y="307339"/>
                </a:lnTo>
                <a:lnTo>
                  <a:pt x="1378712" y="308610"/>
                </a:lnTo>
                <a:close/>
              </a:path>
              <a:path w="2752725" h="308610">
                <a:moveTo>
                  <a:pt x="1371600" y="304800"/>
                </a:moveTo>
                <a:lnTo>
                  <a:pt x="1371523" y="300989"/>
                </a:lnTo>
                <a:lnTo>
                  <a:pt x="1371307" y="297179"/>
                </a:lnTo>
                <a:lnTo>
                  <a:pt x="1370952" y="293370"/>
                </a:lnTo>
                <a:lnTo>
                  <a:pt x="1370457" y="289560"/>
                </a:lnTo>
                <a:lnTo>
                  <a:pt x="1369834" y="285750"/>
                </a:lnTo>
                <a:lnTo>
                  <a:pt x="1369072" y="281939"/>
                </a:lnTo>
                <a:lnTo>
                  <a:pt x="1367116" y="274320"/>
                </a:lnTo>
                <a:lnTo>
                  <a:pt x="1375799" y="274320"/>
                </a:lnTo>
                <a:lnTo>
                  <a:pt x="1374394" y="279400"/>
                </a:lnTo>
                <a:lnTo>
                  <a:pt x="1373543" y="284479"/>
                </a:lnTo>
                <a:lnTo>
                  <a:pt x="1372844" y="288289"/>
                </a:lnTo>
                <a:lnTo>
                  <a:pt x="1372311" y="292100"/>
                </a:lnTo>
                <a:lnTo>
                  <a:pt x="1371917" y="295910"/>
                </a:lnTo>
                <a:lnTo>
                  <a:pt x="1371688" y="299720"/>
                </a:lnTo>
                <a:lnTo>
                  <a:pt x="1371600" y="304800"/>
                </a:lnTo>
                <a:close/>
              </a:path>
              <a:path w="2752725" h="308610">
                <a:moveTo>
                  <a:pt x="1385506" y="275589"/>
                </a:moveTo>
                <a:lnTo>
                  <a:pt x="1385608" y="274320"/>
                </a:lnTo>
                <a:lnTo>
                  <a:pt x="1385931" y="274320"/>
                </a:lnTo>
                <a:lnTo>
                  <a:pt x="1385506" y="2755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42</a:t>
            </a:fld>
            <a:endParaRPr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91540"/>
            <a:ext cx="21056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Next</a:t>
            </a:r>
            <a:r>
              <a:rPr sz="3600" u="heavy" spc="-6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step: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43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14016"/>
            <a:ext cx="6938009" cy="1781175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0"/>
              </a:spcBef>
            </a:pPr>
            <a:r>
              <a:rPr sz="3200" spc="-5" dirty="0">
                <a:latin typeface="Tahoma"/>
                <a:cs typeface="Tahoma"/>
              </a:rPr>
              <a:t>Show that rules #1,2,3 </a:t>
            </a:r>
            <a:r>
              <a:rPr sz="3200" i="1" dirty="0">
                <a:latin typeface="Symbol"/>
                <a:cs typeface="Symbol"/>
              </a:rPr>
              <a:t></a:t>
            </a:r>
            <a:r>
              <a:rPr sz="3200" i="1" spc="18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ahoma"/>
                <a:cs typeface="Tahoma"/>
              </a:rPr>
              <a:t>conflict-</a:t>
            </a:r>
            <a:endParaRPr sz="3200">
              <a:latin typeface="Tahoma"/>
              <a:cs typeface="Tahoma"/>
            </a:endParaRPr>
          </a:p>
          <a:p>
            <a:pPr marL="4965700" marR="5080">
              <a:lnSpc>
                <a:spcPct val="119900"/>
              </a:lnSpc>
              <a:spcBef>
                <a:spcPts val="5"/>
              </a:spcBef>
            </a:pPr>
            <a:r>
              <a:rPr sz="3200" spc="-5" dirty="0">
                <a:latin typeface="Tahoma"/>
                <a:cs typeface="Tahoma"/>
              </a:rPr>
              <a:t>se</a:t>
            </a:r>
            <a:r>
              <a:rPr sz="3200" dirty="0">
                <a:latin typeface="Tahoma"/>
                <a:cs typeface="Tahoma"/>
              </a:rPr>
              <a:t>r</a:t>
            </a:r>
            <a:r>
              <a:rPr sz="3200" spc="-5" dirty="0">
                <a:latin typeface="Tahoma"/>
                <a:cs typeface="Tahoma"/>
              </a:rPr>
              <a:t>ializabl</a:t>
            </a:r>
            <a:r>
              <a:rPr sz="3200" dirty="0">
                <a:latin typeface="Tahoma"/>
                <a:cs typeface="Tahoma"/>
              </a:rPr>
              <a:t>e  </a:t>
            </a:r>
            <a:r>
              <a:rPr sz="3200" spc="-5" dirty="0">
                <a:latin typeface="Tahoma"/>
                <a:cs typeface="Tahoma"/>
              </a:rPr>
              <a:t>schedules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2012949"/>
            <a:ext cx="51568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204210" algn="l"/>
              </a:tabLst>
            </a:pPr>
            <a:r>
              <a:rPr u="heavy" spc="-5" dirty="0">
                <a:uFill>
                  <a:solidFill>
                    <a:srgbClr val="000000"/>
                  </a:solidFill>
                </a:uFill>
              </a:rPr>
              <a:t>Conflict</a:t>
            </a:r>
            <a:r>
              <a:rPr u="heavy" spc="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heavy" spc="-5" dirty="0">
                <a:uFill>
                  <a:solidFill>
                    <a:srgbClr val="000000"/>
                  </a:solidFill>
                </a:uFill>
              </a:rPr>
              <a:t>rules</a:t>
            </a:r>
            <a:r>
              <a:rPr u="heavy" spc="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heavy" spc="-15" dirty="0">
                <a:uFill>
                  <a:solidFill>
                    <a:srgbClr val="000000"/>
                  </a:solidFill>
                </a:uFill>
              </a:rPr>
              <a:t>for</a:t>
            </a:r>
            <a:r>
              <a:rPr spc="-15" dirty="0"/>
              <a:t>	</a:t>
            </a:r>
            <a:r>
              <a:rPr spc="-5" dirty="0"/>
              <a:t>l</a:t>
            </a:r>
            <a:r>
              <a:rPr sz="2000" spc="-5" dirty="0"/>
              <a:t>i</a:t>
            </a:r>
            <a:r>
              <a:rPr spc="-5" dirty="0"/>
              <a:t>(A),</a:t>
            </a:r>
            <a:r>
              <a:rPr spc="-60" dirty="0"/>
              <a:t> </a:t>
            </a:r>
            <a:r>
              <a:rPr spc="-5" dirty="0"/>
              <a:t>u</a:t>
            </a:r>
            <a:r>
              <a:rPr sz="2000" spc="-5" dirty="0"/>
              <a:t>i</a:t>
            </a:r>
            <a:r>
              <a:rPr spc="-5" dirty="0"/>
              <a:t>(A):</a:t>
            </a:r>
            <a:endParaRPr sz="20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44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3086226"/>
            <a:ext cx="6769100" cy="221869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l</a:t>
            </a:r>
            <a:r>
              <a:rPr sz="2000" spc="-5" dirty="0">
                <a:latin typeface="Tahoma"/>
                <a:cs typeface="Tahoma"/>
              </a:rPr>
              <a:t>i</a:t>
            </a:r>
            <a:r>
              <a:rPr sz="3200" spc="-5" dirty="0">
                <a:latin typeface="Tahoma"/>
                <a:cs typeface="Tahoma"/>
              </a:rPr>
              <a:t>(A), l</a:t>
            </a:r>
            <a:r>
              <a:rPr sz="2000" spc="-5" dirty="0">
                <a:latin typeface="Tahoma"/>
                <a:cs typeface="Tahoma"/>
              </a:rPr>
              <a:t>j</a:t>
            </a:r>
            <a:r>
              <a:rPr sz="3200" spc="-5" dirty="0">
                <a:latin typeface="Tahoma"/>
                <a:cs typeface="Tahoma"/>
              </a:rPr>
              <a:t>(A)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conflict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l</a:t>
            </a:r>
            <a:r>
              <a:rPr sz="2000" spc="-5" dirty="0">
                <a:latin typeface="Tahoma"/>
                <a:cs typeface="Tahoma"/>
              </a:rPr>
              <a:t>i</a:t>
            </a:r>
            <a:r>
              <a:rPr sz="3200" spc="-5" dirty="0">
                <a:latin typeface="Tahoma"/>
                <a:cs typeface="Tahoma"/>
              </a:rPr>
              <a:t>(A), u</a:t>
            </a:r>
            <a:r>
              <a:rPr sz="2000" spc="-5" dirty="0">
                <a:latin typeface="Tahoma"/>
                <a:cs typeface="Tahoma"/>
              </a:rPr>
              <a:t>j</a:t>
            </a:r>
            <a:r>
              <a:rPr sz="3200" spc="-5" dirty="0">
                <a:latin typeface="Tahoma"/>
                <a:cs typeface="Tahoma"/>
              </a:rPr>
              <a:t>(A)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conflict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42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Tahoma"/>
                <a:cs typeface="Tahoma"/>
              </a:rPr>
              <a:t>Note: </a:t>
            </a:r>
            <a:r>
              <a:rPr sz="2400" dirty="0">
                <a:latin typeface="Tahoma"/>
                <a:cs typeface="Tahoma"/>
              </a:rPr>
              <a:t>no </a:t>
            </a:r>
            <a:r>
              <a:rPr sz="2400" spc="-5" dirty="0">
                <a:latin typeface="Tahoma"/>
                <a:cs typeface="Tahoma"/>
              </a:rPr>
              <a:t>conflict </a:t>
            </a:r>
            <a:r>
              <a:rPr sz="2400" dirty="0">
                <a:latin typeface="Tahoma"/>
                <a:cs typeface="Tahoma"/>
              </a:rPr>
              <a:t>&lt; </a:t>
            </a:r>
            <a:r>
              <a:rPr sz="2400" spc="-5" dirty="0">
                <a:latin typeface="Tahoma"/>
                <a:cs typeface="Tahoma"/>
              </a:rPr>
              <a:t>u</a:t>
            </a:r>
            <a:r>
              <a:rPr sz="1800" spc="-5" dirty="0">
                <a:latin typeface="Tahoma"/>
                <a:cs typeface="Tahoma"/>
              </a:rPr>
              <a:t>i</a:t>
            </a:r>
            <a:r>
              <a:rPr sz="2400" spc="-5" dirty="0">
                <a:latin typeface="Tahoma"/>
                <a:cs typeface="Tahoma"/>
              </a:rPr>
              <a:t>(A), u</a:t>
            </a:r>
            <a:r>
              <a:rPr sz="1800" spc="-5" dirty="0">
                <a:latin typeface="Tahoma"/>
                <a:cs typeface="Tahoma"/>
              </a:rPr>
              <a:t>j</a:t>
            </a:r>
            <a:r>
              <a:rPr sz="2400" spc="-5" dirty="0">
                <a:latin typeface="Tahoma"/>
                <a:cs typeface="Tahoma"/>
              </a:rPr>
              <a:t>(A)&gt;, </a:t>
            </a:r>
            <a:r>
              <a:rPr sz="2400" dirty="0">
                <a:latin typeface="Tahoma"/>
                <a:cs typeface="Tahoma"/>
              </a:rPr>
              <a:t>&lt; </a:t>
            </a:r>
            <a:r>
              <a:rPr sz="2400" spc="-5" dirty="0">
                <a:latin typeface="Tahoma"/>
                <a:cs typeface="Tahoma"/>
              </a:rPr>
              <a:t>l</a:t>
            </a:r>
            <a:r>
              <a:rPr sz="1800" spc="-5" dirty="0">
                <a:latin typeface="Tahoma"/>
                <a:cs typeface="Tahoma"/>
              </a:rPr>
              <a:t>i</a:t>
            </a:r>
            <a:r>
              <a:rPr sz="2400" spc="-5" dirty="0">
                <a:latin typeface="Tahoma"/>
                <a:cs typeface="Tahoma"/>
              </a:rPr>
              <a:t>(A),</a:t>
            </a:r>
            <a:r>
              <a:rPr sz="2400" spc="4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r</a:t>
            </a:r>
            <a:r>
              <a:rPr sz="1800" spc="-5" dirty="0">
                <a:latin typeface="Tahoma"/>
                <a:cs typeface="Tahoma"/>
              </a:rPr>
              <a:t>j</a:t>
            </a:r>
            <a:r>
              <a:rPr sz="2400" spc="-5" dirty="0">
                <a:latin typeface="Tahoma"/>
                <a:cs typeface="Tahoma"/>
              </a:rPr>
              <a:t>(A)&gt;,...</a:t>
            </a:r>
            <a:endParaRPr sz="2400">
              <a:latin typeface="Tahoma"/>
              <a:cs typeface="Tahom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68EF1628-EF16-FFB7-8F86-1F94075CD212}"/>
                  </a:ext>
                </a:extLst>
              </p14:cNvPr>
              <p14:cNvContentPartPr/>
              <p14:nvPr/>
            </p14:nvContentPartPr>
            <p14:xfrm>
              <a:off x="797499" y="2141845"/>
              <a:ext cx="4821120" cy="13536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68EF1628-EF16-FFB7-8F86-1F94075CD21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3859" y="2034205"/>
                <a:ext cx="4928760" cy="35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CD8379B8-807A-5DFC-2F67-6D081E85883E}"/>
                  </a:ext>
                </a:extLst>
              </p14:cNvPr>
              <p14:cNvContentPartPr/>
              <p14:nvPr/>
            </p14:nvContentPartPr>
            <p14:xfrm>
              <a:off x="815499" y="3351805"/>
              <a:ext cx="3349080" cy="6408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CD8379B8-807A-5DFC-2F67-6D081E85883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1499" y="3244165"/>
                <a:ext cx="345672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009D45DF-6E3D-8E6E-72CC-3A6EB4EDF82C}"/>
                  </a:ext>
                </a:extLst>
              </p14:cNvPr>
              <p14:cNvContentPartPr/>
              <p14:nvPr/>
            </p14:nvContentPartPr>
            <p14:xfrm>
              <a:off x="708219" y="4050565"/>
              <a:ext cx="3578400" cy="101160"/>
            </p14:xfrm>
          </p:contentPart>
        </mc:Choice>
        <mc:Fallback xmlns=""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009D45DF-6E3D-8E6E-72CC-3A6EB4EDF82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54219" y="3942565"/>
                <a:ext cx="3686040" cy="316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6427" y="1052194"/>
            <a:ext cx="636016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864995" algn="l"/>
                <a:tab pos="4417695" algn="l"/>
                <a:tab pos="5073015" algn="l"/>
              </a:tabLst>
            </a:pPr>
            <a:r>
              <a:rPr sz="3200" u="heavy" spc="-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Theorem</a:t>
            </a:r>
            <a:r>
              <a:rPr sz="3200" spc="-5" dirty="0">
                <a:latin typeface="Tahoma"/>
                <a:cs typeface="Tahoma"/>
              </a:rPr>
              <a:t>	</a:t>
            </a:r>
            <a:r>
              <a:rPr sz="3200" spc="-10" dirty="0">
                <a:latin typeface="Tahoma"/>
                <a:cs typeface="Tahoma"/>
              </a:rPr>
              <a:t>Rules</a:t>
            </a:r>
            <a:r>
              <a:rPr sz="3200" spc="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#1,2,3	</a:t>
            </a:r>
            <a:r>
              <a:rPr sz="3200" i="1" dirty="0">
                <a:latin typeface="Symbol"/>
                <a:cs typeface="Symbol"/>
              </a:rPr>
              <a:t>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5" dirty="0">
                <a:latin typeface="Tahoma"/>
                <a:cs typeface="Tahoma"/>
              </a:rPr>
              <a:t>conflict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45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090227" y="1637664"/>
            <a:ext cx="98488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(2PL</a:t>
            </a:r>
            <a:r>
              <a:rPr sz="3200" dirty="0">
                <a:latin typeface="Tahoma"/>
                <a:cs typeface="Tahoma"/>
              </a:rPr>
              <a:t>)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06427" y="1541272"/>
            <a:ext cx="1985010" cy="1195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900"/>
              </a:lnSpc>
              <a:spcBef>
                <a:spcPts val="100"/>
              </a:spcBef>
            </a:pPr>
            <a:r>
              <a:rPr sz="3200" spc="-5" dirty="0">
                <a:latin typeface="Tahoma"/>
                <a:cs typeface="Tahoma"/>
              </a:rPr>
              <a:t>se</a:t>
            </a:r>
            <a:r>
              <a:rPr sz="3200" dirty="0">
                <a:latin typeface="Tahoma"/>
                <a:cs typeface="Tahoma"/>
              </a:rPr>
              <a:t>r</a:t>
            </a:r>
            <a:r>
              <a:rPr sz="3200" spc="-5" dirty="0">
                <a:latin typeface="Tahoma"/>
                <a:cs typeface="Tahoma"/>
              </a:rPr>
              <a:t>ializabl</a:t>
            </a:r>
            <a:r>
              <a:rPr sz="3200" dirty="0">
                <a:latin typeface="Tahoma"/>
                <a:cs typeface="Tahoma"/>
              </a:rPr>
              <a:t>e  </a:t>
            </a:r>
            <a:r>
              <a:rPr sz="3200" spc="-5" dirty="0">
                <a:latin typeface="Tahoma"/>
                <a:cs typeface="Tahoma"/>
              </a:rPr>
              <a:t>schedule</a:t>
            </a:r>
            <a:endParaRPr sz="32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3051174"/>
            <a:ext cx="29851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65" dirty="0">
                <a:latin typeface="Tahoma"/>
                <a:cs typeface="Tahoma"/>
              </a:rPr>
              <a:t>To </a:t>
            </a:r>
            <a:r>
              <a:rPr sz="3200" spc="-5" dirty="0">
                <a:latin typeface="Tahoma"/>
                <a:cs typeface="Tahoma"/>
              </a:rPr>
              <a:t>help in</a:t>
            </a:r>
            <a:r>
              <a:rPr sz="3200" spc="8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proof: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4540" y="3634740"/>
            <a:ext cx="173418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u="heavy" spc="-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Definition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80689" y="3634740"/>
            <a:ext cx="4662170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39750" marR="5080" indent="-52705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ahoma"/>
                <a:cs typeface="Tahoma"/>
              </a:rPr>
              <a:t>Shrink(Ti) = SH(Ti) =  </a:t>
            </a:r>
            <a:r>
              <a:rPr sz="3200" spc="-5" dirty="0">
                <a:latin typeface="Tahoma"/>
                <a:cs typeface="Tahoma"/>
              </a:rPr>
              <a:t>first unlock action of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Ti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67057" y="2854324"/>
            <a:ext cx="199263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20" dirty="0">
                <a:latin typeface="Tahoma"/>
                <a:cs typeface="Tahoma"/>
              </a:rPr>
              <a:t>p,q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conflict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0227" y="219836"/>
            <a:ext cx="4685030" cy="373443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850"/>
              </a:spcBef>
            </a:pPr>
            <a:r>
              <a:rPr sz="3200" u="heavy" spc="-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Lemma</a:t>
            </a:r>
            <a:endParaRPr sz="3200" dirty="0">
              <a:latin typeface="Tahoma"/>
              <a:cs typeface="Tahoma"/>
            </a:endParaRPr>
          </a:p>
          <a:p>
            <a:pPr marL="137795">
              <a:lnSpc>
                <a:spcPct val="100000"/>
              </a:lnSpc>
              <a:spcBef>
                <a:spcPts val="750"/>
              </a:spcBef>
            </a:pPr>
            <a:r>
              <a:rPr sz="3200" spc="-5" dirty="0">
                <a:latin typeface="Tahoma"/>
                <a:cs typeface="Tahoma"/>
              </a:rPr>
              <a:t>Ti </a:t>
            </a:r>
            <a:r>
              <a:rPr sz="3200" i="1" dirty="0">
                <a:latin typeface="Symbol"/>
                <a:cs typeface="Symbol"/>
              </a:rPr>
              <a:t></a:t>
            </a:r>
            <a:r>
              <a:rPr sz="3200" i="1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ahoma"/>
                <a:cs typeface="Tahoma"/>
              </a:rPr>
              <a:t>Tj in </a:t>
            </a:r>
            <a:r>
              <a:rPr sz="3200" dirty="0">
                <a:latin typeface="Tahoma"/>
                <a:cs typeface="Tahoma"/>
              </a:rPr>
              <a:t>S </a:t>
            </a:r>
            <a:r>
              <a:rPr sz="3200" i="1" dirty="0">
                <a:latin typeface="Symbol"/>
                <a:cs typeface="Symbol"/>
              </a:rPr>
              <a:t></a:t>
            </a:r>
            <a:r>
              <a:rPr sz="3200" i="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ahoma"/>
                <a:cs typeface="Tahoma"/>
              </a:rPr>
              <a:t>SH(Ti)</a:t>
            </a:r>
            <a:r>
              <a:rPr sz="3200" spc="340" dirty="0">
                <a:latin typeface="Tahoma"/>
                <a:cs typeface="Tahoma"/>
              </a:rPr>
              <a:t> </a:t>
            </a:r>
            <a:r>
              <a:rPr sz="3200" spc="5" dirty="0">
                <a:latin typeface="Tahoma"/>
                <a:cs typeface="Tahoma"/>
              </a:rPr>
              <a:t>&lt;</a:t>
            </a:r>
            <a:r>
              <a:rPr sz="3075" spc="7" baseline="-17615" dirty="0">
                <a:latin typeface="Tahoma"/>
                <a:cs typeface="Tahoma"/>
              </a:rPr>
              <a:t>S</a:t>
            </a:r>
            <a:endParaRPr sz="3075" baseline="-17615" dirty="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2370"/>
              </a:spcBef>
            </a:pPr>
            <a:r>
              <a:rPr sz="3200" u="heavy" spc="-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Proof of</a:t>
            </a:r>
            <a:r>
              <a:rPr sz="3200" u="heavy" spc="-1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3200" u="heavy" spc="-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lemma:</a:t>
            </a:r>
            <a:endParaRPr sz="3200" dirty="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750"/>
              </a:spcBef>
            </a:pPr>
            <a:r>
              <a:rPr sz="3200" spc="-5" dirty="0">
                <a:latin typeface="Tahoma"/>
                <a:cs typeface="Tahoma"/>
              </a:rPr>
              <a:t>Ti </a:t>
            </a:r>
            <a:r>
              <a:rPr sz="3200" i="1" dirty="0">
                <a:latin typeface="Symbol"/>
                <a:cs typeface="Symbol"/>
              </a:rPr>
              <a:t></a:t>
            </a:r>
            <a:r>
              <a:rPr sz="3200" i="1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ahoma"/>
                <a:cs typeface="Tahoma"/>
              </a:rPr>
              <a:t>Tj means</a:t>
            </a:r>
            <a:r>
              <a:rPr sz="3200" spc="17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that</a:t>
            </a:r>
            <a:endParaRPr sz="3200" dirty="0">
              <a:latin typeface="Tahoma"/>
              <a:cs typeface="Tahoma"/>
            </a:endParaRPr>
          </a:p>
          <a:p>
            <a:pPr marL="38100" marR="55244" indent="342900">
              <a:lnSpc>
                <a:spcPts val="4620"/>
              </a:lnSpc>
              <a:spcBef>
                <a:spcPts val="270"/>
              </a:spcBef>
              <a:tabLst>
                <a:tab pos="3166745" algn="l"/>
              </a:tabLst>
            </a:pPr>
            <a:r>
              <a:rPr sz="3200" dirty="0">
                <a:latin typeface="Tahoma"/>
                <a:cs typeface="Tahoma"/>
              </a:rPr>
              <a:t>S = … </a:t>
            </a:r>
            <a:r>
              <a:rPr sz="3200" spc="-5" dirty="0">
                <a:latin typeface="Tahoma"/>
                <a:cs typeface="Tahoma"/>
              </a:rPr>
              <a:t>p</a:t>
            </a:r>
            <a:r>
              <a:rPr sz="2000" spc="-5" dirty="0">
                <a:latin typeface="Tahoma"/>
                <a:cs typeface="Tahoma"/>
              </a:rPr>
              <a:t>i</a:t>
            </a:r>
            <a:r>
              <a:rPr sz="3200" spc="-5" dirty="0">
                <a:latin typeface="Tahoma"/>
                <a:cs typeface="Tahoma"/>
              </a:rPr>
              <a:t>(A)</a:t>
            </a:r>
            <a:r>
              <a:rPr sz="3200" dirty="0">
                <a:latin typeface="Tahoma"/>
                <a:cs typeface="Tahoma"/>
              </a:rPr>
              <a:t> …	</a:t>
            </a:r>
            <a:r>
              <a:rPr sz="3200" spc="-5" dirty="0">
                <a:latin typeface="Tahoma"/>
                <a:cs typeface="Tahoma"/>
              </a:rPr>
              <a:t>q</a:t>
            </a:r>
            <a:r>
              <a:rPr sz="2000" spc="-5" dirty="0">
                <a:latin typeface="Tahoma"/>
                <a:cs typeface="Tahoma"/>
              </a:rPr>
              <a:t>j</a:t>
            </a:r>
            <a:r>
              <a:rPr sz="3200" spc="-5" dirty="0">
                <a:latin typeface="Tahoma"/>
                <a:cs typeface="Tahoma"/>
              </a:rPr>
              <a:t>(A)</a:t>
            </a:r>
            <a:r>
              <a:rPr sz="3200" spc="-8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…;  By </a:t>
            </a:r>
            <a:r>
              <a:rPr sz="3200" spc="-5" dirty="0">
                <a:latin typeface="Tahoma"/>
                <a:cs typeface="Tahoma"/>
              </a:rPr>
              <a:t>rules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1,2:</a:t>
            </a:r>
            <a:endParaRPr sz="32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38775" y="897255"/>
            <a:ext cx="119380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SH</a:t>
            </a:r>
            <a:r>
              <a:rPr sz="3200" spc="25" dirty="0">
                <a:latin typeface="Tahoma"/>
                <a:cs typeface="Tahoma"/>
              </a:rPr>
              <a:t>(</a:t>
            </a:r>
            <a:r>
              <a:rPr sz="3200" spc="-5" dirty="0">
                <a:latin typeface="Tahoma"/>
                <a:cs typeface="Tahoma"/>
              </a:rPr>
              <a:t>Tj</a:t>
            </a:r>
            <a:r>
              <a:rPr sz="3200" dirty="0">
                <a:latin typeface="Tahoma"/>
                <a:cs typeface="Tahoma"/>
              </a:rPr>
              <a:t>)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8640" y="3739324"/>
            <a:ext cx="7160259" cy="2235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 marR="30480" indent="306070">
              <a:lnSpc>
                <a:spcPct val="158500"/>
              </a:lnSpc>
              <a:spcBef>
                <a:spcPts val="100"/>
              </a:spcBef>
              <a:tabLst>
                <a:tab pos="2324735" algn="l"/>
                <a:tab pos="4740910" algn="l"/>
              </a:tabLst>
            </a:pPr>
            <a:r>
              <a:rPr sz="3200" dirty="0">
                <a:latin typeface="Tahoma"/>
                <a:cs typeface="Tahoma"/>
              </a:rPr>
              <a:t>S = … </a:t>
            </a:r>
            <a:r>
              <a:rPr sz="3200" spc="-5" dirty="0">
                <a:latin typeface="Tahoma"/>
                <a:cs typeface="Tahoma"/>
              </a:rPr>
              <a:t>p</a:t>
            </a:r>
            <a:r>
              <a:rPr sz="2000" spc="-5" dirty="0">
                <a:latin typeface="Tahoma"/>
                <a:cs typeface="Tahoma"/>
              </a:rPr>
              <a:t>i</a:t>
            </a:r>
            <a:r>
              <a:rPr sz="3200" spc="-5" dirty="0">
                <a:latin typeface="Tahoma"/>
                <a:cs typeface="Tahoma"/>
              </a:rPr>
              <a:t>(A) </a:t>
            </a:r>
            <a:r>
              <a:rPr sz="3200" dirty="0">
                <a:latin typeface="Tahoma"/>
                <a:cs typeface="Tahoma"/>
              </a:rPr>
              <a:t>… </a:t>
            </a:r>
            <a:r>
              <a:rPr sz="3200" spc="-5" dirty="0">
                <a:latin typeface="Tahoma"/>
                <a:cs typeface="Tahoma"/>
              </a:rPr>
              <a:t>u</a:t>
            </a:r>
            <a:r>
              <a:rPr sz="2000" spc="-5" dirty="0">
                <a:latin typeface="Tahoma"/>
                <a:cs typeface="Tahoma"/>
              </a:rPr>
              <a:t>i</a:t>
            </a:r>
            <a:r>
              <a:rPr sz="3200" spc="-5" dirty="0">
                <a:latin typeface="Tahoma"/>
                <a:cs typeface="Tahoma"/>
              </a:rPr>
              <a:t>(A) </a:t>
            </a:r>
            <a:r>
              <a:rPr sz="3200" dirty="0">
                <a:latin typeface="Tahoma"/>
                <a:cs typeface="Tahoma"/>
              </a:rPr>
              <a:t>… </a:t>
            </a:r>
            <a:r>
              <a:rPr sz="3200" spc="-5" dirty="0">
                <a:latin typeface="Tahoma"/>
                <a:cs typeface="Tahoma"/>
              </a:rPr>
              <a:t>l</a:t>
            </a:r>
            <a:r>
              <a:rPr sz="2000" spc="-5" dirty="0">
                <a:latin typeface="Tahoma"/>
                <a:cs typeface="Tahoma"/>
              </a:rPr>
              <a:t>j</a:t>
            </a:r>
            <a:r>
              <a:rPr sz="3200" spc="-5" dirty="0">
                <a:latin typeface="Tahoma"/>
                <a:cs typeface="Tahoma"/>
              </a:rPr>
              <a:t>(A) ... q</a:t>
            </a:r>
            <a:r>
              <a:rPr sz="2000" spc="-5" dirty="0">
                <a:latin typeface="Tahoma"/>
                <a:cs typeface="Tahoma"/>
              </a:rPr>
              <a:t>j</a:t>
            </a:r>
            <a:r>
              <a:rPr sz="3200" spc="-5" dirty="0">
                <a:latin typeface="Tahoma"/>
                <a:cs typeface="Tahoma"/>
              </a:rPr>
              <a:t>(A) </a:t>
            </a:r>
            <a:r>
              <a:rPr sz="3200" dirty="0">
                <a:latin typeface="Tahoma"/>
                <a:cs typeface="Tahoma"/>
              </a:rPr>
              <a:t>…  By </a:t>
            </a:r>
            <a:r>
              <a:rPr sz="3200" spc="-5" dirty="0">
                <a:latin typeface="Tahoma"/>
                <a:cs typeface="Tahoma"/>
              </a:rPr>
              <a:t>rule</a:t>
            </a:r>
            <a:r>
              <a:rPr sz="320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3:	</a:t>
            </a:r>
            <a:r>
              <a:rPr sz="3200" dirty="0">
                <a:latin typeface="Tahoma"/>
                <a:cs typeface="Tahoma"/>
              </a:rPr>
              <a:t>SH(Ti)	SH(Tj)</a:t>
            </a:r>
          </a:p>
          <a:p>
            <a:pPr marL="76200">
              <a:lnSpc>
                <a:spcPct val="100000"/>
              </a:lnSpc>
              <a:spcBef>
                <a:spcPts val="1385"/>
              </a:spcBef>
              <a:tabLst>
                <a:tab pos="894715" algn="l"/>
                <a:tab pos="2738120" algn="l"/>
              </a:tabLst>
            </a:pPr>
            <a:r>
              <a:rPr sz="3200" spc="-20" dirty="0">
                <a:latin typeface="Tahoma"/>
                <a:cs typeface="Tahoma"/>
              </a:rPr>
              <a:t>So,	</a:t>
            </a:r>
            <a:r>
              <a:rPr sz="3200" dirty="0">
                <a:latin typeface="Tahoma"/>
                <a:cs typeface="Tahoma"/>
              </a:rPr>
              <a:t>SH(Ti)</a:t>
            </a:r>
            <a:r>
              <a:rPr sz="3200" spc="5" dirty="0">
                <a:latin typeface="Tahoma"/>
                <a:cs typeface="Tahoma"/>
              </a:rPr>
              <a:t> &lt;</a:t>
            </a:r>
            <a:r>
              <a:rPr sz="3075" spc="7" baseline="-17615" dirty="0">
                <a:latin typeface="Tahoma"/>
                <a:cs typeface="Tahoma"/>
              </a:rPr>
              <a:t>S	</a:t>
            </a:r>
            <a:r>
              <a:rPr sz="3200" dirty="0">
                <a:latin typeface="Tahoma"/>
                <a:cs typeface="Tahoma"/>
              </a:rPr>
              <a:t>SH(Tj)</a:t>
            </a:r>
          </a:p>
        </p:txBody>
      </p:sp>
      <p:sp>
        <p:nvSpPr>
          <p:cNvPr id="6" name="object 6"/>
          <p:cNvSpPr/>
          <p:nvPr/>
        </p:nvSpPr>
        <p:spPr>
          <a:xfrm>
            <a:off x="1905000" y="4705350"/>
            <a:ext cx="2352675" cy="85725"/>
          </a:xfrm>
          <a:custGeom>
            <a:avLst/>
            <a:gdLst/>
            <a:ahLst/>
            <a:cxnLst/>
            <a:rect l="l" t="t" r="r" b="b"/>
            <a:pathLst>
              <a:path w="2352675" h="85725">
                <a:moveTo>
                  <a:pt x="85725" y="85725"/>
                </a:moveTo>
                <a:lnTo>
                  <a:pt x="0" y="42862"/>
                </a:lnTo>
                <a:lnTo>
                  <a:pt x="85725" y="0"/>
                </a:lnTo>
                <a:lnTo>
                  <a:pt x="85725" y="28575"/>
                </a:lnTo>
                <a:lnTo>
                  <a:pt x="64300" y="28575"/>
                </a:lnTo>
                <a:lnTo>
                  <a:pt x="64300" y="57150"/>
                </a:lnTo>
                <a:lnTo>
                  <a:pt x="85725" y="57150"/>
                </a:lnTo>
                <a:lnTo>
                  <a:pt x="85725" y="85725"/>
                </a:lnTo>
                <a:close/>
              </a:path>
              <a:path w="2352675" h="85725">
                <a:moveTo>
                  <a:pt x="85725" y="57150"/>
                </a:moveTo>
                <a:lnTo>
                  <a:pt x="64300" y="57150"/>
                </a:lnTo>
                <a:lnTo>
                  <a:pt x="64300" y="28575"/>
                </a:lnTo>
                <a:lnTo>
                  <a:pt x="85725" y="28575"/>
                </a:lnTo>
                <a:lnTo>
                  <a:pt x="85725" y="57150"/>
                </a:lnTo>
                <a:close/>
              </a:path>
              <a:path w="2352675" h="85725">
                <a:moveTo>
                  <a:pt x="2352675" y="57150"/>
                </a:moveTo>
                <a:lnTo>
                  <a:pt x="85725" y="57150"/>
                </a:lnTo>
                <a:lnTo>
                  <a:pt x="85725" y="28575"/>
                </a:lnTo>
                <a:lnTo>
                  <a:pt x="2352675" y="28575"/>
                </a:lnTo>
                <a:lnTo>
                  <a:pt x="2352675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257675" y="4603750"/>
            <a:ext cx="0" cy="246379"/>
          </a:xfrm>
          <a:custGeom>
            <a:avLst/>
            <a:gdLst/>
            <a:ahLst/>
            <a:cxnLst/>
            <a:rect l="l" t="t" r="r" b="b"/>
            <a:pathLst>
              <a:path h="246379">
                <a:moveTo>
                  <a:pt x="0" y="0"/>
                </a:moveTo>
                <a:lnTo>
                  <a:pt x="0" y="24606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45062" y="4597400"/>
            <a:ext cx="0" cy="246379"/>
          </a:xfrm>
          <a:custGeom>
            <a:avLst/>
            <a:gdLst/>
            <a:ahLst/>
            <a:cxnLst/>
            <a:rect l="l" t="t" r="r" b="b"/>
            <a:pathLst>
              <a:path h="246379">
                <a:moveTo>
                  <a:pt x="0" y="0"/>
                </a:moveTo>
                <a:lnTo>
                  <a:pt x="0" y="24606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943475" y="4684712"/>
            <a:ext cx="2352675" cy="85725"/>
          </a:xfrm>
          <a:custGeom>
            <a:avLst/>
            <a:gdLst/>
            <a:ahLst/>
            <a:cxnLst/>
            <a:rect l="l" t="t" r="r" b="b"/>
            <a:pathLst>
              <a:path w="2352675" h="85725">
                <a:moveTo>
                  <a:pt x="2266950" y="85725"/>
                </a:moveTo>
                <a:lnTo>
                  <a:pt x="2266950" y="0"/>
                </a:lnTo>
                <a:lnTo>
                  <a:pt x="2324100" y="28575"/>
                </a:lnTo>
                <a:lnTo>
                  <a:pt x="2288387" y="28575"/>
                </a:lnTo>
                <a:lnTo>
                  <a:pt x="2288387" y="57150"/>
                </a:lnTo>
                <a:lnTo>
                  <a:pt x="2324100" y="57150"/>
                </a:lnTo>
                <a:lnTo>
                  <a:pt x="2266950" y="85725"/>
                </a:lnTo>
                <a:close/>
              </a:path>
              <a:path w="2352675" h="85725">
                <a:moveTo>
                  <a:pt x="2266950" y="57150"/>
                </a:moveTo>
                <a:lnTo>
                  <a:pt x="0" y="57150"/>
                </a:lnTo>
                <a:lnTo>
                  <a:pt x="0" y="28575"/>
                </a:lnTo>
                <a:lnTo>
                  <a:pt x="2266950" y="28575"/>
                </a:lnTo>
                <a:lnTo>
                  <a:pt x="2266950" y="57150"/>
                </a:lnTo>
                <a:close/>
              </a:path>
              <a:path w="2352675" h="85725">
                <a:moveTo>
                  <a:pt x="2324100" y="57150"/>
                </a:moveTo>
                <a:lnTo>
                  <a:pt x="2288387" y="57150"/>
                </a:lnTo>
                <a:lnTo>
                  <a:pt x="2288387" y="28575"/>
                </a:lnTo>
                <a:lnTo>
                  <a:pt x="2324100" y="28575"/>
                </a:lnTo>
                <a:lnTo>
                  <a:pt x="2352675" y="42862"/>
                </a:lnTo>
                <a:lnTo>
                  <a:pt x="2324100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46</a:t>
            </a:fld>
            <a:endParaRPr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0702" y="1921319"/>
            <a:ext cx="7790180" cy="3532504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3200" u="heavy" spc="-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Proof:</a:t>
            </a:r>
            <a:endParaRPr sz="3200" dirty="0">
              <a:latin typeface="Tahoma"/>
              <a:cs typeface="Tahoma"/>
            </a:endParaRPr>
          </a:p>
          <a:p>
            <a:pPr marL="672465" indent="-659765">
              <a:lnSpc>
                <a:spcPct val="100000"/>
              </a:lnSpc>
              <a:spcBef>
                <a:spcPts val="765"/>
              </a:spcBef>
              <a:buAutoNum type="arabicParenBoth"/>
              <a:tabLst>
                <a:tab pos="672465" algn="l"/>
              </a:tabLst>
            </a:pPr>
            <a:r>
              <a:rPr sz="3200" spc="-5" dirty="0">
                <a:latin typeface="Tahoma"/>
                <a:cs typeface="Tahoma"/>
              </a:rPr>
              <a:t>Assume P(S) has</a:t>
            </a:r>
            <a:r>
              <a:rPr sz="3200" spc="-10" dirty="0">
                <a:latin typeface="Tahoma"/>
                <a:cs typeface="Tahoma"/>
              </a:rPr>
              <a:t> cycle</a:t>
            </a:r>
            <a:endParaRPr sz="3200" dirty="0">
              <a:latin typeface="Tahoma"/>
              <a:cs typeface="Tahoma"/>
            </a:endParaRPr>
          </a:p>
          <a:p>
            <a:pPr marR="928369" algn="ctr">
              <a:lnSpc>
                <a:spcPct val="100000"/>
              </a:lnSpc>
              <a:spcBef>
                <a:spcPts val="755"/>
              </a:spcBef>
            </a:pPr>
            <a:r>
              <a:rPr sz="3200" dirty="0">
                <a:latin typeface="Tahoma"/>
                <a:cs typeface="Tahoma"/>
              </a:rPr>
              <a:t>T</a:t>
            </a:r>
            <a:r>
              <a:rPr sz="2000" dirty="0">
                <a:latin typeface="Tahoma"/>
                <a:cs typeface="Tahoma"/>
              </a:rPr>
              <a:t>1 </a:t>
            </a:r>
            <a:r>
              <a:rPr sz="2400" i="1" dirty="0">
                <a:latin typeface="Symbol"/>
                <a:cs typeface="Symbol"/>
              </a:rPr>
              <a:t></a:t>
            </a:r>
            <a:r>
              <a:rPr sz="2400" i="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ahoma"/>
                <a:cs typeface="Tahoma"/>
              </a:rPr>
              <a:t>T</a:t>
            </a:r>
            <a:r>
              <a:rPr sz="2000" dirty="0">
                <a:latin typeface="Tahoma"/>
                <a:cs typeface="Tahoma"/>
              </a:rPr>
              <a:t>2 </a:t>
            </a:r>
            <a:r>
              <a:rPr sz="2400" i="1" dirty="0">
                <a:latin typeface="Symbol"/>
                <a:cs typeface="Symbol"/>
              </a:rPr>
              <a:t></a:t>
            </a:r>
            <a:r>
              <a:rPr sz="2000" dirty="0">
                <a:latin typeface="Tahoma"/>
                <a:cs typeface="Tahoma"/>
              </a:rPr>
              <a:t>…. </a:t>
            </a:r>
            <a:r>
              <a:rPr sz="3200" dirty="0">
                <a:latin typeface="Tahoma"/>
                <a:cs typeface="Tahoma"/>
              </a:rPr>
              <a:t>T</a:t>
            </a:r>
            <a:r>
              <a:rPr sz="2000" dirty="0">
                <a:latin typeface="Tahoma"/>
                <a:cs typeface="Tahoma"/>
              </a:rPr>
              <a:t>n </a:t>
            </a:r>
            <a:r>
              <a:rPr sz="2400" i="1" dirty="0">
                <a:latin typeface="Symbol"/>
                <a:cs typeface="Symbol"/>
              </a:rPr>
              <a:t></a:t>
            </a:r>
            <a:r>
              <a:rPr sz="2400" i="1" spc="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ahoma"/>
                <a:cs typeface="Tahoma"/>
              </a:rPr>
              <a:t>T</a:t>
            </a:r>
            <a:r>
              <a:rPr sz="2000" dirty="0">
                <a:latin typeface="Tahoma"/>
                <a:cs typeface="Tahoma"/>
              </a:rPr>
              <a:t>1</a:t>
            </a:r>
          </a:p>
          <a:p>
            <a:pPr marL="672465" indent="-659765">
              <a:lnSpc>
                <a:spcPct val="100000"/>
              </a:lnSpc>
              <a:spcBef>
                <a:spcPts val="775"/>
              </a:spcBef>
              <a:buAutoNum type="arabicParenBoth" startAt="2"/>
              <a:tabLst>
                <a:tab pos="672465" algn="l"/>
              </a:tabLst>
            </a:pPr>
            <a:r>
              <a:rPr sz="3200" dirty="0">
                <a:latin typeface="Tahoma"/>
                <a:cs typeface="Tahoma"/>
              </a:rPr>
              <a:t>By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lemma: </a:t>
            </a:r>
            <a:r>
              <a:rPr sz="3200" dirty="0">
                <a:latin typeface="Tahoma"/>
                <a:cs typeface="Tahoma"/>
              </a:rPr>
              <a:t>SH(T</a:t>
            </a:r>
            <a:r>
              <a:rPr sz="2000" dirty="0">
                <a:latin typeface="Tahoma"/>
                <a:cs typeface="Tahoma"/>
              </a:rPr>
              <a:t>1</a:t>
            </a:r>
            <a:r>
              <a:rPr sz="2800" dirty="0">
                <a:latin typeface="Tahoma"/>
                <a:cs typeface="Tahoma"/>
              </a:rPr>
              <a:t>)</a:t>
            </a:r>
            <a:r>
              <a:rPr sz="2800" spc="-5" dirty="0">
                <a:latin typeface="Tahoma"/>
                <a:cs typeface="Tahoma"/>
              </a:rPr>
              <a:t> &lt;</a:t>
            </a:r>
            <a:r>
              <a:rPr sz="2800" spc="-2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SH(T</a:t>
            </a:r>
            <a:r>
              <a:rPr sz="2000" dirty="0">
                <a:latin typeface="Tahoma"/>
                <a:cs typeface="Tahoma"/>
              </a:rPr>
              <a:t>2</a:t>
            </a:r>
            <a:r>
              <a:rPr sz="2800" dirty="0">
                <a:latin typeface="Tahoma"/>
                <a:cs typeface="Tahoma"/>
              </a:rPr>
              <a:t>) </a:t>
            </a:r>
            <a:r>
              <a:rPr sz="2800" spc="-5" dirty="0">
                <a:latin typeface="Tahoma"/>
                <a:cs typeface="Tahoma"/>
              </a:rPr>
              <a:t>&lt;</a:t>
            </a:r>
            <a:r>
              <a:rPr sz="2800" spc="-254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... </a:t>
            </a:r>
            <a:r>
              <a:rPr sz="2800" spc="-5" dirty="0">
                <a:latin typeface="Tahoma"/>
                <a:cs typeface="Tahoma"/>
              </a:rPr>
              <a:t>&lt;</a:t>
            </a:r>
            <a:r>
              <a:rPr sz="2800" spc="-2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SH(T</a:t>
            </a:r>
            <a:r>
              <a:rPr sz="2000" dirty="0">
                <a:latin typeface="Tahoma"/>
                <a:cs typeface="Tahoma"/>
              </a:rPr>
              <a:t>1</a:t>
            </a:r>
            <a:r>
              <a:rPr sz="2800" dirty="0">
                <a:latin typeface="Tahoma"/>
                <a:cs typeface="Tahoma"/>
              </a:rPr>
              <a:t>)</a:t>
            </a:r>
          </a:p>
          <a:p>
            <a:pPr marL="672465" indent="-659765">
              <a:lnSpc>
                <a:spcPct val="100000"/>
              </a:lnSpc>
              <a:spcBef>
                <a:spcPts val="765"/>
              </a:spcBef>
              <a:buAutoNum type="arabicParenBoth" startAt="2"/>
              <a:tabLst>
                <a:tab pos="672465" algn="l"/>
              </a:tabLst>
            </a:pPr>
            <a:r>
              <a:rPr sz="3200" spc="-5" dirty="0">
                <a:latin typeface="Tahoma"/>
                <a:cs typeface="Tahoma"/>
              </a:rPr>
              <a:t>Impossible, </a:t>
            </a:r>
            <a:r>
              <a:rPr sz="3200" dirty="0">
                <a:latin typeface="Tahoma"/>
                <a:cs typeface="Tahoma"/>
              </a:rPr>
              <a:t>so </a:t>
            </a:r>
            <a:r>
              <a:rPr sz="3200" spc="-5" dirty="0">
                <a:latin typeface="Tahoma"/>
                <a:cs typeface="Tahoma"/>
              </a:rPr>
              <a:t>P(S)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acyclic</a:t>
            </a:r>
            <a:endParaRPr sz="3200" dirty="0">
              <a:latin typeface="Tahoma"/>
              <a:cs typeface="Tahoma"/>
            </a:endParaRPr>
          </a:p>
          <a:p>
            <a:pPr marL="672465" indent="-659765">
              <a:lnSpc>
                <a:spcPct val="100000"/>
              </a:lnSpc>
              <a:spcBef>
                <a:spcPts val="750"/>
              </a:spcBef>
              <a:buFont typeface="Tahoma"/>
              <a:buAutoNum type="arabicParenBoth" startAt="2"/>
              <a:tabLst>
                <a:tab pos="672465" algn="l"/>
              </a:tabLst>
            </a:pPr>
            <a:r>
              <a:rPr sz="3200" i="1" dirty="0">
                <a:latin typeface="Symbol"/>
                <a:cs typeface="Symbol"/>
              </a:rPr>
              <a:t></a:t>
            </a:r>
            <a:r>
              <a:rPr sz="3200" i="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ahoma"/>
                <a:cs typeface="Tahoma"/>
              </a:rPr>
              <a:t>S </a:t>
            </a:r>
            <a:r>
              <a:rPr sz="3200" spc="-5" dirty="0">
                <a:latin typeface="Tahoma"/>
                <a:cs typeface="Tahoma"/>
              </a:rPr>
              <a:t>is conflict</a:t>
            </a:r>
            <a:r>
              <a:rPr sz="3200" spc="18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serializable</a:t>
            </a:r>
            <a:endParaRPr sz="32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47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4540" y="338455"/>
            <a:ext cx="63830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864995" algn="l"/>
                <a:tab pos="4417695" algn="l"/>
              </a:tabLst>
            </a:pPr>
            <a:r>
              <a:rPr u="heavy" spc="-5" dirty="0">
                <a:uFill>
                  <a:solidFill>
                    <a:srgbClr val="000000"/>
                  </a:solidFill>
                </a:uFill>
              </a:rPr>
              <a:t>Theorem</a:t>
            </a:r>
            <a:r>
              <a:rPr spc="-5" dirty="0"/>
              <a:t>	</a:t>
            </a:r>
            <a:r>
              <a:rPr spc="-10" dirty="0"/>
              <a:t>Rules</a:t>
            </a:r>
            <a:r>
              <a:rPr spc="5" dirty="0"/>
              <a:t> </a:t>
            </a:r>
            <a:r>
              <a:rPr spc="-5" dirty="0"/>
              <a:t>#1,2,3	</a:t>
            </a:r>
            <a:r>
              <a:rPr sz="4400" i="1" dirty="0">
                <a:latin typeface="Symbol"/>
                <a:cs typeface="Symbol"/>
              </a:rPr>
              <a:t></a:t>
            </a:r>
            <a:r>
              <a:rPr sz="4400" i="1" spc="-175" dirty="0">
                <a:latin typeface="Times New Roman"/>
                <a:cs typeface="Times New Roman"/>
              </a:rPr>
              <a:t> </a:t>
            </a:r>
            <a:r>
              <a:rPr spc="-5" dirty="0"/>
              <a:t>conflict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42740" y="1010285"/>
            <a:ext cx="98488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(2PL</a:t>
            </a:r>
            <a:r>
              <a:rPr sz="3200" dirty="0">
                <a:latin typeface="Tahoma"/>
                <a:cs typeface="Tahoma"/>
              </a:rPr>
              <a:t>)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71540" y="1010285"/>
            <a:ext cx="1985010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se</a:t>
            </a:r>
            <a:r>
              <a:rPr sz="3200" dirty="0">
                <a:latin typeface="Tahoma"/>
                <a:cs typeface="Tahoma"/>
              </a:rPr>
              <a:t>r</a:t>
            </a:r>
            <a:r>
              <a:rPr sz="3200" spc="-5" dirty="0">
                <a:latin typeface="Tahoma"/>
                <a:cs typeface="Tahoma"/>
              </a:rPr>
              <a:t>ializabl</a:t>
            </a:r>
            <a:r>
              <a:rPr sz="3200" dirty="0">
                <a:latin typeface="Tahoma"/>
                <a:cs typeface="Tahoma"/>
              </a:rPr>
              <a:t>e  </a:t>
            </a:r>
            <a:r>
              <a:rPr sz="3200" spc="-5" dirty="0">
                <a:latin typeface="Tahoma"/>
                <a:cs typeface="Tahoma"/>
              </a:rPr>
              <a:t>schedule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2012949"/>
            <a:ext cx="7548880" cy="3536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Beyond this simple 2PL protocol, </a:t>
            </a:r>
            <a:r>
              <a:rPr sz="3200" dirty="0">
                <a:latin typeface="Tahoma"/>
                <a:cs typeface="Tahoma"/>
              </a:rPr>
              <a:t>it </a:t>
            </a:r>
            <a:r>
              <a:rPr sz="3200" spc="-5" dirty="0">
                <a:latin typeface="Tahoma"/>
                <a:cs typeface="Tahoma"/>
              </a:rPr>
              <a:t>is </a:t>
            </a:r>
            <a:r>
              <a:rPr sz="3200" dirty="0">
                <a:latin typeface="Tahoma"/>
                <a:cs typeface="Tahoma"/>
              </a:rPr>
              <a:t>all  a </a:t>
            </a:r>
            <a:r>
              <a:rPr sz="3200" spc="-10" dirty="0">
                <a:latin typeface="Tahoma"/>
                <a:cs typeface="Tahoma"/>
              </a:rPr>
              <a:t>matter </a:t>
            </a:r>
            <a:r>
              <a:rPr sz="3200" spc="-5" dirty="0">
                <a:latin typeface="Tahoma"/>
                <a:cs typeface="Tahoma"/>
              </a:rPr>
              <a:t>of </a:t>
            </a:r>
            <a:r>
              <a:rPr sz="3200" spc="-10" dirty="0">
                <a:latin typeface="Tahoma"/>
                <a:cs typeface="Tahoma"/>
              </a:rPr>
              <a:t>improving </a:t>
            </a:r>
            <a:r>
              <a:rPr sz="3200" spc="-5" dirty="0">
                <a:latin typeface="Tahoma"/>
                <a:cs typeface="Tahoma"/>
              </a:rPr>
              <a:t>performance and  allowing more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concurrency….</a:t>
            </a:r>
            <a:endParaRPr sz="32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10" dirty="0">
                <a:latin typeface="Tahoma"/>
                <a:cs typeface="Tahoma"/>
              </a:rPr>
              <a:t>Shared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locks</a:t>
            </a:r>
            <a:endParaRPr sz="28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Multiple </a:t>
            </a:r>
            <a:r>
              <a:rPr sz="2800" spc="-10" dirty="0">
                <a:latin typeface="Tahoma"/>
                <a:cs typeface="Tahoma"/>
              </a:rPr>
              <a:t>granularity</a:t>
            </a:r>
            <a:endParaRPr sz="28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Inserts, deletes and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phantoms</a:t>
            </a:r>
            <a:endParaRPr sz="28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Other </a:t>
            </a:r>
            <a:r>
              <a:rPr sz="2800" spc="-10" dirty="0">
                <a:latin typeface="Tahoma"/>
                <a:cs typeface="Tahoma"/>
              </a:rPr>
              <a:t>types </a:t>
            </a:r>
            <a:r>
              <a:rPr sz="2800" spc="-5" dirty="0">
                <a:latin typeface="Tahoma"/>
                <a:cs typeface="Tahoma"/>
              </a:rPr>
              <a:t>of C.C.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mechanisms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48</a:t>
            </a:fld>
            <a:endParaRPr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618490"/>
            <a:ext cx="25692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heavy" spc="-10" dirty="0">
                <a:uFill>
                  <a:solidFill>
                    <a:srgbClr val="000000"/>
                  </a:solidFill>
                </a:uFill>
              </a:rPr>
              <a:t>Shared</a:t>
            </a:r>
            <a:r>
              <a:rPr sz="3600" u="heavy" spc="-5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locks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5001437" y="2733675"/>
            <a:ext cx="1193165" cy="685800"/>
          </a:xfrm>
          <a:custGeom>
            <a:avLst/>
            <a:gdLst/>
            <a:ahLst/>
            <a:cxnLst/>
            <a:rect l="l" t="t" r="r" b="b"/>
            <a:pathLst>
              <a:path w="1193164" h="685800">
                <a:moveTo>
                  <a:pt x="1124478" y="33705"/>
                </a:moveTo>
                <a:lnTo>
                  <a:pt x="1107922" y="4762"/>
                </a:lnTo>
                <a:lnTo>
                  <a:pt x="1192987" y="0"/>
                </a:lnTo>
                <a:lnTo>
                  <a:pt x="1176837" y="24244"/>
                </a:lnTo>
                <a:lnTo>
                  <a:pt x="1141018" y="24244"/>
                </a:lnTo>
                <a:lnTo>
                  <a:pt x="1124478" y="33705"/>
                </a:lnTo>
                <a:close/>
              </a:path>
              <a:path w="1193164" h="685800">
                <a:moveTo>
                  <a:pt x="1129206" y="41971"/>
                </a:moveTo>
                <a:lnTo>
                  <a:pt x="1124478" y="33705"/>
                </a:lnTo>
                <a:lnTo>
                  <a:pt x="1141018" y="24244"/>
                </a:lnTo>
                <a:lnTo>
                  <a:pt x="1145743" y="32512"/>
                </a:lnTo>
                <a:lnTo>
                  <a:pt x="1129206" y="41971"/>
                </a:lnTo>
                <a:close/>
              </a:path>
              <a:path w="1193164" h="685800">
                <a:moveTo>
                  <a:pt x="1145755" y="70904"/>
                </a:moveTo>
                <a:lnTo>
                  <a:pt x="1129206" y="41971"/>
                </a:lnTo>
                <a:lnTo>
                  <a:pt x="1145743" y="32512"/>
                </a:lnTo>
                <a:lnTo>
                  <a:pt x="1141018" y="24244"/>
                </a:lnTo>
                <a:lnTo>
                  <a:pt x="1176837" y="24244"/>
                </a:lnTo>
                <a:lnTo>
                  <a:pt x="1145755" y="70904"/>
                </a:lnTo>
                <a:close/>
              </a:path>
              <a:path w="1193164" h="685800">
                <a:moveTo>
                  <a:pt x="4724" y="685177"/>
                </a:moveTo>
                <a:lnTo>
                  <a:pt x="0" y="676910"/>
                </a:lnTo>
                <a:lnTo>
                  <a:pt x="1124478" y="33705"/>
                </a:lnTo>
                <a:lnTo>
                  <a:pt x="1129206" y="41971"/>
                </a:lnTo>
                <a:lnTo>
                  <a:pt x="4724" y="6851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86100" y="2733675"/>
            <a:ext cx="1237615" cy="729615"/>
          </a:xfrm>
          <a:custGeom>
            <a:avLst/>
            <a:gdLst/>
            <a:ahLst/>
            <a:cxnLst/>
            <a:rect l="l" t="t" r="r" b="b"/>
            <a:pathLst>
              <a:path w="1237614" h="729614">
                <a:moveTo>
                  <a:pt x="46405" y="71450"/>
                </a:moveTo>
                <a:lnTo>
                  <a:pt x="0" y="0"/>
                </a:lnTo>
                <a:lnTo>
                  <a:pt x="85001" y="5740"/>
                </a:lnTo>
                <a:lnTo>
                  <a:pt x="73782" y="24841"/>
                </a:lnTo>
                <a:lnTo>
                  <a:pt x="51688" y="24841"/>
                </a:lnTo>
                <a:lnTo>
                  <a:pt x="46862" y="33058"/>
                </a:lnTo>
                <a:lnTo>
                  <a:pt x="63288" y="42706"/>
                </a:lnTo>
                <a:lnTo>
                  <a:pt x="46405" y="71450"/>
                </a:lnTo>
                <a:close/>
              </a:path>
              <a:path w="1237614" h="729614">
                <a:moveTo>
                  <a:pt x="63288" y="42706"/>
                </a:moveTo>
                <a:lnTo>
                  <a:pt x="46862" y="33058"/>
                </a:lnTo>
                <a:lnTo>
                  <a:pt x="51688" y="24841"/>
                </a:lnTo>
                <a:lnTo>
                  <a:pt x="68114" y="34489"/>
                </a:lnTo>
                <a:lnTo>
                  <a:pt x="63288" y="42706"/>
                </a:lnTo>
                <a:close/>
              </a:path>
              <a:path w="1237614" h="729614">
                <a:moveTo>
                  <a:pt x="68114" y="34489"/>
                </a:moveTo>
                <a:lnTo>
                  <a:pt x="51688" y="24841"/>
                </a:lnTo>
                <a:lnTo>
                  <a:pt x="73782" y="24841"/>
                </a:lnTo>
                <a:lnTo>
                  <a:pt x="68114" y="34489"/>
                </a:lnTo>
                <a:close/>
              </a:path>
              <a:path w="1237614" h="729614">
                <a:moveTo>
                  <a:pt x="1232662" y="729589"/>
                </a:moveTo>
                <a:lnTo>
                  <a:pt x="63288" y="42706"/>
                </a:lnTo>
                <a:lnTo>
                  <a:pt x="68114" y="34489"/>
                </a:lnTo>
                <a:lnTo>
                  <a:pt x="1237488" y="721385"/>
                </a:lnTo>
                <a:lnTo>
                  <a:pt x="1232662" y="7295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97840" y="1479994"/>
            <a:ext cx="8187690" cy="383984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3200" dirty="0">
                <a:latin typeface="Tahoma"/>
                <a:cs typeface="Tahoma"/>
              </a:rPr>
              <a:t>So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15" dirty="0">
                <a:latin typeface="Tahoma"/>
                <a:cs typeface="Tahoma"/>
              </a:rPr>
              <a:t>far:</a:t>
            </a:r>
            <a:endParaRPr sz="32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dirty="0">
                <a:latin typeface="Tahoma"/>
                <a:cs typeface="Tahoma"/>
              </a:rPr>
              <a:t>S = </a:t>
            </a:r>
            <a:r>
              <a:rPr sz="3200" spc="-5" dirty="0">
                <a:latin typeface="Tahoma"/>
                <a:cs typeface="Tahoma"/>
              </a:rPr>
              <a:t>...l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(A) r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(A) u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(A) </a:t>
            </a:r>
            <a:r>
              <a:rPr sz="3200" dirty="0">
                <a:latin typeface="Tahoma"/>
                <a:cs typeface="Tahoma"/>
              </a:rPr>
              <a:t>… </a:t>
            </a:r>
            <a:r>
              <a:rPr sz="3200" spc="-5" dirty="0">
                <a:latin typeface="Tahoma"/>
                <a:cs typeface="Tahoma"/>
              </a:rPr>
              <a:t>l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3200" spc="-5" dirty="0">
                <a:latin typeface="Tahoma"/>
                <a:cs typeface="Tahoma"/>
              </a:rPr>
              <a:t>(A) r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3200" spc="-5" dirty="0">
                <a:latin typeface="Tahoma"/>
                <a:cs typeface="Tahoma"/>
              </a:rPr>
              <a:t>(A) u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3200" spc="-5" dirty="0">
                <a:latin typeface="Tahoma"/>
                <a:cs typeface="Tahoma"/>
              </a:rPr>
              <a:t>(A)</a:t>
            </a:r>
            <a:r>
              <a:rPr sz="3200" dirty="0">
                <a:latin typeface="Tahoma"/>
                <a:cs typeface="Tahoma"/>
              </a:rPr>
              <a:t> …</a:t>
            </a:r>
          </a:p>
          <a:p>
            <a:pPr>
              <a:lnSpc>
                <a:spcPct val="100000"/>
              </a:lnSpc>
              <a:spcBef>
                <a:spcPts val="30"/>
              </a:spcBef>
            </a:pPr>
            <a:r>
              <a:rPr lang="en-US" sz="4950" dirty="0">
                <a:latin typeface="Tahoma"/>
                <a:cs typeface="Tahoma"/>
              </a:rPr>
              <a:t>                                           </a:t>
            </a:r>
            <a:endParaRPr sz="4950" dirty="0">
              <a:latin typeface="Tahoma"/>
              <a:cs typeface="Tahoma"/>
            </a:endParaRPr>
          </a:p>
          <a:p>
            <a:pPr marR="711200" algn="ctr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ahoma"/>
                <a:cs typeface="Tahoma"/>
              </a:rPr>
              <a:t>Do not</a:t>
            </a:r>
            <a:r>
              <a:rPr sz="2400" spc="-5" dirty="0">
                <a:latin typeface="Tahoma"/>
                <a:cs typeface="Tahoma"/>
              </a:rPr>
              <a:t> conflict</a:t>
            </a:r>
            <a:endParaRPr sz="2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850" dirty="0">
              <a:latin typeface="Tahoma"/>
              <a:cs typeface="Tahoma"/>
            </a:endParaRPr>
          </a:p>
          <a:p>
            <a:pPr marL="118745">
              <a:lnSpc>
                <a:spcPct val="100000"/>
              </a:lnSpc>
              <a:spcBef>
                <a:spcPts val="5"/>
              </a:spcBef>
            </a:pPr>
            <a:r>
              <a:rPr sz="3200" u="heavy" spc="-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Instead:</a:t>
            </a:r>
            <a:endParaRPr sz="3200" dirty="0">
              <a:latin typeface="Tahoma"/>
              <a:cs typeface="Tahoma"/>
            </a:endParaRPr>
          </a:p>
          <a:p>
            <a:pPr marL="118745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Tahoma"/>
                <a:cs typeface="Tahoma"/>
              </a:rPr>
              <a:t>S=... ls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(A) r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(A) ls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3200" spc="-5" dirty="0">
                <a:latin typeface="Tahoma"/>
                <a:cs typeface="Tahoma"/>
              </a:rPr>
              <a:t>(A) r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3200" spc="-5" dirty="0">
                <a:latin typeface="Tahoma"/>
                <a:cs typeface="Tahoma"/>
              </a:rPr>
              <a:t>(A) </a:t>
            </a:r>
            <a:r>
              <a:rPr sz="3200" dirty="0">
                <a:latin typeface="Tahoma"/>
                <a:cs typeface="Tahoma"/>
              </a:rPr>
              <a:t>…. </a:t>
            </a:r>
            <a:r>
              <a:rPr sz="3200" spc="-5" dirty="0">
                <a:latin typeface="Tahoma"/>
                <a:cs typeface="Tahoma"/>
              </a:rPr>
              <a:t>us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(A)</a:t>
            </a:r>
            <a:r>
              <a:rPr sz="3200" spc="2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us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3200" spc="-5" dirty="0">
                <a:latin typeface="Tahoma"/>
                <a:cs typeface="Tahoma"/>
              </a:rPr>
              <a:t>(A)</a:t>
            </a:r>
            <a:endParaRPr sz="32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49</a:t>
            </a:fld>
            <a:endParaRPr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1916556"/>
            <a:ext cx="6384925" cy="411797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3200" u="heavy" spc="-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Lock</a:t>
            </a:r>
            <a:r>
              <a:rPr sz="3200" u="heavy" spc="-1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3200" u="heavy" spc="-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actions</a:t>
            </a:r>
            <a:endParaRPr sz="3200">
              <a:latin typeface="Tahoma"/>
              <a:cs typeface="Tahoma"/>
            </a:endParaRPr>
          </a:p>
          <a:p>
            <a:pPr marL="12700" marR="5080">
              <a:lnSpc>
                <a:spcPct val="119900"/>
              </a:lnSpc>
            </a:pPr>
            <a:r>
              <a:rPr sz="3200" spc="-5" dirty="0">
                <a:latin typeface="Tahoma"/>
                <a:cs typeface="Tahoma"/>
              </a:rPr>
              <a:t>l-t</a:t>
            </a:r>
            <a:r>
              <a:rPr sz="2000" spc="-5" dirty="0">
                <a:latin typeface="Tahoma"/>
                <a:cs typeface="Tahoma"/>
              </a:rPr>
              <a:t>i</a:t>
            </a:r>
            <a:r>
              <a:rPr sz="3200" spc="-5" dirty="0">
                <a:latin typeface="Tahoma"/>
                <a:cs typeface="Tahoma"/>
              </a:rPr>
              <a:t>(A): lock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in </a:t>
            </a:r>
            <a:r>
              <a:rPr sz="3200" dirty="0">
                <a:latin typeface="Tahoma"/>
                <a:cs typeface="Tahoma"/>
              </a:rPr>
              <a:t>t </a:t>
            </a:r>
            <a:r>
              <a:rPr sz="3200" spc="-5" dirty="0">
                <a:latin typeface="Tahoma"/>
                <a:cs typeface="Tahoma"/>
              </a:rPr>
              <a:t>mode (t is </a:t>
            </a:r>
            <a:r>
              <a:rPr sz="3200" dirty="0">
                <a:latin typeface="Tahoma"/>
                <a:cs typeface="Tahoma"/>
              </a:rPr>
              <a:t>S </a:t>
            </a:r>
            <a:r>
              <a:rPr sz="3200" spc="-5" dirty="0">
                <a:latin typeface="Tahoma"/>
                <a:cs typeface="Tahoma"/>
              </a:rPr>
              <a:t>or X)  u-t</a:t>
            </a:r>
            <a:r>
              <a:rPr sz="2000" spc="-5" dirty="0">
                <a:latin typeface="Tahoma"/>
                <a:cs typeface="Tahoma"/>
              </a:rPr>
              <a:t>i</a:t>
            </a:r>
            <a:r>
              <a:rPr sz="3200" spc="-5" dirty="0">
                <a:latin typeface="Tahoma"/>
                <a:cs typeface="Tahoma"/>
              </a:rPr>
              <a:t>(A): unlock </a:t>
            </a:r>
            <a:r>
              <a:rPr sz="3200" dirty="0">
                <a:latin typeface="Tahoma"/>
                <a:cs typeface="Tahoma"/>
              </a:rPr>
              <a:t>t </a:t>
            </a:r>
            <a:r>
              <a:rPr sz="3200" spc="-5" dirty="0">
                <a:latin typeface="Tahoma"/>
                <a:cs typeface="Tahoma"/>
              </a:rPr>
              <a:t>mode (t is </a:t>
            </a:r>
            <a:r>
              <a:rPr sz="3200" dirty="0">
                <a:latin typeface="Tahoma"/>
                <a:cs typeface="Tahoma"/>
              </a:rPr>
              <a:t>S </a:t>
            </a:r>
            <a:r>
              <a:rPr sz="3200" spc="-5" dirty="0">
                <a:latin typeface="Tahoma"/>
                <a:cs typeface="Tahoma"/>
              </a:rPr>
              <a:t>or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X)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4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3200" u="heavy" spc="-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Shorthand:</a:t>
            </a:r>
            <a:endParaRPr sz="3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Tahoma"/>
                <a:cs typeface="Tahoma"/>
              </a:rPr>
              <a:t>u</a:t>
            </a:r>
            <a:r>
              <a:rPr sz="2000" spc="-5" dirty="0">
                <a:latin typeface="Tahoma"/>
                <a:cs typeface="Tahoma"/>
              </a:rPr>
              <a:t>i</a:t>
            </a:r>
            <a:r>
              <a:rPr sz="3200" spc="-5" dirty="0">
                <a:latin typeface="Tahoma"/>
                <a:cs typeface="Tahoma"/>
              </a:rPr>
              <a:t>(A): unlock whatever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modes</a:t>
            </a:r>
            <a:endParaRPr sz="3200">
              <a:latin typeface="Tahoma"/>
              <a:cs typeface="Tahoma"/>
            </a:endParaRPr>
          </a:p>
          <a:p>
            <a:pPr marL="1841500">
              <a:lnSpc>
                <a:spcPct val="100000"/>
              </a:lnSpc>
              <a:spcBef>
                <a:spcPts val="755"/>
              </a:spcBef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i </a:t>
            </a:r>
            <a:r>
              <a:rPr sz="3200" spc="-5" dirty="0">
                <a:latin typeface="Tahoma"/>
                <a:cs typeface="Tahoma"/>
              </a:rPr>
              <a:t>has </a:t>
            </a:r>
            <a:r>
              <a:rPr sz="3200" spc="-10" dirty="0">
                <a:latin typeface="Tahoma"/>
                <a:cs typeface="Tahoma"/>
              </a:rPr>
              <a:t>locked</a:t>
            </a:r>
            <a:r>
              <a:rPr sz="3200" spc="-50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50</a:t>
            </a:fld>
            <a:endParaRPr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91540"/>
            <a:ext cx="71894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35685" algn="l"/>
                <a:tab pos="2189480" algn="l"/>
              </a:tabLst>
            </a:pPr>
            <a:r>
              <a:rPr sz="3600" u="heavy" spc="-10" dirty="0">
                <a:uFill>
                  <a:solidFill>
                    <a:srgbClr val="000000"/>
                  </a:solidFill>
                </a:uFill>
              </a:rPr>
              <a:t>Rule	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#1</a:t>
            </a:r>
            <a:r>
              <a:rPr sz="3600" dirty="0"/>
              <a:t>	</a:t>
            </a:r>
            <a:r>
              <a:rPr sz="3600" spc="-35" dirty="0"/>
              <a:t>Well </a:t>
            </a:r>
            <a:r>
              <a:rPr sz="3600" spc="-10" dirty="0"/>
              <a:t>formed</a:t>
            </a:r>
            <a:r>
              <a:rPr sz="3600" spc="-15" dirty="0"/>
              <a:t> </a:t>
            </a:r>
            <a:r>
              <a:rPr sz="3600" spc="-10" dirty="0"/>
              <a:t>transactions</a:t>
            </a:r>
            <a:endParaRPr sz="3600" dirty="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16556"/>
            <a:ext cx="6053455" cy="119507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000" spc="-5" dirty="0">
                <a:latin typeface="Tahoma"/>
                <a:cs typeface="Tahoma"/>
              </a:rPr>
              <a:t>i </a:t>
            </a:r>
            <a:r>
              <a:rPr sz="3200" spc="-5" dirty="0">
                <a:latin typeface="Tahoma"/>
                <a:cs typeface="Tahoma"/>
              </a:rPr>
              <a:t>=... </a:t>
            </a:r>
            <a:r>
              <a:rPr sz="3200" spc="-10" dirty="0">
                <a:latin typeface="Tahoma"/>
                <a:cs typeface="Tahoma"/>
              </a:rPr>
              <a:t>l-S</a:t>
            </a:r>
            <a:r>
              <a:rPr sz="2000" spc="-10" dirty="0">
                <a:latin typeface="Tahoma"/>
                <a:cs typeface="Tahoma"/>
              </a:rPr>
              <a:t>1</a:t>
            </a:r>
            <a:r>
              <a:rPr sz="3200" spc="-10" dirty="0">
                <a:latin typeface="Tahoma"/>
                <a:cs typeface="Tahoma"/>
              </a:rPr>
              <a:t>(A) </a:t>
            </a:r>
            <a:r>
              <a:rPr sz="3200" dirty="0">
                <a:latin typeface="Tahoma"/>
                <a:cs typeface="Tahoma"/>
              </a:rPr>
              <a:t>… </a:t>
            </a:r>
            <a:r>
              <a:rPr sz="3200" spc="-5" dirty="0">
                <a:latin typeface="Tahoma"/>
                <a:cs typeface="Tahoma"/>
              </a:rPr>
              <a:t>r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(A) </a:t>
            </a:r>
            <a:r>
              <a:rPr sz="3200" dirty="0">
                <a:latin typeface="Tahoma"/>
                <a:cs typeface="Tahoma"/>
              </a:rPr>
              <a:t>… u</a:t>
            </a:r>
            <a:r>
              <a:rPr sz="2000" dirty="0">
                <a:latin typeface="Tahoma"/>
                <a:cs typeface="Tahoma"/>
              </a:rPr>
              <a:t>1 </a:t>
            </a:r>
            <a:r>
              <a:rPr sz="3200" spc="-5" dirty="0">
                <a:latin typeface="Tahoma"/>
                <a:cs typeface="Tahoma"/>
              </a:rPr>
              <a:t>(A)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…</a:t>
            </a: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000" spc="-5" dirty="0">
                <a:latin typeface="Tahoma"/>
                <a:cs typeface="Tahoma"/>
              </a:rPr>
              <a:t>i </a:t>
            </a:r>
            <a:r>
              <a:rPr sz="3200" spc="-5" dirty="0">
                <a:latin typeface="Tahoma"/>
                <a:cs typeface="Tahoma"/>
              </a:rPr>
              <a:t>=... </a:t>
            </a:r>
            <a:r>
              <a:rPr sz="3200" spc="-20" dirty="0">
                <a:latin typeface="Tahoma"/>
                <a:cs typeface="Tahoma"/>
              </a:rPr>
              <a:t>l-X</a:t>
            </a:r>
            <a:r>
              <a:rPr sz="2000" spc="-20" dirty="0">
                <a:latin typeface="Tahoma"/>
                <a:cs typeface="Tahoma"/>
              </a:rPr>
              <a:t>1</a:t>
            </a:r>
            <a:r>
              <a:rPr sz="3200" spc="-20" dirty="0">
                <a:latin typeface="Tahoma"/>
                <a:cs typeface="Tahoma"/>
              </a:rPr>
              <a:t>(A) </a:t>
            </a:r>
            <a:r>
              <a:rPr sz="3200" dirty="0">
                <a:latin typeface="Tahoma"/>
                <a:cs typeface="Tahoma"/>
              </a:rPr>
              <a:t>… </a:t>
            </a:r>
            <a:r>
              <a:rPr sz="3200" spc="-5" dirty="0">
                <a:latin typeface="Tahoma"/>
                <a:cs typeface="Tahoma"/>
              </a:rPr>
              <a:t>w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(A) </a:t>
            </a:r>
            <a:r>
              <a:rPr sz="3200" dirty="0">
                <a:latin typeface="Tahoma"/>
                <a:cs typeface="Tahoma"/>
              </a:rPr>
              <a:t>… u</a:t>
            </a:r>
            <a:r>
              <a:rPr sz="2000" dirty="0">
                <a:latin typeface="Tahoma"/>
                <a:cs typeface="Tahoma"/>
              </a:rPr>
              <a:t>1 </a:t>
            </a:r>
            <a:r>
              <a:rPr sz="3200" spc="-5" dirty="0">
                <a:latin typeface="Tahoma"/>
                <a:cs typeface="Tahoma"/>
              </a:rPr>
              <a:t>(A)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…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2012949"/>
            <a:ext cx="7354570" cy="27565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What about </a:t>
            </a:r>
            <a:r>
              <a:rPr sz="3200" spc="-10" dirty="0">
                <a:latin typeface="Tahoma"/>
                <a:cs typeface="Tahoma"/>
              </a:rPr>
              <a:t>transactions </a:t>
            </a:r>
            <a:r>
              <a:rPr sz="3200" spc="-5" dirty="0">
                <a:latin typeface="Tahoma"/>
                <a:cs typeface="Tahoma"/>
              </a:rPr>
              <a:t>that read and  </a:t>
            </a:r>
            <a:r>
              <a:rPr sz="3200" dirty="0">
                <a:latin typeface="Tahoma"/>
                <a:cs typeface="Tahoma"/>
              </a:rPr>
              <a:t>write </a:t>
            </a:r>
            <a:r>
              <a:rPr sz="3200" spc="-5" dirty="0">
                <a:latin typeface="Tahoma"/>
                <a:cs typeface="Tahoma"/>
              </a:rPr>
              <a:t>same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object?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4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1946910" algn="l"/>
              </a:tabLst>
            </a:pPr>
            <a:r>
              <a:rPr sz="3200" u="heavy" spc="-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Option</a:t>
            </a:r>
            <a:r>
              <a:rPr sz="3200" u="heavy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3200" u="heavy" spc="-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1:</a:t>
            </a:r>
            <a:r>
              <a:rPr sz="3200" spc="-5" dirty="0">
                <a:latin typeface="Tahoma"/>
                <a:cs typeface="Tahoma"/>
              </a:rPr>
              <a:t>	</a:t>
            </a:r>
            <a:r>
              <a:rPr sz="3200" spc="-15" dirty="0">
                <a:latin typeface="Tahoma"/>
                <a:cs typeface="Tahoma"/>
              </a:rPr>
              <a:t>Request </a:t>
            </a:r>
            <a:r>
              <a:rPr sz="3200" spc="-10" dirty="0">
                <a:latin typeface="Tahoma"/>
                <a:cs typeface="Tahoma"/>
              </a:rPr>
              <a:t>exclusive</a:t>
            </a:r>
            <a:r>
              <a:rPr sz="320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lock</a:t>
            </a:r>
            <a:endParaRPr sz="3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000" spc="-5" dirty="0">
                <a:latin typeface="Tahoma"/>
                <a:cs typeface="Tahoma"/>
              </a:rPr>
              <a:t>i </a:t>
            </a:r>
            <a:r>
              <a:rPr sz="3200" dirty="0">
                <a:latin typeface="Tahoma"/>
                <a:cs typeface="Tahoma"/>
              </a:rPr>
              <a:t>= </a:t>
            </a:r>
            <a:r>
              <a:rPr sz="3200" spc="-15" dirty="0">
                <a:latin typeface="Tahoma"/>
                <a:cs typeface="Tahoma"/>
              </a:rPr>
              <a:t>...l-X</a:t>
            </a:r>
            <a:r>
              <a:rPr sz="2000" spc="-15" dirty="0">
                <a:latin typeface="Tahoma"/>
                <a:cs typeface="Tahoma"/>
              </a:rPr>
              <a:t>1</a:t>
            </a:r>
            <a:r>
              <a:rPr sz="3200" spc="-15" dirty="0">
                <a:latin typeface="Tahoma"/>
                <a:cs typeface="Tahoma"/>
              </a:rPr>
              <a:t>(A) </a:t>
            </a:r>
            <a:r>
              <a:rPr sz="3200" dirty="0">
                <a:latin typeface="Tahoma"/>
                <a:cs typeface="Tahoma"/>
              </a:rPr>
              <a:t>… </a:t>
            </a:r>
            <a:r>
              <a:rPr sz="3200" spc="-5" dirty="0">
                <a:latin typeface="Tahoma"/>
                <a:cs typeface="Tahoma"/>
              </a:rPr>
              <a:t>r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(A) ... w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(A) ... u(A) </a:t>
            </a:r>
            <a:r>
              <a:rPr sz="3200" dirty="0">
                <a:latin typeface="Tahoma"/>
                <a:cs typeface="Tahoma"/>
              </a:rPr>
              <a:t>…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52</a:t>
            </a:fld>
            <a:endParaRPr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399415"/>
            <a:ext cx="38969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88845" algn="l"/>
              </a:tabLst>
            </a:pP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Option</a:t>
            </a:r>
            <a:r>
              <a:rPr sz="3600" u="heavy" spc="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2:	</a:t>
            </a:r>
            <a:r>
              <a:rPr sz="3600" u="heavy" spc="-15" dirty="0">
                <a:uFill>
                  <a:solidFill>
                    <a:srgbClr val="000000"/>
                  </a:solidFill>
                </a:uFill>
              </a:rPr>
              <a:t>Upgrade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115060"/>
            <a:ext cx="7953375" cy="456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4485" marR="692785" indent="-324485">
              <a:lnSpc>
                <a:spcPct val="100000"/>
              </a:lnSpc>
              <a:spcBef>
                <a:spcPts val="105"/>
              </a:spcBef>
              <a:buChar char="•"/>
              <a:tabLst>
                <a:tab pos="324485" algn="l"/>
              </a:tabLst>
            </a:pPr>
            <a:r>
              <a:rPr sz="3200" spc="-5" dirty="0">
                <a:latin typeface="Tahoma"/>
                <a:cs typeface="Tahoma"/>
              </a:rPr>
              <a:t>What about </a:t>
            </a:r>
            <a:r>
              <a:rPr sz="3200" spc="-10" dirty="0">
                <a:latin typeface="Tahoma"/>
                <a:cs typeface="Tahoma"/>
              </a:rPr>
              <a:t>transactions </a:t>
            </a:r>
            <a:r>
              <a:rPr sz="3200" spc="-5" dirty="0">
                <a:latin typeface="Tahoma"/>
                <a:cs typeface="Tahoma"/>
              </a:rPr>
              <a:t>that read and  </a:t>
            </a:r>
            <a:r>
              <a:rPr sz="3200" dirty="0">
                <a:latin typeface="Tahoma"/>
                <a:cs typeface="Tahoma"/>
              </a:rPr>
              <a:t>write </a:t>
            </a:r>
            <a:r>
              <a:rPr sz="3200" spc="-5" dirty="0">
                <a:latin typeface="Tahoma"/>
                <a:cs typeface="Tahoma"/>
              </a:rPr>
              <a:t>same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object?</a:t>
            </a:r>
            <a:endParaRPr sz="32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  <a:tabLst>
                <a:tab pos="764540" algn="l"/>
              </a:tabLst>
            </a:pPr>
            <a:r>
              <a:rPr sz="2000" spc="-25" dirty="0">
                <a:latin typeface="Tahoma"/>
                <a:cs typeface="Tahoma"/>
              </a:rPr>
              <a:t>(E.g.,	</a:t>
            </a:r>
            <a:r>
              <a:rPr sz="2000" spc="-5" dirty="0">
                <a:latin typeface="Tahoma"/>
                <a:cs typeface="Tahoma"/>
              </a:rPr>
              <a:t>need to read, but </a:t>
            </a:r>
            <a:r>
              <a:rPr sz="2000" spc="5" dirty="0">
                <a:latin typeface="Tahoma"/>
                <a:cs typeface="Tahoma"/>
              </a:rPr>
              <a:t>don’t </a:t>
            </a:r>
            <a:r>
              <a:rPr sz="2000" spc="-5" dirty="0">
                <a:latin typeface="Tahoma"/>
                <a:cs typeface="Tahoma"/>
              </a:rPr>
              <a:t>know if will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write…)</a:t>
            </a:r>
            <a:endParaRPr sz="20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0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000" spc="-5" dirty="0">
                <a:latin typeface="Tahoma"/>
                <a:cs typeface="Tahoma"/>
              </a:rPr>
              <a:t>i</a:t>
            </a:r>
            <a:r>
              <a:rPr sz="3200" spc="-5" dirty="0">
                <a:latin typeface="Tahoma"/>
                <a:cs typeface="Tahoma"/>
              </a:rPr>
              <a:t>=... </a:t>
            </a:r>
            <a:r>
              <a:rPr sz="3200" spc="-10" dirty="0">
                <a:latin typeface="Tahoma"/>
                <a:cs typeface="Tahoma"/>
              </a:rPr>
              <a:t>l-S</a:t>
            </a:r>
            <a:r>
              <a:rPr sz="2000" spc="-10" dirty="0">
                <a:latin typeface="Tahoma"/>
                <a:cs typeface="Tahoma"/>
              </a:rPr>
              <a:t>1</a:t>
            </a:r>
            <a:r>
              <a:rPr sz="3200" spc="-10" dirty="0">
                <a:latin typeface="Tahoma"/>
                <a:cs typeface="Tahoma"/>
              </a:rPr>
              <a:t>(A) </a:t>
            </a:r>
            <a:r>
              <a:rPr sz="3200" dirty="0">
                <a:latin typeface="Tahoma"/>
                <a:cs typeface="Tahoma"/>
              </a:rPr>
              <a:t>… </a:t>
            </a:r>
            <a:r>
              <a:rPr sz="3200" spc="-5" dirty="0">
                <a:latin typeface="Tahoma"/>
                <a:cs typeface="Tahoma"/>
              </a:rPr>
              <a:t>r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(A) ... </a:t>
            </a:r>
            <a:r>
              <a:rPr sz="3200" spc="-20" dirty="0">
                <a:latin typeface="Tahoma"/>
                <a:cs typeface="Tahoma"/>
              </a:rPr>
              <a:t>l-X</a:t>
            </a:r>
            <a:r>
              <a:rPr sz="2000" spc="-20" dirty="0">
                <a:latin typeface="Tahoma"/>
                <a:cs typeface="Tahoma"/>
              </a:rPr>
              <a:t>1</a:t>
            </a:r>
            <a:r>
              <a:rPr sz="3200" spc="-20" dirty="0">
                <a:latin typeface="Tahoma"/>
                <a:cs typeface="Tahoma"/>
              </a:rPr>
              <a:t>(A)</a:t>
            </a:r>
            <a:r>
              <a:rPr sz="3200" spc="-37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…w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(A)</a:t>
            </a:r>
            <a:endParaRPr sz="3200" dirty="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</a:pPr>
            <a:r>
              <a:rPr sz="3200" spc="-5" dirty="0">
                <a:latin typeface="Tahoma"/>
                <a:cs typeface="Tahoma"/>
              </a:rPr>
              <a:t>...u(A)…</a:t>
            </a:r>
            <a:endParaRPr sz="32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4350" dirty="0">
              <a:latin typeface="Tahoma"/>
              <a:cs typeface="Tahoma"/>
            </a:endParaRPr>
          </a:p>
          <a:p>
            <a:pPr marL="4873625">
              <a:lnSpc>
                <a:spcPct val="100000"/>
              </a:lnSpc>
            </a:pPr>
            <a:r>
              <a:rPr sz="2400" spc="-5" dirty="0">
                <a:latin typeface="Tahoma"/>
                <a:cs typeface="Tahoma"/>
              </a:rPr>
              <a:t>Think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of</a:t>
            </a:r>
          </a:p>
          <a:p>
            <a:pPr marL="5079365" indent="-205740">
              <a:lnSpc>
                <a:spcPct val="100000"/>
              </a:lnSpc>
              <a:buChar char="-"/>
              <a:tabLst>
                <a:tab pos="5079365" algn="l"/>
              </a:tabLst>
            </a:pPr>
            <a:r>
              <a:rPr sz="2400" spc="-5" dirty="0">
                <a:latin typeface="Tahoma"/>
                <a:cs typeface="Tahoma"/>
              </a:rPr>
              <a:t>Get 2nd lock </a:t>
            </a:r>
            <a:r>
              <a:rPr sz="2400" dirty="0">
                <a:latin typeface="Tahoma"/>
                <a:cs typeface="Tahoma"/>
              </a:rPr>
              <a:t>on A,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or</a:t>
            </a:r>
          </a:p>
          <a:p>
            <a:pPr marL="5079365" indent="-205740">
              <a:lnSpc>
                <a:spcPct val="100000"/>
              </a:lnSpc>
              <a:buChar char="-"/>
              <a:tabLst>
                <a:tab pos="5079365" algn="l"/>
              </a:tabLst>
            </a:pPr>
            <a:r>
              <a:rPr sz="2400" spc="-5" dirty="0">
                <a:latin typeface="Tahoma"/>
                <a:cs typeface="Tahoma"/>
              </a:rPr>
              <a:t>Drop </a:t>
            </a:r>
            <a:r>
              <a:rPr sz="2400" spc="-15" dirty="0">
                <a:latin typeface="Tahoma"/>
                <a:cs typeface="Tahoma"/>
              </a:rPr>
              <a:t>S, </a:t>
            </a:r>
            <a:r>
              <a:rPr sz="2400" spc="-5" dirty="0">
                <a:latin typeface="Tahoma"/>
                <a:cs typeface="Tahoma"/>
              </a:rPr>
              <a:t>get </a:t>
            </a:r>
            <a:r>
              <a:rPr sz="2400" dirty="0">
                <a:latin typeface="Tahoma"/>
                <a:cs typeface="Tahoma"/>
              </a:rPr>
              <a:t>X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lock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842636" y="3709987"/>
            <a:ext cx="771525" cy="1125220"/>
          </a:xfrm>
          <a:custGeom>
            <a:avLst/>
            <a:gdLst/>
            <a:ahLst/>
            <a:cxnLst/>
            <a:rect l="l" t="t" r="r" b="b"/>
            <a:pathLst>
              <a:path w="771525" h="1125220">
                <a:moveTo>
                  <a:pt x="136939" y="85089"/>
                </a:moveTo>
                <a:lnTo>
                  <a:pt x="108369" y="85089"/>
                </a:lnTo>
                <a:lnTo>
                  <a:pt x="150050" y="0"/>
                </a:lnTo>
                <a:lnTo>
                  <a:pt x="182909" y="63500"/>
                </a:lnTo>
                <a:lnTo>
                  <a:pt x="136651" y="63500"/>
                </a:lnTo>
                <a:lnTo>
                  <a:pt x="136939" y="85089"/>
                </a:lnTo>
                <a:close/>
              </a:path>
              <a:path w="771525" h="1125220">
                <a:moveTo>
                  <a:pt x="165239" y="151129"/>
                </a:moveTo>
                <a:lnTo>
                  <a:pt x="136677" y="151129"/>
                </a:lnTo>
                <a:lnTo>
                  <a:pt x="137109" y="129539"/>
                </a:lnTo>
                <a:lnTo>
                  <a:pt x="137160" y="107950"/>
                </a:lnTo>
                <a:lnTo>
                  <a:pt x="136939" y="85089"/>
                </a:lnTo>
                <a:lnTo>
                  <a:pt x="136651" y="63500"/>
                </a:lnTo>
                <a:lnTo>
                  <a:pt x="165214" y="63500"/>
                </a:lnTo>
                <a:lnTo>
                  <a:pt x="165543" y="86360"/>
                </a:lnTo>
                <a:lnTo>
                  <a:pt x="165735" y="107950"/>
                </a:lnTo>
                <a:lnTo>
                  <a:pt x="165671" y="129539"/>
                </a:lnTo>
                <a:lnTo>
                  <a:pt x="165239" y="151129"/>
                </a:lnTo>
                <a:close/>
              </a:path>
              <a:path w="771525" h="1125220">
                <a:moveTo>
                  <a:pt x="194081" y="85089"/>
                </a:moveTo>
                <a:lnTo>
                  <a:pt x="165531" y="85089"/>
                </a:lnTo>
                <a:lnTo>
                  <a:pt x="165214" y="63500"/>
                </a:lnTo>
                <a:lnTo>
                  <a:pt x="182909" y="63500"/>
                </a:lnTo>
                <a:lnTo>
                  <a:pt x="194081" y="85089"/>
                </a:lnTo>
                <a:close/>
              </a:path>
              <a:path w="771525" h="1125220">
                <a:moveTo>
                  <a:pt x="163302" y="184150"/>
                </a:moveTo>
                <a:lnTo>
                  <a:pt x="134569" y="184150"/>
                </a:lnTo>
                <a:lnTo>
                  <a:pt x="135305" y="177800"/>
                </a:lnTo>
                <a:lnTo>
                  <a:pt x="135813" y="171450"/>
                </a:lnTo>
                <a:lnTo>
                  <a:pt x="136309" y="161289"/>
                </a:lnTo>
                <a:lnTo>
                  <a:pt x="136690" y="149860"/>
                </a:lnTo>
                <a:lnTo>
                  <a:pt x="136677" y="151129"/>
                </a:lnTo>
                <a:lnTo>
                  <a:pt x="165239" y="151129"/>
                </a:lnTo>
                <a:lnTo>
                  <a:pt x="164846" y="162560"/>
                </a:lnTo>
                <a:lnTo>
                  <a:pt x="164325" y="172720"/>
                </a:lnTo>
                <a:lnTo>
                  <a:pt x="163702" y="180339"/>
                </a:lnTo>
                <a:lnTo>
                  <a:pt x="163302" y="184150"/>
                </a:lnTo>
                <a:close/>
              </a:path>
              <a:path w="771525" h="1125220">
                <a:moveTo>
                  <a:pt x="162510" y="190500"/>
                </a:moveTo>
                <a:lnTo>
                  <a:pt x="133680" y="190500"/>
                </a:lnTo>
                <a:lnTo>
                  <a:pt x="134620" y="182879"/>
                </a:lnTo>
                <a:lnTo>
                  <a:pt x="134569" y="184150"/>
                </a:lnTo>
                <a:lnTo>
                  <a:pt x="163302" y="184150"/>
                </a:lnTo>
                <a:lnTo>
                  <a:pt x="162902" y="187960"/>
                </a:lnTo>
                <a:lnTo>
                  <a:pt x="162510" y="190500"/>
                </a:lnTo>
                <a:close/>
              </a:path>
              <a:path w="771525" h="1125220">
                <a:moveTo>
                  <a:pt x="149010" y="246379"/>
                </a:moveTo>
                <a:lnTo>
                  <a:pt x="118922" y="246379"/>
                </a:lnTo>
                <a:lnTo>
                  <a:pt x="123266" y="233679"/>
                </a:lnTo>
                <a:lnTo>
                  <a:pt x="123113" y="233679"/>
                </a:lnTo>
                <a:lnTo>
                  <a:pt x="126987" y="220979"/>
                </a:lnTo>
                <a:lnTo>
                  <a:pt x="126834" y="220979"/>
                </a:lnTo>
                <a:lnTo>
                  <a:pt x="130162" y="208279"/>
                </a:lnTo>
                <a:lnTo>
                  <a:pt x="131495" y="201929"/>
                </a:lnTo>
                <a:lnTo>
                  <a:pt x="132702" y="195579"/>
                </a:lnTo>
                <a:lnTo>
                  <a:pt x="133743" y="189229"/>
                </a:lnTo>
                <a:lnTo>
                  <a:pt x="133680" y="190500"/>
                </a:lnTo>
                <a:lnTo>
                  <a:pt x="162510" y="190500"/>
                </a:lnTo>
                <a:lnTo>
                  <a:pt x="160743" y="201929"/>
                </a:lnTo>
                <a:lnTo>
                  <a:pt x="159397" y="208279"/>
                </a:lnTo>
                <a:lnTo>
                  <a:pt x="157848" y="214629"/>
                </a:lnTo>
                <a:lnTo>
                  <a:pt x="154368" y="228600"/>
                </a:lnTo>
                <a:lnTo>
                  <a:pt x="150355" y="242570"/>
                </a:lnTo>
                <a:lnTo>
                  <a:pt x="149010" y="246379"/>
                </a:lnTo>
                <a:close/>
              </a:path>
              <a:path w="771525" h="1125220">
                <a:moveTo>
                  <a:pt x="144545" y="259079"/>
                </a:moveTo>
                <a:lnTo>
                  <a:pt x="114325" y="259079"/>
                </a:lnTo>
                <a:lnTo>
                  <a:pt x="119062" y="245110"/>
                </a:lnTo>
                <a:lnTo>
                  <a:pt x="118922" y="246379"/>
                </a:lnTo>
                <a:lnTo>
                  <a:pt x="149010" y="246379"/>
                </a:lnTo>
                <a:lnTo>
                  <a:pt x="144545" y="259079"/>
                </a:lnTo>
                <a:close/>
              </a:path>
              <a:path w="771525" h="1125220">
                <a:moveTo>
                  <a:pt x="27965" y="821689"/>
                </a:moveTo>
                <a:lnTo>
                  <a:pt x="24041" y="817879"/>
                </a:lnTo>
                <a:lnTo>
                  <a:pt x="22555" y="815339"/>
                </a:lnTo>
                <a:lnTo>
                  <a:pt x="21361" y="814070"/>
                </a:lnTo>
                <a:lnTo>
                  <a:pt x="10007" y="772160"/>
                </a:lnTo>
                <a:lnTo>
                  <a:pt x="3416" y="731520"/>
                </a:lnTo>
                <a:lnTo>
                  <a:pt x="292" y="689610"/>
                </a:lnTo>
                <a:lnTo>
                  <a:pt x="0" y="675639"/>
                </a:lnTo>
                <a:lnTo>
                  <a:pt x="63" y="661670"/>
                </a:lnTo>
                <a:lnTo>
                  <a:pt x="2273" y="617220"/>
                </a:lnTo>
                <a:lnTo>
                  <a:pt x="7289" y="574039"/>
                </a:lnTo>
                <a:lnTo>
                  <a:pt x="14859" y="530860"/>
                </a:lnTo>
                <a:lnTo>
                  <a:pt x="24714" y="488950"/>
                </a:lnTo>
                <a:lnTo>
                  <a:pt x="36601" y="447039"/>
                </a:lnTo>
                <a:lnTo>
                  <a:pt x="45542" y="420370"/>
                </a:lnTo>
                <a:lnTo>
                  <a:pt x="50291" y="406400"/>
                </a:lnTo>
                <a:lnTo>
                  <a:pt x="65582" y="368300"/>
                </a:lnTo>
                <a:lnTo>
                  <a:pt x="87528" y="320039"/>
                </a:lnTo>
                <a:lnTo>
                  <a:pt x="98831" y="295910"/>
                </a:lnTo>
                <a:lnTo>
                  <a:pt x="104254" y="283210"/>
                </a:lnTo>
                <a:lnTo>
                  <a:pt x="109499" y="270510"/>
                </a:lnTo>
                <a:lnTo>
                  <a:pt x="114452" y="257810"/>
                </a:lnTo>
                <a:lnTo>
                  <a:pt x="114325" y="259079"/>
                </a:lnTo>
                <a:lnTo>
                  <a:pt x="144545" y="259079"/>
                </a:lnTo>
                <a:lnTo>
                  <a:pt x="130416" y="294639"/>
                </a:lnTo>
                <a:lnTo>
                  <a:pt x="113449" y="332739"/>
                </a:lnTo>
                <a:lnTo>
                  <a:pt x="102196" y="356870"/>
                </a:lnTo>
                <a:lnTo>
                  <a:pt x="91643" y="379729"/>
                </a:lnTo>
                <a:lnTo>
                  <a:pt x="91795" y="379729"/>
                </a:lnTo>
                <a:lnTo>
                  <a:pt x="87177" y="391160"/>
                </a:lnTo>
                <a:lnTo>
                  <a:pt x="86753" y="391160"/>
                </a:lnTo>
                <a:lnTo>
                  <a:pt x="81762" y="403860"/>
                </a:lnTo>
                <a:lnTo>
                  <a:pt x="77025" y="416560"/>
                </a:lnTo>
                <a:lnTo>
                  <a:pt x="72440" y="429260"/>
                </a:lnTo>
                <a:lnTo>
                  <a:pt x="68033" y="441960"/>
                </a:lnTo>
                <a:lnTo>
                  <a:pt x="63804" y="455929"/>
                </a:lnTo>
                <a:lnTo>
                  <a:pt x="59766" y="468629"/>
                </a:lnTo>
                <a:lnTo>
                  <a:pt x="55943" y="482600"/>
                </a:lnTo>
                <a:lnTo>
                  <a:pt x="52311" y="495300"/>
                </a:lnTo>
                <a:lnTo>
                  <a:pt x="48907" y="509270"/>
                </a:lnTo>
                <a:lnTo>
                  <a:pt x="45745" y="523239"/>
                </a:lnTo>
                <a:lnTo>
                  <a:pt x="42799" y="537210"/>
                </a:lnTo>
                <a:lnTo>
                  <a:pt x="40119" y="551179"/>
                </a:lnTo>
                <a:lnTo>
                  <a:pt x="37918" y="563879"/>
                </a:lnTo>
                <a:lnTo>
                  <a:pt x="37731" y="563879"/>
                </a:lnTo>
                <a:lnTo>
                  <a:pt x="35706" y="577850"/>
                </a:lnTo>
                <a:lnTo>
                  <a:pt x="35560" y="577850"/>
                </a:lnTo>
                <a:lnTo>
                  <a:pt x="33802" y="591820"/>
                </a:lnTo>
                <a:lnTo>
                  <a:pt x="33667" y="591820"/>
                </a:lnTo>
                <a:lnTo>
                  <a:pt x="32165" y="605789"/>
                </a:lnTo>
                <a:lnTo>
                  <a:pt x="30833" y="619760"/>
                </a:lnTo>
                <a:lnTo>
                  <a:pt x="29799" y="632460"/>
                </a:lnTo>
                <a:lnTo>
                  <a:pt x="29019" y="647700"/>
                </a:lnTo>
                <a:lnTo>
                  <a:pt x="28625" y="661670"/>
                </a:lnTo>
                <a:lnTo>
                  <a:pt x="28575" y="675639"/>
                </a:lnTo>
                <a:lnTo>
                  <a:pt x="28828" y="688339"/>
                </a:lnTo>
                <a:lnTo>
                  <a:pt x="29489" y="702310"/>
                </a:lnTo>
                <a:lnTo>
                  <a:pt x="30467" y="716279"/>
                </a:lnTo>
                <a:lnTo>
                  <a:pt x="31800" y="728979"/>
                </a:lnTo>
                <a:lnTo>
                  <a:pt x="33502" y="741679"/>
                </a:lnTo>
                <a:lnTo>
                  <a:pt x="35585" y="754379"/>
                </a:lnTo>
                <a:lnTo>
                  <a:pt x="38049" y="767079"/>
                </a:lnTo>
                <a:lnTo>
                  <a:pt x="40906" y="779779"/>
                </a:lnTo>
                <a:lnTo>
                  <a:pt x="41128" y="779779"/>
                </a:lnTo>
                <a:lnTo>
                  <a:pt x="44157" y="791210"/>
                </a:lnTo>
                <a:lnTo>
                  <a:pt x="44018" y="791210"/>
                </a:lnTo>
                <a:lnTo>
                  <a:pt x="46127" y="797560"/>
                </a:lnTo>
                <a:lnTo>
                  <a:pt x="44284" y="797560"/>
                </a:lnTo>
                <a:lnTo>
                  <a:pt x="47815" y="802639"/>
                </a:lnTo>
                <a:lnTo>
                  <a:pt x="49349" y="802639"/>
                </a:lnTo>
                <a:lnTo>
                  <a:pt x="52730" y="806450"/>
                </a:lnTo>
                <a:lnTo>
                  <a:pt x="56641" y="810260"/>
                </a:lnTo>
                <a:lnTo>
                  <a:pt x="60490" y="815339"/>
                </a:lnTo>
                <a:lnTo>
                  <a:pt x="64198" y="820420"/>
                </a:lnTo>
                <a:lnTo>
                  <a:pt x="27559" y="820420"/>
                </a:lnTo>
                <a:lnTo>
                  <a:pt x="27965" y="821689"/>
                </a:lnTo>
                <a:close/>
              </a:path>
              <a:path w="771525" h="1125220">
                <a:moveTo>
                  <a:pt x="86664" y="392429"/>
                </a:moveTo>
                <a:lnTo>
                  <a:pt x="86753" y="391160"/>
                </a:lnTo>
                <a:lnTo>
                  <a:pt x="87177" y="391160"/>
                </a:lnTo>
                <a:lnTo>
                  <a:pt x="86664" y="392429"/>
                </a:lnTo>
                <a:close/>
              </a:path>
              <a:path w="771525" h="1125220">
                <a:moveTo>
                  <a:pt x="37693" y="565150"/>
                </a:moveTo>
                <a:lnTo>
                  <a:pt x="37731" y="563879"/>
                </a:lnTo>
                <a:lnTo>
                  <a:pt x="37918" y="563879"/>
                </a:lnTo>
                <a:lnTo>
                  <a:pt x="37693" y="565150"/>
                </a:lnTo>
                <a:close/>
              </a:path>
              <a:path w="771525" h="1125220">
                <a:moveTo>
                  <a:pt x="35521" y="579120"/>
                </a:moveTo>
                <a:lnTo>
                  <a:pt x="35560" y="577850"/>
                </a:lnTo>
                <a:lnTo>
                  <a:pt x="35706" y="577850"/>
                </a:lnTo>
                <a:lnTo>
                  <a:pt x="35521" y="579120"/>
                </a:lnTo>
                <a:close/>
              </a:path>
              <a:path w="771525" h="1125220">
                <a:moveTo>
                  <a:pt x="33642" y="593089"/>
                </a:moveTo>
                <a:lnTo>
                  <a:pt x="33667" y="591820"/>
                </a:lnTo>
                <a:lnTo>
                  <a:pt x="33802" y="591820"/>
                </a:lnTo>
                <a:lnTo>
                  <a:pt x="33642" y="593089"/>
                </a:lnTo>
                <a:close/>
              </a:path>
              <a:path w="771525" h="1125220">
                <a:moveTo>
                  <a:pt x="32029" y="607060"/>
                </a:moveTo>
                <a:lnTo>
                  <a:pt x="32067" y="605789"/>
                </a:lnTo>
                <a:lnTo>
                  <a:pt x="32029" y="607060"/>
                </a:lnTo>
                <a:close/>
              </a:path>
              <a:path w="771525" h="1125220">
                <a:moveTo>
                  <a:pt x="30721" y="621029"/>
                </a:moveTo>
                <a:lnTo>
                  <a:pt x="30746" y="619760"/>
                </a:lnTo>
                <a:lnTo>
                  <a:pt x="30721" y="621029"/>
                </a:lnTo>
                <a:close/>
              </a:path>
              <a:path w="771525" h="1125220">
                <a:moveTo>
                  <a:pt x="28900" y="689610"/>
                </a:moveTo>
                <a:lnTo>
                  <a:pt x="28841" y="688339"/>
                </a:lnTo>
                <a:lnTo>
                  <a:pt x="28900" y="689610"/>
                </a:lnTo>
                <a:close/>
              </a:path>
              <a:path w="771525" h="1125220">
                <a:moveTo>
                  <a:pt x="30553" y="716279"/>
                </a:moveTo>
                <a:lnTo>
                  <a:pt x="30429" y="715010"/>
                </a:lnTo>
                <a:lnTo>
                  <a:pt x="30553" y="716279"/>
                </a:lnTo>
                <a:close/>
              </a:path>
              <a:path w="771525" h="1125220">
                <a:moveTo>
                  <a:pt x="41128" y="779779"/>
                </a:moveTo>
                <a:lnTo>
                  <a:pt x="40906" y="779779"/>
                </a:lnTo>
                <a:lnTo>
                  <a:pt x="40792" y="778510"/>
                </a:lnTo>
                <a:lnTo>
                  <a:pt x="41128" y="779779"/>
                </a:lnTo>
                <a:close/>
              </a:path>
              <a:path w="771525" h="1125220">
                <a:moveTo>
                  <a:pt x="47815" y="802639"/>
                </a:moveTo>
                <a:lnTo>
                  <a:pt x="44284" y="797560"/>
                </a:lnTo>
                <a:lnTo>
                  <a:pt x="47001" y="800188"/>
                </a:lnTo>
                <a:lnTo>
                  <a:pt x="47815" y="802639"/>
                </a:lnTo>
                <a:close/>
              </a:path>
              <a:path w="771525" h="1125220">
                <a:moveTo>
                  <a:pt x="47001" y="800188"/>
                </a:moveTo>
                <a:lnTo>
                  <a:pt x="44284" y="797560"/>
                </a:lnTo>
                <a:lnTo>
                  <a:pt x="46127" y="797560"/>
                </a:lnTo>
                <a:lnTo>
                  <a:pt x="47001" y="800188"/>
                </a:lnTo>
                <a:close/>
              </a:path>
              <a:path w="771525" h="1125220">
                <a:moveTo>
                  <a:pt x="49349" y="802639"/>
                </a:moveTo>
                <a:lnTo>
                  <a:pt x="47815" y="802639"/>
                </a:lnTo>
                <a:lnTo>
                  <a:pt x="47001" y="800188"/>
                </a:lnTo>
                <a:lnTo>
                  <a:pt x="48221" y="801370"/>
                </a:lnTo>
                <a:lnTo>
                  <a:pt x="49349" y="802639"/>
                </a:lnTo>
                <a:close/>
              </a:path>
              <a:path w="771525" h="1125220">
                <a:moveTo>
                  <a:pt x="31318" y="825500"/>
                </a:moveTo>
                <a:lnTo>
                  <a:pt x="27559" y="820420"/>
                </a:lnTo>
                <a:lnTo>
                  <a:pt x="64198" y="820420"/>
                </a:lnTo>
                <a:lnTo>
                  <a:pt x="66979" y="824229"/>
                </a:lnTo>
                <a:lnTo>
                  <a:pt x="30949" y="824229"/>
                </a:lnTo>
                <a:lnTo>
                  <a:pt x="31318" y="825500"/>
                </a:lnTo>
                <a:close/>
              </a:path>
              <a:path w="771525" h="1125220">
                <a:moveTo>
                  <a:pt x="34543" y="829310"/>
                </a:moveTo>
                <a:lnTo>
                  <a:pt x="30949" y="824229"/>
                </a:lnTo>
                <a:lnTo>
                  <a:pt x="66979" y="824229"/>
                </a:lnTo>
                <a:lnTo>
                  <a:pt x="67398" y="825500"/>
                </a:lnTo>
                <a:lnTo>
                  <a:pt x="69126" y="828039"/>
                </a:lnTo>
                <a:lnTo>
                  <a:pt x="34226" y="828039"/>
                </a:lnTo>
                <a:lnTo>
                  <a:pt x="34543" y="829310"/>
                </a:lnTo>
                <a:close/>
              </a:path>
              <a:path w="771525" h="1125220">
                <a:moveTo>
                  <a:pt x="37680" y="833120"/>
                </a:moveTo>
                <a:lnTo>
                  <a:pt x="34226" y="828039"/>
                </a:lnTo>
                <a:lnTo>
                  <a:pt x="69126" y="828039"/>
                </a:lnTo>
                <a:lnTo>
                  <a:pt x="71716" y="831850"/>
                </a:lnTo>
                <a:lnTo>
                  <a:pt x="37274" y="831850"/>
                </a:lnTo>
                <a:lnTo>
                  <a:pt x="37680" y="833120"/>
                </a:lnTo>
                <a:close/>
              </a:path>
              <a:path w="771525" h="1125220">
                <a:moveTo>
                  <a:pt x="43764" y="842010"/>
                </a:moveTo>
                <a:lnTo>
                  <a:pt x="37274" y="831850"/>
                </a:lnTo>
                <a:lnTo>
                  <a:pt x="71716" y="831850"/>
                </a:lnTo>
                <a:lnTo>
                  <a:pt x="73444" y="834389"/>
                </a:lnTo>
                <a:lnTo>
                  <a:pt x="76880" y="840739"/>
                </a:lnTo>
                <a:lnTo>
                  <a:pt x="43357" y="840739"/>
                </a:lnTo>
                <a:lnTo>
                  <a:pt x="43764" y="842010"/>
                </a:lnTo>
                <a:close/>
              </a:path>
              <a:path w="771525" h="1125220">
                <a:moveTo>
                  <a:pt x="54813" y="859789"/>
                </a:moveTo>
                <a:lnTo>
                  <a:pt x="49110" y="849629"/>
                </a:lnTo>
                <a:lnTo>
                  <a:pt x="49402" y="849629"/>
                </a:lnTo>
                <a:lnTo>
                  <a:pt x="43357" y="840739"/>
                </a:lnTo>
                <a:lnTo>
                  <a:pt x="76880" y="840739"/>
                </a:lnTo>
                <a:lnTo>
                  <a:pt x="79628" y="845820"/>
                </a:lnTo>
                <a:lnTo>
                  <a:pt x="85216" y="854710"/>
                </a:lnTo>
                <a:lnTo>
                  <a:pt x="87200" y="858520"/>
                </a:lnTo>
                <a:lnTo>
                  <a:pt x="54622" y="858520"/>
                </a:lnTo>
                <a:lnTo>
                  <a:pt x="54813" y="859789"/>
                </a:lnTo>
                <a:close/>
              </a:path>
              <a:path w="771525" h="1125220">
                <a:moveTo>
                  <a:pt x="770140" y="1125220"/>
                </a:moveTo>
                <a:lnTo>
                  <a:pt x="693813" y="1121410"/>
                </a:lnTo>
                <a:lnTo>
                  <a:pt x="658393" y="1120139"/>
                </a:lnTo>
                <a:lnTo>
                  <a:pt x="624395" y="1117600"/>
                </a:lnTo>
                <a:lnTo>
                  <a:pt x="591464" y="1116329"/>
                </a:lnTo>
                <a:lnTo>
                  <a:pt x="513359" y="1109979"/>
                </a:lnTo>
                <a:lnTo>
                  <a:pt x="498157" y="1107439"/>
                </a:lnTo>
                <a:lnTo>
                  <a:pt x="483044" y="1106170"/>
                </a:lnTo>
                <a:lnTo>
                  <a:pt x="467982" y="1103629"/>
                </a:lnTo>
                <a:lnTo>
                  <a:pt x="452932" y="1102360"/>
                </a:lnTo>
                <a:lnTo>
                  <a:pt x="422808" y="1097279"/>
                </a:lnTo>
                <a:lnTo>
                  <a:pt x="407682" y="1093470"/>
                </a:lnTo>
                <a:lnTo>
                  <a:pt x="392455" y="1090929"/>
                </a:lnTo>
                <a:lnTo>
                  <a:pt x="377113" y="1087120"/>
                </a:lnTo>
                <a:lnTo>
                  <a:pt x="361645" y="1084579"/>
                </a:lnTo>
                <a:lnTo>
                  <a:pt x="345998" y="1080770"/>
                </a:lnTo>
                <a:lnTo>
                  <a:pt x="330149" y="1075689"/>
                </a:lnTo>
                <a:lnTo>
                  <a:pt x="314083" y="1071879"/>
                </a:lnTo>
                <a:lnTo>
                  <a:pt x="297764" y="1066800"/>
                </a:lnTo>
                <a:lnTo>
                  <a:pt x="247180" y="1051560"/>
                </a:lnTo>
                <a:lnTo>
                  <a:pt x="245071" y="1050289"/>
                </a:lnTo>
                <a:lnTo>
                  <a:pt x="243128" y="1049020"/>
                </a:lnTo>
                <a:lnTo>
                  <a:pt x="214299" y="1027429"/>
                </a:lnTo>
                <a:lnTo>
                  <a:pt x="127025" y="962660"/>
                </a:lnTo>
                <a:lnTo>
                  <a:pt x="122669" y="960120"/>
                </a:lnTo>
                <a:lnTo>
                  <a:pt x="122123" y="958850"/>
                </a:lnTo>
                <a:lnTo>
                  <a:pt x="117957" y="956310"/>
                </a:lnTo>
                <a:lnTo>
                  <a:pt x="117462" y="955039"/>
                </a:lnTo>
                <a:lnTo>
                  <a:pt x="113042" y="951229"/>
                </a:lnTo>
                <a:lnTo>
                  <a:pt x="108851" y="947420"/>
                </a:lnTo>
                <a:lnTo>
                  <a:pt x="105219" y="942339"/>
                </a:lnTo>
                <a:lnTo>
                  <a:pt x="101079" y="937260"/>
                </a:lnTo>
                <a:lnTo>
                  <a:pt x="97472" y="933450"/>
                </a:lnTo>
                <a:lnTo>
                  <a:pt x="93929" y="928370"/>
                </a:lnTo>
                <a:lnTo>
                  <a:pt x="70548" y="889000"/>
                </a:lnTo>
                <a:lnTo>
                  <a:pt x="59969" y="868679"/>
                </a:lnTo>
                <a:lnTo>
                  <a:pt x="54622" y="858520"/>
                </a:lnTo>
                <a:lnTo>
                  <a:pt x="87200" y="858520"/>
                </a:lnTo>
                <a:lnTo>
                  <a:pt x="95796" y="875029"/>
                </a:lnTo>
                <a:lnTo>
                  <a:pt x="101091" y="885189"/>
                </a:lnTo>
                <a:lnTo>
                  <a:pt x="106438" y="894079"/>
                </a:lnTo>
                <a:lnTo>
                  <a:pt x="106222" y="894079"/>
                </a:lnTo>
                <a:lnTo>
                  <a:pt x="111963" y="904239"/>
                </a:lnTo>
                <a:lnTo>
                  <a:pt x="112491" y="904239"/>
                </a:lnTo>
                <a:lnTo>
                  <a:pt x="117716" y="911860"/>
                </a:lnTo>
                <a:lnTo>
                  <a:pt x="117386" y="911860"/>
                </a:lnTo>
                <a:lnTo>
                  <a:pt x="120599" y="916939"/>
                </a:lnTo>
                <a:lnTo>
                  <a:pt x="121167" y="916939"/>
                </a:lnTo>
                <a:lnTo>
                  <a:pt x="123672" y="920750"/>
                </a:lnTo>
                <a:lnTo>
                  <a:pt x="124225" y="920750"/>
                </a:lnTo>
                <a:lnTo>
                  <a:pt x="126834" y="924560"/>
                </a:lnTo>
                <a:lnTo>
                  <a:pt x="127387" y="924560"/>
                </a:lnTo>
                <a:lnTo>
                  <a:pt x="130111" y="928370"/>
                </a:lnTo>
                <a:lnTo>
                  <a:pt x="130970" y="928370"/>
                </a:lnTo>
                <a:lnTo>
                  <a:pt x="133502" y="930910"/>
                </a:lnTo>
                <a:lnTo>
                  <a:pt x="133057" y="930910"/>
                </a:lnTo>
                <a:lnTo>
                  <a:pt x="137020" y="934720"/>
                </a:lnTo>
                <a:lnTo>
                  <a:pt x="136525" y="934720"/>
                </a:lnTo>
                <a:lnTo>
                  <a:pt x="140690" y="937260"/>
                </a:lnTo>
                <a:lnTo>
                  <a:pt x="140144" y="937260"/>
                </a:lnTo>
                <a:lnTo>
                  <a:pt x="144500" y="941070"/>
                </a:lnTo>
                <a:lnTo>
                  <a:pt x="145980" y="941070"/>
                </a:lnTo>
                <a:lnTo>
                  <a:pt x="173113" y="961389"/>
                </a:lnTo>
                <a:lnTo>
                  <a:pt x="256782" y="1023620"/>
                </a:lnTo>
                <a:lnTo>
                  <a:pt x="256120" y="1023620"/>
                </a:lnTo>
                <a:lnTo>
                  <a:pt x="260172" y="1026160"/>
                </a:lnTo>
                <a:lnTo>
                  <a:pt x="262953" y="1026160"/>
                </a:lnTo>
                <a:lnTo>
                  <a:pt x="273202" y="1029970"/>
                </a:lnTo>
                <a:lnTo>
                  <a:pt x="273037" y="1029970"/>
                </a:lnTo>
                <a:lnTo>
                  <a:pt x="289775" y="1035050"/>
                </a:lnTo>
                <a:lnTo>
                  <a:pt x="289598" y="1035050"/>
                </a:lnTo>
                <a:lnTo>
                  <a:pt x="306031" y="1040129"/>
                </a:lnTo>
                <a:lnTo>
                  <a:pt x="305854" y="1040129"/>
                </a:lnTo>
                <a:lnTo>
                  <a:pt x="321983" y="1043939"/>
                </a:lnTo>
                <a:lnTo>
                  <a:pt x="321805" y="1043939"/>
                </a:lnTo>
                <a:lnTo>
                  <a:pt x="337680" y="1049020"/>
                </a:lnTo>
                <a:lnTo>
                  <a:pt x="337502" y="1049020"/>
                </a:lnTo>
                <a:lnTo>
                  <a:pt x="353148" y="1052829"/>
                </a:lnTo>
                <a:lnTo>
                  <a:pt x="352958" y="1052829"/>
                </a:lnTo>
                <a:lnTo>
                  <a:pt x="368414" y="1056639"/>
                </a:lnTo>
                <a:lnTo>
                  <a:pt x="368223" y="1056639"/>
                </a:lnTo>
                <a:lnTo>
                  <a:pt x="383501" y="1060450"/>
                </a:lnTo>
                <a:lnTo>
                  <a:pt x="383311" y="1060450"/>
                </a:lnTo>
                <a:lnTo>
                  <a:pt x="398449" y="1062989"/>
                </a:lnTo>
                <a:lnTo>
                  <a:pt x="398259" y="1062989"/>
                </a:lnTo>
                <a:lnTo>
                  <a:pt x="413296" y="1065529"/>
                </a:lnTo>
                <a:lnTo>
                  <a:pt x="413092" y="1065529"/>
                </a:lnTo>
                <a:lnTo>
                  <a:pt x="428040" y="1069339"/>
                </a:lnTo>
                <a:lnTo>
                  <a:pt x="427850" y="1069339"/>
                </a:lnTo>
                <a:lnTo>
                  <a:pt x="442747" y="1071879"/>
                </a:lnTo>
                <a:lnTo>
                  <a:pt x="442556" y="1071879"/>
                </a:lnTo>
                <a:lnTo>
                  <a:pt x="457428" y="1073150"/>
                </a:lnTo>
                <a:lnTo>
                  <a:pt x="457250" y="1073150"/>
                </a:lnTo>
                <a:lnTo>
                  <a:pt x="472109" y="1075689"/>
                </a:lnTo>
                <a:lnTo>
                  <a:pt x="471944" y="1075689"/>
                </a:lnTo>
                <a:lnTo>
                  <a:pt x="486841" y="1078229"/>
                </a:lnTo>
                <a:lnTo>
                  <a:pt x="486676" y="1078229"/>
                </a:lnTo>
                <a:lnTo>
                  <a:pt x="501624" y="1079500"/>
                </a:lnTo>
                <a:lnTo>
                  <a:pt x="501472" y="1079500"/>
                </a:lnTo>
                <a:lnTo>
                  <a:pt x="516521" y="1080770"/>
                </a:lnTo>
                <a:lnTo>
                  <a:pt x="516382" y="1080770"/>
                </a:lnTo>
                <a:lnTo>
                  <a:pt x="531533" y="1083310"/>
                </a:lnTo>
                <a:lnTo>
                  <a:pt x="546709" y="1084579"/>
                </a:lnTo>
                <a:lnTo>
                  <a:pt x="562076" y="1085850"/>
                </a:lnTo>
                <a:lnTo>
                  <a:pt x="561911" y="1085850"/>
                </a:lnTo>
                <a:lnTo>
                  <a:pt x="593521" y="1087120"/>
                </a:lnTo>
                <a:lnTo>
                  <a:pt x="593343" y="1087120"/>
                </a:lnTo>
                <a:lnTo>
                  <a:pt x="625995" y="1089660"/>
                </a:lnTo>
                <a:lnTo>
                  <a:pt x="659790" y="1090929"/>
                </a:lnTo>
                <a:lnTo>
                  <a:pt x="695134" y="1093470"/>
                </a:lnTo>
                <a:lnTo>
                  <a:pt x="771385" y="1096010"/>
                </a:lnTo>
                <a:lnTo>
                  <a:pt x="770140" y="1125220"/>
                </a:lnTo>
                <a:close/>
              </a:path>
              <a:path w="771525" h="1125220">
                <a:moveTo>
                  <a:pt x="112491" y="904239"/>
                </a:moveTo>
                <a:lnTo>
                  <a:pt x="111963" y="904239"/>
                </a:lnTo>
                <a:lnTo>
                  <a:pt x="111620" y="902970"/>
                </a:lnTo>
                <a:lnTo>
                  <a:pt x="112491" y="904239"/>
                </a:lnTo>
                <a:close/>
              </a:path>
              <a:path w="771525" h="1125220">
                <a:moveTo>
                  <a:pt x="121167" y="916939"/>
                </a:moveTo>
                <a:lnTo>
                  <a:pt x="120599" y="916939"/>
                </a:lnTo>
                <a:lnTo>
                  <a:pt x="120332" y="915670"/>
                </a:lnTo>
                <a:lnTo>
                  <a:pt x="121167" y="916939"/>
                </a:lnTo>
                <a:close/>
              </a:path>
              <a:path w="771525" h="1125220">
                <a:moveTo>
                  <a:pt x="124225" y="920750"/>
                </a:moveTo>
                <a:lnTo>
                  <a:pt x="123672" y="920750"/>
                </a:lnTo>
                <a:lnTo>
                  <a:pt x="123355" y="919479"/>
                </a:lnTo>
                <a:lnTo>
                  <a:pt x="124225" y="920750"/>
                </a:lnTo>
                <a:close/>
              </a:path>
              <a:path w="771525" h="1125220">
                <a:moveTo>
                  <a:pt x="127387" y="924560"/>
                </a:moveTo>
                <a:lnTo>
                  <a:pt x="126834" y="924560"/>
                </a:lnTo>
                <a:lnTo>
                  <a:pt x="126479" y="923289"/>
                </a:lnTo>
                <a:lnTo>
                  <a:pt x="127387" y="924560"/>
                </a:lnTo>
                <a:close/>
              </a:path>
              <a:path w="771525" h="1125220">
                <a:moveTo>
                  <a:pt x="130970" y="928370"/>
                </a:moveTo>
                <a:lnTo>
                  <a:pt x="130111" y="928370"/>
                </a:lnTo>
                <a:lnTo>
                  <a:pt x="129705" y="927100"/>
                </a:lnTo>
                <a:lnTo>
                  <a:pt x="130970" y="928370"/>
                </a:lnTo>
                <a:close/>
              </a:path>
              <a:path w="771525" h="1125220">
                <a:moveTo>
                  <a:pt x="145980" y="941070"/>
                </a:moveTo>
                <a:lnTo>
                  <a:pt x="144500" y="941070"/>
                </a:lnTo>
                <a:lnTo>
                  <a:pt x="144284" y="939800"/>
                </a:lnTo>
                <a:lnTo>
                  <a:pt x="145980" y="941070"/>
                </a:lnTo>
                <a:close/>
              </a:path>
              <a:path w="771525" h="1125220">
                <a:moveTo>
                  <a:pt x="260172" y="1026160"/>
                </a:moveTo>
                <a:lnTo>
                  <a:pt x="256120" y="1023620"/>
                </a:lnTo>
                <a:lnTo>
                  <a:pt x="257433" y="1024107"/>
                </a:lnTo>
                <a:lnTo>
                  <a:pt x="260172" y="1026160"/>
                </a:lnTo>
                <a:close/>
              </a:path>
              <a:path w="771525" h="1125220">
                <a:moveTo>
                  <a:pt x="257433" y="1024107"/>
                </a:moveTo>
                <a:lnTo>
                  <a:pt x="256120" y="1023620"/>
                </a:lnTo>
                <a:lnTo>
                  <a:pt x="256782" y="1023620"/>
                </a:lnTo>
                <a:lnTo>
                  <a:pt x="257433" y="1024107"/>
                </a:lnTo>
                <a:close/>
              </a:path>
              <a:path w="771525" h="1125220">
                <a:moveTo>
                  <a:pt x="262953" y="1026160"/>
                </a:moveTo>
                <a:lnTo>
                  <a:pt x="260172" y="1026160"/>
                </a:lnTo>
                <a:lnTo>
                  <a:pt x="257433" y="1024107"/>
                </a:lnTo>
                <a:lnTo>
                  <a:pt x="262953" y="10261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53</a:t>
            </a:fld>
            <a:endParaRPr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91540"/>
            <a:ext cx="51962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35685" algn="l"/>
                <a:tab pos="2046605" algn="l"/>
              </a:tabLst>
            </a:pPr>
            <a:r>
              <a:rPr sz="3600" u="heavy" spc="-10" dirty="0">
                <a:uFill>
                  <a:solidFill>
                    <a:srgbClr val="000000"/>
                  </a:solidFill>
                </a:uFill>
              </a:rPr>
              <a:t>Rule	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#2</a:t>
            </a:r>
            <a:r>
              <a:rPr sz="3600" dirty="0"/>
              <a:t>	</a:t>
            </a:r>
            <a:r>
              <a:rPr sz="3600" spc="-5" dirty="0"/>
              <a:t>Legal</a:t>
            </a:r>
            <a:r>
              <a:rPr sz="3600" spc="-50" dirty="0"/>
              <a:t> </a:t>
            </a:r>
            <a:r>
              <a:rPr sz="3600" spc="-5" dirty="0"/>
              <a:t>scheduler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896302" y="2043112"/>
            <a:ext cx="5225415" cy="38919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197860" algn="l"/>
              </a:tabLst>
            </a:pPr>
            <a:r>
              <a:rPr sz="3200" dirty="0">
                <a:latin typeface="Tahoma"/>
                <a:cs typeface="Tahoma"/>
              </a:rPr>
              <a:t>S =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....l-S</a:t>
            </a:r>
            <a:r>
              <a:rPr sz="2000" spc="-5" dirty="0">
                <a:latin typeface="Tahoma"/>
                <a:cs typeface="Tahoma"/>
              </a:rPr>
              <a:t>i</a:t>
            </a:r>
            <a:r>
              <a:rPr sz="3200" spc="-5" dirty="0">
                <a:latin typeface="Tahoma"/>
                <a:cs typeface="Tahoma"/>
              </a:rPr>
              <a:t>(A)</a:t>
            </a:r>
            <a:r>
              <a:rPr sz="3200" dirty="0">
                <a:latin typeface="Tahoma"/>
                <a:cs typeface="Tahoma"/>
              </a:rPr>
              <a:t> …	… </a:t>
            </a:r>
            <a:r>
              <a:rPr sz="3200" spc="-5" dirty="0">
                <a:latin typeface="Tahoma"/>
                <a:cs typeface="Tahoma"/>
              </a:rPr>
              <a:t>u</a:t>
            </a:r>
            <a:r>
              <a:rPr sz="2000" spc="-5" dirty="0">
                <a:latin typeface="Tahoma"/>
                <a:cs typeface="Tahoma"/>
              </a:rPr>
              <a:t>i</a:t>
            </a:r>
            <a:r>
              <a:rPr sz="3200" spc="-5" dirty="0">
                <a:latin typeface="Tahoma"/>
                <a:cs typeface="Tahoma"/>
              </a:rPr>
              <a:t>(A)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…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100">
              <a:latin typeface="Tahoma"/>
              <a:cs typeface="Tahoma"/>
            </a:endParaRPr>
          </a:p>
          <a:p>
            <a:pPr marL="1968500">
              <a:lnSpc>
                <a:spcPct val="100000"/>
              </a:lnSpc>
            </a:pPr>
            <a:r>
              <a:rPr sz="3200" dirty="0">
                <a:latin typeface="Tahoma"/>
                <a:cs typeface="Tahoma"/>
              </a:rPr>
              <a:t>no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20" dirty="0">
                <a:latin typeface="Tahoma"/>
                <a:cs typeface="Tahoma"/>
              </a:rPr>
              <a:t>l-X</a:t>
            </a:r>
            <a:r>
              <a:rPr sz="2000" spc="-20" dirty="0">
                <a:latin typeface="Tahoma"/>
                <a:cs typeface="Tahoma"/>
              </a:rPr>
              <a:t>j</a:t>
            </a:r>
            <a:r>
              <a:rPr sz="3200" spc="-20" dirty="0">
                <a:latin typeface="Tahoma"/>
                <a:cs typeface="Tahoma"/>
              </a:rPr>
              <a:t>(A)</a:t>
            </a:r>
            <a:endParaRPr sz="3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140"/>
              </a:spcBef>
              <a:tabLst>
                <a:tab pos="3453765" algn="l"/>
              </a:tabLst>
            </a:pPr>
            <a:r>
              <a:rPr sz="3200" dirty="0">
                <a:latin typeface="Tahoma"/>
                <a:cs typeface="Tahoma"/>
              </a:rPr>
              <a:t>S = </a:t>
            </a:r>
            <a:r>
              <a:rPr sz="3200" spc="-5" dirty="0">
                <a:latin typeface="Tahoma"/>
                <a:cs typeface="Tahoma"/>
              </a:rPr>
              <a:t>... </a:t>
            </a:r>
            <a:r>
              <a:rPr sz="3200" spc="-20" dirty="0">
                <a:latin typeface="Tahoma"/>
                <a:cs typeface="Tahoma"/>
              </a:rPr>
              <a:t>l-X</a:t>
            </a:r>
            <a:r>
              <a:rPr sz="2000" spc="-20" dirty="0">
                <a:latin typeface="Tahoma"/>
                <a:cs typeface="Tahoma"/>
              </a:rPr>
              <a:t>i</a:t>
            </a:r>
            <a:r>
              <a:rPr sz="3200" spc="-20" dirty="0">
                <a:latin typeface="Tahoma"/>
                <a:cs typeface="Tahoma"/>
              </a:rPr>
              <a:t>(A)</a:t>
            </a:r>
            <a:r>
              <a:rPr sz="3200" dirty="0">
                <a:latin typeface="Tahoma"/>
                <a:cs typeface="Tahoma"/>
              </a:rPr>
              <a:t> …	… </a:t>
            </a:r>
            <a:r>
              <a:rPr sz="3200" spc="-5" dirty="0">
                <a:latin typeface="Tahoma"/>
                <a:cs typeface="Tahoma"/>
              </a:rPr>
              <a:t>u</a:t>
            </a:r>
            <a:r>
              <a:rPr sz="2000" spc="-5" dirty="0">
                <a:latin typeface="Tahoma"/>
                <a:cs typeface="Tahoma"/>
              </a:rPr>
              <a:t>i</a:t>
            </a:r>
            <a:r>
              <a:rPr sz="3200" spc="-5" dirty="0">
                <a:latin typeface="Tahoma"/>
                <a:cs typeface="Tahoma"/>
              </a:rPr>
              <a:t>(A)</a:t>
            </a:r>
            <a:r>
              <a:rPr sz="3200" spc="-8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…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600">
              <a:latin typeface="Tahoma"/>
              <a:cs typeface="Tahoma"/>
            </a:endParaRPr>
          </a:p>
          <a:p>
            <a:pPr marL="2095500">
              <a:lnSpc>
                <a:spcPts val="3810"/>
              </a:lnSpc>
            </a:pPr>
            <a:r>
              <a:rPr sz="3200" dirty="0">
                <a:latin typeface="Tahoma"/>
                <a:cs typeface="Tahoma"/>
              </a:rPr>
              <a:t>no</a:t>
            </a:r>
            <a:r>
              <a:rPr sz="3200" spc="-95" dirty="0">
                <a:latin typeface="Tahoma"/>
                <a:cs typeface="Tahoma"/>
              </a:rPr>
              <a:t> </a:t>
            </a:r>
            <a:r>
              <a:rPr sz="3200" spc="-20" dirty="0">
                <a:latin typeface="Tahoma"/>
                <a:cs typeface="Tahoma"/>
              </a:rPr>
              <a:t>l-X</a:t>
            </a:r>
            <a:r>
              <a:rPr sz="2000" spc="-20" dirty="0">
                <a:latin typeface="Tahoma"/>
                <a:cs typeface="Tahoma"/>
              </a:rPr>
              <a:t>j</a:t>
            </a:r>
            <a:r>
              <a:rPr sz="3200" spc="-20" dirty="0">
                <a:latin typeface="Tahoma"/>
                <a:cs typeface="Tahoma"/>
              </a:rPr>
              <a:t>(A)</a:t>
            </a:r>
            <a:endParaRPr sz="3200">
              <a:latin typeface="Tahoma"/>
              <a:cs typeface="Tahoma"/>
            </a:endParaRPr>
          </a:p>
          <a:p>
            <a:pPr marL="2095500">
              <a:lnSpc>
                <a:spcPts val="3810"/>
              </a:lnSpc>
            </a:pPr>
            <a:r>
              <a:rPr sz="3200" dirty="0">
                <a:latin typeface="Tahoma"/>
                <a:cs typeface="Tahoma"/>
              </a:rPr>
              <a:t>no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l-S</a:t>
            </a:r>
            <a:r>
              <a:rPr sz="2000" spc="-10" dirty="0">
                <a:latin typeface="Tahoma"/>
                <a:cs typeface="Tahoma"/>
              </a:rPr>
              <a:t>j</a:t>
            </a:r>
            <a:r>
              <a:rPr sz="3200" spc="-10" dirty="0">
                <a:latin typeface="Tahoma"/>
                <a:cs typeface="Tahoma"/>
              </a:rPr>
              <a:t>(A)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36912" y="4157662"/>
            <a:ext cx="1536700" cy="76200"/>
          </a:xfrm>
          <a:custGeom>
            <a:avLst/>
            <a:gdLst/>
            <a:ahLst/>
            <a:cxnLst/>
            <a:rect l="l" t="t" r="r" b="b"/>
            <a:pathLst>
              <a:path w="15367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  <a:lnTo>
                  <a:pt x="76200" y="33337"/>
                </a:lnTo>
                <a:lnTo>
                  <a:pt x="57150" y="33337"/>
                </a:lnTo>
                <a:lnTo>
                  <a:pt x="57150" y="42862"/>
                </a:lnTo>
                <a:lnTo>
                  <a:pt x="76200" y="42862"/>
                </a:lnTo>
                <a:lnTo>
                  <a:pt x="76200" y="76200"/>
                </a:lnTo>
                <a:close/>
              </a:path>
              <a:path w="1536700" h="76200">
                <a:moveTo>
                  <a:pt x="1460500" y="76200"/>
                </a:moveTo>
                <a:lnTo>
                  <a:pt x="1460500" y="0"/>
                </a:lnTo>
                <a:lnTo>
                  <a:pt x="1527175" y="33337"/>
                </a:lnTo>
                <a:lnTo>
                  <a:pt x="1479550" y="33337"/>
                </a:lnTo>
                <a:lnTo>
                  <a:pt x="1479550" y="42862"/>
                </a:lnTo>
                <a:lnTo>
                  <a:pt x="1527175" y="42862"/>
                </a:lnTo>
                <a:lnTo>
                  <a:pt x="1460500" y="76200"/>
                </a:lnTo>
                <a:close/>
              </a:path>
              <a:path w="1536700" h="76200">
                <a:moveTo>
                  <a:pt x="76200" y="42862"/>
                </a:moveTo>
                <a:lnTo>
                  <a:pt x="57150" y="42862"/>
                </a:lnTo>
                <a:lnTo>
                  <a:pt x="57150" y="33337"/>
                </a:lnTo>
                <a:lnTo>
                  <a:pt x="76200" y="33337"/>
                </a:lnTo>
                <a:lnTo>
                  <a:pt x="76200" y="42862"/>
                </a:lnTo>
                <a:close/>
              </a:path>
              <a:path w="1536700" h="76200">
                <a:moveTo>
                  <a:pt x="1460500" y="42862"/>
                </a:moveTo>
                <a:lnTo>
                  <a:pt x="76200" y="42862"/>
                </a:lnTo>
                <a:lnTo>
                  <a:pt x="76200" y="33337"/>
                </a:lnTo>
                <a:lnTo>
                  <a:pt x="1460500" y="33337"/>
                </a:lnTo>
                <a:lnTo>
                  <a:pt x="1460500" y="42862"/>
                </a:lnTo>
                <a:close/>
              </a:path>
              <a:path w="1536700" h="76200">
                <a:moveTo>
                  <a:pt x="1527175" y="42862"/>
                </a:moveTo>
                <a:lnTo>
                  <a:pt x="1479550" y="42862"/>
                </a:lnTo>
                <a:lnTo>
                  <a:pt x="1479550" y="33337"/>
                </a:lnTo>
                <a:lnTo>
                  <a:pt x="1527175" y="33337"/>
                </a:lnTo>
                <a:lnTo>
                  <a:pt x="1536700" y="38100"/>
                </a:lnTo>
                <a:lnTo>
                  <a:pt x="1527175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271837" y="2268537"/>
            <a:ext cx="1262380" cy="76200"/>
          </a:xfrm>
          <a:custGeom>
            <a:avLst/>
            <a:gdLst/>
            <a:ahLst/>
            <a:cxnLst/>
            <a:rect l="l" t="t" r="r" b="b"/>
            <a:pathLst>
              <a:path w="1262379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  <a:lnTo>
                  <a:pt x="76200" y="33337"/>
                </a:lnTo>
                <a:lnTo>
                  <a:pt x="57150" y="33337"/>
                </a:lnTo>
                <a:lnTo>
                  <a:pt x="57150" y="42862"/>
                </a:lnTo>
                <a:lnTo>
                  <a:pt x="76200" y="42862"/>
                </a:lnTo>
                <a:lnTo>
                  <a:pt x="76200" y="76200"/>
                </a:lnTo>
                <a:close/>
              </a:path>
              <a:path w="1262379" h="76200">
                <a:moveTo>
                  <a:pt x="1185862" y="76200"/>
                </a:moveTo>
                <a:lnTo>
                  <a:pt x="1185862" y="0"/>
                </a:lnTo>
                <a:lnTo>
                  <a:pt x="1252537" y="33337"/>
                </a:lnTo>
                <a:lnTo>
                  <a:pt x="1204912" y="33337"/>
                </a:lnTo>
                <a:lnTo>
                  <a:pt x="1204912" y="42862"/>
                </a:lnTo>
                <a:lnTo>
                  <a:pt x="1252537" y="42862"/>
                </a:lnTo>
                <a:lnTo>
                  <a:pt x="1185862" y="76200"/>
                </a:lnTo>
                <a:close/>
              </a:path>
              <a:path w="1262379" h="76200">
                <a:moveTo>
                  <a:pt x="76200" y="42862"/>
                </a:moveTo>
                <a:lnTo>
                  <a:pt x="57150" y="42862"/>
                </a:lnTo>
                <a:lnTo>
                  <a:pt x="57150" y="33337"/>
                </a:lnTo>
                <a:lnTo>
                  <a:pt x="76200" y="33337"/>
                </a:lnTo>
                <a:lnTo>
                  <a:pt x="76200" y="42862"/>
                </a:lnTo>
                <a:close/>
              </a:path>
              <a:path w="1262379" h="76200">
                <a:moveTo>
                  <a:pt x="1185862" y="42862"/>
                </a:moveTo>
                <a:lnTo>
                  <a:pt x="76200" y="42862"/>
                </a:lnTo>
                <a:lnTo>
                  <a:pt x="76200" y="33337"/>
                </a:lnTo>
                <a:lnTo>
                  <a:pt x="1185862" y="33337"/>
                </a:lnTo>
                <a:lnTo>
                  <a:pt x="1185862" y="42862"/>
                </a:lnTo>
                <a:close/>
              </a:path>
              <a:path w="1262379" h="76200">
                <a:moveTo>
                  <a:pt x="1252537" y="42862"/>
                </a:moveTo>
                <a:lnTo>
                  <a:pt x="1204912" y="42862"/>
                </a:lnTo>
                <a:lnTo>
                  <a:pt x="1204912" y="33337"/>
                </a:lnTo>
                <a:lnTo>
                  <a:pt x="1252537" y="33337"/>
                </a:lnTo>
                <a:lnTo>
                  <a:pt x="1262062" y="38100"/>
                </a:lnTo>
                <a:lnTo>
                  <a:pt x="1252537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54</a:t>
            </a:fld>
            <a:endParaRPr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652145"/>
            <a:ext cx="58559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36085" algn="l"/>
                <a:tab pos="5259705" algn="l"/>
              </a:tabLst>
            </a:pPr>
            <a:r>
              <a:rPr sz="3600" u="heavy" dirty="0">
                <a:uFill>
                  <a:solidFill>
                    <a:srgbClr val="000000"/>
                  </a:solidFill>
                </a:uFill>
              </a:rPr>
              <a:t>A </a:t>
            </a:r>
            <a:r>
              <a:rPr sz="3600" u="heavy" spc="-40" dirty="0">
                <a:uFill>
                  <a:solidFill>
                    <a:srgbClr val="000000"/>
                  </a:solidFill>
                </a:uFill>
              </a:rPr>
              <a:t>w</a:t>
            </a:r>
            <a:r>
              <a:rPr sz="3600" u="heavy" spc="-25" dirty="0">
                <a:uFill>
                  <a:solidFill>
                    <a:srgbClr val="000000"/>
                  </a:solidFill>
                </a:uFill>
              </a:rPr>
              <a:t>a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y to 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su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mma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r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i</a:t>
            </a:r>
            <a:r>
              <a:rPr sz="3600" u="heavy" spc="-20" dirty="0">
                <a:uFill>
                  <a:solidFill>
                    <a:srgbClr val="000000"/>
                  </a:solidFill>
                </a:uFill>
              </a:rPr>
              <a:t>z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e	</a:t>
            </a:r>
            <a:r>
              <a:rPr sz="3600" u="heavy" spc="-25" dirty="0">
                <a:uFill>
                  <a:solidFill>
                    <a:srgbClr val="000000"/>
                  </a:solidFill>
                </a:uFill>
              </a:rPr>
              <a:t>R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u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le	#2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555749"/>
            <a:ext cx="3595370" cy="1585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Compatibility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matrix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3200" spc="-5" dirty="0">
                <a:latin typeface="Tahoma"/>
                <a:cs typeface="Tahoma"/>
              </a:rPr>
              <a:t>Comp</a:t>
            </a:r>
            <a:endParaRPr sz="32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622675" y="2767012"/>
          <a:ext cx="3505200" cy="1752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9245" algn="ctr">
                        <a:lnSpc>
                          <a:spcPts val="2840"/>
                        </a:lnSpc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S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625" algn="ctr">
                        <a:lnSpc>
                          <a:spcPts val="2840"/>
                        </a:lnSpc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X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S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7683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88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3200" spc="-5" dirty="0">
                          <a:latin typeface="Tahoma"/>
                          <a:cs typeface="Tahoma"/>
                        </a:rPr>
                        <a:t>true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768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68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3200" spc="-10" dirty="0">
                          <a:latin typeface="Tahoma"/>
                          <a:cs typeface="Tahoma"/>
                        </a:rPr>
                        <a:t>false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768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X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52069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88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3200" spc="-10" dirty="0">
                          <a:latin typeface="Tahoma"/>
                          <a:cs typeface="Tahoma"/>
                        </a:rPr>
                        <a:t>false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68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3200" spc="-10" dirty="0">
                          <a:latin typeface="Tahoma"/>
                          <a:cs typeface="Tahoma"/>
                        </a:rPr>
                        <a:t>false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520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91540"/>
            <a:ext cx="57842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35685" algn="l"/>
                <a:tab pos="2475230" algn="l"/>
              </a:tabLst>
            </a:pPr>
            <a:r>
              <a:rPr sz="3600" u="heavy" spc="-10" dirty="0">
                <a:uFill>
                  <a:solidFill>
                    <a:srgbClr val="000000"/>
                  </a:solidFill>
                </a:uFill>
              </a:rPr>
              <a:t>Rule	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# 3</a:t>
            </a:r>
            <a:r>
              <a:rPr sz="3600" dirty="0"/>
              <a:t>	</a:t>
            </a:r>
            <a:r>
              <a:rPr sz="3600" spc="-5" dirty="0"/>
              <a:t>2PL</a:t>
            </a:r>
            <a:r>
              <a:rPr sz="3600" spc="-60" dirty="0"/>
              <a:t> </a:t>
            </a:r>
            <a:r>
              <a:rPr sz="3600" spc="-10" dirty="0"/>
              <a:t>transactions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16556"/>
            <a:ext cx="7329170" cy="343598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3200" dirty="0">
                <a:latin typeface="Tahoma"/>
                <a:cs typeface="Tahoma"/>
              </a:rPr>
              <a:t>No </a:t>
            </a:r>
            <a:r>
              <a:rPr sz="3200" spc="-5" dirty="0">
                <a:latin typeface="Tahoma"/>
                <a:cs typeface="Tahoma"/>
              </a:rPr>
              <a:t>change </a:t>
            </a:r>
            <a:r>
              <a:rPr sz="3200" spc="-10" dirty="0">
                <a:latin typeface="Tahoma"/>
                <a:cs typeface="Tahoma"/>
              </a:rPr>
              <a:t>except </a:t>
            </a:r>
            <a:r>
              <a:rPr sz="3200" spc="-15" dirty="0">
                <a:latin typeface="Tahoma"/>
                <a:cs typeface="Tahoma"/>
              </a:rPr>
              <a:t>for</a:t>
            </a:r>
            <a:r>
              <a:rPr sz="3200" spc="-10" dirty="0">
                <a:latin typeface="Tahoma"/>
                <a:cs typeface="Tahoma"/>
              </a:rPr>
              <a:t> upgrades:</a:t>
            </a:r>
            <a:endParaRPr sz="3200" dirty="0">
              <a:latin typeface="Tahoma"/>
              <a:cs typeface="Tahoma"/>
            </a:endParaRPr>
          </a:p>
          <a:p>
            <a:pPr marL="729615" indent="-716915">
              <a:lnSpc>
                <a:spcPct val="100000"/>
              </a:lnSpc>
              <a:spcBef>
                <a:spcPts val="765"/>
              </a:spcBef>
              <a:buAutoNum type="romanUcParenBoth"/>
              <a:tabLst>
                <a:tab pos="728980" algn="l"/>
                <a:tab pos="729615" algn="l"/>
              </a:tabLst>
            </a:pPr>
            <a:r>
              <a:rPr sz="3200" spc="-5" dirty="0">
                <a:latin typeface="Tahoma"/>
                <a:cs typeface="Tahoma"/>
              </a:rPr>
              <a:t>If </a:t>
            </a:r>
            <a:r>
              <a:rPr sz="3200" spc="-10" dirty="0">
                <a:latin typeface="Tahoma"/>
                <a:cs typeface="Tahoma"/>
              </a:rPr>
              <a:t>upgrade </a:t>
            </a:r>
            <a:r>
              <a:rPr sz="3200" spc="-5" dirty="0">
                <a:latin typeface="Tahoma"/>
                <a:cs typeface="Tahoma"/>
              </a:rPr>
              <a:t>gets more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locks</a:t>
            </a:r>
            <a:endParaRPr sz="3200" dirty="0">
              <a:latin typeface="Tahoma"/>
              <a:cs typeface="Tahoma"/>
            </a:endParaRPr>
          </a:p>
          <a:p>
            <a:pPr marL="926465">
              <a:lnSpc>
                <a:spcPct val="100000"/>
              </a:lnSpc>
              <a:spcBef>
                <a:spcPts val="750"/>
              </a:spcBef>
              <a:tabLst>
                <a:tab pos="4382770" algn="l"/>
              </a:tabLst>
            </a:pPr>
            <a:r>
              <a:rPr sz="3200" spc="-40" dirty="0">
                <a:latin typeface="Tahoma"/>
                <a:cs typeface="Tahoma"/>
              </a:rPr>
              <a:t>(e.g., </a:t>
            </a:r>
            <a:r>
              <a:rPr sz="3200" dirty="0">
                <a:latin typeface="Tahoma"/>
                <a:cs typeface="Tahoma"/>
              </a:rPr>
              <a:t>S </a:t>
            </a:r>
            <a:r>
              <a:rPr sz="3200" i="1" dirty="0">
                <a:latin typeface="Symbol"/>
                <a:cs typeface="Symbol"/>
              </a:rPr>
              <a:t></a:t>
            </a:r>
            <a:r>
              <a:rPr sz="3200" i="1" spc="23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ahoma"/>
                <a:cs typeface="Tahoma"/>
              </a:rPr>
              <a:t>{S,</a:t>
            </a:r>
            <a:r>
              <a:rPr sz="3200" dirty="0">
                <a:latin typeface="Tahoma"/>
                <a:cs typeface="Tahoma"/>
              </a:rPr>
              <a:t> X})	</a:t>
            </a:r>
            <a:r>
              <a:rPr sz="3200" spc="-5" dirty="0">
                <a:latin typeface="Tahoma"/>
                <a:cs typeface="Tahoma"/>
              </a:rPr>
              <a:t>then </a:t>
            </a:r>
            <a:r>
              <a:rPr sz="3200" dirty="0">
                <a:latin typeface="Tahoma"/>
                <a:cs typeface="Tahoma"/>
              </a:rPr>
              <a:t>no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change!</a:t>
            </a:r>
            <a:endParaRPr sz="3200" dirty="0">
              <a:latin typeface="Tahoma"/>
              <a:cs typeface="Tahoma"/>
            </a:endParaRPr>
          </a:p>
          <a:p>
            <a:pPr marL="754380" marR="541655" indent="-754380">
              <a:lnSpc>
                <a:spcPct val="100000"/>
              </a:lnSpc>
              <a:spcBef>
                <a:spcPts val="770"/>
              </a:spcBef>
              <a:buAutoNum type="romanUcParenBoth" startAt="2"/>
              <a:tabLst>
                <a:tab pos="754380" algn="l"/>
              </a:tabLst>
            </a:pPr>
            <a:r>
              <a:rPr sz="3200" spc="-5" dirty="0">
                <a:latin typeface="Tahoma"/>
                <a:cs typeface="Tahoma"/>
              </a:rPr>
              <a:t>If </a:t>
            </a:r>
            <a:r>
              <a:rPr sz="3200" spc="-10" dirty="0">
                <a:latin typeface="Tahoma"/>
                <a:cs typeface="Tahoma"/>
              </a:rPr>
              <a:t>upgrade </a:t>
            </a:r>
            <a:r>
              <a:rPr sz="3200" spc="-5" dirty="0">
                <a:latin typeface="Tahoma"/>
                <a:cs typeface="Tahoma"/>
              </a:rPr>
              <a:t>releases read (shared)  lock </a:t>
            </a:r>
            <a:r>
              <a:rPr sz="3200" spc="-40" dirty="0">
                <a:latin typeface="Tahoma"/>
                <a:cs typeface="Tahoma"/>
              </a:rPr>
              <a:t>(e.g., </a:t>
            </a:r>
            <a:r>
              <a:rPr sz="3200" dirty="0">
                <a:latin typeface="Tahoma"/>
                <a:cs typeface="Tahoma"/>
              </a:rPr>
              <a:t>S </a:t>
            </a:r>
            <a:r>
              <a:rPr sz="3200" i="1" dirty="0">
                <a:latin typeface="Symbol"/>
                <a:cs typeface="Symbol"/>
              </a:rPr>
              <a:t></a:t>
            </a:r>
            <a:r>
              <a:rPr sz="3200" i="1" spc="2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ahoma"/>
                <a:cs typeface="Tahoma"/>
              </a:rPr>
              <a:t>X)</a:t>
            </a:r>
            <a:endParaRPr sz="3200" dirty="0">
              <a:latin typeface="Tahoma"/>
              <a:cs typeface="Tahoma"/>
            </a:endParaRPr>
          </a:p>
          <a:p>
            <a:pPr marL="926465">
              <a:lnSpc>
                <a:spcPct val="100000"/>
              </a:lnSpc>
              <a:spcBef>
                <a:spcPts val="765"/>
              </a:spcBef>
            </a:pPr>
            <a:r>
              <a:rPr sz="3200" dirty="0">
                <a:latin typeface="Tahoma"/>
                <a:cs typeface="Tahoma"/>
              </a:rPr>
              <a:t>- </a:t>
            </a:r>
            <a:r>
              <a:rPr sz="3200" spc="-5" dirty="0">
                <a:latin typeface="Tahoma"/>
                <a:cs typeface="Tahoma"/>
              </a:rPr>
              <a:t>can </a:t>
            </a:r>
            <a:r>
              <a:rPr sz="3200" dirty="0">
                <a:latin typeface="Tahoma"/>
                <a:cs typeface="Tahoma"/>
              </a:rPr>
              <a:t>be </a:t>
            </a:r>
            <a:r>
              <a:rPr sz="3200" spc="-5" dirty="0">
                <a:latin typeface="Tahoma"/>
                <a:cs typeface="Tahoma"/>
              </a:rPr>
              <a:t>allowed in growing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phase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5152" y="191579"/>
            <a:ext cx="7537450" cy="1196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0" marR="5080" indent="-1828800">
              <a:lnSpc>
                <a:spcPct val="120100"/>
              </a:lnSpc>
              <a:spcBef>
                <a:spcPts val="95"/>
              </a:spcBef>
              <a:tabLst>
                <a:tab pos="1864995" algn="l"/>
                <a:tab pos="4650105" algn="l"/>
                <a:tab pos="5488305" algn="l"/>
              </a:tabLst>
            </a:pPr>
            <a:r>
              <a:rPr u="heavy" spc="-5" dirty="0">
                <a:uFill>
                  <a:solidFill>
                    <a:srgbClr val="000000"/>
                  </a:solidFill>
                </a:uFill>
              </a:rPr>
              <a:t>Theorem</a:t>
            </a:r>
            <a:r>
              <a:rPr spc="-5" dirty="0"/>
              <a:t>		</a:t>
            </a:r>
            <a:r>
              <a:rPr spc="-10" dirty="0"/>
              <a:t>Rules</a:t>
            </a:r>
            <a:r>
              <a:rPr spc="5" dirty="0"/>
              <a:t> </a:t>
            </a:r>
            <a:r>
              <a:rPr spc="-5" dirty="0"/>
              <a:t>1,2,3</a:t>
            </a:r>
            <a:r>
              <a:rPr spc="5" dirty="0"/>
              <a:t> </a:t>
            </a:r>
            <a:r>
              <a:rPr i="1" dirty="0">
                <a:latin typeface="Symbol"/>
                <a:cs typeface="Symbol"/>
              </a:rPr>
              <a:t></a:t>
            </a:r>
            <a:r>
              <a:rPr dirty="0">
                <a:latin typeface="Times New Roman"/>
                <a:cs typeface="Times New Roman"/>
              </a:rPr>
              <a:t>	</a:t>
            </a:r>
            <a:r>
              <a:rPr spc="-20" dirty="0"/>
              <a:t>Conf.serializable  </a:t>
            </a:r>
            <a:r>
              <a:rPr spc="-15" dirty="0"/>
              <a:t>for</a:t>
            </a:r>
            <a:r>
              <a:rPr spc="10" dirty="0"/>
              <a:t> </a:t>
            </a:r>
            <a:r>
              <a:rPr spc="-5" dirty="0"/>
              <a:t>S/X</a:t>
            </a:r>
            <a:r>
              <a:rPr spc="10" dirty="0"/>
              <a:t> </a:t>
            </a:r>
            <a:r>
              <a:rPr spc="-5" dirty="0"/>
              <a:t>locks		schedules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32790" y="1956752"/>
            <a:ext cx="7297420" cy="2892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15745" algn="l"/>
                <a:tab pos="3917950" algn="l"/>
              </a:tabLst>
            </a:pPr>
            <a:r>
              <a:rPr sz="3600" u="heavy" spc="-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Proof:</a:t>
            </a:r>
            <a:r>
              <a:rPr sz="3600" spc="-5" dirty="0">
                <a:latin typeface="Tahoma"/>
                <a:cs typeface="Tahoma"/>
              </a:rPr>
              <a:t>	similar</a:t>
            </a:r>
            <a:r>
              <a:rPr sz="3600" spc="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to</a:t>
            </a:r>
            <a:r>
              <a:rPr sz="3600" spc="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X	</a:t>
            </a:r>
            <a:r>
              <a:rPr sz="3600" spc="-5" dirty="0">
                <a:latin typeface="Tahoma"/>
                <a:cs typeface="Tahoma"/>
              </a:rPr>
              <a:t>locks</a:t>
            </a:r>
            <a:r>
              <a:rPr sz="3600" spc="-10" dirty="0">
                <a:latin typeface="Tahoma"/>
                <a:cs typeface="Tahoma"/>
              </a:rPr>
              <a:t> </a:t>
            </a:r>
            <a:r>
              <a:rPr sz="3600" spc="-5" dirty="0">
                <a:latin typeface="Tahoma"/>
                <a:cs typeface="Tahoma"/>
              </a:rPr>
              <a:t>case</a:t>
            </a:r>
            <a:endParaRPr sz="3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4300">
              <a:latin typeface="Tahoma"/>
              <a:cs typeface="Tahoma"/>
            </a:endParaRPr>
          </a:p>
          <a:p>
            <a:pPr marL="44450">
              <a:lnSpc>
                <a:spcPct val="100000"/>
              </a:lnSpc>
            </a:pPr>
            <a:r>
              <a:rPr sz="3200" u="heavy" spc="-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Detail:</a:t>
            </a:r>
            <a:endParaRPr sz="3200">
              <a:latin typeface="Tahoma"/>
              <a:cs typeface="Tahoma"/>
            </a:endParaRPr>
          </a:p>
          <a:p>
            <a:pPr marL="44450" marR="5080">
              <a:lnSpc>
                <a:spcPct val="119900"/>
              </a:lnSpc>
            </a:pPr>
            <a:r>
              <a:rPr sz="3200" spc="-5" dirty="0">
                <a:latin typeface="Tahoma"/>
                <a:cs typeface="Tahoma"/>
              </a:rPr>
              <a:t>l-t</a:t>
            </a:r>
            <a:r>
              <a:rPr sz="2000" spc="-5" dirty="0">
                <a:latin typeface="Tahoma"/>
                <a:cs typeface="Tahoma"/>
              </a:rPr>
              <a:t>i</a:t>
            </a:r>
            <a:r>
              <a:rPr sz="3200" spc="-5" dirty="0">
                <a:latin typeface="Tahoma"/>
                <a:cs typeface="Tahoma"/>
              </a:rPr>
              <a:t>(A), l-r</a:t>
            </a:r>
            <a:r>
              <a:rPr sz="2000" spc="-5" dirty="0">
                <a:latin typeface="Tahoma"/>
                <a:cs typeface="Tahoma"/>
              </a:rPr>
              <a:t>j</a:t>
            </a:r>
            <a:r>
              <a:rPr sz="3200" spc="-5" dirty="0">
                <a:latin typeface="Tahoma"/>
                <a:cs typeface="Tahoma"/>
              </a:rPr>
              <a:t>(A) </a:t>
            </a:r>
            <a:r>
              <a:rPr sz="3200" dirty="0">
                <a:latin typeface="Tahoma"/>
                <a:cs typeface="Tahoma"/>
              </a:rPr>
              <a:t>do </a:t>
            </a:r>
            <a:r>
              <a:rPr sz="3200" spc="-5" dirty="0">
                <a:latin typeface="Tahoma"/>
                <a:cs typeface="Tahoma"/>
              </a:rPr>
              <a:t>not conflict </a:t>
            </a:r>
            <a:r>
              <a:rPr sz="3200" dirty="0">
                <a:latin typeface="Tahoma"/>
                <a:cs typeface="Tahoma"/>
              </a:rPr>
              <a:t>if </a:t>
            </a:r>
            <a:r>
              <a:rPr sz="3200" spc="-5" dirty="0">
                <a:latin typeface="Tahoma"/>
                <a:cs typeface="Tahoma"/>
              </a:rPr>
              <a:t>comp(t,r)  l-t</a:t>
            </a:r>
            <a:r>
              <a:rPr sz="2000" spc="-5" dirty="0">
                <a:latin typeface="Tahoma"/>
                <a:cs typeface="Tahoma"/>
              </a:rPr>
              <a:t>i</a:t>
            </a:r>
            <a:r>
              <a:rPr sz="3200" spc="-5" dirty="0">
                <a:latin typeface="Tahoma"/>
                <a:cs typeface="Tahoma"/>
              </a:rPr>
              <a:t>(A), u-r</a:t>
            </a:r>
            <a:r>
              <a:rPr sz="2000" spc="-5" dirty="0">
                <a:latin typeface="Tahoma"/>
                <a:cs typeface="Tahoma"/>
              </a:rPr>
              <a:t>j</a:t>
            </a:r>
            <a:r>
              <a:rPr sz="3200" spc="-5" dirty="0">
                <a:latin typeface="Tahoma"/>
                <a:cs typeface="Tahoma"/>
              </a:rPr>
              <a:t>(A) </a:t>
            </a:r>
            <a:r>
              <a:rPr sz="3200" dirty="0">
                <a:latin typeface="Tahoma"/>
                <a:cs typeface="Tahoma"/>
              </a:rPr>
              <a:t>do </a:t>
            </a:r>
            <a:r>
              <a:rPr sz="3200" spc="-5" dirty="0">
                <a:latin typeface="Tahoma"/>
                <a:cs typeface="Tahoma"/>
              </a:rPr>
              <a:t>not conflict </a:t>
            </a:r>
            <a:r>
              <a:rPr sz="3200" dirty="0">
                <a:latin typeface="Tahoma"/>
                <a:cs typeface="Tahoma"/>
              </a:rPr>
              <a:t>if</a:t>
            </a:r>
            <a:r>
              <a:rPr sz="3200" spc="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comp(t,r)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91540"/>
            <a:ext cx="46094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Lock </a:t>
            </a:r>
            <a:r>
              <a:rPr sz="3600" u="heavy" spc="-10" dirty="0">
                <a:uFill>
                  <a:solidFill>
                    <a:srgbClr val="000000"/>
                  </a:solidFill>
                </a:uFill>
              </a:rPr>
              <a:t>types beyond</a:t>
            </a:r>
            <a:r>
              <a:rPr sz="3600" u="heavy" spc="-4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S/X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17826"/>
            <a:ext cx="5128260" cy="1777364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3200" spc="-5" dirty="0">
                <a:latin typeface="Tahoma"/>
                <a:cs typeface="Tahoma"/>
              </a:rPr>
              <a:t>Examples:</a:t>
            </a:r>
            <a:endParaRPr sz="3200">
              <a:latin typeface="Tahoma"/>
              <a:cs typeface="Tahoma"/>
            </a:endParaRPr>
          </a:p>
          <a:p>
            <a:pPr marL="2501265" indent="-659765">
              <a:lnSpc>
                <a:spcPct val="100000"/>
              </a:lnSpc>
              <a:spcBef>
                <a:spcPts val="755"/>
              </a:spcBef>
              <a:buAutoNum type="arabicParenBoth"/>
              <a:tabLst>
                <a:tab pos="2501265" algn="l"/>
              </a:tabLst>
            </a:pPr>
            <a:r>
              <a:rPr sz="3200" spc="-5" dirty="0">
                <a:latin typeface="Tahoma"/>
                <a:cs typeface="Tahoma"/>
              </a:rPr>
              <a:t>increment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lock</a:t>
            </a:r>
            <a:endParaRPr sz="3200">
              <a:latin typeface="Tahoma"/>
              <a:cs typeface="Tahoma"/>
            </a:endParaRPr>
          </a:p>
          <a:p>
            <a:pPr marL="2501265" indent="-659765">
              <a:lnSpc>
                <a:spcPct val="100000"/>
              </a:lnSpc>
              <a:spcBef>
                <a:spcPts val="765"/>
              </a:spcBef>
              <a:buAutoNum type="arabicParenBoth"/>
              <a:tabLst>
                <a:tab pos="2501265" algn="l"/>
              </a:tabLst>
            </a:pPr>
            <a:r>
              <a:rPr sz="3200" spc="-5" dirty="0">
                <a:latin typeface="Tahoma"/>
                <a:cs typeface="Tahoma"/>
              </a:rPr>
              <a:t>update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lock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678179"/>
            <a:ext cx="57181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59914" algn="l"/>
              </a:tabLst>
            </a:pPr>
            <a:r>
              <a:rPr sz="3600" spc="-5" dirty="0"/>
              <a:t>Example	(1): increment</a:t>
            </a:r>
            <a:r>
              <a:rPr sz="3600" spc="-60" dirty="0"/>
              <a:t> </a:t>
            </a:r>
            <a:r>
              <a:rPr sz="3600" spc="-5" dirty="0"/>
              <a:t>lock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64540" y="1516824"/>
            <a:ext cx="7383145" cy="1778000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5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0" dirty="0">
                <a:latin typeface="Tahoma"/>
                <a:cs typeface="Tahoma"/>
              </a:rPr>
              <a:t>Atomic </a:t>
            </a:r>
            <a:r>
              <a:rPr sz="3200" spc="-5" dirty="0">
                <a:latin typeface="Tahoma"/>
                <a:cs typeface="Tahoma"/>
              </a:rPr>
              <a:t>increment action: IN</a:t>
            </a:r>
            <a:r>
              <a:rPr sz="2400" spc="-5" dirty="0">
                <a:latin typeface="Tahoma"/>
                <a:cs typeface="Tahoma"/>
              </a:rPr>
              <a:t>i</a:t>
            </a:r>
            <a:r>
              <a:rPr sz="3200" spc="-5" dirty="0">
                <a:latin typeface="Tahoma"/>
                <a:cs typeface="Tahoma"/>
              </a:rPr>
              <a:t>(A)</a:t>
            </a:r>
            <a:endParaRPr sz="3200">
              <a:latin typeface="Tahoma"/>
              <a:cs typeface="Tahoma"/>
            </a:endParaRPr>
          </a:p>
          <a:p>
            <a:pPr marL="1841500">
              <a:lnSpc>
                <a:spcPct val="100000"/>
              </a:lnSpc>
              <a:spcBef>
                <a:spcPts val="750"/>
              </a:spcBef>
            </a:pPr>
            <a:r>
              <a:rPr sz="3200" spc="-10" dirty="0">
                <a:latin typeface="Tahoma"/>
                <a:cs typeface="Tahoma"/>
              </a:rPr>
              <a:t>{Read(A);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i="1" dirty="0">
                <a:latin typeface="Symbol"/>
                <a:cs typeface="Symbol"/>
              </a:rPr>
              <a:t></a:t>
            </a:r>
            <a:r>
              <a:rPr sz="3200" i="1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ahoma"/>
                <a:cs typeface="Tahoma"/>
              </a:rPr>
              <a:t>A+k;</a:t>
            </a:r>
            <a:r>
              <a:rPr sz="3200" spc="14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Write(A)}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8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IN</a:t>
            </a:r>
            <a:r>
              <a:rPr sz="2400" spc="-5" dirty="0">
                <a:latin typeface="Tahoma"/>
                <a:cs typeface="Tahoma"/>
              </a:rPr>
              <a:t>i</a:t>
            </a:r>
            <a:r>
              <a:rPr sz="3200" spc="-5" dirty="0">
                <a:latin typeface="Tahoma"/>
                <a:cs typeface="Tahoma"/>
              </a:rPr>
              <a:t>(A), IN</a:t>
            </a:r>
            <a:r>
              <a:rPr sz="2400" spc="-5" dirty="0">
                <a:latin typeface="Tahoma"/>
                <a:cs typeface="Tahoma"/>
              </a:rPr>
              <a:t>j</a:t>
            </a:r>
            <a:r>
              <a:rPr sz="3200" spc="-5" dirty="0">
                <a:latin typeface="Tahoma"/>
                <a:cs typeface="Tahoma"/>
              </a:rPr>
              <a:t>(A) </a:t>
            </a:r>
            <a:r>
              <a:rPr sz="3200" dirty="0">
                <a:latin typeface="Tahoma"/>
                <a:cs typeface="Tahoma"/>
              </a:rPr>
              <a:t>do </a:t>
            </a:r>
            <a:r>
              <a:rPr sz="3200" spc="-5" dirty="0">
                <a:latin typeface="Tahoma"/>
                <a:cs typeface="Tahoma"/>
              </a:rPr>
              <a:t>not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conflict!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07740" y="3364547"/>
            <a:ext cx="78740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A=</a:t>
            </a:r>
            <a:r>
              <a:rPr sz="3200" dirty="0">
                <a:latin typeface="Tahoma"/>
                <a:cs typeface="Tahoma"/>
              </a:rPr>
              <a:t>7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3949382"/>
            <a:ext cx="78740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A=</a:t>
            </a:r>
            <a:r>
              <a:rPr sz="3200" dirty="0">
                <a:latin typeface="Tahoma"/>
                <a:cs typeface="Tahoma"/>
              </a:rPr>
              <a:t>5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50940" y="3949382"/>
            <a:ext cx="100901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A=1</a:t>
            </a:r>
            <a:r>
              <a:rPr sz="3200" dirty="0">
                <a:latin typeface="Tahoma"/>
                <a:cs typeface="Tahoma"/>
              </a:rPr>
              <a:t>7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07740" y="4534217"/>
            <a:ext cx="100901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A=1</a:t>
            </a:r>
            <a:r>
              <a:rPr sz="3200" dirty="0">
                <a:latin typeface="Tahoma"/>
                <a:cs typeface="Tahoma"/>
              </a:rPr>
              <a:t>5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644980" y="3602786"/>
            <a:ext cx="1677670" cy="478790"/>
          </a:xfrm>
          <a:custGeom>
            <a:avLst/>
            <a:gdLst/>
            <a:ahLst/>
            <a:cxnLst/>
            <a:rect l="l" t="t" r="r" b="b"/>
            <a:pathLst>
              <a:path w="1677670" h="478789">
                <a:moveTo>
                  <a:pt x="1602890" y="32165"/>
                </a:moveTo>
                <a:lnTo>
                  <a:pt x="1594116" y="0"/>
                </a:lnTo>
                <a:lnTo>
                  <a:pt x="1677657" y="16713"/>
                </a:lnTo>
                <a:lnTo>
                  <a:pt x="1665990" y="27152"/>
                </a:lnTo>
                <a:lnTo>
                  <a:pt x="1621269" y="27152"/>
                </a:lnTo>
                <a:lnTo>
                  <a:pt x="1602890" y="32165"/>
                </a:lnTo>
                <a:close/>
              </a:path>
              <a:path w="1677670" h="478789">
                <a:moveTo>
                  <a:pt x="1605397" y="41358"/>
                </a:moveTo>
                <a:lnTo>
                  <a:pt x="1602890" y="32165"/>
                </a:lnTo>
                <a:lnTo>
                  <a:pt x="1621269" y="27152"/>
                </a:lnTo>
                <a:lnTo>
                  <a:pt x="1623771" y="36347"/>
                </a:lnTo>
                <a:lnTo>
                  <a:pt x="1605397" y="41358"/>
                </a:lnTo>
                <a:close/>
              </a:path>
              <a:path w="1677670" h="478789">
                <a:moveTo>
                  <a:pt x="1614169" y="73520"/>
                </a:moveTo>
                <a:lnTo>
                  <a:pt x="1605397" y="41358"/>
                </a:lnTo>
                <a:lnTo>
                  <a:pt x="1623771" y="36347"/>
                </a:lnTo>
                <a:lnTo>
                  <a:pt x="1621269" y="27152"/>
                </a:lnTo>
                <a:lnTo>
                  <a:pt x="1665990" y="27152"/>
                </a:lnTo>
                <a:lnTo>
                  <a:pt x="1614169" y="73520"/>
                </a:lnTo>
                <a:close/>
              </a:path>
              <a:path w="1677670" h="478789">
                <a:moveTo>
                  <a:pt x="2514" y="478510"/>
                </a:moveTo>
                <a:lnTo>
                  <a:pt x="0" y="469315"/>
                </a:lnTo>
                <a:lnTo>
                  <a:pt x="1602890" y="32165"/>
                </a:lnTo>
                <a:lnTo>
                  <a:pt x="1605397" y="41358"/>
                </a:lnTo>
                <a:lnTo>
                  <a:pt x="2514" y="4785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44980" y="4376902"/>
            <a:ext cx="1677670" cy="478790"/>
          </a:xfrm>
          <a:custGeom>
            <a:avLst/>
            <a:gdLst/>
            <a:ahLst/>
            <a:cxnLst/>
            <a:rect l="l" t="t" r="r" b="b"/>
            <a:pathLst>
              <a:path w="1677670" h="478789">
                <a:moveTo>
                  <a:pt x="1602890" y="446345"/>
                </a:moveTo>
                <a:lnTo>
                  <a:pt x="0" y="9194"/>
                </a:lnTo>
                <a:lnTo>
                  <a:pt x="2514" y="0"/>
                </a:lnTo>
                <a:lnTo>
                  <a:pt x="1605397" y="437152"/>
                </a:lnTo>
                <a:lnTo>
                  <a:pt x="1602890" y="446345"/>
                </a:lnTo>
                <a:close/>
              </a:path>
              <a:path w="1677670" h="478789">
                <a:moveTo>
                  <a:pt x="1665990" y="451358"/>
                </a:moveTo>
                <a:lnTo>
                  <a:pt x="1621269" y="451358"/>
                </a:lnTo>
                <a:lnTo>
                  <a:pt x="1623771" y="442163"/>
                </a:lnTo>
                <a:lnTo>
                  <a:pt x="1605397" y="437152"/>
                </a:lnTo>
                <a:lnTo>
                  <a:pt x="1614169" y="404990"/>
                </a:lnTo>
                <a:lnTo>
                  <a:pt x="1665990" y="451358"/>
                </a:lnTo>
                <a:close/>
              </a:path>
              <a:path w="1677670" h="478789">
                <a:moveTo>
                  <a:pt x="1621269" y="451358"/>
                </a:moveTo>
                <a:lnTo>
                  <a:pt x="1602890" y="446345"/>
                </a:lnTo>
                <a:lnTo>
                  <a:pt x="1605397" y="437152"/>
                </a:lnTo>
                <a:lnTo>
                  <a:pt x="1623771" y="442163"/>
                </a:lnTo>
                <a:lnTo>
                  <a:pt x="1621269" y="451358"/>
                </a:lnTo>
                <a:close/>
              </a:path>
              <a:path w="1677670" h="478789">
                <a:moveTo>
                  <a:pt x="1594116" y="478510"/>
                </a:moveTo>
                <a:lnTo>
                  <a:pt x="1602890" y="446345"/>
                </a:lnTo>
                <a:lnTo>
                  <a:pt x="1621269" y="451358"/>
                </a:lnTo>
                <a:lnTo>
                  <a:pt x="1665990" y="451358"/>
                </a:lnTo>
                <a:lnTo>
                  <a:pt x="1677657" y="461797"/>
                </a:lnTo>
                <a:lnTo>
                  <a:pt x="1594116" y="4785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540732" y="3614864"/>
            <a:ext cx="1601470" cy="405130"/>
          </a:xfrm>
          <a:custGeom>
            <a:avLst/>
            <a:gdLst/>
            <a:ahLst/>
            <a:cxnLst/>
            <a:rect l="l" t="t" r="r" b="b"/>
            <a:pathLst>
              <a:path w="1601470" h="405129">
                <a:moveTo>
                  <a:pt x="1526071" y="372623"/>
                </a:moveTo>
                <a:lnTo>
                  <a:pt x="0" y="9271"/>
                </a:lnTo>
                <a:lnTo>
                  <a:pt x="2209" y="0"/>
                </a:lnTo>
                <a:lnTo>
                  <a:pt x="1528278" y="363354"/>
                </a:lnTo>
                <a:lnTo>
                  <a:pt x="1526071" y="372623"/>
                </a:lnTo>
                <a:close/>
              </a:path>
              <a:path w="1601470" h="405129">
                <a:moveTo>
                  <a:pt x="1591042" y="377037"/>
                </a:moveTo>
                <a:lnTo>
                  <a:pt x="1544612" y="377037"/>
                </a:lnTo>
                <a:lnTo>
                  <a:pt x="1546809" y="367766"/>
                </a:lnTo>
                <a:lnTo>
                  <a:pt x="1528278" y="363354"/>
                </a:lnTo>
                <a:lnTo>
                  <a:pt x="1536001" y="330923"/>
                </a:lnTo>
                <a:lnTo>
                  <a:pt x="1591042" y="377037"/>
                </a:lnTo>
                <a:close/>
              </a:path>
              <a:path w="1601470" h="405129">
                <a:moveTo>
                  <a:pt x="1544612" y="377037"/>
                </a:moveTo>
                <a:lnTo>
                  <a:pt x="1526071" y="372623"/>
                </a:lnTo>
                <a:lnTo>
                  <a:pt x="1528278" y="363354"/>
                </a:lnTo>
                <a:lnTo>
                  <a:pt x="1546809" y="367766"/>
                </a:lnTo>
                <a:lnTo>
                  <a:pt x="1544612" y="377037"/>
                </a:lnTo>
                <a:close/>
              </a:path>
              <a:path w="1601470" h="405129">
                <a:moveTo>
                  <a:pt x="1518348" y="405053"/>
                </a:moveTo>
                <a:lnTo>
                  <a:pt x="1526071" y="372623"/>
                </a:lnTo>
                <a:lnTo>
                  <a:pt x="1544612" y="377037"/>
                </a:lnTo>
                <a:lnTo>
                  <a:pt x="1591042" y="377037"/>
                </a:lnTo>
                <a:lnTo>
                  <a:pt x="1601304" y="385635"/>
                </a:lnTo>
                <a:lnTo>
                  <a:pt x="1518348" y="4050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616881" y="4439221"/>
            <a:ext cx="1525270" cy="404495"/>
          </a:xfrm>
          <a:custGeom>
            <a:avLst/>
            <a:gdLst/>
            <a:ahLst/>
            <a:cxnLst/>
            <a:rect l="l" t="t" r="r" b="b"/>
            <a:pathLst>
              <a:path w="1525270" h="404495">
                <a:moveTo>
                  <a:pt x="1450080" y="32341"/>
                </a:moveTo>
                <a:lnTo>
                  <a:pt x="1441996" y="0"/>
                </a:lnTo>
                <a:lnTo>
                  <a:pt x="1525155" y="18478"/>
                </a:lnTo>
                <a:lnTo>
                  <a:pt x="1514370" y="27724"/>
                </a:lnTo>
                <a:lnTo>
                  <a:pt x="1468551" y="27724"/>
                </a:lnTo>
                <a:lnTo>
                  <a:pt x="1450080" y="32341"/>
                </a:lnTo>
                <a:close/>
              </a:path>
              <a:path w="1525270" h="404495">
                <a:moveTo>
                  <a:pt x="1452388" y="41575"/>
                </a:moveTo>
                <a:lnTo>
                  <a:pt x="1450080" y="32341"/>
                </a:lnTo>
                <a:lnTo>
                  <a:pt x="1468551" y="27724"/>
                </a:lnTo>
                <a:lnTo>
                  <a:pt x="1470863" y="36956"/>
                </a:lnTo>
                <a:lnTo>
                  <a:pt x="1452388" y="41575"/>
                </a:lnTo>
                <a:close/>
              </a:path>
              <a:path w="1525270" h="404495">
                <a:moveTo>
                  <a:pt x="1460474" y="73926"/>
                </a:moveTo>
                <a:lnTo>
                  <a:pt x="1452388" y="41575"/>
                </a:lnTo>
                <a:lnTo>
                  <a:pt x="1470863" y="36956"/>
                </a:lnTo>
                <a:lnTo>
                  <a:pt x="1468551" y="27724"/>
                </a:lnTo>
                <a:lnTo>
                  <a:pt x="1514370" y="27724"/>
                </a:lnTo>
                <a:lnTo>
                  <a:pt x="1460474" y="73926"/>
                </a:lnTo>
                <a:close/>
              </a:path>
              <a:path w="1525270" h="404495">
                <a:moveTo>
                  <a:pt x="2311" y="404101"/>
                </a:moveTo>
                <a:lnTo>
                  <a:pt x="0" y="394855"/>
                </a:lnTo>
                <a:lnTo>
                  <a:pt x="1450080" y="32341"/>
                </a:lnTo>
                <a:lnTo>
                  <a:pt x="1452388" y="41575"/>
                </a:lnTo>
                <a:lnTo>
                  <a:pt x="2311" y="4041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934527" y="3330892"/>
            <a:ext cx="1051560" cy="1868805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sz="2400" spc="-5" dirty="0">
                <a:latin typeface="Tahoma"/>
                <a:cs typeface="Tahoma"/>
              </a:rPr>
              <a:t>IN</a:t>
            </a:r>
            <a:r>
              <a:rPr sz="1800" spc="-5" dirty="0">
                <a:latin typeface="Tahoma"/>
                <a:cs typeface="Tahoma"/>
              </a:rPr>
              <a:t>i</a:t>
            </a:r>
            <a:r>
              <a:rPr sz="2400" spc="-5" dirty="0">
                <a:latin typeface="Tahoma"/>
                <a:cs typeface="Tahoma"/>
              </a:rPr>
              <a:t>(A)</a:t>
            </a:r>
            <a:endParaRPr sz="2400">
              <a:latin typeface="Tahoma"/>
              <a:cs typeface="Tahoma"/>
            </a:endParaRPr>
          </a:p>
          <a:p>
            <a:pPr marL="211454">
              <a:lnSpc>
                <a:spcPct val="100000"/>
              </a:lnSpc>
              <a:spcBef>
                <a:spcPts val="720"/>
              </a:spcBef>
            </a:pPr>
            <a:r>
              <a:rPr sz="2400" spc="-5" dirty="0">
                <a:latin typeface="Tahoma"/>
                <a:cs typeface="Tahoma"/>
              </a:rPr>
              <a:t>+2</a:t>
            </a:r>
            <a:endParaRPr sz="2400">
              <a:latin typeface="Tahoma"/>
              <a:cs typeface="Tahoma"/>
            </a:endParaRPr>
          </a:p>
          <a:p>
            <a:pPr marL="363220">
              <a:lnSpc>
                <a:spcPct val="100000"/>
              </a:lnSpc>
              <a:spcBef>
                <a:spcPts val="115"/>
              </a:spcBef>
            </a:pPr>
            <a:r>
              <a:rPr sz="2400" spc="-5" dirty="0">
                <a:latin typeface="Tahoma"/>
                <a:cs typeface="Tahoma"/>
              </a:rPr>
              <a:t>+10</a:t>
            </a:r>
            <a:endParaRPr sz="2400">
              <a:latin typeface="Tahoma"/>
              <a:cs typeface="Tahoma"/>
            </a:endParaRPr>
          </a:p>
          <a:p>
            <a:pPr marL="241300">
              <a:lnSpc>
                <a:spcPct val="100000"/>
              </a:lnSpc>
              <a:spcBef>
                <a:spcPts val="1440"/>
              </a:spcBef>
            </a:pPr>
            <a:r>
              <a:rPr sz="2400" spc="-5" dirty="0">
                <a:latin typeface="Tahoma"/>
                <a:cs typeface="Tahoma"/>
              </a:rPr>
              <a:t>IN</a:t>
            </a:r>
            <a:r>
              <a:rPr sz="1800" spc="-5" dirty="0">
                <a:latin typeface="Tahoma"/>
                <a:cs typeface="Tahoma"/>
              </a:rPr>
              <a:t>j</a:t>
            </a:r>
            <a:r>
              <a:rPr sz="2400" dirty="0">
                <a:latin typeface="Tahoma"/>
                <a:cs typeface="Tahoma"/>
              </a:rPr>
              <a:t>(A)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59</a:t>
            </a:fld>
            <a:endParaRPr dirty="0"/>
          </a:p>
        </p:txBody>
      </p:sp>
      <p:sp>
        <p:nvSpPr>
          <p:cNvPr id="13" name="object 13"/>
          <p:cNvSpPr txBox="1"/>
          <p:nvPr/>
        </p:nvSpPr>
        <p:spPr>
          <a:xfrm>
            <a:off x="4830127" y="3254692"/>
            <a:ext cx="970915" cy="2021205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160020">
              <a:lnSpc>
                <a:spcPct val="100000"/>
              </a:lnSpc>
              <a:spcBef>
                <a:spcPts val="820"/>
              </a:spcBef>
            </a:pPr>
            <a:r>
              <a:rPr sz="2400" spc="-5" dirty="0">
                <a:latin typeface="Tahoma"/>
                <a:cs typeface="Tahoma"/>
              </a:rPr>
              <a:t>IN</a:t>
            </a:r>
            <a:r>
              <a:rPr sz="1800" spc="-5" dirty="0">
                <a:latin typeface="Tahoma"/>
                <a:cs typeface="Tahoma"/>
              </a:rPr>
              <a:t>j</a:t>
            </a:r>
            <a:r>
              <a:rPr sz="2400" dirty="0">
                <a:latin typeface="Tahoma"/>
                <a:cs typeface="Tahoma"/>
              </a:rPr>
              <a:t>(A)</a:t>
            </a:r>
            <a:endParaRPr sz="2400">
              <a:latin typeface="Tahoma"/>
              <a:cs typeface="Tahoma"/>
            </a:endParaRPr>
          </a:p>
          <a:p>
            <a:pPr marL="281940">
              <a:lnSpc>
                <a:spcPct val="100000"/>
              </a:lnSpc>
              <a:spcBef>
                <a:spcPts val="720"/>
              </a:spcBef>
            </a:pPr>
            <a:r>
              <a:rPr sz="2400" spc="-5" dirty="0">
                <a:latin typeface="Tahoma"/>
                <a:cs typeface="Tahoma"/>
              </a:rPr>
              <a:t>+10</a:t>
            </a:r>
            <a:endParaRPr sz="2400">
              <a:latin typeface="Tahoma"/>
              <a:cs typeface="Tahoma"/>
            </a:endParaRPr>
          </a:p>
          <a:p>
            <a:pPr marL="211454">
              <a:lnSpc>
                <a:spcPct val="100000"/>
              </a:lnSpc>
              <a:spcBef>
                <a:spcPts val="1315"/>
              </a:spcBef>
            </a:pPr>
            <a:r>
              <a:rPr sz="2400" spc="-5" dirty="0">
                <a:latin typeface="Tahoma"/>
                <a:cs typeface="Tahoma"/>
              </a:rPr>
              <a:t>+2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spc="-5" dirty="0">
                <a:latin typeface="Tahoma"/>
                <a:cs typeface="Tahoma"/>
              </a:rPr>
              <a:t>IN</a:t>
            </a:r>
            <a:r>
              <a:rPr sz="1800" spc="-5" dirty="0">
                <a:latin typeface="Tahoma"/>
                <a:cs typeface="Tahoma"/>
              </a:rPr>
              <a:t>i</a:t>
            </a:r>
            <a:r>
              <a:rPr sz="2400" spc="-5" dirty="0">
                <a:latin typeface="Tahoma"/>
                <a:cs typeface="Tahoma"/>
              </a:rPr>
              <a:t>(A)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7414" y="1143317"/>
            <a:ext cx="10572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Com</a:t>
            </a:r>
            <a:r>
              <a:rPr dirty="0"/>
              <a:t>p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60</a:t>
            </a:fld>
            <a:endParaRPr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540125" y="1214437"/>
          <a:ext cx="3581400" cy="228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2909">
                        <a:lnSpc>
                          <a:spcPts val="3385"/>
                        </a:lnSpc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S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ctr">
                        <a:lnSpc>
                          <a:spcPts val="3385"/>
                        </a:lnSpc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X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6710">
                        <a:lnSpc>
                          <a:spcPts val="3385"/>
                        </a:lnSpc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I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S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6985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X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4508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I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6139" y="1143317"/>
            <a:ext cx="10572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Com</a:t>
            </a:r>
            <a:r>
              <a:rPr dirty="0"/>
              <a:t>p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61</a:t>
            </a:fld>
            <a:endParaRPr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540125" y="1214437"/>
          <a:ext cx="3581400" cy="228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 algn="ctr">
                        <a:lnSpc>
                          <a:spcPts val="3385"/>
                        </a:lnSpc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S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635">
                        <a:lnSpc>
                          <a:spcPts val="3385"/>
                        </a:lnSpc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X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5435">
                        <a:lnSpc>
                          <a:spcPts val="3385"/>
                        </a:lnSpc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I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S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6985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T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63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F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698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543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F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698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X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4508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F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63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F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450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543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F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450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I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F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63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F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543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T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203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590550"/>
            <a:ext cx="26035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93850" algn="l"/>
              </a:tabLst>
            </a:pP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U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pdate	lo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c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ks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78790" y="1552701"/>
            <a:ext cx="8038465" cy="4116704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common deadlock problem with</a:t>
            </a:r>
            <a:r>
              <a:rPr sz="3200" spc="-10" dirty="0">
                <a:latin typeface="Tahoma"/>
                <a:cs typeface="Tahoma"/>
              </a:rPr>
              <a:t> upgrades:</a:t>
            </a:r>
            <a:endParaRPr sz="3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  <a:tabLst>
                <a:tab pos="3669665" algn="l"/>
              </a:tabLst>
            </a:pPr>
            <a:r>
              <a:rPr sz="3200" dirty="0">
                <a:latin typeface="Tahoma"/>
                <a:cs typeface="Tahoma"/>
              </a:rPr>
              <a:t>T1	T2</a:t>
            </a:r>
            <a:endParaRPr sz="3200">
              <a:latin typeface="Tahoma"/>
              <a:cs typeface="Tahoma"/>
            </a:endParaRPr>
          </a:p>
          <a:p>
            <a:pPr marR="6847840" algn="ctr">
              <a:lnSpc>
                <a:spcPct val="100000"/>
              </a:lnSpc>
              <a:spcBef>
                <a:spcPts val="775"/>
              </a:spcBef>
            </a:pPr>
            <a:r>
              <a:rPr sz="3200" spc="-10" dirty="0">
                <a:latin typeface="Tahoma"/>
                <a:cs typeface="Tahoma"/>
              </a:rPr>
              <a:t>l-S</a:t>
            </a:r>
            <a:r>
              <a:rPr sz="2000" spc="-10" dirty="0">
                <a:latin typeface="Tahoma"/>
                <a:cs typeface="Tahoma"/>
              </a:rPr>
              <a:t>1</a:t>
            </a:r>
            <a:r>
              <a:rPr sz="3200" spc="-10" dirty="0">
                <a:latin typeface="Tahoma"/>
                <a:cs typeface="Tahoma"/>
              </a:rPr>
              <a:t>(A)</a:t>
            </a:r>
            <a:endParaRPr sz="3200">
              <a:latin typeface="Tahoma"/>
              <a:cs typeface="Tahoma"/>
            </a:endParaRPr>
          </a:p>
          <a:p>
            <a:pPr marL="713105" algn="ctr">
              <a:lnSpc>
                <a:spcPct val="100000"/>
              </a:lnSpc>
              <a:spcBef>
                <a:spcPts val="755"/>
              </a:spcBef>
            </a:pPr>
            <a:r>
              <a:rPr sz="3200" spc="-10" dirty="0">
                <a:latin typeface="Tahoma"/>
                <a:cs typeface="Tahoma"/>
              </a:rPr>
              <a:t>l-S</a:t>
            </a:r>
            <a:r>
              <a:rPr sz="2000" spc="-10" dirty="0">
                <a:latin typeface="Tahoma"/>
                <a:cs typeface="Tahoma"/>
              </a:rPr>
              <a:t>2</a:t>
            </a:r>
            <a:r>
              <a:rPr sz="3200" spc="-10" dirty="0">
                <a:latin typeface="Tahoma"/>
                <a:cs typeface="Tahoma"/>
              </a:rPr>
              <a:t>(A)</a:t>
            </a:r>
            <a:endParaRPr sz="3200">
              <a:latin typeface="Tahoma"/>
              <a:cs typeface="Tahoma"/>
            </a:endParaRPr>
          </a:p>
          <a:p>
            <a:pPr marR="6849745" algn="ctr">
              <a:lnSpc>
                <a:spcPct val="100000"/>
              </a:lnSpc>
              <a:spcBef>
                <a:spcPts val="775"/>
              </a:spcBef>
            </a:pPr>
            <a:r>
              <a:rPr sz="3200" spc="-5" dirty="0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sz="3200" spc="-12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3200" spc="-5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2000" spc="-5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sz="3200" spc="-5" dirty="0">
                <a:solidFill>
                  <a:srgbClr val="FFFFFF"/>
                </a:solidFill>
                <a:latin typeface="Tahoma"/>
                <a:cs typeface="Tahoma"/>
              </a:rPr>
              <a:t>(A</a:t>
            </a:r>
            <a:r>
              <a:rPr sz="3200" dirty="0">
                <a:solidFill>
                  <a:srgbClr val="FFFFFF"/>
                </a:solidFill>
                <a:latin typeface="Tahoma"/>
                <a:cs typeface="Tahoma"/>
              </a:rPr>
              <a:t>)</a:t>
            </a:r>
            <a:endParaRPr sz="3200">
              <a:latin typeface="Tahoma"/>
              <a:cs typeface="Tahoma"/>
            </a:endParaRPr>
          </a:p>
          <a:p>
            <a:pPr marL="711200" algn="ctr">
              <a:lnSpc>
                <a:spcPct val="100000"/>
              </a:lnSpc>
              <a:spcBef>
                <a:spcPts val="755"/>
              </a:spcBef>
            </a:pPr>
            <a:r>
              <a:rPr sz="3200" spc="-20" dirty="0">
                <a:solidFill>
                  <a:srgbClr val="FFFFFF"/>
                </a:solidFill>
                <a:latin typeface="Tahoma"/>
                <a:cs typeface="Tahoma"/>
              </a:rPr>
              <a:t>l-X</a:t>
            </a:r>
            <a:r>
              <a:rPr sz="2000" spc="-2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3200" spc="-20" dirty="0">
                <a:solidFill>
                  <a:srgbClr val="FFFFFF"/>
                </a:solidFill>
                <a:latin typeface="Tahoma"/>
                <a:cs typeface="Tahoma"/>
              </a:rPr>
              <a:t>(A)</a:t>
            </a:r>
            <a:endParaRPr sz="3200">
              <a:latin typeface="Tahoma"/>
              <a:cs typeface="Tahoma"/>
            </a:endParaRPr>
          </a:p>
          <a:p>
            <a:pPr marR="2640965" algn="ctr">
              <a:lnSpc>
                <a:spcPct val="100000"/>
              </a:lnSpc>
              <a:spcBef>
                <a:spcPts val="765"/>
              </a:spcBef>
            </a:pPr>
            <a:r>
              <a:rPr sz="3200" dirty="0">
                <a:latin typeface="Tahoma"/>
                <a:cs typeface="Tahoma"/>
              </a:rPr>
              <a:t>--- </a:t>
            </a:r>
            <a:r>
              <a:rPr sz="3200" spc="-5" dirty="0">
                <a:latin typeface="Tahoma"/>
                <a:cs typeface="Tahoma"/>
              </a:rPr>
              <a:t>Deadlock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---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19112" y="2727325"/>
            <a:ext cx="4800600" cy="0"/>
          </a:xfrm>
          <a:custGeom>
            <a:avLst/>
            <a:gdLst/>
            <a:ahLst/>
            <a:cxnLst/>
            <a:rect l="l" t="t" r="r" b="b"/>
            <a:pathLst>
              <a:path w="4800600">
                <a:moveTo>
                  <a:pt x="0" y="0"/>
                </a:moveTo>
                <a:lnTo>
                  <a:pt x="4800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822543" y="2147874"/>
            <a:ext cx="0" cy="3572510"/>
          </a:xfrm>
          <a:custGeom>
            <a:avLst/>
            <a:gdLst/>
            <a:ahLst/>
            <a:cxnLst/>
            <a:rect l="l" t="t" r="r" b="b"/>
            <a:pathLst>
              <a:path h="3572510">
                <a:moveTo>
                  <a:pt x="0" y="0"/>
                </a:moveTo>
                <a:lnTo>
                  <a:pt x="0" y="3571887"/>
                </a:lnTo>
              </a:path>
            </a:pathLst>
          </a:custGeom>
          <a:ln w="9651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62</a:t>
            </a:fld>
            <a:endParaRPr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891540"/>
            <a:ext cx="16497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heavy" spc="-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Solution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63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16556"/>
            <a:ext cx="6713220" cy="1779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900"/>
              </a:lnSpc>
              <a:spcBef>
                <a:spcPts val="100"/>
              </a:spcBef>
            </a:pPr>
            <a:r>
              <a:rPr sz="3200" spc="-5" dirty="0">
                <a:latin typeface="Tahoma"/>
                <a:cs typeface="Tahoma"/>
              </a:rPr>
              <a:t>If T</a:t>
            </a:r>
            <a:r>
              <a:rPr sz="2400" spc="-5" dirty="0">
                <a:latin typeface="Tahoma"/>
                <a:cs typeface="Tahoma"/>
              </a:rPr>
              <a:t>i </a:t>
            </a:r>
            <a:r>
              <a:rPr sz="3200" spc="-10" dirty="0">
                <a:latin typeface="Tahoma"/>
                <a:cs typeface="Tahoma"/>
              </a:rPr>
              <a:t>wants </a:t>
            </a:r>
            <a:r>
              <a:rPr sz="3200" spc="-5" dirty="0">
                <a:latin typeface="Tahoma"/>
                <a:cs typeface="Tahoma"/>
              </a:rPr>
              <a:t>to read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and knows </a:t>
            </a:r>
            <a:r>
              <a:rPr sz="3200" dirty="0">
                <a:latin typeface="Tahoma"/>
                <a:cs typeface="Tahoma"/>
              </a:rPr>
              <a:t>it  </a:t>
            </a:r>
            <a:r>
              <a:rPr sz="3200" spc="-10" dirty="0">
                <a:latin typeface="Tahoma"/>
                <a:cs typeface="Tahoma"/>
              </a:rPr>
              <a:t>may </a:t>
            </a:r>
            <a:r>
              <a:rPr sz="3200" spc="-5" dirty="0">
                <a:latin typeface="Tahoma"/>
                <a:cs typeface="Tahoma"/>
              </a:rPr>
              <a:t>later </a:t>
            </a:r>
            <a:r>
              <a:rPr sz="3200" spc="-10" dirty="0">
                <a:latin typeface="Tahoma"/>
                <a:cs typeface="Tahoma"/>
              </a:rPr>
              <a:t>want </a:t>
            </a:r>
            <a:r>
              <a:rPr sz="3200" spc="-5" dirty="0">
                <a:latin typeface="Tahoma"/>
                <a:cs typeface="Tahoma"/>
              </a:rPr>
              <a:t>to </a:t>
            </a:r>
            <a:r>
              <a:rPr sz="3200" dirty="0">
                <a:latin typeface="Tahoma"/>
                <a:cs typeface="Tahoma"/>
              </a:rPr>
              <a:t>write </a:t>
            </a:r>
            <a:r>
              <a:rPr sz="3200" spc="-5" dirty="0">
                <a:latin typeface="Tahoma"/>
                <a:cs typeface="Tahoma"/>
              </a:rPr>
              <a:t>A, </a:t>
            </a:r>
            <a:r>
              <a:rPr sz="3200" dirty="0">
                <a:latin typeface="Tahoma"/>
                <a:cs typeface="Tahoma"/>
              </a:rPr>
              <a:t>it </a:t>
            </a:r>
            <a:r>
              <a:rPr sz="3200" spc="-5" dirty="0">
                <a:latin typeface="Tahoma"/>
                <a:cs typeface="Tahoma"/>
              </a:rPr>
              <a:t>requests  </a:t>
            </a:r>
            <a:r>
              <a:rPr sz="3200" u="heavy" spc="-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update</a:t>
            </a:r>
            <a:r>
              <a:rPr sz="3200" spc="-5" dirty="0">
                <a:latin typeface="Tahoma"/>
                <a:cs typeface="Tahoma"/>
              </a:rPr>
              <a:t> lock (not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shared)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365500" y="1801812"/>
          <a:ext cx="3581400" cy="228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5605">
                        <a:lnSpc>
                          <a:spcPts val="3500"/>
                        </a:lnSpc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S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ts val="3500"/>
                        </a:lnSpc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X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9405">
                        <a:lnSpc>
                          <a:spcPts val="3500"/>
                        </a:lnSpc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U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S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9525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X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7048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U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63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New</a:t>
            </a:r>
            <a:r>
              <a:rPr spc="-75" dirty="0"/>
              <a:t> </a:t>
            </a:r>
            <a:r>
              <a:rPr spc="-5" dirty="0"/>
              <a:t>request</a:t>
            </a:r>
          </a:p>
        </p:txBody>
      </p:sp>
      <p:sp>
        <p:nvSpPr>
          <p:cNvPr id="4" name="object 4"/>
          <p:cNvSpPr/>
          <p:nvPr/>
        </p:nvSpPr>
        <p:spPr>
          <a:xfrm>
            <a:off x="4051312" y="1339913"/>
            <a:ext cx="2828899" cy="811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760573" y="2330450"/>
            <a:ext cx="381635" cy="1752600"/>
          </a:xfrm>
          <a:custGeom>
            <a:avLst/>
            <a:gdLst/>
            <a:ahLst/>
            <a:cxnLst/>
            <a:rect l="l" t="t" r="r" b="b"/>
            <a:pathLst>
              <a:path w="381635" h="1752600">
                <a:moveTo>
                  <a:pt x="334314" y="12700"/>
                </a:moveTo>
                <a:lnTo>
                  <a:pt x="296938" y="12700"/>
                </a:lnTo>
                <a:lnTo>
                  <a:pt x="305562" y="0"/>
                </a:lnTo>
                <a:lnTo>
                  <a:pt x="343522" y="0"/>
                </a:lnTo>
                <a:lnTo>
                  <a:pt x="334314" y="12700"/>
                </a:lnTo>
                <a:close/>
              </a:path>
              <a:path w="381635" h="1752600">
                <a:moveTo>
                  <a:pt x="292023" y="25400"/>
                </a:moveTo>
                <a:lnTo>
                  <a:pt x="272478" y="25400"/>
                </a:lnTo>
                <a:lnTo>
                  <a:pt x="280390" y="12700"/>
                </a:lnTo>
                <a:lnTo>
                  <a:pt x="300240" y="12700"/>
                </a:lnTo>
                <a:lnTo>
                  <a:pt x="292023" y="25400"/>
                </a:lnTo>
                <a:close/>
              </a:path>
              <a:path w="381635" h="1752600">
                <a:moveTo>
                  <a:pt x="262369" y="38100"/>
                </a:moveTo>
                <a:lnTo>
                  <a:pt x="250367" y="38100"/>
                </a:lnTo>
                <a:lnTo>
                  <a:pt x="257454" y="25400"/>
                </a:lnTo>
                <a:lnTo>
                  <a:pt x="269570" y="25400"/>
                </a:lnTo>
                <a:lnTo>
                  <a:pt x="262369" y="38100"/>
                </a:lnTo>
                <a:close/>
              </a:path>
              <a:path w="381635" h="1752600">
                <a:moveTo>
                  <a:pt x="249199" y="50800"/>
                </a:moveTo>
                <a:lnTo>
                  <a:pt x="230936" y="50800"/>
                </a:lnTo>
                <a:lnTo>
                  <a:pt x="237096" y="38100"/>
                </a:lnTo>
                <a:lnTo>
                  <a:pt x="255816" y="38100"/>
                </a:lnTo>
                <a:lnTo>
                  <a:pt x="249199" y="50800"/>
                </a:lnTo>
                <a:close/>
              </a:path>
              <a:path w="381635" h="1752600">
                <a:moveTo>
                  <a:pt x="231762" y="63500"/>
                </a:moveTo>
                <a:lnTo>
                  <a:pt x="219633" y="63500"/>
                </a:lnTo>
                <a:lnTo>
                  <a:pt x="225107" y="50800"/>
                </a:lnTo>
                <a:lnTo>
                  <a:pt x="237413" y="50800"/>
                </a:lnTo>
                <a:lnTo>
                  <a:pt x="231762" y="63500"/>
                </a:lnTo>
                <a:close/>
              </a:path>
              <a:path w="381635" h="1752600">
                <a:moveTo>
                  <a:pt x="221818" y="76200"/>
                </a:moveTo>
                <a:lnTo>
                  <a:pt x="209778" y="76200"/>
                </a:lnTo>
                <a:lnTo>
                  <a:pt x="214515" y="63500"/>
                </a:lnTo>
                <a:lnTo>
                  <a:pt x="226771" y="63500"/>
                </a:lnTo>
                <a:lnTo>
                  <a:pt x="221818" y="76200"/>
                </a:lnTo>
                <a:close/>
              </a:path>
              <a:path w="381635" h="1752600">
                <a:moveTo>
                  <a:pt x="213334" y="88900"/>
                </a:moveTo>
                <a:lnTo>
                  <a:pt x="201320" y="88900"/>
                </a:lnTo>
                <a:lnTo>
                  <a:pt x="205409" y="76200"/>
                </a:lnTo>
                <a:lnTo>
                  <a:pt x="217538" y="76200"/>
                </a:lnTo>
                <a:lnTo>
                  <a:pt x="213334" y="88900"/>
                </a:lnTo>
                <a:close/>
              </a:path>
              <a:path w="381635" h="1752600">
                <a:moveTo>
                  <a:pt x="206387" y="101600"/>
                </a:moveTo>
                <a:lnTo>
                  <a:pt x="194792" y="101600"/>
                </a:lnTo>
                <a:lnTo>
                  <a:pt x="197789" y="88900"/>
                </a:lnTo>
                <a:lnTo>
                  <a:pt x="209791" y="88900"/>
                </a:lnTo>
                <a:lnTo>
                  <a:pt x="206387" y="101600"/>
                </a:lnTo>
                <a:close/>
              </a:path>
              <a:path w="381635" h="1752600">
                <a:moveTo>
                  <a:pt x="197421" y="127000"/>
                </a:moveTo>
                <a:lnTo>
                  <a:pt x="188150" y="127000"/>
                </a:lnTo>
                <a:lnTo>
                  <a:pt x="189903" y="114300"/>
                </a:lnTo>
                <a:lnTo>
                  <a:pt x="192024" y="101600"/>
                </a:lnTo>
                <a:lnTo>
                  <a:pt x="203619" y="101600"/>
                </a:lnTo>
                <a:lnTo>
                  <a:pt x="201053" y="114300"/>
                </a:lnTo>
                <a:lnTo>
                  <a:pt x="199097" y="114300"/>
                </a:lnTo>
                <a:lnTo>
                  <a:pt x="197421" y="127000"/>
                </a:lnTo>
                <a:close/>
              </a:path>
              <a:path w="381635" h="1752600">
                <a:moveTo>
                  <a:pt x="195580" y="139700"/>
                </a:moveTo>
                <a:lnTo>
                  <a:pt x="186093" y="139700"/>
                </a:lnTo>
                <a:lnTo>
                  <a:pt x="186829" y="127000"/>
                </a:lnTo>
                <a:lnTo>
                  <a:pt x="196316" y="127000"/>
                </a:lnTo>
                <a:lnTo>
                  <a:pt x="195580" y="139700"/>
                </a:lnTo>
                <a:close/>
              </a:path>
              <a:path w="381635" h="1752600">
                <a:moveTo>
                  <a:pt x="195287" y="736600"/>
                </a:moveTo>
                <a:lnTo>
                  <a:pt x="185762" y="736600"/>
                </a:lnTo>
                <a:lnTo>
                  <a:pt x="185826" y="139700"/>
                </a:lnTo>
                <a:lnTo>
                  <a:pt x="195351" y="139700"/>
                </a:lnTo>
                <a:lnTo>
                  <a:pt x="195287" y="736600"/>
                </a:lnTo>
                <a:close/>
              </a:path>
              <a:path w="381635" h="1752600">
                <a:moveTo>
                  <a:pt x="184861" y="749300"/>
                </a:moveTo>
                <a:lnTo>
                  <a:pt x="183692" y="749300"/>
                </a:lnTo>
                <a:lnTo>
                  <a:pt x="184912" y="736600"/>
                </a:lnTo>
                <a:lnTo>
                  <a:pt x="184861" y="749300"/>
                </a:lnTo>
                <a:close/>
              </a:path>
              <a:path w="381635" h="1752600">
                <a:moveTo>
                  <a:pt x="194310" y="749300"/>
                </a:moveTo>
                <a:lnTo>
                  <a:pt x="184861" y="749300"/>
                </a:lnTo>
                <a:lnTo>
                  <a:pt x="185597" y="736600"/>
                </a:lnTo>
                <a:lnTo>
                  <a:pt x="195084" y="736600"/>
                </a:lnTo>
                <a:lnTo>
                  <a:pt x="194310" y="749300"/>
                </a:lnTo>
                <a:close/>
              </a:path>
              <a:path w="381635" h="1752600">
                <a:moveTo>
                  <a:pt x="191363" y="762000"/>
                </a:moveTo>
                <a:lnTo>
                  <a:pt x="182079" y="762000"/>
                </a:lnTo>
                <a:lnTo>
                  <a:pt x="183756" y="749300"/>
                </a:lnTo>
                <a:lnTo>
                  <a:pt x="193027" y="749300"/>
                </a:lnTo>
                <a:lnTo>
                  <a:pt x="191363" y="762000"/>
                </a:lnTo>
                <a:close/>
              </a:path>
              <a:path w="381635" h="1752600">
                <a:moveTo>
                  <a:pt x="186385" y="774700"/>
                </a:moveTo>
                <a:lnTo>
                  <a:pt x="177558" y="774700"/>
                </a:lnTo>
                <a:lnTo>
                  <a:pt x="180124" y="762000"/>
                </a:lnTo>
                <a:lnTo>
                  <a:pt x="189153" y="762000"/>
                </a:lnTo>
                <a:lnTo>
                  <a:pt x="186385" y="774700"/>
                </a:lnTo>
                <a:close/>
              </a:path>
              <a:path w="381635" h="1752600">
                <a:moveTo>
                  <a:pt x="175768" y="800100"/>
                </a:moveTo>
                <a:lnTo>
                  <a:pt x="163639" y="800100"/>
                </a:lnTo>
                <a:lnTo>
                  <a:pt x="167843" y="787400"/>
                </a:lnTo>
                <a:lnTo>
                  <a:pt x="171386" y="787400"/>
                </a:lnTo>
                <a:lnTo>
                  <a:pt x="174790" y="774700"/>
                </a:lnTo>
                <a:lnTo>
                  <a:pt x="183387" y="774700"/>
                </a:lnTo>
                <a:lnTo>
                  <a:pt x="179857" y="787400"/>
                </a:lnTo>
                <a:lnTo>
                  <a:pt x="175768" y="800100"/>
                </a:lnTo>
                <a:close/>
              </a:path>
              <a:path w="381635" h="1752600">
                <a:moveTo>
                  <a:pt x="166662" y="812800"/>
                </a:moveTo>
                <a:lnTo>
                  <a:pt x="154406" y="812800"/>
                </a:lnTo>
                <a:lnTo>
                  <a:pt x="159359" y="800100"/>
                </a:lnTo>
                <a:lnTo>
                  <a:pt x="171411" y="800100"/>
                </a:lnTo>
                <a:lnTo>
                  <a:pt x="166662" y="812800"/>
                </a:lnTo>
                <a:close/>
              </a:path>
              <a:path w="381635" h="1752600">
                <a:moveTo>
                  <a:pt x="156070" y="825500"/>
                </a:moveTo>
                <a:lnTo>
                  <a:pt x="137947" y="825500"/>
                </a:lnTo>
                <a:lnTo>
                  <a:pt x="143929" y="812800"/>
                </a:lnTo>
                <a:lnTo>
                  <a:pt x="161544" y="812800"/>
                </a:lnTo>
                <a:lnTo>
                  <a:pt x="156070" y="825500"/>
                </a:lnTo>
                <a:close/>
              </a:path>
              <a:path w="381635" h="1752600">
                <a:moveTo>
                  <a:pt x="137604" y="838200"/>
                </a:moveTo>
                <a:lnTo>
                  <a:pt x="125361" y="838200"/>
                </a:lnTo>
                <a:lnTo>
                  <a:pt x="131978" y="825500"/>
                </a:lnTo>
                <a:lnTo>
                  <a:pt x="144081" y="825500"/>
                </a:lnTo>
                <a:lnTo>
                  <a:pt x="137604" y="838200"/>
                </a:lnTo>
                <a:close/>
              </a:path>
              <a:path w="381635" h="1752600">
                <a:moveTo>
                  <a:pt x="123723" y="850900"/>
                </a:moveTo>
                <a:lnTo>
                  <a:pt x="104317" y="850900"/>
                </a:lnTo>
                <a:lnTo>
                  <a:pt x="111785" y="838200"/>
                </a:lnTo>
                <a:lnTo>
                  <a:pt x="130810" y="838200"/>
                </a:lnTo>
                <a:lnTo>
                  <a:pt x="123723" y="850900"/>
                </a:lnTo>
                <a:close/>
              </a:path>
              <a:path w="381635" h="1752600">
                <a:moveTo>
                  <a:pt x="100787" y="863600"/>
                </a:moveTo>
                <a:lnTo>
                  <a:pt x="72682" y="863600"/>
                </a:lnTo>
                <a:lnTo>
                  <a:pt x="81114" y="850900"/>
                </a:lnTo>
                <a:lnTo>
                  <a:pt x="108699" y="850900"/>
                </a:lnTo>
                <a:lnTo>
                  <a:pt x="100787" y="863600"/>
                </a:lnTo>
                <a:close/>
              </a:path>
              <a:path w="381635" h="1752600">
                <a:moveTo>
                  <a:pt x="66789" y="876300"/>
                </a:moveTo>
                <a:lnTo>
                  <a:pt x="0" y="876300"/>
                </a:lnTo>
                <a:lnTo>
                  <a:pt x="9804" y="863600"/>
                </a:lnTo>
                <a:lnTo>
                  <a:pt x="75615" y="863600"/>
                </a:lnTo>
                <a:lnTo>
                  <a:pt x="66789" y="876300"/>
                </a:lnTo>
                <a:close/>
              </a:path>
              <a:path w="381635" h="1752600">
                <a:moveTo>
                  <a:pt x="84416" y="889000"/>
                </a:moveTo>
                <a:lnTo>
                  <a:pt x="46862" y="889000"/>
                </a:lnTo>
                <a:lnTo>
                  <a:pt x="37655" y="876300"/>
                </a:lnTo>
                <a:lnTo>
                  <a:pt x="75793" y="876300"/>
                </a:lnTo>
                <a:lnTo>
                  <a:pt x="84416" y="889000"/>
                </a:lnTo>
                <a:close/>
              </a:path>
              <a:path w="381635" h="1752600">
                <a:moveTo>
                  <a:pt x="108877" y="901700"/>
                </a:moveTo>
                <a:lnTo>
                  <a:pt x="89154" y="901700"/>
                </a:lnTo>
                <a:lnTo>
                  <a:pt x="80937" y="889000"/>
                </a:lnTo>
                <a:lnTo>
                  <a:pt x="100965" y="889000"/>
                </a:lnTo>
                <a:lnTo>
                  <a:pt x="108877" y="901700"/>
                </a:lnTo>
                <a:close/>
              </a:path>
              <a:path w="381635" h="1752600">
                <a:moveTo>
                  <a:pt x="130987" y="914400"/>
                </a:moveTo>
                <a:lnTo>
                  <a:pt x="118808" y="914400"/>
                </a:lnTo>
                <a:lnTo>
                  <a:pt x="111607" y="901700"/>
                </a:lnTo>
                <a:lnTo>
                  <a:pt x="123901" y="901700"/>
                </a:lnTo>
                <a:lnTo>
                  <a:pt x="130987" y="914400"/>
                </a:lnTo>
                <a:close/>
              </a:path>
              <a:path w="381635" h="1752600">
                <a:moveTo>
                  <a:pt x="150418" y="927100"/>
                </a:moveTo>
                <a:lnTo>
                  <a:pt x="131978" y="927100"/>
                </a:lnTo>
                <a:lnTo>
                  <a:pt x="125361" y="914400"/>
                </a:lnTo>
                <a:lnTo>
                  <a:pt x="144259" y="914400"/>
                </a:lnTo>
                <a:lnTo>
                  <a:pt x="150418" y="927100"/>
                </a:lnTo>
                <a:close/>
              </a:path>
              <a:path w="381635" h="1752600">
                <a:moveTo>
                  <a:pt x="161709" y="939800"/>
                </a:moveTo>
                <a:lnTo>
                  <a:pt x="149415" y="939800"/>
                </a:lnTo>
                <a:lnTo>
                  <a:pt x="143763" y="927100"/>
                </a:lnTo>
                <a:lnTo>
                  <a:pt x="156235" y="927100"/>
                </a:lnTo>
                <a:lnTo>
                  <a:pt x="161709" y="939800"/>
                </a:lnTo>
                <a:close/>
              </a:path>
              <a:path w="381635" h="1752600">
                <a:moveTo>
                  <a:pt x="171411" y="952500"/>
                </a:moveTo>
                <a:lnTo>
                  <a:pt x="159359" y="952500"/>
                </a:lnTo>
                <a:lnTo>
                  <a:pt x="154406" y="939800"/>
                </a:lnTo>
                <a:lnTo>
                  <a:pt x="166662" y="939800"/>
                </a:lnTo>
                <a:lnTo>
                  <a:pt x="171411" y="952500"/>
                </a:lnTo>
                <a:close/>
              </a:path>
              <a:path w="381635" h="1752600">
                <a:moveTo>
                  <a:pt x="179857" y="965200"/>
                </a:moveTo>
                <a:lnTo>
                  <a:pt x="167843" y="965200"/>
                </a:lnTo>
                <a:lnTo>
                  <a:pt x="163639" y="952500"/>
                </a:lnTo>
                <a:lnTo>
                  <a:pt x="175907" y="952500"/>
                </a:lnTo>
                <a:lnTo>
                  <a:pt x="179857" y="965200"/>
                </a:lnTo>
                <a:close/>
              </a:path>
              <a:path w="381635" h="1752600">
                <a:moveTo>
                  <a:pt x="186385" y="977900"/>
                </a:moveTo>
                <a:lnTo>
                  <a:pt x="174790" y="977900"/>
                </a:lnTo>
                <a:lnTo>
                  <a:pt x="171386" y="965200"/>
                </a:lnTo>
                <a:lnTo>
                  <a:pt x="183387" y="965200"/>
                </a:lnTo>
                <a:lnTo>
                  <a:pt x="186385" y="977900"/>
                </a:lnTo>
                <a:close/>
              </a:path>
              <a:path w="381635" h="1752600">
                <a:moveTo>
                  <a:pt x="193090" y="1003300"/>
                </a:moveTo>
                <a:lnTo>
                  <a:pt x="183756" y="1003300"/>
                </a:lnTo>
                <a:lnTo>
                  <a:pt x="182079" y="990600"/>
                </a:lnTo>
                <a:lnTo>
                  <a:pt x="180124" y="990600"/>
                </a:lnTo>
                <a:lnTo>
                  <a:pt x="177558" y="977900"/>
                </a:lnTo>
                <a:lnTo>
                  <a:pt x="189153" y="977900"/>
                </a:lnTo>
                <a:lnTo>
                  <a:pt x="191363" y="990600"/>
                </a:lnTo>
                <a:lnTo>
                  <a:pt x="193090" y="1003300"/>
                </a:lnTo>
                <a:close/>
              </a:path>
              <a:path w="381635" h="1752600">
                <a:moveTo>
                  <a:pt x="195097" y="1016000"/>
                </a:moveTo>
                <a:lnTo>
                  <a:pt x="185597" y="1016000"/>
                </a:lnTo>
                <a:lnTo>
                  <a:pt x="184861" y="1003300"/>
                </a:lnTo>
                <a:lnTo>
                  <a:pt x="194348" y="1003300"/>
                </a:lnTo>
                <a:lnTo>
                  <a:pt x="195097" y="1016000"/>
                </a:lnTo>
                <a:close/>
              </a:path>
              <a:path w="381635" h="1752600">
                <a:moveTo>
                  <a:pt x="195414" y="1612900"/>
                </a:moveTo>
                <a:lnTo>
                  <a:pt x="185889" y="1612900"/>
                </a:lnTo>
                <a:lnTo>
                  <a:pt x="185826" y="1016000"/>
                </a:lnTo>
                <a:lnTo>
                  <a:pt x="195351" y="1016000"/>
                </a:lnTo>
                <a:lnTo>
                  <a:pt x="195414" y="1612900"/>
                </a:lnTo>
                <a:close/>
              </a:path>
              <a:path w="381635" h="1752600">
                <a:moveTo>
                  <a:pt x="196316" y="1625600"/>
                </a:moveTo>
                <a:lnTo>
                  <a:pt x="186829" y="1625600"/>
                </a:lnTo>
                <a:lnTo>
                  <a:pt x="186080" y="1612900"/>
                </a:lnTo>
                <a:lnTo>
                  <a:pt x="195580" y="1612900"/>
                </a:lnTo>
                <a:lnTo>
                  <a:pt x="196316" y="1625600"/>
                </a:lnTo>
                <a:close/>
              </a:path>
              <a:path w="381635" h="1752600">
                <a:moveTo>
                  <a:pt x="197485" y="1625600"/>
                </a:moveTo>
                <a:lnTo>
                  <a:pt x="196316" y="1625600"/>
                </a:lnTo>
                <a:lnTo>
                  <a:pt x="196265" y="1612900"/>
                </a:lnTo>
                <a:lnTo>
                  <a:pt x="197485" y="1625600"/>
                </a:lnTo>
                <a:close/>
              </a:path>
              <a:path w="381635" h="1752600">
                <a:moveTo>
                  <a:pt x="199097" y="1638300"/>
                </a:moveTo>
                <a:lnTo>
                  <a:pt x="189826" y="1638300"/>
                </a:lnTo>
                <a:lnTo>
                  <a:pt x="188087" y="1625600"/>
                </a:lnTo>
                <a:lnTo>
                  <a:pt x="197421" y="1625600"/>
                </a:lnTo>
                <a:lnTo>
                  <a:pt x="199097" y="1638300"/>
                </a:lnTo>
                <a:close/>
              </a:path>
              <a:path w="381635" h="1752600">
                <a:moveTo>
                  <a:pt x="203619" y="1651000"/>
                </a:moveTo>
                <a:lnTo>
                  <a:pt x="194792" y="1651000"/>
                </a:lnTo>
                <a:lnTo>
                  <a:pt x="192024" y="1638300"/>
                </a:lnTo>
                <a:lnTo>
                  <a:pt x="201053" y="1638300"/>
                </a:lnTo>
                <a:lnTo>
                  <a:pt x="203619" y="1651000"/>
                </a:lnTo>
                <a:close/>
              </a:path>
              <a:path w="381635" h="1752600">
                <a:moveTo>
                  <a:pt x="217538" y="1676400"/>
                </a:moveTo>
                <a:lnTo>
                  <a:pt x="205270" y="1676400"/>
                </a:lnTo>
                <a:lnTo>
                  <a:pt x="201320" y="1663700"/>
                </a:lnTo>
                <a:lnTo>
                  <a:pt x="197789" y="1651000"/>
                </a:lnTo>
                <a:lnTo>
                  <a:pt x="206387" y="1651000"/>
                </a:lnTo>
                <a:lnTo>
                  <a:pt x="209791" y="1663700"/>
                </a:lnTo>
                <a:lnTo>
                  <a:pt x="213334" y="1663700"/>
                </a:lnTo>
                <a:lnTo>
                  <a:pt x="217538" y="1676400"/>
                </a:lnTo>
                <a:close/>
              </a:path>
              <a:path w="381635" h="1752600">
                <a:moveTo>
                  <a:pt x="226771" y="1689100"/>
                </a:moveTo>
                <a:lnTo>
                  <a:pt x="214515" y="1689100"/>
                </a:lnTo>
                <a:lnTo>
                  <a:pt x="209626" y="1676400"/>
                </a:lnTo>
                <a:lnTo>
                  <a:pt x="221818" y="1676400"/>
                </a:lnTo>
                <a:lnTo>
                  <a:pt x="226771" y="1689100"/>
                </a:lnTo>
                <a:close/>
              </a:path>
              <a:path w="381635" h="1752600">
                <a:moveTo>
                  <a:pt x="243230" y="1701800"/>
                </a:moveTo>
                <a:lnTo>
                  <a:pt x="224942" y="1701800"/>
                </a:lnTo>
                <a:lnTo>
                  <a:pt x="219468" y="1689100"/>
                </a:lnTo>
                <a:lnTo>
                  <a:pt x="237248" y="1689100"/>
                </a:lnTo>
                <a:lnTo>
                  <a:pt x="243230" y="1701800"/>
                </a:lnTo>
                <a:close/>
              </a:path>
              <a:path w="381635" h="1752600">
                <a:moveTo>
                  <a:pt x="255816" y="1714500"/>
                </a:moveTo>
                <a:lnTo>
                  <a:pt x="243408" y="1714500"/>
                </a:lnTo>
                <a:lnTo>
                  <a:pt x="236918" y="1701800"/>
                </a:lnTo>
                <a:lnTo>
                  <a:pt x="249199" y="1701800"/>
                </a:lnTo>
                <a:lnTo>
                  <a:pt x="255816" y="1714500"/>
                </a:lnTo>
                <a:close/>
              </a:path>
              <a:path w="381635" h="1752600">
                <a:moveTo>
                  <a:pt x="276860" y="1727200"/>
                </a:moveTo>
                <a:lnTo>
                  <a:pt x="257276" y="1727200"/>
                </a:lnTo>
                <a:lnTo>
                  <a:pt x="250190" y="1714500"/>
                </a:lnTo>
                <a:lnTo>
                  <a:pt x="269392" y="1714500"/>
                </a:lnTo>
                <a:lnTo>
                  <a:pt x="276860" y="1727200"/>
                </a:lnTo>
                <a:close/>
              </a:path>
              <a:path w="381635" h="1752600">
                <a:moveTo>
                  <a:pt x="308495" y="1739900"/>
                </a:moveTo>
                <a:lnTo>
                  <a:pt x="280212" y="1739900"/>
                </a:lnTo>
                <a:lnTo>
                  <a:pt x="272300" y="1727200"/>
                </a:lnTo>
                <a:lnTo>
                  <a:pt x="300062" y="1727200"/>
                </a:lnTo>
                <a:lnTo>
                  <a:pt x="308495" y="1739900"/>
                </a:lnTo>
                <a:close/>
              </a:path>
              <a:path w="381635" h="1752600">
                <a:moveTo>
                  <a:pt x="381177" y="1752600"/>
                </a:moveTo>
                <a:lnTo>
                  <a:pt x="314210" y="1752600"/>
                </a:lnTo>
                <a:lnTo>
                  <a:pt x="305384" y="1739900"/>
                </a:lnTo>
                <a:lnTo>
                  <a:pt x="371373" y="1739900"/>
                </a:lnTo>
                <a:lnTo>
                  <a:pt x="381177" y="1752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05802" y="1756092"/>
            <a:ext cx="1691639" cy="2033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Comp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4100">
              <a:latin typeface="Tahoma"/>
              <a:cs typeface="Tahoma"/>
            </a:endParaRPr>
          </a:p>
          <a:p>
            <a:pPr marL="699770" marR="5080" indent="635" algn="ctr">
              <a:lnSpc>
                <a:spcPct val="80900"/>
              </a:lnSpc>
            </a:pPr>
            <a:r>
              <a:rPr sz="2400" spc="-5" dirty="0">
                <a:latin typeface="Tahoma"/>
                <a:cs typeface="Tahoma"/>
              </a:rPr>
              <a:t>Lock  </a:t>
            </a:r>
            <a:r>
              <a:rPr sz="2400" dirty="0">
                <a:latin typeface="Tahoma"/>
                <a:cs typeface="Tahoma"/>
              </a:rPr>
              <a:t>al</a:t>
            </a:r>
            <a:r>
              <a:rPr sz="2400" spc="-15" dirty="0">
                <a:latin typeface="Tahoma"/>
                <a:cs typeface="Tahoma"/>
              </a:rPr>
              <a:t>r</a:t>
            </a:r>
            <a:r>
              <a:rPr sz="2400" dirty="0">
                <a:latin typeface="Tahoma"/>
                <a:cs typeface="Tahoma"/>
              </a:rPr>
              <a:t>ea</a:t>
            </a:r>
            <a:r>
              <a:rPr sz="2400" spc="-5" dirty="0">
                <a:latin typeface="Tahoma"/>
                <a:cs typeface="Tahoma"/>
              </a:rPr>
              <a:t>d</a:t>
            </a:r>
            <a:r>
              <a:rPr sz="2400" dirty="0">
                <a:latin typeface="Tahoma"/>
                <a:cs typeface="Tahoma"/>
              </a:rPr>
              <a:t>y  held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64</a:t>
            </a:fld>
            <a:endParaRPr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365500" y="1801812"/>
          <a:ext cx="3581400" cy="228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775" algn="ctr">
                        <a:lnSpc>
                          <a:spcPts val="3500"/>
                        </a:lnSpc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S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ts val="3500"/>
                        </a:lnSpc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X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9405">
                        <a:lnSpc>
                          <a:spcPts val="3500"/>
                        </a:lnSpc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U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S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9525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5570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T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F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952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9405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T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952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X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7048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F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F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704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940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F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704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U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2800" spc="-75" dirty="0">
                          <a:latin typeface="Tahoma"/>
                          <a:cs typeface="Tahoma"/>
                        </a:rPr>
                        <a:t>TorF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965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F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94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F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63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New</a:t>
            </a:r>
            <a:r>
              <a:rPr spc="-75" dirty="0"/>
              <a:t> </a:t>
            </a:r>
            <a:r>
              <a:rPr spc="-5" dirty="0"/>
              <a:t>request</a:t>
            </a:r>
          </a:p>
        </p:txBody>
      </p:sp>
      <p:sp>
        <p:nvSpPr>
          <p:cNvPr id="4" name="object 4"/>
          <p:cNvSpPr/>
          <p:nvPr/>
        </p:nvSpPr>
        <p:spPr>
          <a:xfrm>
            <a:off x="4051312" y="1339913"/>
            <a:ext cx="2828899" cy="811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760573" y="2330450"/>
            <a:ext cx="381635" cy="1752600"/>
          </a:xfrm>
          <a:custGeom>
            <a:avLst/>
            <a:gdLst/>
            <a:ahLst/>
            <a:cxnLst/>
            <a:rect l="l" t="t" r="r" b="b"/>
            <a:pathLst>
              <a:path w="381635" h="1752600">
                <a:moveTo>
                  <a:pt x="334314" y="12700"/>
                </a:moveTo>
                <a:lnTo>
                  <a:pt x="296938" y="12700"/>
                </a:lnTo>
                <a:lnTo>
                  <a:pt x="305562" y="0"/>
                </a:lnTo>
                <a:lnTo>
                  <a:pt x="343522" y="0"/>
                </a:lnTo>
                <a:lnTo>
                  <a:pt x="334314" y="12700"/>
                </a:lnTo>
                <a:close/>
              </a:path>
              <a:path w="381635" h="1752600">
                <a:moveTo>
                  <a:pt x="292023" y="25400"/>
                </a:moveTo>
                <a:lnTo>
                  <a:pt x="272478" y="25400"/>
                </a:lnTo>
                <a:lnTo>
                  <a:pt x="280390" y="12700"/>
                </a:lnTo>
                <a:lnTo>
                  <a:pt x="300240" y="12700"/>
                </a:lnTo>
                <a:lnTo>
                  <a:pt x="292023" y="25400"/>
                </a:lnTo>
                <a:close/>
              </a:path>
              <a:path w="381635" h="1752600">
                <a:moveTo>
                  <a:pt x="262369" y="38100"/>
                </a:moveTo>
                <a:lnTo>
                  <a:pt x="250367" y="38100"/>
                </a:lnTo>
                <a:lnTo>
                  <a:pt x="257454" y="25400"/>
                </a:lnTo>
                <a:lnTo>
                  <a:pt x="269570" y="25400"/>
                </a:lnTo>
                <a:lnTo>
                  <a:pt x="262369" y="38100"/>
                </a:lnTo>
                <a:close/>
              </a:path>
              <a:path w="381635" h="1752600">
                <a:moveTo>
                  <a:pt x="249199" y="50800"/>
                </a:moveTo>
                <a:lnTo>
                  <a:pt x="230936" y="50800"/>
                </a:lnTo>
                <a:lnTo>
                  <a:pt x="237096" y="38100"/>
                </a:lnTo>
                <a:lnTo>
                  <a:pt x="255816" y="38100"/>
                </a:lnTo>
                <a:lnTo>
                  <a:pt x="249199" y="50800"/>
                </a:lnTo>
                <a:close/>
              </a:path>
              <a:path w="381635" h="1752600">
                <a:moveTo>
                  <a:pt x="231762" y="63500"/>
                </a:moveTo>
                <a:lnTo>
                  <a:pt x="219633" y="63500"/>
                </a:lnTo>
                <a:lnTo>
                  <a:pt x="225107" y="50800"/>
                </a:lnTo>
                <a:lnTo>
                  <a:pt x="237413" y="50800"/>
                </a:lnTo>
                <a:lnTo>
                  <a:pt x="231762" y="63500"/>
                </a:lnTo>
                <a:close/>
              </a:path>
              <a:path w="381635" h="1752600">
                <a:moveTo>
                  <a:pt x="221818" y="76200"/>
                </a:moveTo>
                <a:lnTo>
                  <a:pt x="209778" y="76200"/>
                </a:lnTo>
                <a:lnTo>
                  <a:pt x="214515" y="63500"/>
                </a:lnTo>
                <a:lnTo>
                  <a:pt x="226771" y="63500"/>
                </a:lnTo>
                <a:lnTo>
                  <a:pt x="221818" y="76200"/>
                </a:lnTo>
                <a:close/>
              </a:path>
              <a:path w="381635" h="1752600">
                <a:moveTo>
                  <a:pt x="213334" y="88900"/>
                </a:moveTo>
                <a:lnTo>
                  <a:pt x="201320" y="88900"/>
                </a:lnTo>
                <a:lnTo>
                  <a:pt x="205409" y="76200"/>
                </a:lnTo>
                <a:lnTo>
                  <a:pt x="217538" y="76200"/>
                </a:lnTo>
                <a:lnTo>
                  <a:pt x="213334" y="88900"/>
                </a:lnTo>
                <a:close/>
              </a:path>
              <a:path w="381635" h="1752600">
                <a:moveTo>
                  <a:pt x="206387" y="101600"/>
                </a:moveTo>
                <a:lnTo>
                  <a:pt x="194792" y="101600"/>
                </a:lnTo>
                <a:lnTo>
                  <a:pt x="197789" y="88900"/>
                </a:lnTo>
                <a:lnTo>
                  <a:pt x="209791" y="88900"/>
                </a:lnTo>
                <a:lnTo>
                  <a:pt x="206387" y="101600"/>
                </a:lnTo>
                <a:close/>
              </a:path>
              <a:path w="381635" h="1752600">
                <a:moveTo>
                  <a:pt x="197421" y="127000"/>
                </a:moveTo>
                <a:lnTo>
                  <a:pt x="188150" y="127000"/>
                </a:lnTo>
                <a:lnTo>
                  <a:pt x="189903" y="114300"/>
                </a:lnTo>
                <a:lnTo>
                  <a:pt x="192024" y="101600"/>
                </a:lnTo>
                <a:lnTo>
                  <a:pt x="203619" y="101600"/>
                </a:lnTo>
                <a:lnTo>
                  <a:pt x="201053" y="114300"/>
                </a:lnTo>
                <a:lnTo>
                  <a:pt x="199097" y="114300"/>
                </a:lnTo>
                <a:lnTo>
                  <a:pt x="197421" y="127000"/>
                </a:lnTo>
                <a:close/>
              </a:path>
              <a:path w="381635" h="1752600">
                <a:moveTo>
                  <a:pt x="195580" y="139700"/>
                </a:moveTo>
                <a:lnTo>
                  <a:pt x="186093" y="139700"/>
                </a:lnTo>
                <a:lnTo>
                  <a:pt x="186829" y="127000"/>
                </a:lnTo>
                <a:lnTo>
                  <a:pt x="196316" y="127000"/>
                </a:lnTo>
                <a:lnTo>
                  <a:pt x="195580" y="139700"/>
                </a:lnTo>
                <a:close/>
              </a:path>
              <a:path w="381635" h="1752600">
                <a:moveTo>
                  <a:pt x="195287" y="736600"/>
                </a:moveTo>
                <a:lnTo>
                  <a:pt x="185762" y="736600"/>
                </a:lnTo>
                <a:lnTo>
                  <a:pt x="185826" y="139700"/>
                </a:lnTo>
                <a:lnTo>
                  <a:pt x="195351" y="139700"/>
                </a:lnTo>
                <a:lnTo>
                  <a:pt x="195287" y="736600"/>
                </a:lnTo>
                <a:close/>
              </a:path>
              <a:path w="381635" h="1752600">
                <a:moveTo>
                  <a:pt x="184861" y="749300"/>
                </a:moveTo>
                <a:lnTo>
                  <a:pt x="183692" y="749300"/>
                </a:lnTo>
                <a:lnTo>
                  <a:pt x="184912" y="736600"/>
                </a:lnTo>
                <a:lnTo>
                  <a:pt x="184861" y="749300"/>
                </a:lnTo>
                <a:close/>
              </a:path>
              <a:path w="381635" h="1752600">
                <a:moveTo>
                  <a:pt x="194310" y="749300"/>
                </a:moveTo>
                <a:lnTo>
                  <a:pt x="184861" y="749300"/>
                </a:lnTo>
                <a:lnTo>
                  <a:pt x="185597" y="736600"/>
                </a:lnTo>
                <a:lnTo>
                  <a:pt x="195084" y="736600"/>
                </a:lnTo>
                <a:lnTo>
                  <a:pt x="194310" y="749300"/>
                </a:lnTo>
                <a:close/>
              </a:path>
              <a:path w="381635" h="1752600">
                <a:moveTo>
                  <a:pt x="191363" y="762000"/>
                </a:moveTo>
                <a:lnTo>
                  <a:pt x="182079" y="762000"/>
                </a:lnTo>
                <a:lnTo>
                  <a:pt x="183756" y="749300"/>
                </a:lnTo>
                <a:lnTo>
                  <a:pt x="193027" y="749300"/>
                </a:lnTo>
                <a:lnTo>
                  <a:pt x="191363" y="762000"/>
                </a:lnTo>
                <a:close/>
              </a:path>
              <a:path w="381635" h="1752600">
                <a:moveTo>
                  <a:pt x="186385" y="774700"/>
                </a:moveTo>
                <a:lnTo>
                  <a:pt x="177558" y="774700"/>
                </a:lnTo>
                <a:lnTo>
                  <a:pt x="180124" y="762000"/>
                </a:lnTo>
                <a:lnTo>
                  <a:pt x="189153" y="762000"/>
                </a:lnTo>
                <a:lnTo>
                  <a:pt x="186385" y="774700"/>
                </a:lnTo>
                <a:close/>
              </a:path>
              <a:path w="381635" h="1752600">
                <a:moveTo>
                  <a:pt x="175768" y="800100"/>
                </a:moveTo>
                <a:lnTo>
                  <a:pt x="163639" y="800100"/>
                </a:lnTo>
                <a:lnTo>
                  <a:pt x="167843" y="787400"/>
                </a:lnTo>
                <a:lnTo>
                  <a:pt x="171386" y="787400"/>
                </a:lnTo>
                <a:lnTo>
                  <a:pt x="174790" y="774700"/>
                </a:lnTo>
                <a:lnTo>
                  <a:pt x="183387" y="774700"/>
                </a:lnTo>
                <a:lnTo>
                  <a:pt x="179857" y="787400"/>
                </a:lnTo>
                <a:lnTo>
                  <a:pt x="175768" y="800100"/>
                </a:lnTo>
                <a:close/>
              </a:path>
              <a:path w="381635" h="1752600">
                <a:moveTo>
                  <a:pt x="166662" y="812800"/>
                </a:moveTo>
                <a:lnTo>
                  <a:pt x="154406" y="812800"/>
                </a:lnTo>
                <a:lnTo>
                  <a:pt x="159359" y="800100"/>
                </a:lnTo>
                <a:lnTo>
                  <a:pt x="171411" y="800100"/>
                </a:lnTo>
                <a:lnTo>
                  <a:pt x="166662" y="812800"/>
                </a:lnTo>
                <a:close/>
              </a:path>
              <a:path w="381635" h="1752600">
                <a:moveTo>
                  <a:pt x="156070" y="825500"/>
                </a:moveTo>
                <a:lnTo>
                  <a:pt x="137947" y="825500"/>
                </a:lnTo>
                <a:lnTo>
                  <a:pt x="143929" y="812800"/>
                </a:lnTo>
                <a:lnTo>
                  <a:pt x="161544" y="812800"/>
                </a:lnTo>
                <a:lnTo>
                  <a:pt x="156070" y="825500"/>
                </a:lnTo>
                <a:close/>
              </a:path>
              <a:path w="381635" h="1752600">
                <a:moveTo>
                  <a:pt x="137604" y="838200"/>
                </a:moveTo>
                <a:lnTo>
                  <a:pt x="125361" y="838200"/>
                </a:lnTo>
                <a:lnTo>
                  <a:pt x="131978" y="825500"/>
                </a:lnTo>
                <a:lnTo>
                  <a:pt x="144081" y="825500"/>
                </a:lnTo>
                <a:lnTo>
                  <a:pt x="137604" y="838200"/>
                </a:lnTo>
                <a:close/>
              </a:path>
              <a:path w="381635" h="1752600">
                <a:moveTo>
                  <a:pt x="123723" y="850900"/>
                </a:moveTo>
                <a:lnTo>
                  <a:pt x="104317" y="850900"/>
                </a:lnTo>
                <a:lnTo>
                  <a:pt x="111785" y="838200"/>
                </a:lnTo>
                <a:lnTo>
                  <a:pt x="130810" y="838200"/>
                </a:lnTo>
                <a:lnTo>
                  <a:pt x="123723" y="850900"/>
                </a:lnTo>
                <a:close/>
              </a:path>
              <a:path w="381635" h="1752600">
                <a:moveTo>
                  <a:pt x="100787" y="863600"/>
                </a:moveTo>
                <a:lnTo>
                  <a:pt x="72682" y="863600"/>
                </a:lnTo>
                <a:lnTo>
                  <a:pt x="81114" y="850900"/>
                </a:lnTo>
                <a:lnTo>
                  <a:pt x="108699" y="850900"/>
                </a:lnTo>
                <a:lnTo>
                  <a:pt x="100787" y="863600"/>
                </a:lnTo>
                <a:close/>
              </a:path>
              <a:path w="381635" h="1752600">
                <a:moveTo>
                  <a:pt x="66789" y="876300"/>
                </a:moveTo>
                <a:lnTo>
                  <a:pt x="0" y="876300"/>
                </a:lnTo>
                <a:lnTo>
                  <a:pt x="9804" y="863600"/>
                </a:lnTo>
                <a:lnTo>
                  <a:pt x="75615" y="863600"/>
                </a:lnTo>
                <a:lnTo>
                  <a:pt x="66789" y="876300"/>
                </a:lnTo>
                <a:close/>
              </a:path>
              <a:path w="381635" h="1752600">
                <a:moveTo>
                  <a:pt x="84416" y="889000"/>
                </a:moveTo>
                <a:lnTo>
                  <a:pt x="46862" y="889000"/>
                </a:lnTo>
                <a:lnTo>
                  <a:pt x="37655" y="876300"/>
                </a:lnTo>
                <a:lnTo>
                  <a:pt x="75793" y="876300"/>
                </a:lnTo>
                <a:lnTo>
                  <a:pt x="84416" y="889000"/>
                </a:lnTo>
                <a:close/>
              </a:path>
              <a:path w="381635" h="1752600">
                <a:moveTo>
                  <a:pt x="108877" y="901700"/>
                </a:moveTo>
                <a:lnTo>
                  <a:pt x="89154" y="901700"/>
                </a:lnTo>
                <a:lnTo>
                  <a:pt x="80937" y="889000"/>
                </a:lnTo>
                <a:lnTo>
                  <a:pt x="100965" y="889000"/>
                </a:lnTo>
                <a:lnTo>
                  <a:pt x="108877" y="901700"/>
                </a:lnTo>
                <a:close/>
              </a:path>
              <a:path w="381635" h="1752600">
                <a:moveTo>
                  <a:pt x="130987" y="914400"/>
                </a:moveTo>
                <a:lnTo>
                  <a:pt x="118808" y="914400"/>
                </a:lnTo>
                <a:lnTo>
                  <a:pt x="111607" y="901700"/>
                </a:lnTo>
                <a:lnTo>
                  <a:pt x="123901" y="901700"/>
                </a:lnTo>
                <a:lnTo>
                  <a:pt x="130987" y="914400"/>
                </a:lnTo>
                <a:close/>
              </a:path>
              <a:path w="381635" h="1752600">
                <a:moveTo>
                  <a:pt x="150418" y="927100"/>
                </a:moveTo>
                <a:lnTo>
                  <a:pt x="131978" y="927100"/>
                </a:lnTo>
                <a:lnTo>
                  <a:pt x="125361" y="914400"/>
                </a:lnTo>
                <a:lnTo>
                  <a:pt x="144259" y="914400"/>
                </a:lnTo>
                <a:lnTo>
                  <a:pt x="150418" y="927100"/>
                </a:lnTo>
                <a:close/>
              </a:path>
              <a:path w="381635" h="1752600">
                <a:moveTo>
                  <a:pt x="161709" y="939800"/>
                </a:moveTo>
                <a:lnTo>
                  <a:pt x="149415" y="939800"/>
                </a:lnTo>
                <a:lnTo>
                  <a:pt x="143763" y="927100"/>
                </a:lnTo>
                <a:lnTo>
                  <a:pt x="156235" y="927100"/>
                </a:lnTo>
                <a:lnTo>
                  <a:pt x="161709" y="939800"/>
                </a:lnTo>
                <a:close/>
              </a:path>
              <a:path w="381635" h="1752600">
                <a:moveTo>
                  <a:pt x="171411" y="952500"/>
                </a:moveTo>
                <a:lnTo>
                  <a:pt x="159359" y="952500"/>
                </a:lnTo>
                <a:lnTo>
                  <a:pt x="154406" y="939800"/>
                </a:lnTo>
                <a:lnTo>
                  <a:pt x="166662" y="939800"/>
                </a:lnTo>
                <a:lnTo>
                  <a:pt x="171411" y="952500"/>
                </a:lnTo>
                <a:close/>
              </a:path>
              <a:path w="381635" h="1752600">
                <a:moveTo>
                  <a:pt x="179857" y="965200"/>
                </a:moveTo>
                <a:lnTo>
                  <a:pt x="167843" y="965200"/>
                </a:lnTo>
                <a:lnTo>
                  <a:pt x="163639" y="952500"/>
                </a:lnTo>
                <a:lnTo>
                  <a:pt x="175907" y="952500"/>
                </a:lnTo>
                <a:lnTo>
                  <a:pt x="179857" y="965200"/>
                </a:lnTo>
                <a:close/>
              </a:path>
              <a:path w="381635" h="1752600">
                <a:moveTo>
                  <a:pt x="186385" y="977900"/>
                </a:moveTo>
                <a:lnTo>
                  <a:pt x="174790" y="977900"/>
                </a:lnTo>
                <a:lnTo>
                  <a:pt x="171386" y="965200"/>
                </a:lnTo>
                <a:lnTo>
                  <a:pt x="183387" y="965200"/>
                </a:lnTo>
                <a:lnTo>
                  <a:pt x="186385" y="977900"/>
                </a:lnTo>
                <a:close/>
              </a:path>
              <a:path w="381635" h="1752600">
                <a:moveTo>
                  <a:pt x="193090" y="1003300"/>
                </a:moveTo>
                <a:lnTo>
                  <a:pt x="183756" y="1003300"/>
                </a:lnTo>
                <a:lnTo>
                  <a:pt x="182079" y="990600"/>
                </a:lnTo>
                <a:lnTo>
                  <a:pt x="180124" y="990600"/>
                </a:lnTo>
                <a:lnTo>
                  <a:pt x="177558" y="977900"/>
                </a:lnTo>
                <a:lnTo>
                  <a:pt x="189153" y="977900"/>
                </a:lnTo>
                <a:lnTo>
                  <a:pt x="191363" y="990600"/>
                </a:lnTo>
                <a:lnTo>
                  <a:pt x="193090" y="1003300"/>
                </a:lnTo>
                <a:close/>
              </a:path>
              <a:path w="381635" h="1752600">
                <a:moveTo>
                  <a:pt x="195097" y="1016000"/>
                </a:moveTo>
                <a:lnTo>
                  <a:pt x="185597" y="1016000"/>
                </a:lnTo>
                <a:lnTo>
                  <a:pt x="184861" y="1003300"/>
                </a:lnTo>
                <a:lnTo>
                  <a:pt x="194348" y="1003300"/>
                </a:lnTo>
                <a:lnTo>
                  <a:pt x="195097" y="1016000"/>
                </a:lnTo>
                <a:close/>
              </a:path>
              <a:path w="381635" h="1752600">
                <a:moveTo>
                  <a:pt x="195414" y="1612900"/>
                </a:moveTo>
                <a:lnTo>
                  <a:pt x="185889" y="1612900"/>
                </a:lnTo>
                <a:lnTo>
                  <a:pt x="185826" y="1016000"/>
                </a:lnTo>
                <a:lnTo>
                  <a:pt x="195351" y="1016000"/>
                </a:lnTo>
                <a:lnTo>
                  <a:pt x="195414" y="1612900"/>
                </a:lnTo>
                <a:close/>
              </a:path>
              <a:path w="381635" h="1752600">
                <a:moveTo>
                  <a:pt x="196316" y="1625600"/>
                </a:moveTo>
                <a:lnTo>
                  <a:pt x="186829" y="1625600"/>
                </a:lnTo>
                <a:lnTo>
                  <a:pt x="186080" y="1612900"/>
                </a:lnTo>
                <a:lnTo>
                  <a:pt x="195580" y="1612900"/>
                </a:lnTo>
                <a:lnTo>
                  <a:pt x="196316" y="1625600"/>
                </a:lnTo>
                <a:close/>
              </a:path>
              <a:path w="381635" h="1752600">
                <a:moveTo>
                  <a:pt x="197485" y="1625600"/>
                </a:moveTo>
                <a:lnTo>
                  <a:pt x="196316" y="1625600"/>
                </a:lnTo>
                <a:lnTo>
                  <a:pt x="196265" y="1612900"/>
                </a:lnTo>
                <a:lnTo>
                  <a:pt x="197485" y="1625600"/>
                </a:lnTo>
                <a:close/>
              </a:path>
              <a:path w="381635" h="1752600">
                <a:moveTo>
                  <a:pt x="199097" y="1638300"/>
                </a:moveTo>
                <a:lnTo>
                  <a:pt x="189826" y="1638300"/>
                </a:lnTo>
                <a:lnTo>
                  <a:pt x="188087" y="1625600"/>
                </a:lnTo>
                <a:lnTo>
                  <a:pt x="197421" y="1625600"/>
                </a:lnTo>
                <a:lnTo>
                  <a:pt x="199097" y="1638300"/>
                </a:lnTo>
                <a:close/>
              </a:path>
              <a:path w="381635" h="1752600">
                <a:moveTo>
                  <a:pt x="203619" y="1651000"/>
                </a:moveTo>
                <a:lnTo>
                  <a:pt x="194792" y="1651000"/>
                </a:lnTo>
                <a:lnTo>
                  <a:pt x="192024" y="1638300"/>
                </a:lnTo>
                <a:lnTo>
                  <a:pt x="201053" y="1638300"/>
                </a:lnTo>
                <a:lnTo>
                  <a:pt x="203619" y="1651000"/>
                </a:lnTo>
                <a:close/>
              </a:path>
              <a:path w="381635" h="1752600">
                <a:moveTo>
                  <a:pt x="217538" y="1676400"/>
                </a:moveTo>
                <a:lnTo>
                  <a:pt x="205270" y="1676400"/>
                </a:lnTo>
                <a:lnTo>
                  <a:pt x="201320" y="1663700"/>
                </a:lnTo>
                <a:lnTo>
                  <a:pt x="197789" y="1651000"/>
                </a:lnTo>
                <a:lnTo>
                  <a:pt x="206387" y="1651000"/>
                </a:lnTo>
                <a:lnTo>
                  <a:pt x="209791" y="1663700"/>
                </a:lnTo>
                <a:lnTo>
                  <a:pt x="213334" y="1663700"/>
                </a:lnTo>
                <a:lnTo>
                  <a:pt x="217538" y="1676400"/>
                </a:lnTo>
                <a:close/>
              </a:path>
              <a:path w="381635" h="1752600">
                <a:moveTo>
                  <a:pt x="226771" y="1689100"/>
                </a:moveTo>
                <a:lnTo>
                  <a:pt x="214515" y="1689100"/>
                </a:lnTo>
                <a:lnTo>
                  <a:pt x="209626" y="1676400"/>
                </a:lnTo>
                <a:lnTo>
                  <a:pt x="221818" y="1676400"/>
                </a:lnTo>
                <a:lnTo>
                  <a:pt x="226771" y="1689100"/>
                </a:lnTo>
                <a:close/>
              </a:path>
              <a:path w="381635" h="1752600">
                <a:moveTo>
                  <a:pt x="243230" y="1701800"/>
                </a:moveTo>
                <a:lnTo>
                  <a:pt x="224942" y="1701800"/>
                </a:lnTo>
                <a:lnTo>
                  <a:pt x="219468" y="1689100"/>
                </a:lnTo>
                <a:lnTo>
                  <a:pt x="237248" y="1689100"/>
                </a:lnTo>
                <a:lnTo>
                  <a:pt x="243230" y="1701800"/>
                </a:lnTo>
                <a:close/>
              </a:path>
              <a:path w="381635" h="1752600">
                <a:moveTo>
                  <a:pt x="255816" y="1714500"/>
                </a:moveTo>
                <a:lnTo>
                  <a:pt x="243408" y="1714500"/>
                </a:lnTo>
                <a:lnTo>
                  <a:pt x="236918" y="1701800"/>
                </a:lnTo>
                <a:lnTo>
                  <a:pt x="249199" y="1701800"/>
                </a:lnTo>
                <a:lnTo>
                  <a:pt x="255816" y="1714500"/>
                </a:lnTo>
                <a:close/>
              </a:path>
              <a:path w="381635" h="1752600">
                <a:moveTo>
                  <a:pt x="276860" y="1727200"/>
                </a:moveTo>
                <a:lnTo>
                  <a:pt x="257276" y="1727200"/>
                </a:lnTo>
                <a:lnTo>
                  <a:pt x="250190" y="1714500"/>
                </a:lnTo>
                <a:lnTo>
                  <a:pt x="269392" y="1714500"/>
                </a:lnTo>
                <a:lnTo>
                  <a:pt x="276860" y="1727200"/>
                </a:lnTo>
                <a:close/>
              </a:path>
              <a:path w="381635" h="1752600">
                <a:moveTo>
                  <a:pt x="308495" y="1739900"/>
                </a:moveTo>
                <a:lnTo>
                  <a:pt x="280212" y="1739900"/>
                </a:lnTo>
                <a:lnTo>
                  <a:pt x="272300" y="1727200"/>
                </a:lnTo>
                <a:lnTo>
                  <a:pt x="300062" y="1727200"/>
                </a:lnTo>
                <a:lnTo>
                  <a:pt x="308495" y="1739900"/>
                </a:lnTo>
                <a:close/>
              </a:path>
              <a:path w="381635" h="1752600">
                <a:moveTo>
                  <a:pt x="381177" y="1752600"/>
                </a:moveTo>
                <a:lnTo>
                  <a:pt x="314210" y="1752600"/>
                </a:lnTo>
                <a:lnTo>
                  <a:pt x="305384" y="1739900"/>
                </a:lnTo>
                <a:lnTo>
                  <a:pt x="371373" y="1739900"/>
                </a:lnTo>
                <a:lnTo>
                  <a:pt x="381177" y="1752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05802" y="1756092"/>
            <a:ext cx="4657090" cy="3439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Comp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4100">
              <a:latin typeface="Tahoma"/>
              <a:cs typeface="Tahoma"/>
            </a:endParaRPr>
          </a:p>
          <a:p>
            <a:pPr marL="699770" marR="2970530" indent="635" algn="ctr">
              <a:lnSpc>
                <a:spcPct val="80900"/>
              </a:lnSpc>
            </a:pPr>
            <a:r>
              <a:rPr sz="2400" spc="-5" dirty="0">
                <a:latin typeface="Tahoma"/>
                <a:cs typeface="Tahoma"/>
              </a:rPr>
              <a:t>Lock  </a:t>
            </a:r>
            <a:r>
              <a:rPr sz="2400" dirty="0">
                <a:latin typeface="Tahoma"/>
                <a:cs typeface="Tahoma"/>
              </a:rPr>
              <a:t>al</a:t>
            </a:r>
            <a:r>
              <a:rPr sz="2400" spc="-15" dirty="0">
                <a:latin typeface="Tahoma"/>
                <a:cs typeface="Tahoma"/>
              </a:rPr>
              <a:t>r</a:t>
            </a:r>
            <a:r>
              <a:rPr sz="2400" dirty="0">
                <a:latin typeface="Tahoma"/>
                <a:cs typeface="Tahoma"/>
              </a:rPr>
              <a:t>ea</a:t>
            </a:r>
            <a:r>
              <a:rPr sz="2400" spc="-5" dirty="0">
                <a:latin typeface="Tahoma"/>
                <a:cs typeface="Tahoma"/>
              </a:rPr>
              <a:t>d</a:t>
            </a:r>
            <a:r>
              <a:rPr sz="2400" dirty="0">
                <a:latin typeface="Tahoma"/>
                <a:cs typeface="Tahoma"/>
              </a:rPr>
              <a:t>y  held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050">
              <a:latin typeface="Tahoma"/>
              <a:cs typeface="Tahoma"/>
            </a:endParaRPr>
          </a:p>
          <a:p>
            <a:pPr marL="1028065">
              <a:lnSpc>
                <a:spcPct val="100000"/>
              </a:lnSpc>
              <a:spcBef>
                <a:spcPts val="5"/>
              </a:spcBef>
            </a:pPr>
            <a:r>
              <a:rPr sz="3200" dirty="0">
                <a:latin typeface="Tahoma"/>
                <a:cs typeface="Tahoma"/>
              </a:rPr>
              <a:t>-&gt; </a:t>
            </a:r>
            <a:r>
              <a:rPr sz="3200" spc="-5" dirty="0">
                <a:latin typeface="Tahoma"/>
                <a:cs typeface="Tahoma"/>
              </a:rPr>
              <a:t>symmetric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table?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65</a:t>
            </a:fld>
            <a:endParaRPr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38951" y="2301887"/>
            <a:ext cx="81280" cy="1228090"/>
          </a:xfrm>
          <a:custGeom>
            <a:avLst/>
            <a:gdLst/>
            <a:ahLst/>
            <a:cxnLst/>
            <a:rect l="l" t="t" r="r" b="b"/>
            <a:pathLst>
              <a:path w="81279" h="1228089">
                <a:moveTo>
                  <a:pt x="70993" y="13970"/>
                </a:moveTo>
                <a:lnTo>
                  <a:pt x="58978" y="13970"/>
                </a:lnTo>
                <a:lnTo>
                  <a:pt x="62306" y="8890"/>
                </a:lnTo>
                <a:lnTo>
                  <a:pt x="64604" y="6350"/>
                </a:lnTo>
                <a:lnTo>
                  <a:pt x="66700" y="5080"/>
                </a:lnTo>
                <a:lnTo>
                  <a:pt x="68503" y="3810"/>
                </a:lnTo>
                <a:lnTo>
                  <a:pt x="68884" y="3810"/>
                </a:lnTo>
                <a:lnTo>
                  <a:pt x="70726" y="2540"/>
                </a:lnTo>
                <a:lnTo>
                  <a:pt x="71170" y="1270"/>
                </a:lnTo>
                <a:lnTo>
                  <a:pt x="73571" y="1270"/>
                </a:lnTo>
                <a:lnTo>
                  <a:pt x="75476" y="0"/>
                </a:lnTo>
                <a:lnTo>
                  <a:pt x="80581" y="0"/>
                </a:lnTo>
                <a:lnTo>
                  <a:pt x="81216" y="8890"/>
                </a:lnTo>
                <a:lnTo>
                  <a:pt x="78536" y="8890"/>
                </a:lnTo>
                <a:lnTo>
                  <a:pt x="76619" y="10160"/>
                </a:lnTo>
                <a:lnTo>
                  <a:pt x="75717" y="10160"/>
                </a:lnTo>
                <a:lnTo>
                  <a:pt x="73875" y="11430"/>
                </a:lnTo>
                <a:lnTo>
                  <a:pt x="74256" y="11430"/>
                </a:lnTo>
                <a:lnTo>
                  <a:pt x="72440" y="12700"/>
                </a:lnTo>
                <a:lnTo>
                  <a:pt x="72758" y="12700"/>
                </a:lnTo>
                <a:lnTo>
                  <a:pt x="70993" y="13970"/>
                </a:lnTo>
                <a:close/>
              </a:path>
              <a:path w="81279" h="1228089">
                <a:moveTo>
                  <a:pt x="36897" y="582930"/>
                </a:moveTo>
                <a:lnTo>
                  <a:pt x="27127" y="582930"/>
                </a:lnTo>
                <a:lnTo>
                  <a:pt x="29590" y="575310"/>
                </a:lnTo>
                <a:lnTo>
                  <a:pt x="31711" y="567690"/>
                </a:lnTo>
                <a:lnTo>
                  <a:pt x="33553" y="560070"/>
                </a:lnTo>
                <a:lnTo>
                  <a:pt x="35115" y="551180"/>
                </a:lnTo>
                <a:lnTo>
                  <a:pt x="36372" y="542290"/>
                </a:lnTo>
                <a:lnTo>
                  <a:pt x="37287" y="532130"/>
                </a:lnTo>
                <a:lnTo>
                  <a:pt x="37846" y="521970"/>
                </a:lnTo>
                <a:lnTo>
                  <a:pt x="38036" y="511810"/>
                </a:lnTo>
                <a:lnTo>
                  <a:pt x="38036" y="105410"/>
                </a:lnTo>
                <a:lnTo>
                  <a:pt x="38239" y="95250"/>
                </a:lnTo>
                <a:lnTo>
                  <a:pt x="42748" y="55880"/>
                </a:lnTo>
                <a:lnTo>
                  <a:pt x="55333" y="19050"/>
                </a:lnTo>
                <a:lnTo>
                  <a:pt x="58686" y="13970"/>
                </a:lnTo>
                <a:lnTo>
                  <a:pt x="71247" y="13970"/>
                </a:lnTo>
                <a:lnTo>
                  <a:pt x="69519" y="15240"/>
                </a:lnTo>
                <a:lnTo>
                  <a:pt x="69824" y="15240"/>
                </a:lnTo>
                <a:lnTo>
                  <a:pt x="66497" y="19050"/>
                </a:lnTo>
                <a:lnTo>
                  <a:pt x="66789" y="19050"/>
                </a:lnTo>
                <a:lnTo>
                  <a:pt x="63652" y="24130"/>
                </a:lnTo>
                <a:lnTo>
                  <a:pt x="63855" y="24130"/>
                </a:lnTo>
                <a:lnTo>
                  <a:pt x="60921" y="29210"/>
                </a:lnTo>
                <a:lnTo>
                  <a:pt x="61061" y="29210"/>
                </a:lnTo>
                <a:lnTo>
                  <a:pt x="58356" y="35560"/>
                </a:lnTo>
                <a:lnTo>
                  <a:pt x="56417" y="41910"/>
                </a:lnTo>
                <a:lnTo>
                  <a:pt x="56083" y="41910"/>
                </a:lnTo>
                <a:lnTo>
                  <a:pt x="54199" y="49530"/>
                </a:lnTo>
                <a:lnTo>
                  <a:pt x="53949" y="49530"/>
                </a:lnTo>
                <a:lnTo>
                  <a:pt x="52044" y="58420"/>
                </a:lnTo>
                <a:lnTo>
                  <a:pt x="50482" y="67310"/>
                </a:lnTo>
                <a:lnTo>
                  <a:pt x="49225" y="76200"/>
                </a:lnTo>
                <a:lnTo>
                  <a:pt x="48310" y="85090"/>
                </a:lnTo>
                <a:lnTo>
                  <a:pt x="47751" y="95250"/>
                </a:lnTo>
                <a:lnTo>
                  <a:pt x="47561" y="105410"/>
                </a:lnTo>
                <a:lnTo>
                  <a:pt x="47561" y="511810"/>
                </a:lnTo>
                <a:lnTo>
                  <a:pt x="47358" y="523240"/>
                </a:lnTo>
                <a:lnTo>
                  <a:pt x="42849" y="561340"/>
                </a:lnTo>
                <a:lnTo>
                  <a:pt x="38608" y="577850"/>
                </a:lnTo>
                <a:lnTo>
                  <a:pt x="36897" y="582930"/>
                </a:lnTo>
                <a:close/>
              </a:path>
              <a:path w="81279" h="1228089">
                <a:moveTo>
                  <a:pt x="56007" y="43180"/>
                </a:moveTo>
                <a:lnTo>
                  <a:pt x="56083" y="41910"/>
                </a:lnTo>
                <a:lnTo>
                  <a:pt x="56417" y="41910"/>
                </a:lnTo>
                <a:lnTo>
                  <a:pt x="56007" y="43180"/>
                </a:lnTo>
                <a:close/>
              </a:path>
              <a:path w="81279" h="1228089">
                <a:moveTo>
                  <a:pt x="53886" y="50800"/>
                </a:moveTo>
                <a:lnTo>
                  <a:pt x="53949" y="49530"/>
                </a:lnTo>
                <a:lnTo>
                  <a:pt x="54199" y="49530"/>
                </a:lnTo>
                <a:lnTo>
                  <a:pt x="53886" y="50800"/>
                </a:lnTo>
                <a:close/>
              </a:path>
              <a:path w="81279" h="1228089">
                <a:moveTo>
                  <a:pt x="34419" y="589280"/>
                </a:moveTo>
                <a:lnTo>
                  <a:pt x="24536" y="589280"/>
                </a:lnTo>
                <a:lnTo>
                  <a:pt x="27241" y="581660"/>
                </a:lnTo>
                <a:lnTo>
                  <a:pt x="27127" y="582930"/>
                </a:lnTo>
                <a:lnTo>
                  <a:pt x="36897" y="582930"/>
                </a:lnTo>
                <a:lnTo>
                  <a:pt x="36042" y="585470"/>
                </a:lnTo>
                <a:lnTo>
                  <a:pt x="34419" y="589280"/>
                </a:lnTo>
                <a:close/>
              </a:path>
              <a:path w="81279" h="1228089">
                <a:moveTo>
                  <a:pt x="29593" y="599440"/>
                </a:moveTo>
                <a:lnTo>
                  <a:pt x="18808" y="599440"/>
                </a:lnTo>
                <a:lnTo>
                  <a:pt x="21945" y="594360"/>
                </a:lnTo>
                <a:lnTo>
                  <a:pt x="21742" y="594360"/>
                </a:lnTo>
                <a:lnTo>
                  <a:pt x="24676" y="588010"/>
                </a:lnTo>
                <a:lnTo>
                  <a:pt x="24536" y="589280"/>
                </a:lnTo>
                <a:lnTo>
                  <a:pt x="34419" y="589280"/>
                </a:lnTo>
                <a:lnTo>
                  <a:pt x="33337" y="591820"/>
                </a:lnTo>
                <a:lnTo>
                  <a:pt x="30264" y="598170"/>
                </a:lnTo>
                <a:lnTo>
                  <a:pt x="29593" y="599440"/>
                </a:lnTo>
                <a:close/>
              </a:path>
              <a:path w="81279" h="1228089">
                <a:moveTo>
                  <a:pt x="27581" y="603250"/>
                </a:moveTo>
                <a:lnTo>
                  <a:pt x="15773" y="603250"/>
                </a:lnTo>
                <a:lnTo>
                  <a:pt x="19100" y="598170"/>
                </a:lnTo>
                <a:lnTo>
                  <a:pt x="18808" y="599440"/>
                </a:lnTo>
                <a:lnTo>
                  <a:pt x="29593" y="599440"/>
                </a:lnTo>
                <a:lnTo>
                  <a:pt x="27581" y="603250"/>
                </a:lnTo>
                <a:close/>
              </a:path>
              <a:path w="81279" h="1228089">
                <a:moveTo>
                  <a:pt x="26911" y="604520"/>
                </a:moveTo>
                <a:lnTo>
                  <a:pt x="14350" y="604520"/>
                </a:lnTo>
                <a:lnTo>
                  <a:pt x="16078" y="601980"/>
                </a:lnTo>
                <a:lnTo>
                  <a:pt x="15773" y="603250"/>
                </a:lnTo>
                <a:lnTo>
                  <a:pt x="27581" y="603250"/>
                </a:lnTo>
                <a:lnTo>
                  <a:pt x="26911" y="604520"/>
                </a:lnTo>
                <a:close/>
              </a:path>
              <a:path w="81279" h="1228089">
                <a:moveTo>
                  <a:pt x="17995" y="614045"/>
                </a:moveTo>
                <a:lnTo>
                  <a:pt x="17094" y="613410"/>
                </a:lnTo>
                <a:lnTo>
                  <a:pt x="16713" y="613410"/>
                </a:lnTo>
                <a:lnTo>
                  <a:pt x="14871" y="612140"/>
                </a:lnTo>
                <a:lnTo>
                  <a:pt x="14427" y="610870"/>
                </a:lnTo>
                <a:lnTo>
                  <a:pt x="12026" y="610870"/>
                </a:lnTo>
                <a:lnTo>
                  <a:pt x="10121" y="609600"/>
                </a:lnTo>
                <a:lnTo>
                  <a:pt x="4381" y="609600"/>
                </a:lnTo>
                <a:lnTo>
                  <a:pt x="6337" y="608330"/>
                </a:lnTo>
                <a:lnTo>
                  <a:pt x="8458" y="608330"/>
                </a:lnTo>
                <a:lnTo>
                  <a:pt x="10325" y="607060"/>
                </a:lnTo>
                <a:lnTo>
                  <a:pt x="11341" y="607060"/>
                </a:lnTo>
                <a:lnTo>
                  <a:pt x="13157" y="605790"/>
                </a:lnTo>
                <a:lnTo>
                  <a:pt x="12839" y="605790"/>
                </a:lnTo>
                <a:lnTo>
                  <a:pt x="14604" y="604520"/>
                </a:lnTo>
                <a:lnTo>
                  <a:pt x="26619" y="604520"/>
                </a:lnTo>
                <a:lnTo>
                  <a:pt x="23291" y="608330"/>
                </a:lnTo>
                <a:lnTo>
                  <a:pt x="20993" y="610870"/>
                </a:lnTo>
                <a:lnTo>
                  <a:pt x="18897" y="613410"/>
                </a:lnTo>
                <a:lnTo>
                  <a:pt x="17995" y="614045"/>
                </a:lnTo>
                <a:close/>
              </a:path>
              <a:path w="81279" h="1228089">
                <a:moveTo>
                  <a:pt x="5016" y="618490"/>
                </a:moveTo>
                <a:lnTo>
                  <a:pt x="2832" y="618490"/>
                </a:lnTo>
                <a:lnTo>
                  <a:pt x="1498" y="617220"/>
                </a:lnTo>
                <a:lnTo>
                  <a:pt x="520" y="615950"/>
                </a:lnTo>
                <a:lnTo>
                  <a:pt x="0" y="614680"/>
                </a:lnTo>
                <a:lnTo>
                  <a:pt x="0" y="613410"/>
                </a:lnTo>
                <a:lnTo>
                  <a:pt x="520" y="610870"/>
                </a:lnTo>
                <a:lnTo>
                  <a:pt x="1498" y="609600"/>
                </a:lnTo>
                <a:lnTo>
                  <a:pt x="5016" y="609600"/>
                </a:lnTo>
                <a:lnTo>
                  <a:pt x="5016" y="618490"/>
                </a:lnTo>
                <a:close/>
              </a:path>
              <a:path w="81279" h="1228089">
                <a:moveTo>
                  <a:pt x="7607" y="618490"/>
                </a:moveTo>
                <a:lnTo>
                  <a:pt x="5016" y="618490"/>
                </a:lnTo>
                <a:lnTo>
                  <a:pt x="5016" y="609600"/>
                </a:lnTo>
                <a:lnTo>
                  <a:pt x="10121" y="609600"/>
                </a:lnTo>
                <a:lnTo>
                  <a:pt x="12026" y="610870"/>
                </a:lnTo>
                <a:lnTo>
                  <a:pt x="14427" y="610870"/>
                </a:lnTo>
                <a:lnTo>
                  <a:pt x="14871" y="612140"/>
                </a:lnTo>
                <a:lnTo>
                  <a:pt x="16713" y="613410"/>
                </a:lnTo>
                <a:lnTo>
                  <a:pt x="17094" y="613410"/>
                </a:lnTo>
                <a:lnTo>
                  <a:pt x="17995" y="614045"/>
                </a:lnTo>
                <a:lnTo>
                  <a:pt x="17094" y="614680"/>
                </a:lnTo>
                <a:lnTo>
                  <a:pt x="16713" y="614680"/>
                </a:lnTo>
                <a:lnTo>
                  <a:pt x="14871" y="615950"/>
                </a:lnTo>
                <a:lnTo>
                  <a:pt x="14427" y="615950"/>
                </a:lnTo>
                <a:lnTo>
                  <a:pt x="12547" y="617220"/>
                </a:lnTo>
                <a:lnTo>
                  <a:pt x="9537" y="617220"/>
                </a:lnTo>
                <a:lnTo>
                  <a:pt x="7607" y="618490"/>
                </a:lnTo>
                <a:close/>
              </a:path>
              <a:path w="81279" h="1228089">
                <a:moveTo>
                  <a:pt x="22974" y="618490"/>
                </a:moveTo>
                <a:lnTo>
                  <a:pt x="7607" y="618490"/>
                </a:lnTo>
                <a:lnTo>
                  <a:pt x="9537" y="617220"/>
                </a:lnTo>
                <a:lnTo>
                  <a:pt x="12547" y="617220"/>
                </a:lnTo>
                <a:lnTo>
                  <a:pt x="14427" y="615950"/>
                </a:lnTo>
                <a:lnTo>
                  <a:pt x="14871" y="615950"/>
                </a:lnTo>
                <a:lnTo>
                  <a:pt x="16713" y="614680"/>
                </a:lnTo>
                <a:lnTo>
                  <a:pt x="17094" y="614680"/>
                </a:lnTo>
                <a:lnTo>
                  <a:pt x="17995" y="614045"/>
                </a:lnTo>
                <a:lnTo>
                  <a:pt x="18897" y="614680"/>
                </a:lnTo>
                <a:lnTo>
                  <a:pt x="20993" y="615950"/>
                </a:lnTo>
                <a:lnTo>
                  <a:pt x="22974" y="618490"/>
                </a:lnTo>
                <a:close/>
              </a:path>
              <a:path w="81279" h="1228089">
                <a:moveTo>
                  <a:pt x="26619" y="623570"/>
                </a:moveTo>
                <a:lnTo>
                  <a:pt x="14604" y="623570"/>
                </a:lnTo>
                <a:lnTo>
                  <a:pt x="12839" y="622300"/>
                </a:lnTo>
                <a:lnTo>
                  <a:pt x="13157" y="622300"/>
                </a:lnTo>
                <a:lnTo>
                  <a:pt x="11341" y="621030"/>
                </a:lnTo>
                <a:lnTo>
                  <a:pt x="11722" y="621030"/>
                </a:lnTo>
                <a:lnTo>
                  <a:pt x="9880" y="619760"/>
                </a:lnTo>
                <a:lnTo>
                  <a:pt x="8978" y="619760"/>
                </a:lnTo>
                <a:lnTo>
                  <a:pt x="7061" y="618490"/>
                </a:lnTo>
                <a:lnTo>
                  <a:pt x="23291" y="618490"/>
                </a:lnTo>
                <a:lnTo>
                  <a:pt x="26619" y="623570"/>
                </a:lnTo>
                <a:close/>
              </a:path>
              <a:path w="81279" h="1228089">
                <a:moveTo>
                  <a:pt x="29590" y="652780"/>
                </a:moveTo>
                <a:lnTo>
                  <a:pt x="27127" y="645160"/>
                </a:lnTo>
                <a:lnTo>
                  <a:pt x="24536" y="638810"/>
                </a:lnTo>
                <a:lnTo>
                  <a:pt x="24676" y="638810"/>
                </a:lnTo>
                <a:lnTo>
                  <a:pt x="21742" y="633730"/>
                </a:lnTo>
                <a:lnTo>
                  <a:pt x="21945" y="633730"/>
                </a:lnTo>
                <a:lnTo>
                  <a:pt x="18808" y="628650"/>
                </a:lnTo>
                <a:lnTo>
                  <a:pt x="19100" y="628650"/>
                </a:lnTo>
                <a:lnTo>
                  <a:pt x="15773" y="624840"/>
                </a:lnTo>
                <a:lnTo>
                  <a:pt x="16078" y="624840"/>
                </a:lnTo>
                <a:lnTo>
                  <a:pt x="14350" y="623570"/>
                </a:lnTo>
                <a:lnTo>
                  <a:pt x="26911" y="623570"/>
                </a:lnTo>
                <a:lnTo>
                  <a:pt x="39326" y="651510"/>
                </a:lnTo>
                <a:lnTo>
                  <a:pt x="29514" y="651510"/>
                </a:lnTo>
                <a:lnTo>
                  <a:pt x="29590" y="652780"/>
                </a:lnTo>
                <a:close/>
              </a:path>
              <a:path w="81279" h="1228089">
                <a:moveTo>
                  <a:pt x="31711" y="660400"/>
                </a:moveTo>
                <a:lnTo>
                  <a:pt x="29514" y="651510"/>
                </a:lnTo>
                <a:lnTo>
                  <a:pt x="39326" y="651510"/>
                </a:lnTo>
                <a:lnTo>
                  <a:pt x="41258" y="659130"/>
                </a:lnTo>
                <a:lnTo>
                  <a:pt x="31648" y="659130"/>
                </a:lnTo>
                <a:lnTo>
                  <a:pt x="31711" y="660400"/>
                </a:lnTo>
                <a:close/>
              </a:path>
              <a:path w="81279" h="1228089">
                <a:moveTo>
                  <a:pt x="71247" y="1214120"/>
                </a:moveTo>
                <a:lnTo>
                  <a:pt x="58686" y="1214120"/>
                </a:lnTo>
                <a:lnTo>
                  <a:pt x="55333" y="1207770"/>
                </a:lnTo>
                <a:lnTo>
                  <a:pt x="42710" y="1170940"/>
                </a:lnTo>
                <a:lnTo>
                  <a:pt x="38239" y="1132840"/>
                </a:lnTo>
                <a:lnTo>
                  <a:pt x="38036" y="1121410"/>
                </a:lnTo>
                <a:lnTo>
                  <a:pt x="38036" y="715010"/>
                </a:lnTo>
                <a:lnTo>
                  <a:pt x="37846" y="704850"/>
                </a:lnTo>
                <a:lnTo>
                  <a:pt x="37274" y="694690"/>
                </a:lnTo>
                <a:lnTo>
                  <a:pt x="36347" y="685800"/>
                </a:lnTo>
                <a:lnTo>
                  <a:pt x="35090" y="676910"/>
                </a:lnTo>
                <a:lnTo>
                  <a:pt x="33515" y="668020"/>
                </a:lnTo>
                <a:lnTo>
                  <a:pt x="31648" y="659130"/>
                </a:lnTo>
                <a:lnTo>
                  <a:pt x="41258" y="659130"/>
                </a:lnTo>
                <a:lnTo>
                  <a:pt x="42887" y="665480"/>
                </a:lnTo>
                <a:lnTo>
                  <a:pt x="47358" y="704850"/>
                </a:lnTo>
                <a:lnTo>
                  <a:pt x="47561" y="715010"/>
                </a:lnTo>
                <a:lnTo>
                  <a:pt x="47561" y="1121410"/>
                </a:lnTo>
                <a:lnTo>
                  <a:pt x="47751" y="1131570"/>
                </a:lnTo>
                <a:lnTo>
                  <a:pt x="48323" y="1141730"/>
                </a:lnTo>
                <a:lnTo>
                  <a:pt x="49250" y="1151890"/>
                </a:lnTo>
                <a:lnTo>
                  <a:pt x="50507" y="1160780"/>
                </a:lnTo>
                <a:lnTo>
                  <a:pt x="52082" y="1169670"/>
                </a:lnTo>
                <a:lnTo>
                  <a:pt x="53949" y="1177290"/>
                </a:lnTo>
                <a:lnTo>
                  <a:pt x="56083" y="1184910"/>
                </a:lnTo>
                <a:lnTo>
                  <a:pt x="58470" y="1192530"/>
                </a:lnTo>
                <a:lnTo>
                  <a:pt x="58807" y="1192530"/>
                </a:lnTo>
                <a:lnTo>
                  <a:pt x="61061" y="1198880"/>
                </a:lnTo>
                <a:lnTo>
                  <a:pt x="61508" y="1198880"/>
                </a:lnTo>
                <a:lnTo>
                  <a:pt x="63855" y="1203960"/>
                </a:lnTo>
                <a:lnTo>
                  <a:pt x="63652" y="1203960"/>
                </a:lnTo>
                <a:lnTo>
                  <a:pt x="66789" y="1209040"/>
                </a:lnTo>
                <a:lnTo>
                  <a:pt x="67329" y="1209040"/>
                </a:lnTo>
                <a:lnTo>
                  <a:pt x="69824" y="1212850"/>
                </a:lnTo>
                <a:lnTo>
                  <a:pt x="70383" y="1212850"/>
                </a:lnTo>
                <a:lnTo>
                  <a:pt x="71247" y="1214120"/>
                </a:lnTo>
                <a:close/>
              </a:path>
              <a:path w="81279" h="1228089">
                <a:moveTo>
                  <a:pt x="58807" y="1192530"/>
                </a:moveTo>
                <a:lnTo>
                  <a:pt x="58470" y="1192530"/>
                </a:lnTo>
                <a:lnTo>
                  <a:pt x="58356" y="1191260"/>
                </a:lnTo>
                <a:lnTo>
                  <a:pt x="58807" y="1192530"/>
                </a:lnTo>
                <a:close/>
              </a:path>
              <a:path w="81279" h="1228089">
                <a:moveTo>
                  <a:pt x="61508" y="1198880"/>
                </a:moveTo>
                <a:lnTo>
                  <a:pt x="61061" y="1198880"/>
                </a:lnTo>
                <a:lnTo>
                  <a:pt x="60921" y="1197610"/>
                </a:lnTo>
                <a:lnTo>
                  <a:pt x="61508" y="1198880"/>
                </a:lnTo>
                <a:close/>
              </a:path>
              <a:path w="81279" h="1228089">
                <a:moveTo>
                  <a:pt x="67329" y="1209040"/>
                </a:moveTo>
                <a:lnTo>
                  <a:pt x="66789" y="1209040"/>
                </a:lnTo>
                <a:lnTo>
                  <a:pt x="66497" y="1207770"/>
                </a:lnTo>
                <a:lnTo>
                  <a:pt x="67329" y="1209040"/>
                </a:lnTo>
                <a:close/>
              </a:path>
              <a:path w="81279" h="1228089">
                <a:moveTo>
                  <a:pt x="70383" y="1212850"/>
                </a:moveTo>
                <a:lnTo>
                  <a:pt x="69824" y="1212850"/>
                </a:lnTo>
                <a:lnTo>
                  <a:pt x="69519" y="1211580"/>
                </a:lnTo>
                <a:lnTo>
                  <a:pt x="70383" y="1212850"/>
                </a:lnTo>
                <a:close/>
              </a:path>
              <a:path w="81279" h="1228089">
                <a:moveTo>
                  <a:pt x="80581" y="1228090"/>
                </a:moveTo>
                <a:lnTo>
                  <a:pt x="76060" y="1228090"/>
                </a:lnTo>
                <a:lnTo>
                  <a:pt x="75476" y="1226820"/>
                </a:lnTo>
                <a:lnTo>
                  <a:pt x="73050" y="1226820"/>
                </a:lnTo>
                <a:lnTo>
                  <a:pt x="71170" y="1225550"/>
                </a:lnTo>
                <a:lnTo>
                  <a:pt x="70726" y="1225550"/>
                </a:lnTo>
                <a:lnTo>
                  <a:pt x="68884" y="1224280"/>
                </a:lnTo>
                <a:lnTo>
                  <a:pt x="68503" y="1224280"/>
                </a:lnTo>
                <a:lnTo>
                  <a:pt x="66700" y="1223010"/>
                </a:lnTo>
                <a:lnTo>
                  <a:pt x="64604" y="1220470"/>
                </a:lnTo>
                <a:lnTo>
                  <a:pt x="62623" y="1219200"/>
                </a:lnTo>
                <a:lnTo>
                  <a:pt x="62306" y="1217930"/>
                </a:lnTo>
                <a:lnTo>
                  <a:pt x="58978" y="1214120"/>
                </a:lnTo>
                <a:lnTo>
                  <a:pt x="70993" y="1214120"/>
                </a:lnTo>
                <a:lnTo>
                  <a:pt x="72758" y="1215390"/>
                </a:lnTo>
                <a:lnTo>
                  <a:pt x="72440" y="1215390"/>
                </a:lnTo>
                <a:lnTo>
                  <a:pt x="74256" y="1216660"/>
                </a:lnTo>
                <a:lnTo>
                  <a:pt x="75272" y="1216660"/>
                </a:lnTo>
                <a:lnTo>
                  <a:pt x="77139" y="1217930"/>
                </a:lnTo>
                <a:lnTo>
                  <a:pt x="81216" y="1217930"/>
                </a:lnTo>
                <a:lnTo>
                  <a:pt x="80581" y="12280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92150" y="4100512"/>
            <a:ext cx="7781925" cy="1687830"/>
          </a:xfrm>
          <a:custGeom>
            <a:avLst/>
            <a:gdLst/>
            <a:ahLst/>
            <a:cxnLst/>
            <a:rect l="l" t="t" r="r" b="b"/>
            <a:pathLst>
              <a:path w="7781925" h="1687829">
                <a:moveTo>
                  <a:pt x="7781925" y="1687512"/>
                </a:moveTo>
                <a:lnTo>
                  <a:pt x="0" y="1687512"/>
                </a:lnTo>
                <a:lnTo>
                  <a:pt x="0" y="0"/>
                </a:lnTo>
                <a:lnTo>
                  <a:pt x="7781925" y="0"/>
                </a:lnTo>
                <a:lnTo>
                  <a:pt x="7781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677987"/>
                </a:lnTo>
                <a:lnTo>
                  <a:pt x="4762" y="1677987"/>
                </a:lnTo>
                <a:lnTo>
                  <a:pt x="9525" y="1682750"/>
                </a:lnTo>
                <a:lnTo>
                  <a:pt x="7781925" y="1682750"/>
                </a:lnTo>
                <a:lnTo>
                  <a:pt x="7781925" y="1687512"/>
                </a:lnTo>
                <a:close/>
              </a:path>
              <a:path w="7781925" h="1687829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7781925" h="1687829">
                <a:moveTo>
                  <a:pt x="7772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7772400" y="4762"/>
                </a:lnTo>
                <a:lnTo>
                  <a:pt x="7772400" y="9525"/>
                </a:lnTo>
                <a:close/>
              </a:path>
              <a:path w="7781925" h="1687829">
                <a:moveTo>
                  <a:pt x="7772400" y="1682750"/>
                </a:moveTo>
                <a:lnTo>
                  <a:pt x="7772400" y="4762"/>
                </a:lnTo>
                <a:lnTo>
                  <a:pt x="7777162" y="9525"/>
                </a:lnTo>
                <a:lnTo>
                  <a:pt x="7781925" y="9525"/>
                </a:lnTo>
                <a:lnTo>
                  <a:pt x="7781925" y="1677987"/>
                </a:lnTo>
                <a:lnTo>
                  <a:pt x="7777162" y="1677987"/>
                </a:lnTo>
                <a:lnTo>
                  <a:pt x="7772400" y="1682750"/>
                </a:lnTo>
                <a:close/>
              </a:path>
              <a:path w="7781925" h="1687829">
                <a:moveTo>
                  <a:pt x="7781925" y="9525"/>
                </a:moveTo>
                <a:lnTo>
                  <a:pt x="7777162" y="9525"/>
                </a:lnTo>
                <a:lnTo>
                  <a:pt x="7772400" y="4762"/>
                </a:lnTo>
                <a:lnTo>
                  <a:pt x="7781925" y="4762"/>
                </a:lnTo>
                <a:lnTo>
                  <a:pt x="7781925" y="9525"/>
                </a:lnTo>
                <a:close/>
              </a:path>
              <a:path w="7781925" h="1687829">
                <a:moveTo>
                  <a:pt x="9525" y="1682750"/>
                </a:moveTo>
                <a:lnTo>
                  <a:pt x="4762" y="1677987"/>
                </a:lnTo>
                <a:lnTo>
                  <a:pt x="9525" y="1677987"/>
                </a:lnTo>
                <a:lnTo>
                  <a:pt x="9525" y="1682750"/>
                </a:lnTo>
                <a:close/>
              </a:path>
              <a:path w="7781925" h="1687829">
                <a:moveTo>
                  <a:pt x="7772400" y="1682750"/>
                </a:moveTo>
                <a:lnTo>
                  <a:pt x="9525" y="1682750"/>
                </a:lnTo>
                <a:lnTo>
                  <a:pt x="9525" y="1677987"/>
                </a:lnTo>
                <a:lnTo>
                  <a:pt x="7772400" y="1677987"/>
                </a:lnTo>
                <a:lnTo>
                  <a:pt x="7772400" y="1682750"/>
                </a:lnTo>
                <a:close/>
              </a:path>
              <a:path w="7781925" h="1687829">
                <a:moveTo>
                  <a:pt x="7781925" y="1682750"/>
                </a:moveTo>
                <a:lnTo>
                  <a:pt x="7772400" y="1682750"/>
                </a:lnTo>
                <a:lnTo>
                  <a:pt x="7777162" y="1677987"/>
                </a:lnTo>
                <a:lnTo>
                  <a:pt x="7781925" y="1677987"/>
                </a:lnTo>
                <a:lnTo>
                  <a:pt x="7781925" y="1682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93090" y="708024"/>
            <a:ext cx="7618730" cy="4918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80465" marR="226695" indent="-1168400">
              <a:lnSpc>
                <a:spcPct val="100000"/>
              </a:lnSpc>
              <a:spcBef>
                <a:spcPts val="105"/>
              </a:spcBef>
            </a:pPr>
            <a:r>
              <a:rPr sz="3200" u="heavy" spc="-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Note:</a:t>
            </a:r>
            <a:r>
              <a:rPr sz="3200" spc="-5" dirty="0">
                <a:latin typeface="Tahoma"/>
                <a:cs typeface="Tahoma"/>
              </a:rPr>
              <a:t> object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10" dirty="0">
                <a:latin typeface="Tahoma"/>
                <a:cs typeface="Tahoma"/>
              </a:rPr>
              <a:t>may </a:t>
            </a:r>
            <a:r>
              <a:rPr sz="3200" dirty="0">
                <a:latin typeface="Tahoma"/>
                <a:cs typeface="Tahoma"/>
              </a:rPr>
              <a:t>be </a:t>
            </a:r>
            <a:r>
              <a:rPr sz="3200" spc="-10" dirty="0">
                <a:latin typeface="Tahoma"/>
                <a:cs typeface="Tahoma"/>
              </a:rPr>
              <a:t>locked </a:t>
            </a:r>
            <a:r>
              <a:rPr sz="3200" spc="-5" dirty="0">
                <a:latin typeface="Tahoma"/>
                <a:cs typeface="Tahoma"/>
              </a:rPr>
              <a:t>in </a:t>
            </a:r>
            <a:r>
              <a:rPr sz="3200" spc="-15" dirty="0">
                <a:latin typeface="Tahoma"/>
                <a:cs typeface="Tahoma"/>
              </a:rPr>
              <a:t>different  </a:t>
            </a:r>
            <a:r>
              <a:rPr sz="3200" spc="-5" dirty="0">
                <a:latin typeface="Tahoma"/>
                <a:cs typeface="Tahoma"/>
              </a:rPr>
              <a:t>modes at the same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time...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4400">
              <a:latin typeface="Tahoma"/>
              <a:cs typeface="Tahoma"/>
            </a:endParaRPr>
          </a:p>
          <a:p>
            <a:pPr marR="93345" algn="r">
              <a:lnSpc>
                <a:spcPct val="100000"/>
              </a:lnSpc>
              <a:spcBef>
                <a:spcPts val="5"/>
              </a:spcBef>
              <a:tabLst>
                <a:tab pos="5822950" algn="l"/>
              </a:tabLst>
            </a:pPr>
            <a:r>
              <a:rPr sz="3200" spc="-5" dirty="0">
                <a:latin typeface="Tahoma"/>
                <a:cs typeface="Tahoma"/>
              </a:rPr>
              <a:t>S</a:t>
            </a:r>
            <a:r>
              <a:rPr sz="24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=...l</a:t>
            </a:r>
            <a:r>
              <a:rPr sz="3200" spc="-30" dirty="0">
                <a:latin typeface="Tahoma"/>
                <a:cs typeface="Tahoma"/>
              </a:rPr>
              <a:t>-</a:t>
            </a:r>
            <a:r>
              <a:rPr sz="3200" spc="-5" dirty="0">
                <a:latin typeface="Tahoma"/>
                <a:cs typeface="Tahoma"/>
              </a:rPr>
              <a:t>S</a:t>
            </a:r>
            <a:r>
              <a:rPr sz="20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(A)…l</a:t>
            </a:r>
            <a:r>
              <a:rPr sz="3200" spc="-30" dirty="0">
                <a:latin typeface="Tahoma"/>
                <a:cs typeface="Tahoma"/>
              </a:rPr>
              <a:t>-</a:t>
            </a:r>
            <a:r>
              <a:rPr sz="3200" spc="-5" dirty="0">
                <a:latin typeface="Tahoma"/>
                <a:cs typeface="Tahoma"/>
              </a:rPr>
              <a:t>S</a:t>
            </a:r>
            <a:r>
              <a:rPr sz="2000" spc="-5" dirty="0">
                <a:latin typeface="Tahoma"/>
                <a:cs typeface="Tahoma"/>
              </a:rPr>
              <a:t>2</a:t>
            </a:r>
            <a:r>
              <a:rPr sz="3200" spc="-5" dirty="0">
                <a:latin typeface="Tahoma"/>
                <a:cs typeface="Tahoma"/>
              </a:rPr>
              <a:t>(A)…l</a:t>
            </a:r>
            <a:r>
              <a:rPr sz="3200" dirty="0">
                <a:latin typeface="Tahoma"/>
                <a:cs typeface="Tahoma"/>
              </a:rPr>
              <a:t>-</a:t>
            </a:r>
            <a:r>
              <a:rPr sz="3200" spc="-5" dirty="0">
                <a:latin typeface="Tahoma"/>
                <a:cs typeface="Tahoma"/>
              </a:rPr>
              <a:t>U</a:t>
            </a:r>
            <a:r>
              <a:rPr sz="2000" spc="-5" dirty="0">
                <a:latin typeface="Tahoma"/>
                <a:cs typeface="Tahoma"/>
              </a:rPr>
              <a:t>3</a:t>
            </a:r>
            <a:r>
              <a:rPr sz="3200" spc="-5" dirty="0">
                <a:latin typeface="Tahoma"/>
                <a:cs typeface="Tahoma"/>
              </a:rPr>
              <a:t>(A)</a:t>
            </a:r>
            <a:r>
              <a:rPr sz="3200" dirty="0">
                <a:latin typeface="Tahoma"/>
                <a:cs typeface="Tahoma"/>
              </a:rPr>
              <a:t>…	</a:t>
            </a:r>
            <a:r>
              <a:rPr sz="3200" spc="-5" dirty="0">
                <a:latin typeface="Tahoma"/>
                <a:cs typeface="Tahoma"/>
              </a:rPr>
              <a:t>l</a:t>
            </a:r>
            <a:r>
              <a:rPr sz="3200" spc="-30" dirty="0">
                <a:latin typeface="Tahoma"/>
                <a:cs typeface="Tahoma"/>
              </a:rPr>
              <a:t>-</a:t>
            </a:r>
            <a:r>
              <a:rPr sz="3200" spc="-5" dirty="0">
                <a:latin typeface="Tahoma"/>
                <a:cs typeface="Tahoma"/>
              </a:rPr>
              <a:t>S</a:t>
            </a:r>
            <a:r>
              <a:rPr sz="2000" spc="-5" dirty="0">
                <a:latin typeface="Tahoma"/>
                <a:cs typeface="Tahoma"/>
              </a:rPr>
              <a:t>4</a:t>
            </a:r>
            <a:r>
              <a:rPr sz="3200" spc="-5" dirty="0">
                <a:latin typeface="Tahoma"/>
                <a:cs typeface="Tahoma"/>
              </a:rPr>
              <a:t>(A)…</a:t>
            </a:r>
            <a:r>
              <a:rPr sz="3200" dirty="0">
                <a:latin typeface="Tahoma"/>
                <a:cs typeface="Tahoma"/>
              </a:rPr>
              <a:t>?</a:t>
            </a:r>
            <a:endParaRPr sz="3200">
              <a:latin typeface="Tahoma"/>
              <a:cs typeface="Tahoma"/>
            </a:endParaRPr>
          </a:p>
          <a:p>
            <a:pPr marR="5080" algn="r">
              <a:lnSpc>
                <a:spcPct val="100000"/>
              </a:lnSpc>
              <a:spcBef>
                <a:spcPts val="755"/>
              </a:spcBef>
            </a:pPr>
            <a:r>
              <a:rPr sz="3200" spc="-5" dirty="0">
                <a:latin typeface="Tahoma"/>
                <a:cs typeface="Tahoma"/>
              </a:rPr>
              <a:t>l</a:t>
            </a:r>
            <a:r>
              <a:rPr sz="3200" dirty="0">
                <a:latin typeface="Tahoma"/>
                <a:cs typeface="Tahoma"/>
              </a:rPr>
              <a:t>-</a:t>
            </a:r>
            <a:r>
              <a:rPr sz="3200" spc="-5" dirty="0">
                <a:latin typeface="Tahoma"/>
                <a:cs typeface="Tahoma"/>
              </a:rPr>
              <a:t>U</a:t>
            </a:r>
            <a:r>
              <a:rPr sz="2000" spc="-5" dirty="0">
                <a:latin typeface="Tahoma"/>
                <a:cs typeface="Tahoma"/>
              </a:rPr>
              <a:t>4</a:t>
            </a:r>
            <a:r>
              <a:rPr sz="3200" spc="-5" dirty="0">
                <a:latin typeface="Tahoma"/>
                <a:cs typeface="Tahoma"/>
              </a:rPr>
              <a:t>(A)…</a:t>
            </a:r>
            <a:r>
              <a:rPr sz="3200" dirty="0">
                <a:latin typeface="Tahoma"/>
                <a:cs typeface="Tahoma"/>
              </a:rPr>
              <a:t>?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4550">
              <a:latin typeface="Tahoma"/>
              <a:cs typeface="Tahoma"/>
            </a:endParaRPr>
          </a:p>
          <a:p>
            <a:pPr marL="537845" marR="52069" indent="-342900">
              <a:lnSpc>
                <a:spcPct val="100000"/>
              </a:lnSpc>
              <a:buChar char="•"/>
              <a:tabLst>
                <a:tab pos="538480" algn="l"/>
              </a:tabLst>
            </a:pPr>
            <a:r>
              <a:rPr sz="3200" spc="-165" dirty="0">
                <a:latin typeface="Tahoma"/>
                <a:cs typeface="Tahoma"/>
              </a:rPr>
              <a:t>To </a:t>
            </a:r>
            <a:r>
              <a:rPr sz="3200" spc="-15" dirty="0">
                <a:latin typeface="Tahoma"/>
                <a:cs typeface="Tahoma"/>
              </a:rPr>
              <a:t>grant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lock in mode t, mode </a:t>
            </a:r>
            <a:r>
              <a:rPr sz="3200" dirty="0">
                <a:latin typeface="Tahoma"/>
                <a:cs typeface="Tahoma"/>
              </a:rPr>
              <a:t>t </a:t>
            </a:r>
            <a:r>
              <a:rPr sz="3200" spc="-5" dirty="0">
                <a:latin typeface="Tahoma"/>
                <a:cs typeface="Tahoma"/>
              </a:rPr>
              <a:t>must  </a:t>
            </a:r>
            <a:r>
              <a:rPr sz="3200" dirty="0">
                <a:latin typeface="Tahoma"/>
                <a:cs typeface="Tahoma"/>
              </a:rPr>
              <a:t>be </a:t>
            </a:r>
            <a:r>
              <a:rPr sz="3200" spc="-5" dirty="0">
                <a:latin typeface="Tahoma"/>
                <a:cs typeface="Tahoma"/>
              </a:rPr>
              <a:t>compatible with </a:t>
            </a:r>
            <a:r>
              <a:rPr sz="3200" dirty="0">
                <a:latin typeface="Tahoma"/>
                <a:cs typeface="Tahoma"/>
              </a:rPr>
              <a:t>all </a:t>
            </a:r>
            <a:r>
              <a:rPr sz="3200" spc="-5" dirty="0">
                <a:latin typeface="Tahoma"/>
                <a:cs typeface="Tahoma"/>
              </a:rPr>
              <a:t>currently held  locks </a:t>
            </a:r>
            <a:r>
              <a:rPr sz="3200" dirty="0">
                <a:latin typeface="Tahoma"/>
                <a:cs typeface="Tahoma"/>
              </a:rPr>
              <a:t>on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object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66</a:t>
            </a:fld>
            <a:endParaRPr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91540"/>
            <a:ext cx="71107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How 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does 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locking work 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in</a:t>
            </a:r>
            <a:r>
              <a:rPr sz="3600" u="heavy" spc="-4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3600" u="heavy" spc="-10" dirty="0">
                <a:uFill>
                  <a:solidFill>
                    <a:srgbClr val="000000"/>
                  </a:solidFill>
                </a:uFill>
              </a:rPr>
              <a:t>practice?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67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774834"/>
            <a:ext cx="6606540" cy="2287905"/>
          </a:xfrm>
          <a:prstGeom prst="rect">
            <a:avLst/>
          </a:prstGeom>
        </p:spPr>
        <p:txBody>
          <a:bodyPr vert="horz" wrap="square" lIns="0" tIns="251460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198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0" dirty="0">
                <a:latin typeface="Tahoma"/>
                <a:cs typeface="Tahoma"/>
              </a:rPr>
              <a:t>Every </a:t>
            </a:r>
            <a:r>
              <a:rPr sz="3200" spc="-5" dirty="0">
                <a:latin typeface="Tahoma"/>
                <a:cs typeface="Tahoma"/>
              </a:rPr>
              <a:t>system is </a:t>
            </a:r>
            <a:r>
              <a:rPr sz="3200" spc="-15" dirty="0">
                <a:latin typeface="Tahoma"/>
                <a:cs typeface="Tahoma"/>
              </a:rPr>
              <a:t>different</a:t>
            </a:r>
            <a:endParaRPr sz="320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1405"/>
              </a:spcBef>
            </a:pPr>
            <a:r>
              <a:rPr sz="2400" spc="-30" dirty="0">
                <a:latin typeface="Tahoma"/>
                <a:cs typeface="Tahoma"/>
              </a:rPr>
              <a:t>(E.g., </a:t>
            </a:r>
            <a:r>
              <a:rPr sz="2400" spc="-10" dirty="0">
                <a:latin typeface="Tahoma"/>
                <a:cs typeface="Tahoma"/>
              </a:rPr>
              <a:t>may </a:t>
            </a:r>
            <a:r>
              <a:rPr sz="2400" dirty="0">
                <a:latin typeface="Tahoma"/>
                <a:cs typeface="Tahoma"/>
              </a:rPr>
              <a:t>not </a:t>
            </a:r>
            <a:r>
              <a:rPr sz="2400" spc="-10" dirty="0">
                <a:latin typeface="Tahoma"/>
                <a:cs typeface="Tahoma"/>
              </a:rPr>
              <a:t>even</a:t>
            </a:r>
            <a:r>
              <a:rPr sz="2400" spc="2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provide</a:t>
            </a:r>
            <a:endParaRPr sz="2400">
              <a:latin typeface="Tahoma"/>
              <a:cs typeface="Tahoma"/>
            </a:endParaRPr>
          </a:p>
          <a:p>
            <a:pPr marL="736600">
              <a:lnSpc>
                <a:spcPct val="100000"/>
              </a:lnSpc>
              <a:spcBef>
                <a:spcPts val="320"/>
              </a:spcBef>
            </a:pPr>
            <a:r>
              <a:rPr sz="2400" spc="-15" dirty="0">
                <a:latin typeface="Tahoma"/>
                <a:cs typeface="Tahoma"/>
              </a:rPr>
              <a:t>CONFLICT-SERIALIZABLE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schedules)</a:t>
            </a:r>
            <a:endParaRPr sz="24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But </a:t>
            </a:r>
            <a:r>
              <a:rPr sz="3200" spc="-5" dirty="0">
                <a:latin typeface="Tahoma"/>
                <a:cs typeface="Tahoma"/>
              </a:rPr>
              <a:t>here is one (simplified) </a:t>
            </a:r>
            <a:r>
              <a:rPr sz="3200" spc="-20" dirty="0">
                <a:latin typeface="Tahoma"/>
                <a:cs typeface="Tahoma"/>
              </a:rPr>
              <a:t>way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...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1356042"/>
            <a:ext cx="6040120" cy="20745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72465" indent="-659765">
              <a:lnSpc>
                <a:spcPct val="100000"/>
              </a:lnSpc>
              <a:spcBef>
                <a:spcPts val="105"/>
              </a:spcBef>
              <a:buAutoNum type="arabicParenBoth"/>
              <a:tabLst>
                <a:tab pos="672465" algn="l"/>
              </a:tabLst>
            </a:pPr>
            <a:r>
              <a:rPr sz="3200" spc="10" dirty="0">
                <a:latin typeface="Tahoma"/>
                <a:cs typeface="Tahoma"/>
              </a:rPr>
              <a:t>Don’t </a:t>
            </a:r>
            <a:r>
              <a:rPr sz="3200" spc="-5" dirty="0">
                <a:latin typeface="Tahoma"/>
                <a:cs typeface="Tahoma"/>
              </a:rPr>
              <a:t>trust </a:t>
            </a:r>
            <a:r>
              <a:rPr sz="3200" spc="-10" dirty="0">
                <a:latin typeface="Tahoma"/>
                <a:cs typeface="Tahoma"/>
              </a:rPr>
              <a:t>transactions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to</a:t>
            </a:r>
            <a:endParaRPr sz="3200">
              <a:latin typeface="Tahoma"/>
              <a:cs typeface="Tahoma"/>
            </a:endParaRPr>
          </a:p>
          <a:p>
            <a:pPr marL="1841500">
              <a:lnSpc>
                <a:spcPct val="100000"/>
              </a:lnSpc>
            </a:pPr>
            <a:r>
              <a:rPr sz="3200" spc="-5" dirty="0">
                <a:latin typeface="Tahoma"/>
                <a:cs typeface="Tahoma"/>
              </a:rPr>
              <a:t>request/release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locks</a:t>
            </a:r>
            <a:endParaRPr sz="3200">
              <a:latin typeface="Tahoma"/>
              <a:cs typeface="Tahoma"/>
            </a:endParaRPr>
          </a:p>
          <a:p>
            <a:pPr marL="672465" indent="-659765">
              <a:lnSpc>
                <a:spcPct val="100000"/>
              </a:lnSpc>
              <a:spcBef>
                <a:spcPts val="765"/>
              </a:spcBef>
              <a:buAutoNum type="arabicParenBoth" startAt="2"/>
              <a:tabLst>
                <a:tab pos="672465" algn="l"/>
              </a:tabLst>
            </a:pPr>
            <a:r>
              <a:rPr sz="3200" spc="-5" dirty="0">
                <a:latin typeface="Tahoma"/>
                <a:cs typeface="Tahoma"/>
              </a:rPr>
              <a:t>Hold </a:t>
            </a:r>
            <a:r>
              <a:rPr sz="3200" dirty="0">
                <a:latin typeface="Tahoma"/>
                <a:cs typeface="Tahoma"/>
              </a:rPr>
              <a:t>all </a:t>
            </a:r>
            <a:r>
              <a:rPr sz="3200" spc="-5" dirty="0">
                <a:latin typeface="Tahoma"/>
                <a:cs typeface="Tahoma"/>
              </a:rPr>
              <a:t>locks until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transaction</a:t>
            </a:r>
            <a:endParaRPr sz="3200">
              <a:latin typeface="Tahoma"/>
              <a:cs typeface="Tahoma"/>
            </a:endParaRPr>
          </a:p>
          <a:p>
            <a:pPr marL="1841500">
              <a:lnSpc>
                <a:spcPct val="100000"/>
              </a:lnSpc>
            </a:pPr>
            <a:r>
              <a:rPr sz="3200" spc="-5" dirty="0">
                <a:latin typeface="Tahoma"/>
                <a:cs typeface="Tahoma"/>
              </a:rPr>
              <a:t>commits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02150" y="3538537"/>
            <a:ext cx="0" cy="1219200"/>
          </a:xfrm>
          <a:custGeom>
            <a:avLst/>
            <a:gdLst/>
            <a:ahLst/>
            <a:cxnLst/>
            <a:rect l="l" t="t" r="r" b="b"/>
            <a:pathLst>
              <a:path h="1219200">
                <a:moveTo>
                  <a:pt x="0" y="0"/>
                </a:moveTo>
                <a:lnTo>
                  <a:pt x="0" y="12192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02150" y="4757737"/>
            <a:ext cx="2286000" cy="0"/>
          </a:xfrm>
          <a:custGeom>
            <a:avLst/>
            <a:gdLst/>
            <a:ahLst/>
            <a:cxnLst/>
            <a:rect l="l" t="t" r="r" b="b"/>
            <a:pathLst>
              <a:path w="2286000">
                <a:moveTo>
                  <a:pt x="0" y="0"/>
                </a:moveTo>
                <a:lnTo>
                  <a:pt x="2286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488054" y="3839845"/>
            <a:ext cx="578485" cy="636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ahoma"/>
                <a:cs typeface="Tahoma"/>
              </a:rPr>
              <a:t>#</a:t>
            </a:r>
            <a:endParaRPr sz="2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latin typeface="Tahoma"/>
                <a:cs typeface="Tahoma"/>
              </a:rPr>
              <a:t>lock</a:t>
            </a:r>
            <a:r>
              <a:rPr sz="2000" dirty="0">
                <a:latin typeface="Tahoma"/>
                <a:cs typeface="Tahoma"/>
              </a:rPr>
              <a:t>s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68515" y="4789170"/>
            <a:ext cx="6140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ti</a:t>
            </a:r>
            <a:r>
              <a:rPr sz="2400" spc="-5" dirty="0">
                <a:latin typeface="Tahoma"/>
                <a:cs typeface="Tahoma"/>
              </a:rPr>
              <a:t>m</a:t>
            </a:r>
            <a:r>
              <a:rPr sz="2400" dirty="0"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959350" y="4529137"/>
            <a:ext cx="0" cy="228600"/>
          </a:xfrm>
          <a:custGeom>
            <a:avLst/>
            <a:gdLst/>
            <a:ahLst/>
            <a:cxnLst/>
            <a:rect l="l" t="t" r="r" b="b"/>
            <a:pathLst>
              <a:path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59350" y="4529137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187950" y="4300537"/>
            <a:ext cx="0" cy="228600"/>
          </a:xfrm>
          <a:custGeom>
            <a:avLst/>
            <a:gdLst/>
            <a:ahLst/>
            <a:cxnLst/>
            <a:rect l="l" t="t" r="r" b="b"/>
            <a:pathLst>
              <a:path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187950" y="4300537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416550" y="4071937"/>
            <a:ext cx="0" cy="228600"/>
          </a:xfrm>
          <a:custGeom>
            <a:avLst/>
            <a:gdLst/>
            <a:ahLst/>
            <a:cxnLst/>
            <a:rect l="l" t="t" r="r" b="b"/>
            <a:pathLst>
              <a:path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416550" y="4071937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645150" y="3843337"/>
            <a:ext cx="0" cy="228600"/>
          </a:xfrm>
          <a:custGeom>
            <a:avLst/>
            <a:gdLst/>
            <a:ahLst/>
            <a:cxnLst/>
            <a:rect l="l" t="t" r="r" b="b"/>
            <a:pathLst>
              <a:path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645150" y="3843337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873750" y="3614737"/>
            <a:ext cx="0" cy="228600"/>
          </a:xfrm>
          <a:custGeom>
            <a:avLst/>
            <a:gdLst/>
            <a:ahLst/>
            <a:cxnLst/>
            <a:rect l="l" t="t" r="r" b="b"/>
            <a:pathLst>
              <a:path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873750" y="3614737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102350" y="3614737"/>
            <a:ext cx="0" cy="1143000"/>
          </a:xfrm>
          <a:custGeom>
            <a:avLst/>
            <a:gdLst/>
            <a:ahLst/>
            <a:cxnLst/>
            <a:rect l="l" t="t" r="r" b="b"/>
            <a:pathLst>
              <a:path h="1143000">
                <a:moveTo>
                  <a:pt x="0" y="0"/>
                </a:moveTo>
                <a:lnTo>
                  <a:pt x="0" y="1143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712152" y="597535"/>
            <a:ext cx="438975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u="heavy" spc="-5" dirty="0">
                <a:uFill>
                  <a:solidFill>
                    <a:srgbClr val="000000"/>
                  </a:solidFill>
                </a:uFill>
              </a:rPr>
              <a:t>Sample Locking</a:t>
            </a:r>
            <a:r>
              <a:rPr u="heavy" spc="-5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heavy" spc="-10" dirty="0">
                <a:uFill>
                  <a:solidFill>
                    <a:srgbClr val="000000"/>
                  </a:solidFill>
                </a:uFill>
              </a:rPr>
              <a:t>System: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68</a:t>
            </a:fld>
            <a:endParaRPr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22140" y="909002"/>
            <a:ext cx="2466975" cy="90805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400" spc="-45" dirty="0">
                <a:latin typeface="Times New Roman"/>
                <a:cs typeface="Times New Roman"/>
              </a:rPr>
              <a:t>Ti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595"/>
              </a:spcBef>
            </a:pPr>
            <a:r>
              <a:rPr sz="2400" spc="-10" dirty="0">
                <a:latin typeface="Times New Roman"/>
                <a:cs typeface="Times New Roman"/>
              </a:rPr>
              <a:t>Read(A),Write(B)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50740" y="2620962"/>
            <a:ext cx="369442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l(A),Read(A),l(B),Write(B)…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73907" y="1815083"/>
            <a:ext cx="2667000" cy="762000"/>
          </a:xfrm>
          <a:custGeom>
            <a:avLst/>
            <a:gdLst/>
            <a:ahLst/>
            <a:cxnLst/>
            <a:rect l="l" t="t" r="r" b="b"/>
            <a:pathLst>
              <a:path w="2667000" h="762000">
                <a:moveTo>
                  <a:pt x="0" y="0"/>
                </a:moveTo>
                <a:lnTo>
                  <a:pt x="2666999" y="0"/>
                </a:lnTo>
                <a:lnTo>
                  <a:pt x="2666999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068637" y="1809750"/>
            <a:ext cx="2676525" cy="771525"/>
          </a:xfrm>
          <a:custGeom>
            <a:avLst/>
            <a:gdLst/>
            <a:ahLst/>
            <a:cxnLst/>
            <a:rect l="l" t="t" r="r" b="b"/>
            <a:pathLst>
              <a:path w="2676525" h="771525">
                <a:moveTo>
                  <a:pt x="2676525" y="771525"/>
                </a:moveTo>
                <a:lnTo>
                  <a:pt x="0" y="771525"/>
                </a:lnTo>
                <a:lnTo>
                  <a:pt x="0" y="0"/>
                </a:lnTo>
                <a:lnTo>
                  <a:pt x="2676525" y="0"/>
                </a:lnTo>
                <a:lnTo>
                  <a:pt x="26765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762000"/>
                </a:lnTo>
                <a:lnTo>
                  <a:pt x="4762" y="762000"/>
                </a:lnTo>
                <a:lnTo>
                  <a:pt x="9525" y="766762"/>
                </a:lnTo>
                <a:lnTo>
                  <a:pt x="2676525" y="766762"/>
                </a:lnTo>
                <a:lnTo>
                  <a:pt x="2676525" y="771525"/>
                </a:lnTo>
                <a:close/>
              </a:path>
              <a:path w="2676525" h="771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676525" h="771525">
                <a:moveTo>
                  <a:pt x="26670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667000" y="4762"/>
                </a:lnTo>
                <a:lnTo>
                  <a:pt x="2667000" y="9525"/>
                </a:lnTo>
                <a:close/>
              </a:path>
              <a:path w="2676525" h="771525">
                <a:moveTo>
                  <a:pt x="2667000" y="766762"/>
                </a:moveTo>
                <a:lnTo>
                  <a:pt x="2667000" y="4762"/>
                </a:lnTo>
                <a:lnTo>
                  <a:pt x="2671762" y="9525"/>
                </a:lnTo>
                <a:lnTo>
                  <a:pt x="2676525" y="9525"/>
                </a:lnTo>
                <a:lnTo>
                  <a:pt x="2676525" y="762000"/>
                </a:lnTo>
                <a:lnTo>
                  <a:pt x="2671762" y="762000"/>
                </a:lnTo>
                <a:lnTo>
                  <a:pt x="2667000" y="766762"/>
                </a:lnTo>
                <a:close/>
              </a:path>
              <a:path w="2676525" h="771525">
                <a:moveTo>
                  <a:pt x="2676525" y="9525"/>
                </a:moveTo>
                <a:lnTo>
                  <a:pt x="2671762" y="9525"/>
                </a:lnTo>
                <a:lnTo>
                  <a:pt x="2667000" y="4762"/>
                </a:lnTo>
                <a:lnTo>
                  <a:pt x="2676525" y="4762"/>
                </a:lnTo>
                <a:lnTo>
                  <a:pt x="2676525" y="9525"/>
                </a:lnTo>
                <a:close/>
              </a:path>
              <a:path w="2676525" h="771525">
                <a:moveTo>
                  <a:pt x="9525" y="766762"/>
                </a:moveTo>
                <a:lnTo>
                  <a:pt x="4762" y="762000"/>
                </a:lnTo>
                <a:lnTo>
                  <a:pt x="9525" y="762000"/>
                </a:lnTo>
                <a:lnTo>
                  <a:pt x="9525" y="766762"/>
                </a:lnTo>
                <a:close/>
              </a:path>
              <a:path w="2676525" h="771525">
                <a:moveTo>
                  <a:pt x="2667000" y="766762"/>
                </a:moveTo>
                <a:lnTo>
                  <a:pt x="9525" y="766762"/>
                </a:lnTo>
                <a:lnTo>
                  <a:pt x="9525" y="762000"/>
                </a:lnTo>
                <a:lnTo>
                  <a:pt x="2667000" y="762000"/>
                </a:lnTo>
                <a:lnTo>
                  <a:pt x="2667000" y="766762"/>
                </a:lnTo>
                <a:close/>
              </a:path>
              <a:path w="2676525" h="771525">
                <a:moveTo>
                  <a:pt x="2676525" y="766762"/>
                </a:moveTo>
                <a:lnTo>
                  <a:pt x="2667000" y="766762"/>
                </a:lnTo>
                <a:lnTo>
                  <a:pt x="2671762" y="762000"/>
                </a:lnTo>
                <a:lnTo>
                  <a:pt x="2676525" y="762000"/>
                </a:lnTo>
                <a:lnTo>
                  <a:pt x="2676525" y="766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073907" y="1998662"/>
            <a:ext cx="2667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5425">
              <a:lnSpc>
                <a:spcPct val="100000"/>
              </a:lnSpc>
              <a:spcBef>
                <a:spcPts val="100"/>
              </a:spcBef>
            </a:pPr>
            <a:r>
              <a:rPr sz="2400" spc="-35" dirty="0">
                <a:latin typeface="Tahoma"/>
                <a:cs typeface="Tahoma"/>
              </a:rPr>
              <a:t>Scheduler, </a:t>
            </a:r>
            <a:r>
              <a:rPr sz="2400" spc="-5" dirty="0">
                <a:latin typeface="Tahoma"/>
                <a:cs typeface="Tahoma"/>
              </a:rPr>
              <a:t>part </a:t>
            </a:r>
            <a:r>
              <a:rPr sz="2400" dirty="0">
                <a:latin typeface="Tahoma"/>
                <a:cs typeface="Tahoma"/>
              </a:rPr>
              <a:t>I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73907" y="3034283"/>
            <a:ext cx="2667000" cy="762000"/>
          </a:xfrm>
          <a:custGeom>
            <a:avLst/>
            <a:gdLst/>
            <a:ahLst/>
            <a:cxnLst/>
            <a:rect l="l" t="t" r="r" b="b"/>
            <a:pathLst>
              <a:path w="2667000" h="762000">
                <a:moveTo>
                  <a:pt x="0" y="0"/>
                </a:moveTo>
                <a:lnTo>
                  <a:pt x="2666999" y="0"/>
                </a:lnTo>
                <a:lnTo>
                  <a:pt x="2666999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68637" y="3028950"/>
            <a:ext cx="2676525" cy="771525"/>
          </a:xfrm>
          <a:custGeom>
            <a:avLst/>
            <a:gdLst/>
            <a:ahLst/>
            <a:cxnLst/>
            <a:rect l="l" t="t" r="r" b="b"/>
            <a:pathLst>
              <a:path w="2676525" h="771525">
                <a:moveTo>
                  <a:pt x="2676525" y="771525"/>
                </a:moveTo>
                <a:lnTo>
                  <a:pt x="0" y="771525"/>
                </a:lnTo>
                <a:lnTo>
                  <a:pt x="0" y="0"/>
                </a:lnTo>
                <a:lnTo>
                  <a:pt x="2676525" y="0"/>
                </a:lnTo>
                <a:lnTo>
                  <a:pt x="26765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762000"/>
                </a:lnTo>
                <a:lnTo>
                  <a:pt x="4762" y="762000"/>
                </a:lnTo>
                <a:lnTo>
                  <a:pt x="9525" y="766762"/>
                </a:lnTo>
                <a:lnTo>
                  <a:pt x="2676525" y="766762"/>
                </a:lnTo>
                <a:lnTo>
                  <a:pt x="2676525" y="771525"/>
                </a:lnTo>
                <a:close/>
              </a:path>
              <a:path w="2676525" h="771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676525" h="771525">
                <a:moveTo>
                  <a:pt x="26670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667000" y="4762"/>
                </a:lnTo>
                <a:lnTo>
                  <a:pt x="2667000" y="9525"/>
                </a:lnTo>
                <a:close/>
              </a:path>
              <a:path w="2676525" h="771525">
                <a:moveTo>
                  <a:pt x="2667000" y="766762"/>
                </a:moveTo>
                <a:lnTo>
                  <a:pt x="2667000" y="4762"/>
                </a:lnTo>
                <a:lnTo>
                  <a:pt x="2671762" y="9525"/>
                </a:lnTo>
                <a:lnTo>
                  <a:pt x="2676525" y="9525"/>
                </a:lnTo>
                <a:lnTo>
                  <a:pt x="2676525" y="762000"/>
                </a:lnTo>
                <a:lnTo>
                  <a:pt x="2671762" y="762000"/>
                </a:lnTo>
                <a:lnTo>
                  <a:pt x="2667000" y="766762"/>
                </a:lnTo>
                <a:close/>
              </a:path>
              <a:path w="2676525" h="771525">
                <a:moveTo>
                  <a:pt x="2676525" y="9525"/>
                </a:moveTo>
                <a:lnTo>
                  <a:pt x="2671762" y="9525"/>
                </a:lnTo>
                <a:lnTo>
                  <a:pt x="2667000" y="4762"/>
                </a:lnTo>
                <a:lnTo>
                  <a:pt x="2676525" y="4762"/>
                </a:lnTo>
                <a:lnTo>
                  <a:pt x="2676525" y="9525"/>
                </a:lnTo>
                <a:close/>
              </a:path>
              <a:path w="2676525" h="771525">
                <a:moveTo>
                  <a:pt x="9525" y="766762"/>
                </a:moveTo>
                <a:lnTo>
                  <a:pt x="4762" y="762000"/>
                </a:lnTo>
                <a:lnTo>
                  <a:pt x="9525" y="762000"/>
                </a:lnTo>
                <a:lnTo>
                  <a:pt x="9525" y="766762"/>
                </a:lnTo>
                <a:close/>
              </a:path>
              <a:path w="2676525" h="771525">
                <a:moveTo>
                  <a:pt x="2667000" y="766762"/>
                </a:moveTo>
                <a:lnTo>
                  <a:pt x="9525" y="766762"/>
                </a:lnTo>
                <a:lnTo>
                  <a:pt x="9525" y="762000"/>
                </a:lnTo>
                <a:lnTo>
                  <a:pt x="2667000" y="762000"/>
                </a:lnTo>
                <a:lnTo>
                  <a:pt x="2667000" y="766762"/>
                </a:lnTo>
                <a:close/>
              </a:path>
              <a:path w="2676525" h="771525">
                <a:moveTo>
                  <a:pt x="2676525" y="766762"/>
                </a:moveTo>
                <a:lnTo>
                  <a:pt x="2667000" y="766762"/>
                </a:lnTo>
                <a:lnTo>
                  <a:pt x="2671762" y="762000"/>
                </a:lnTo>
                <a:lnTo>
                  <a:pt x="2676525" y="762000"/>
                </a:lnTo>
                <a:lnTo>
                  <a:pt x="2676525" y="766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073907" y="3012122"/>
            <a:ext cx="3815715" cy="1168400"/>
          </a:xfrm>
          <a:prstGeom prst="rect">
            <a:avLst/>
          </a:prstGeom>
        </p:spPr>
        <p:txBody>
          <a:bodyPr vert="horz" wrap="square" lIns="0" tIns="218440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1720"/>
              </a:spcBef>
            </a:pPr>
            <a:r>
              <a:rPr sz="2400" spc="-35" dirty="0">
                <a:latin typeface="Tahoma"/>
                <a:cs typeface="Tahoma"/>
              </a:rPr>
              <a:t>Scheduler, </a:t>
            </a:r>
            <a:r>
              <a:rPr sz="2400" spc="-5" dirty="0">
                <a:latin typeface="Tahoma"/>
                <a:cs typeface="Tahoma"/>
              </a:rPr>
              <a:t>part</a:t>
            </a:r>
            <a:r>
              <a:rPr sz="2400" spc="2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II</a:t>
            </a:r>
            <a:endParaRPr sz="2400">
              <a:latin typeface="Tahoma"/>
              <a:cs typeface="Tahoma"/>
            </a:endParaRPr>
          </a:p>
          <a:p>
            <a:pPr marL="1589405">
              <a:lnSpc>
                <a:spcPct val="100000"/>
              </a:lnSpc>
              <a:spcBef>
                <a:spcPts val="1620"/>
              </a:spcBef>
            </a:pPr>
            <a:r>
              <a:rPr sz="2400" spc="-10" dirty="0">
                <a:latin typeface="Times New Roman"/>
                <a:cs typeface="Times New Roman"/>
              </a:rPr>
              <a:t>Read(A),Write(B)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988308" y="4347971"/>
            <a:ext cx="914400" cy="667385"/>
          </a:xfrm>
          <a:custGeom>
            <a:avLst/>
            <a:gdLst/>
            <a:ahLst/>
            <a:cxnLst/>
            <a:rect l="l" t="t" r="r" b="b"/>
            <a:pathLst>
              <a:path w="914400" h="667385">
                <a:moveTo>
                  <a:pt x="456691" y="666940"/>
                </a:moveTo>
                <a:lnTo>
                  <a:pt x="382533" y="665693"/>
                </a:lnTo>
                <a:lnTo>
                  <a:pt x="312186" y="662082"/>
                </a:lnTo>
                <a:lnTo>
                  <a:pt x="246597" y="656303"/>
                </a:lnTo>
                <a:lnTo>
                  <a:pt x="186709" y="648550"/>
                </a:lnTo>
                <a:lnTo>
                  <a:pt x="133467" y="639017"/>
                </a:lnTo>
                <a:lnTo>
                  <a:pt x="87815" y="627902"/>
                </a:lnTo>
                <a:lnTo>
                  <a:pt x="50698" y="615397"/>
                </a:lnTo>
                <a:lnTo>
                  <a:pt x="5846" y="587001"/>
                </a:lnTo>
                <a:lnTo>
                  <a:pt x="0" y="571500"/>
                </a:lnTo>
                <a:lnTo>
                  <a:pt x="0" y="0"/>
                </a:lnTo>
                <a:lnTo>
                  <a:pt x="5846" y="15501"/>
                </a:lnTo>
                <a:lnTo>
                  <a:pt x="23060" y="30198"/>
                </a:lnTo>
                <a:lnTo>
                  <a:pt x="87815" y="56402"/>
                </a:lnTo>
                <a:lnTo>
                  <a:pt x="133467" y="67517"/>
                </a:lnTo>
                <a:lnTo>
                  <a:pt x="186709" y="77050"/>
                </a:lnTo>
                <a:lnTo>
                  <a:pt x="246597" y="84803"/>
                </a:lnTo>
                <a:lnTo>
                  <a:pt x="312186" y="90582"/>
                </a:lnTo>
                <a:lnTo>
                  <a:pt x="382533" y="94193"/>
                </a:lnTo>
                <a:lnTo>
                  <a:pt x="456691" y="95440"/>
                </a:lnTo>
                <a:lnTo>
                  <a:pt x="914400" y="95440"/>
                </a:lnTo>
                <a:lnTo>
                  <a:pt x="914400" y="571500"/>
                </a:lnTo>
                <a:lnTo>
                  <a:pt x="890843" y="601698"/>
                </a:lnTo>
                <a:lnTo>
                  <a:pt x="825787" y="627902"/>
                </a:lnTo>
                <a:lnTo>
                  <a:pt x="780043" y="639017"/>
                </a:lnTo>
                <a:lnTo>
                  <a:pt x="726739" y="648550"/>
                </a:lnTo>
                <a:lnTo>
                  <a:pt x="666814" y="656303"/>
                </a:lnTo>
                <a:lnTo>
                  <a:pt x="601205" y="662082"/>
                </a:lnTo>
                <a:lnTo>
                  <a:pt x="530851" y="665693"/>
                </a:lnTo>
                <a:lnTo>
                  <a:pt x="456691" y="666940"/>
                </a:lnTo>
                <a:close/>
              </a:path>
              <a:path w="914400" h="667385">
                <a:moveTo>
                  <a:pt x="914400" y="95440"/>
                </a:moveTo>
                <a:lnTo>
                  <a:pt x="456691" y="95440"/>
                </a:lnTo>
                <a:lnTo>
                  <a:pt x="530851" y="94193"/>
                </a:lnTo>
                <a:lnTo>
                  <a:pt x="601205" y="90582"/>
                </a:lnTo>
                <a:lnTo>
                  <a:pt x="666814" y="84803"/>
                </a:lnTo>
                <a:lnTo>
                  <a:pt x="726739" y="77050"/>
                </a:lnTo>
                <a:lnTo>
                  <a:pt x="780043" y="67517"/>
                </a:lnTo>
                <a:lnTo>
                  <a:pt x="825787" y="56402"/>
                </a:lnTo>
                <a:lnTo>
                  <a:pt x="863033" y="43897"/>
                </a:lnTo>
                <a:lnTo>
                  <a:pt x="908278" y="15501"/>
                </a:lnTo>
                <a:lnTo>
                  <a:pt x="914400" y="0"/>
                </a:lnTo>
                <a:lnTo>
                  <a:pt x="914400" y="9544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985259" y="4250435"/>
            <a:ext cx="920496" cy="1965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983037" y="4248150"/>
            <a:ext cx="923912" cy="770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238625" y="4484687"/>
            <a:ext cx="4121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DB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406900" y="2576512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42862" y="323850"/>
                </a:moveTo>
                <a:lnTo>
                  <a:pt x="33337" y="323850"/>
                </a:lnTo>
                <a:lnTo>
                  <a:pt x="33337" y="0"/>
                </a:lnTo>
                <a:lnTo>
                  <a:pt x="42862" y="0"/>
                </a:lnTo>
                <a:lnTo>
                  <a:pt x="42862" y="323850"/>
                </a:lnTo>
                <a:close/>
              </a:path>
              <a:path w="76200" h="381000">
                <a:moveTo>
                  <a:pt x="38100" y="381000"/>
                </a:moveTo>
                <a:lnTo>
                  <a:pt x="0" y="304800"/>
                </a:lnTo>
                <a:lnTo>
                  <a:pt x="33337" y="304800"/>
                </a:lnTo>
                <a:lnTo>
                  <a:pt x="33337" y="323850"/>
                </a:lnTo>
                <a:lnTo>
                  <a:pt x="66675" y="323850"/>
                </a:lnTo>
                <a:lnTo>
                  <a:pt x="38100" y="381000"/>
                </a:lnTo>
                <a:close/>
              </a:path>
              <a:path w="76200" h="381000">
                <a:moveTo>
                  <a:pt x="66675" y="323850"/>
                </a:moveTo>
                <a:lnTo>
                  <a:pt x="42862" y="323850"/>
                </a:lnTo>
                <a:lnTo>
                  <a:pt x="42862" y="304800"/>
                </a:lnTo>
                <a:lnTo>
                  <a:pt x="76200" y="304800"/>
                </a:lnTo>
                <a:lnTo>
                  <a:pt x="66675" y="323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406900" y="3795712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42862" y="323850"/>
                </a:moveTo>
                <a:lnTo>
                  <a:pt x="33337" y="323850"/>
                </a:lnTo>
                <a:lnTo>
                  <a:pt x="33337" y="0"/>
                </a:lnTo>
                <a:lnTo>
                  <a:pt x="42862" y="0"/>
                </a:lnTo>
                <a:lnTo>
                  <a:pt x="42862" y="323850"/>
                </a:lnTo>
                <a:close/>
              </a:path>
              <a:path w="76200" h="381000">
                <a:moveTo>
                  <a:pt x="38100" y="381000"/>
                </a:moveTo>
                <a:lnTo>
                  <a:pt x="0" y="304800"/>
                </a:lnTo>
                <a:lnTo>
                  <a:pt x="33337" y="304800"/>
                </a:lnTo>
                <a:lnTo>
                  <a:pt x="33337" y="323850"/>
                </a:lnTo>
                <a:lnTo>
                  <a:pt x="66675" y="323850"/>
                </a:lnTo>
                <a:lnTo>
                  <a:pt x="38100" y="381000"/>
                </a:lnTo>
                <a:close/>
              </a:path>
              <a:path w="76200" h="381000">
                <a:moveTo>
                  <a:pt x="66675" y="323850"/>
                </a:moveTo>
                <a:lnTo>
                  <a:pt x="42862" y="323850"/>
                </a:lnTo>
                <a:lnTo>
                  <a:pt x="42862" y="304800"/>
                </a:lnTo>
                <a:lnTo>
                  <a:pt x="76200" y="304800"/>
                </a:lnTo>
                <a:lnTo>
                  <a:pt x="66675" y="323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406900" y="1433512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42862" y="323850"/>
                </a:moveTo>
                <a:lnTo>
                  <a:pt x="33337" y="323850"/>
                </a:lnTo>
                <a:lnTo>
                  <a:pt x="33337" y="0"/>
                </a:lnTo>
                <a:lnTo>
                  <a:pt x="42862" y="0"/>
                </a:lnTo>
                <a:lnTo>
                  <a:pt x="42862" y="323850"/>
                </a:lnTo>
                <a:close/>
              </a:path>
              <a:path w="76200" h="381000">
                <a:moveTo>
                  <a:pt x="38100" y="381000"/>
                </a:moveTo>
                <a:lnTo>
                  <a:pt x="0" y="304800"/>
                </a:lnTo>
                <a:lnTo>
                  <a:pt x="33337" y="304800"/>
                </a:lnTo>
                <a:lnTo>
                  <a:pt x="33337" y="323850"/>
                </a:lnTo>
                <a:lnTo>
                  <a:pt x="66675" y="323850"/>
                </a:lnTo>
                <a:lnTo>
                  <a:pt x="38100" y="381000"/>
                </a:lnTo>
                <a:close/>
              </a:path>
              <a:path w="76200" h="381000">
                <a:moveTo>
                  <a:pt x="66675" y="323850"/>
                </a:moveTo>
                <a:lnTo>
                  <a:pt x="42862" y="323850"/>
                </a:lnTo>
                <a:lnTo>
                  <a:pt x="42862" y="304800"/>
                </a:lnTo>
                <a:lnTo>
                  <a:pt x="76200" y="304800"/>
                </a:lnTo>
                <a:lnTo>
                  <a:pt x="66675" y="323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087437" y="33289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87437" y="33099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87437" y="32908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87437" y="32718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087437" y="32527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087437" y="32337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087437" y="32146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087437" y="31956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087437" y="31765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087437" y="31575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087437" y="31384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087437" y="31194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087437" y="31003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087437" y="30813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087437" y="30622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087437" y="30432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087437" y="30241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087437" y="30051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087437" y="29860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087437" y="29670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087437" y="29479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087437" y="29289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087437" y="29098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087437" y="28908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087437" y="28717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087437" y="28527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087437" y="28336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087437" y="28146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087437" y="27955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087437" y="27765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087437" y="27574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087437" y="27384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087437" y="27193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087437" y="27003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087437" y="26812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087437" y="26622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087437" y="26431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087437" y="26241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087437" y="26050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087437" y="25860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087437" y="25669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087437" y="25479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087437" y="25288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087437" y="25098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087437" y="24907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087437" y="24717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087437" y="24526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087437" y="24336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087437" y="24145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087437" y="23955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087437" y="23764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087437" y="23574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087437" y="23383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087437" y="23193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1087437" y="23002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1087437" y="22812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1087437" y="22621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1087437" y="22431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1087437" y="22240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1087437" y="22050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1087437" y="21859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1087437" y="21669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1087437" y="21478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1087437" y="21288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109220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111125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113030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114935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116840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118745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120650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122555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124460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126365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128270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130175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132080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133985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135890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137795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139700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141605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143510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145415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147320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149225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151130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153035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154940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156845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158750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160655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162560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164465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166370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168275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170180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172085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173990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175895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177800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179705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181610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183515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185420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187325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189230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191135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193040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194945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196850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198755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200660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202565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204470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206375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208280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210185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212090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213995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215900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217805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219710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221615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223520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225425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227330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229235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231140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233045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234950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236855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238760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240665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242570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2444750" y="2114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2459037" y="21193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2459037" y="213836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2459037" y="21574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2459037" y="217646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2459037" y="21955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2459037" y="221456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2459037" y="22336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2459037" y="225266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2459037" y="22717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2459037" y="229076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2459037" y="23098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2459037" y="232886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2459037" y="23479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2459037" y="236696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2459037" y="2386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2459037" y="240506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2459037" y="24241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2459037" y="244316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2459037" y="24622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2459037" y="248126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2459037" y="25003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2459037" y="251936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2459037" y="25384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2459037" y="255746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2459037" y="25765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2459037" y="259556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2459037" y="26146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2459037" y="263366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2459037" y="26527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2459037" y="267176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2459037" y="26908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2459037" y="270986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2459037" y="27289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2459037" y="274796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2459037" y="2767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2459037" y="278606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2459037" y="28051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2459037" y="282416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91"/>
          <p:cNvSpPr/>
          <p:nvPr/>
        </p:nvSpPr>
        <p:spPr>
          <a:xfrm>
            <a:off x="2459037" y="28432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92"/>
          <p:cNvSpPr/>
          <p:nvPr/>
        </p:nvSpPr>
        <p:spPr>
          <a:xfrm>
            <a:off x="2459037" y="286226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93"/>
          <p:cNvSpPr/>
          <p:nvPr/>
        </p:nvSpPr>
        <p:spPr>
          <a:xfrm>
            <a:off x="2459037" y="28813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4"/>
          <p:cNvSpPr/>
          <p:nvPr/>
        </p:nvSpPr>
        <p:spPr>
          <a:xfrm>
            <a:off x="2459037" y="290036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95"/>
          <p:cNvSpPr/>
          <p:nvPr/>
        </p:nvSpPr>
        <p:spPr>
          <a:xfrm>
            <a:off x="2459037" y="29194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6"/>
          <p:cNvSpPr/>
          <p:nvPr/>
        </p:nvSpPr>
        <p:spPr>
          <a:xfrm>
            <a:off x="2459037" y="293846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7"/>
          <p:cNvSpPr/>
          <p:nvPr/>
        </p:nvSpPr>
        <p:spPr>
          <a:xfrm>
            <a:off x="2459037" y="29575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8"/>
          <p:cNvSpPr/>
          <p:nvPr/>
        </p:nvSpPr>
        <p:spPr>
          <a:xfrm>
            <a:off x="2459037" y="297656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199"/>
          <p:cNvSpPr/>
          <p:nvPr/>
        </p:nvSpPr>
        <p:spPr>
          <a:xfrm>
            <a:off x="2459037" y="29956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/>
          <p:nvPr/>
        </p:nvSpPr>
        <p:spPr>
          <a:xfrm>
            <a:off x="2459037" y="301466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1"/>
          <p:cNvSpPr/>
          <p:nvPr/>
        </p:nvSpPr>
        <p:spPr>
          <a:xfrm>
            <a:off x="2459037" y="30337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2"/>
          <p:cNvSpPr/>
          <p:nvPr/>
        </p:nvSpPr>
        <p:spPr>
          <a:xfrm>
            <a:off x="2459037" y="305276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203"/>
          <p:cNvSpPr/>
          <p:nvPr/>
        </p:nvSpPr>
        <p:spPr>
          <a:xfrm>
            <a:off x="2459037" y="30718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4"/>
          <p:cNvSpPr/>
          <p:nvPr/>
        </p:nvSpPr>
        <p:spPr>
          <a:xfrm>
            <a:off x="2459037" y="309086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05"/>
          <p:cNvSpPr/>
          <p:nvPr/>
        </p:nvSpPr>
        <p:spPr>
          <a:xfrm>
            <a:off x="2459037" y="31099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6"/>
          <p:cNvSpPr/>
          <p:nvPr/>
        </p:nvSpPr>
        <p:spPr>
          <a:xfrm>
            <a:off x="2459037" y="312896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object 207"/>
          <p:cNvSpPr/>
          <p:nvPr/>
        </p:nvSpPr>
        <p:spPr>
          <a:xfrm>
            <a:off x="2459037" y="3148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08"/>
          <p:cNvSpPr/>
          <p:nvPr/>
        </p:nvSpPr>
        <p:spPr>
          <a:xfrm>
            <a:off x="2459037" y="316706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209"/>
          <p:cNvSpPr/>
          <p:nvPr/>
        </p:nvSpPr>
        <p:spPr>
          <a:xfrm>
            <a:off x="2459037" y="31861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210"/>
          <p:cNvSpPr/>
          <p:nvPr/>
        </p:nvSpPr>
        <p:spPr>
          <a:xfrm>
            <a:off x="2459037" y="320516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11"/>
          <p:cNvSpPr/>
          <p:nvPr/>
        </p:nvSpPr>
        <p:spPr>
          <a:xfrm>
            <a:off x="2459037" y="32242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object 212"/>
          <p:cNvSpPr/>
          <p:nvPr/>
        </p:nvSpPr>
        <p:spPr>
          <a:xfrm>
            <a:off x="2459037" y="324326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object 213"/>
          <p:cNvSpPr/>
          <p:nvPr/>
        </p:nvSpPr>
        <p:spPr>
          <a:xfrm>
            <a:off x="2459037" y="32623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object 214"/>
          <p:cNvSpPr/>
          <p:nvPr/>
        </p:nvSpPr>
        <p:spPr>
          <a:xfrm>
            <a:off x="2459037" y="328136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object 215"/>
          <p:cNvSpPr/>
          <p:nvPr/>
        </p:nvSpPr>
        <p:spPr>
          <a:xfrm>
            <a:off x="2459037" y="33004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object 216"/>
          <p:cNvSpPr/>
          <p:nvPr/>
        </p:nvSpPr>
        <p:spPr>
          <a:xfrm>
            <a:off x="2459037" y="331946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object 217"/>
          <p:cNvSpPr/>
          <p:nvPr/>
        </p:nvSpPr>
        <p:spPr>
          <a:xfrm>
            <a:off x="245427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object 218"/>
          <p:cNvSpPr/>
          <p:nvPr/>
        </p:nvSpPr>
        <p:spPr>
          <a:xfrm>
            <a:off x="243522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object 219"/>
          <p:cNvSpPr/>
          <p:nvPr/>
        </p:nvSpPr>
        <p:spPr>
          <a:xfrm>
            <a:off x="241617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object 220"/>
          <p:cNvSpPr/>
          <p:nvPr/>
        </p:nvSpPr>
        <p:spPr>
          <a:xfrm>
            <a:off x="239712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object 221"/>
          <p:cNvSpPr/>
          <p:nvPr/>
        </p:nvSpPr>
        <p:spPr>
          <a:xfrm>
            <a:off x="237807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object 222"/>
          <p:cNvSpPr/>
          <p:nvPr/>
        </p:nvSpPr>
        <p:spPr>
          <a:xfrm>
            <a:off x="235902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object 223"/>
          <p:cNvSpPr/>
          <p:nvPr/>
        </p:nvSpPr>
        <p:spPr>
          <a:xfrm>
            <a:off x="233997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object 224"/>
          <p:cNvSpPr/>
          <p:nvPr/>
        </p:nvSpPr>
        <p:spPr>
          <a:xfrm>
            <a:off x="232092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object 225"/>
          <p:cNvSpPr/>
          <p:nvPr/>
        </p:nvSpPr>
        <p:spPr>
          <a:xfrm>
            <a:off x="230187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object 226"/>
          <p:cNvSpPr/>
          <p:nvPr/>
        </p:nvSpPr>
        <p:spPr>
          <a:xfrm>
            <a:off x="228282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object 227"/>
          <p:cNvSpPr/>
          <p:nvPr/>
        </p:nvSpPr>
        <p:spPr>
          <a:xfrm>
            <a:off x="226377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object 228"/>
          <p:cNvSpPr/>
          <p:nvPr/>
        </p:nvSpPr>
        <p:spPr>
          <a:xfrm>
            <a:off x="224472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object 229"/>
          <p:cNvSpPr/>
          <p:nvPr/>
        </p:nvSpPr>
        <p:spPr>
          <a:xfrm>
            <a:off x="222567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object 230"/>
          <p:cNvSpPr/>
          <p:nvPr/>
        </p:nvSpPr>
        <p:spPr>
          <a:xfrm>
            <a:off x="220662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object 231"/>
          <p:cNvSpPr/>
          <p:nvPr/>
        </p:nvSpPr>
        <p:spPr>
          <a:xfrm>
            <a:off x="218757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object 232"/>
          <p:cNvSpPr/>
          <p:nvPr/>
        </p:nvSpPr>
        <p:spPr>
          <a:xfrm>
            <a:off x="216852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object 233"/>
          <p:cNvSpPr/>
          <p:nvPr/>
        </p:nvSpPr>
        <p:spPr>
          <a:xfrm>
            <a:off x="214947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object 234"/>
          <p:cNvSpPr/>
          <p:nvPr/>
        </p:nvSpPr>
        <p:spPr>
          <a:xfrm>
            <a:off x="213042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object 235"/>
          <p:cNvSpPr/>
          <p:nvPr/>
        </p:nvSpPr>
        <p:spPr>
          <a:xfrm>
            <a:off x="211137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object 236"/>
          <p:cNvSpPr/>
          <p:nvPr/>
        </p:nvSpPr>
        <p:spPr>
          <a:xfrm>
            <a:off x="209232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object 237"/>
          <p:cNvSpPr/>
          <p:nvPr/>
        </p:nvSpPr>
        <p:spPr>
          <a:xfrm>
            <a:off x="207327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object 238"/>
          <p:cNvSpPr/>
          <p:nvPr/>
        </p:nvSpPr>
        <p:spPr>
          <a:xfrm>
            <a:off x="205422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object 239"/>
          <p:cNvSpPr/>
          <p:nvPr/>
        </p:nvSpPr>
        <p:spPr>
          <a:xfrm>
            <a:off x="203517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object 240"/>
          <p:cNvSpPr/>
          <p:nvPr/>
        </p:nvSpPr>
        <p:spPr>
          <a:xfrm>
            <a:off x="201612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object 241"/>
          <p:cNvSpPr/>
          <p:nvPr/>
        </p:nvSpPr>
        <p:spPr>
          <a:xfrm>
            <a:off x="199707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object 242"/>
          <p:cNvSpPr/>
          <p:nvPr/>
        </p:nvSpPr>
        <p:spPr>
          <a:xfrm>
            <a:off x="197802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object 243"/>
          <p:cNvSpPr/>
          <p:nvPr/>
        </p:nvSpPr>
        <p:spPr>
          <a:xfrm>
            <a:off x="195897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object 244"/>
          <p:cNvSpPr/>
          <p:nvPr/>
        </p:nvSpPr>
        <p:spPr>
          <a:xfrm>
            <a:off x="193992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" name="object 245"/>
          <p:cNvSpPr/>
          <p:nvPr/>
        </p:nvSpPr>
        <p:spPr>
          <a:xfrm>
            <a:off x="192087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object 246"/>
          <p:cNvSpPr/>
          <p:nvPr/>
        </p:nvSpPr>
        <p:spPr>
          <a:xfrm>
            <a:off x="190182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" name="object 247"/>
          <p:cNvSpPr/>
          <p:nvPr/>
        </p:nvSpPr>
        <p:spPr>
          <a:xfrm>
            <a:off x="188277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object 248"/>
          <p:cNvSpPr/>
          <p:nvPr/>
        </p:nvSpPr>
        <p:spPr>
          <a:xfrm>
            <a:off x="186372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" name="object 249"/>
          <p:cNvSpPr/>
          <p:nvPr/>
        </p:nvSpPr>
        <p:spPr>
          <a:xfrm>
            <a:off x="184467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object 250"/>
          <p:cNvSpPr/>
          <p:nvPr/>
        </p:nvSpPr>
        <p:spPr>
          <a:xfrm>
            <a:off x="182562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" name="object 251"/>
          <p:cNvSpPr/>
          <p:nvPr/>
        </p:nvSpPr>
        <p:spPr>
          <a:xfrm>
            <a:off x="180657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" name="object 252"/>
          <p:cNvSpPr/>
          <p:nvPr/>
        </p:nvSpPr>
        <p:spPr>
          <a:xfrm>
            <a:off x="178752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" name="object 253"/>
          <p:cNvSpPr/>
          <p:nvPr/>
        </p:nvSpPr>
        <p:spPr>
          <a:xfrm>
            <a:off x="176847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" name="object 254"/>
          <p:cNvSpPr/>
          <p:nvPr/>
        </p:nvSpPr>
        <p:spPr>
          <a:xfrm>
            <a:off x="174942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" name="object 255"/>
          <p:cNvSpPr/>
          <p:nvPr/>
        </p:nvSpPr>
        <p:spPr>
          <a:xfrm>
            <a:off x="173037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" name="object 256"/>
          <p:cNvSpPr/>
          <p:nvPr/>
        </p:nvSpPr>
        <p:spPr>
          <a:xfrm>
            <a:off x="171132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" name="object 257"/>
          <p:cNvSpPr/>
          <p:nvPr/>
        </p:nvSpPr>
        <p:spPr>
          <a:xfrm>
            <a:off x="169227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" name="object 258"/>
          <p:cNvSpPr/>
          <p:nvPr/>
        </p:nvSpPr>
        <p:spPr>
          <a:xfrm>
            <a:off x="167322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" name="object 259"/>
          <p:cNvSpPr/>
          <p:nvPr/>
        </p:nvSpPr>
        <p:spPr>
          <a:xfrm>
            <a:off x="165417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" name="object 260"/>
          <p:cNvSpPr/>
          <p:nvPr/>
        </p:nvSpPr>
        <p:spPr>
          <a:xfrm>
            <a:off x="163512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" name="object 261"/>
          <p:cNvSpPr/>
          <p:nvPr/>
        </p:nvSpPr>
        <p:spPr>
          <a:xfrm>
            <a:off x="161607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" name="object 262"/>
          <p:cNvSpPr/>
          <p:nvPr/>
        </p:nvSpPr>
        <p:spPr>
          <a:xfrm>
            <a:off x="159702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" name="object 263"/>
          <p:cNvSpPr/>
          <p:nvPr/>
        </p:nvSpPr>
        <p:spPr>
          <a:xfrm>
            <a:off x="157797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" name="object 264"/>
          <p:cNvSpPr/>
          <p:nvPr/>
        </p:nvSpPr>
        <p:spPr>
          <a:xfrm>
            <a:off x="155892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" name="object 265"/>
          <p:cNvSpPr/>
          <p:nvPr/>
        </p:nvSpPr>
        <p:spPr>
          <a:xfrm>
            <a:off x="153987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" name="object 266"/>
          <p:cNvSpPr/>
          <p:nvPr/>
        </p:nvSpPr>
        <p:spPr>
          <a:xfrm>
            <a:off x="152082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" name="object 267"/>
          <p:cNvSpPr/>
          <p:nvPr/>
        </p:nvSpPr>
        <p:spPr>
          <a:xfrm>
            <a:off x="150177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" name="object 268"/>
          <p:cNvSpPr/>
          <p:nvPr/>
        </p:nvSpPr>
        <p:spPr>
          <a:xfrm>
            <a:off x="148272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" name="object 269"/>
          <p:cNvSpPr/>
          <p:nvPr/>
        </p:nvSpPr>
        <p:spPr>
          <a:xfrm>
            <a:off x="146367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" name="object 270"/>
          <p:cNvSpPr/>
          <p:nvPr/>
        </p:nvSpPr>
        <p:spPr>
          <a:xfrm>
            <a:off x="144462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" name="object 271"/>
          <p:cNvSpPr/>
          <p:nvPr/>
        </p:nvSpPr>
        <p:spPr>
          <a:xfrm>
            <a:off x="142557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" name="object 272"/>
          <p:cNvSpPr/>
          <p:nvPr/>
        </p:nvSpPr>
        <p:spPr>
          <a:xfrm>
            <a:off x="140652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3" name="object 273"/>
          <p:cNvSpPr/>
          <p:nvPr/>
        </p:nvSpPr>
        <p:spPr>
          <a:xfrm>
            <a:off x="138747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" name="object 274"/>
          <p:cNvSpPr/>
          <p:nvPr/>
        </p:nvSpPr>
        <p:spPr>
          <a:xfrm>
            <a:off x="136842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5" name="object 275"/>
          <p:cNvSpPr/>
          <p:nvPr/>
        </p:nvSpPr>
        <p:spPr>
          <a:xfrm>
            <a:off x="134937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" name="object 276"/>
          <p:cNvSpPr/>
          <p:nvPr/>
        </p:nvSpPr>
        <p:spPr>
          <a:xfrm>
            <a:off x="133032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7" name="object 277"/>
          <p:cNvSpPr/>
          <p:nvPr/>
        </p:nvSpPr>
        <p:spPr>
          <a:xfrm>
            <a:off x="131127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8" name="object 278"/>
          <p:cNvSpPr/>
          <p:nvPr/>
        </p:nvSpPr>
        <p:spPr>
          <a:xfrm>
            <a:off x="129222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9" name="object 279"/>
          <p:cNvSpPr/>
          <p:nvPr/>
        </p:nvSpPr>
        <p:spPr>
          <a:xfrm>
            <a:off x="127317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0" name="object 280"/>
          <p:cNvSpPr/>
          <p:nvPr/>
        </p:nvSpPr>
        <p:spPr>
          <a:xfrm>
            <a:off x="125412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1" name="object 281"/>
          <p:cNvSpPr/>
          <p:nvPr/>
        </p:nvSpPr>
        <p:spPr>
          <a:xfrm>
            <a:off x="123507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2" name="object 282"/>
          <p:cNvSpPr/>
          <p:nvPr/>
        </p:nvSpPr>
        <p:spPr>
          <a:xfrm>
            <a:off x="121602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3" name="object 283"/>
          <p:cNvSpPr/>
          <p:nvPr/>
        </p:nvSpPr>
        <p:spPr>
          <a:xfrm>
            <a:off x="119697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4" name="object 284"/>
          <p:cNvSpPr/>
          <p:nvPr/>
        </p:nvSpPr>
        <p:spPr>
          <a:xfrm>
            <a:off x="117792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5" name="object 285"/>
          <p:cNvSpPr/>
          <p:nvPr/>
        </p:nvSpPr>
        <p:spPr>
          <a:xfrm>
            <a:off x="115887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6" name="object 286"/>
          <p:cNvSpPr/>
          <p:nvPr/>
        </p:nvSpPr>
        <p:spPr>
          <a:xfrm>
            <a:off x="113982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7" name="object 287"/>
          <p:cNvSpPr/>
          <p:nvPr/>
        </p:nvSpPr>
        <p:spPr>
          <a:xfrm>
            <a:off x="112077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8" name="object 288"/>
          <p:cNvSpPr/>
          <p:nvPr/>
        </p:nvSpPr>
        <p:spPr>
          <a:xfrm>
            <a:off x="1101725" y="333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9" name="object 289"/>
          <p:cNvSpPr txBox="1"/>
          <p:nvPr/>
        </p:nvSpPr>
        <p:spPr>
          <a:xfrm>
            <a:off x="1092708" y="2124075"/>
            <a:ext cx="1366520" cy="120967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37490" rIns="0" bIns="0" rtlCol="0">
            <a:spAutoFit/>
          </a:bodyPr>
          <a:lstStyle/>
          <a:p>
            <a:pPr marL="354330" marR="342900" indent="66675">
              <a:lnSpc>
                <a:spcPct val="100000"/>
              </a:lnSpc>
              <a:spcBef>
                <a:spcPts val="1870"/>
              </a:spcBef>
            </a:pPr>
            <a:r>
              <a:rPr sz="2400" spc="-5" dirty="0">
                <a:latin typeface="Tahoma"/>
                <a:cs typeface="Tahoma"/>
              </a:rPr>
              <a:t>lock  </a:t>
            </a:r>
            <a:r>
              <a:rPr sz="2400" dirty="0">
                <a:latin typeface="Tahoma"/>
                <a:cs typeface="Tahoma"/>
              </a:rPr>
              <a:t>ta</a:t>
            </a:r>
            <a:r>
              <a:rPr sz="2400" spc="-5" dirty="0">
                <a:latin typeface="Tahoma"/>
                <a:cs typeface="Tahoma"/>
              </a:rPr>
              <a:t>b</a:t>
            </a:r>
            <a:r>
              <a:rPr sz="2400" dirty="0">
                <a:latin typeface="Tahoma"/>
                <a:cs typeface="Tahoma"/>
              </a:rPr>
              <a:t>le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90" name="object 290"/>
          <p:cNvSpPr/>
          <p:nvPr/>
        </p:nvSpPr>
        <p:spPr>
          <a:xfrm>
            <a:off x="2542374" y="2191892"/>
            <a:ext cx="534670" cy="460375"/>
          </a:xfrm>
          <a:custGeom>
            <a:avLst/>
            <a:gdLst/>
            <a:ahLst/>
            <a:cxnLst/>
            <a:rect l="l" t="t" r="r" b="b"/>
            <a:pathLst>
              <a:path w="534669" h="460375">
                <a:moveTo>
                  <a:pt x="526897" y="13436"/>
                </a:moveTo>
                <a:lnTo>
                  <a:pt x="520687" y="6197"/>
                </a:lnTo>
                <a:lnTo>
                  <a:pt x="527926" y="0"/>
                </a:lnTo>
                <a:lnTo>
                  <a:pt x="534123" y="7238"/>
                </a:lnTo>
                <a:lnTo>
                  <a:pt x="526897" y="13436"/>
                </a:lnTo>
                <a:close/>
              </a:path>
              <a:path w="534669" h="460375">
                <a:moveTo>
                  <a:pt x="512432" y="25831"/>
                </a:moveTo>
                <a:lnTo>
                  <a:pt x="506234" y="18605"/>
                </a:lnTo>
                <a:lnTo>
                  <a:pt x="513460" y="12407"/>
                </a:lnTo>
                <a:lnTo>
                  <a:pt x="519658" y="19634"/>
                </a:lnTo>
                <a:lnTo>
                  <a:pt x="512432" y="25831"/>
                </a:lnTo>
                <a:close/>
              </a:path>
              <a:path w="534669" h="460375">
                <a:moveTo>
                  <a:pt x="497966" y="38226"/>
                </a:moveTo>
                <a:lnTo>
                  <a:pt x="491769" y="31000"/>
                </a:lnTo>
                <a:lnTo>
                  <a:pt x="498995" y="24803"/>
                </a:lnTo>
                <a:lnTo>
                  <a:pt x="505193" y="32029"/>
                </a:lnTo>
                <a:lnTo>
                  <a:pt x="497966" y="38226"/>
                </a:lnTo>
                <a:close/>
              </a:path>
              <a:path w="534669" h="460375">
                <a:moveTo>
                  <a:pt x="483501" y="50622"/>
                </a:moveTo>
                <a:lnTo>
                  <a:pt x="477304" y="43395"/>
                </a:lnTo>
                <a:lnTo>
                  <a:pt x="484530" y="37198"/>
                </a:lnTo>
                <a:lnTo>
                  <a:pt x="490727" y="44424"/>
                </a:lnTo>
                <a:lnTo>
                  <a:pt x="483501" y="50622"/>
                </a:lnTo>
                <a:close/>
              </a:path>
              <a:path w="534669" h="460375">
                <a:moveTo>
                  <a:pt x="469036" y="63030"/>
                </a:moveTo>
                <a:lnTo>
                  <a:pt x="462838" y="55791"/>
                </a:lnTo>
                <a:lnTo>
                  <a:pt x="470065" y="49593"/>
                </a:lnTo>
                <a:lnTo>
                  <a:pt x="476262" y="56832"/>
                </a:lnTo>
                <a:lnTo>
                  <a:pt x="469036" y="63030"/>
                </a:lnTo>
                <a:close/>
              </a:path>
              <a:path w="534669" h="460375">
                <a:moveTo>
                  <a:pt x="454571" y="75425"/>
                </a:moveTo>
                <a:lnTo>
                  <a:pt x="448373" y="68186"/>
                </a:lnTo>
                <a:lnTo>
                  <a:pt x="455612" y="61988"/>
                </a:lnTo>
                <a:lnTo>
                  <a:pt x="461810" y="69227"/>
                </a:lnTo>
                <a:lnTo>
                  <a:pt x="454571" y="75425"/>
                </a:lnTo>
                <a:close/>
              </a:path>
              <a:path w="534669" h="460375">
                <a:moveTo>
                  <a:pt x="440105" y="87820"/>
                </a:moveTo>
                <a:lnTo>
                  <a:pt x="433908" y="80594"/>
                </a:lnTo>
                <a:lnTo>
                  <a:pt x="441147" y="74383"/>
                </a:lnTo>
                <a:lnTo>
                  <a:pt x="447344" y="81622"/>
                </a:lnTo>
                <a:lnTo>
                  <a:pt x="440105" y="87820"/>
                </a:lnTo>
                <a:close/>
              </a:path>
              <a:path w="534669" h="460375">
                <a:moveTo>
                  <a:pt x="425640" y="100215"/>
                </a:moveTo>
                <a:lnTo>
                  <a:pt x="419442" y="92989"/>
                </a:lnTo>
                <a:lnTo>
                  <a:pt x="426681" y="86791"/>
                </a:lnTo>
                <a:lnTo>
                  <a:pt x="432879" y="94018"/>
                </a:lnTo>
                <a:lnTo>
                  <a:pt x="425640" y="100215"/>
                </a:lnTo>
                <a:close/>
              </a:path>
              <a:path w="534669" h="460375">
                <a:moveTo>
                  <a:pt x="411187" y="112610"/>
                </a:moveTo>
                <a:lnTo>
                  <a:pt x="404977" y="105384"/>
                </a:lnTo>
                <a:lnTo>
                  <a:pt x="412216" y="99186"/>
                </a:lnTo>
                <a:lnTo>
                  <a:pt x="418414" y="106413"/>
                </a:lnTo>
                <a:lnTo>
                  <a:pt x="411187" y="112610"/>
                </a:lnTo>
                <a:close/>
              </a:path>
              <a:path w="534669" h="460375">
                <a:moveTo>
                  <a:pt x="396722" y="125018"/>
                </a:moveTo>
                <a:lnTo>
                  <a:pt x="390525" y="117779"/>
                </a:lnTo>
                <a:lnTo>
                  <a:pt x="397751" y="111582"/>
                </a:lnTo>
                <a:lnTo>
                  <a:pt x="403948" y="118808"/>
                </a:lnTo>
                <a:lnTo>
                  <a:pt x="396722" y="125018"/>
                </a:lnTo>
                <a:close/>
              </a:path>
              <a:path w="534669" h="460375">
                <a:moveTo>
                  <a:pt x="382257" y="137413"/>
                </a:moveTo>
                <a:lnTo>
                  <a:pt x="376059" y="130174"/>
                </a:lnTo>
                <a:lnTo>
                  <a:pt x="383285" y="123977"/>
                </a:lnTo>
                <a:lnTo>
                  <a:pt x="389483" y="131216"/>
                </a:lnTo>
                <a:lnTo>
                  <a:pt x="382257" y="137413"/>
                </a:lnTo>
                <a:close/>
              </a:path>
              <a:path w="534669" h="460375">
                <a:moveTo>
                  <a:pt x="367791" y="149809"/>
                </a:moveTo>
                <a:lnTo>
                  <a:pt x="361594" y="142570"/>
                </a:lnTo>
                <a:lnTo>
                  <a:pt x="368820" y="136372"/>
                </a:lnTo>
                <a:lnTo>
                  <a:pt x="375018" y="143611"/>
                </a:lnTo>
                <a:lnTo>
                  <a:pt x="367791" y="149809"/>
                </a:lnTo>
                <a:close/>
              </a:path>
              <a:path w="534669" h="460375">
                <a:moveTo>
                  <a:pt x="353326" y="162204"/>
                </a:moveTo>
                <a:lnTo>
                  <a:pt x="347129" y="154978"/>
                </a:lnTo>
                <a:lnTo>
                  <a:pt x="354355" y="148780"/>
                </a:lnTo>
                <a:lnTo>
                  <a:pt x="360552" y="156006"/>
                </a:lnTo>
                <a:lnTo>
                  <a:pt x="353326" y="162204"/>
                </a:lnTo>
                <a:close/>
              </a:path>
              <a:path w="534669" h="460375">
                <a:moveTo>
                  <a:pt x="338861" y="174599"/>
                </a:moveTo>
                <a:lnTo>
                  <a:pt x="332663" y="167373"/>
                </a:lnTo>
                <a:lnTo>
                  <a:pt x="339890" y="161175"/>
                </a:lnTo>
                <a:lnTo>
                  <a:pt x="346100" y="168401"/>
                </a:lnTo>
                <a:lnTo>
                  <a:pt x="338861" y="174599"/>
                </a:lnTo>
                <a:close/>
              </a:path>
              <a:path w="534669" h="460375">
                <a:moveTo>
                  <a:pt x="324396" y="186994"/>
                </a:moveTo>
                <a:lnTo>
                  <a:pt x="318198" y="179768"/>
                </a:lnTo>
                <a:lnTo>
                  <a:pt x="325437" y="173570"/>
                </a:lnTo>
                <a:lnTo>
                  <a:pt x="331635" y="180797"/>
                </a:lnTo>
                <a:lnTo>
                  <a:pt x="324396" y="186994"/>
                </a:lnTo>
                <a:close/>
              </a:path>
              <a:path w="534669" h="460375">
                <a:moveTo>
                  <a:pt x="309930" y="199402"/>
                </a:moveTo>
                <a:lnTo>
                  <a:pt x="303733" y="192163"/>
                </a:lnTo>
                <a:lnTo>
                  <a:pt x="310972" y="185966"/>
                </a:lnTo>
                <a:lnTo>
                  <a:pt x="317169" y="193205"/>
                </a:lnTo>
                <a:lnTo>
                  <a:pt x="309930" y="199402"/>
                </a:lnTo>
                <a:close/>
              </a:path>
              <a:path w="534669" h="460375">
                <a:moveTo>
                  <a:pt x="295465" y="211797"/>
                </a:moveTo>
                <a:lnTo>
                  <a:pt x="289267" y="204558"/>
                </a:lnTo>
                <a:lnTo>
                  <a:pt x="296506" y="198361"/>
                </a:lnTo>
                <a:lnTo>
                  <a:pt x="302704" y="205600"/>
                </a:lnTo>
                <a:lnTo>
                  <a:pt x="295465" y="211797"/>
                </a:lnTo>
                <a:close/>
              </a:path>
              <a:path w="534669" h="460375">
                <a:moveTo>
                  <a:pt x="281012" y="224193"/>
                </a:moveTo>
                <a:lnTo>
                  <a:pt x="274802" y="216966"/>
                </a:lnTo>
                <a:lnTo>
                  <a:pt x="282041" y="210769"/>
                </a:lnTo>
                <a:lnTo>
                  <a:pt x="288239" y="217995"/>
                </a:lnTo>
                <a:lnTo>
                  <a:pt x="281012" y="224193"/>
                </a:lnTo>
                <a:close/>
              </a:path>
              <a:path w="534669" h="460375">
                <a:moveTo>
                  <a:pt x="266547" y="236588"/>
                </a:moveTo>
                <a:lnTo>
                  <a:pt x="260350" y="229361"/>
                </a:lnTo>
                <a:lnTo>
                  <a:pt x="267576" y="223164"/>
                </a:lnTo>
                <a:lnTo>
                  <a:pt x="273773" y="230390"/>
                </a:lnTo>
                <a:lnTo>
                  <a:pt x="266547" y="236588"/>
                </a:lnTo>
                <a:close/>
              </a:path>
              <a:path w="534669" h="460375">
                <a:moveTo>
                  <a:pt x="252082" y="248983"/>
                </a:moveTo>
                <a:lnTo>
                  <a:pt x="245884" y="241757"/>
                </a:lnTo>
                <a:lnTo>
                  <a:pt x="253110" y="235559"/>
                </a:lnTo>
                <a:lnTo>
                  <a:pt x="259308" y="242785"/>
                </a:lnTo>
                <a:lnTo>
                  <a:pt x="252082" y="248983"/>
                </a:lnTo>
                <a:close/>
              </a:path>
              <a:path w="534669" h="460375">
                <a:moveTo>
                  <a:pt x="237616" y="261391"/>
                </a:moveTo>
                <a:lnTo>
                  <a:pt x="231419" y="254152"/>
                </a:lnTo>
                <a:lnTo>
                  <a:pt x="238645" y="247954"/>
                </a:lnTo>
                <a:lnTo>
                  <a:pt x="244843" y="255193"/>
                </a:lnTo>
                <a:lnTo>
                  <a:pt x="237616" y="261391"/>
                </a:lnTo>
                <a:close/>
              </a:path>
              <a:path w="534669" h="460375">
                <a:moveTo>
                  <a:pt x="223151" y="273786"/>
                </a:moveTo>
                <a:lnTo>
                  <a:pt x="216954" y="266547"/>
                </a:lnTo>
                <a:lnTo>
                  <a:pt x="224180" y="260349"/>
                </a:lnTo>
                <a:lnTo>
                  <a:pt x="230377" y="267588"/>
                </a:lnTo>
                <a:lnTo>
                  <a:pt x="223151" y="273786"/>
                </a:lnTo>
                <a:close/>
              </a:path>
              <a:path w="534669" h="460375">
                <a:moveTo>
                  <a:pt x="208686" y="286181"/>
                </a:moveTo>
                <a:lnTo>
                  <a:pt x="202488" y="278955"/>
                </a:lnTo>
                <a:lnTo>
                  <a:pt x="209715" y="272745"/>
                </a:lnTo>
                <a:lnTo>
                  <a:pt x="215925" y="279984"/>
                </a:lnTo>
                <a:lnTo>
                  <a:pt x="208686" y="286181"/>
                </a:lnTo>
                <a:close/>
              </a:path>
              <a:path w="534669" h="460375">
                <a:moveTo>
                  <a:pt x="194221" y="298576"/>
                </a:moveTo>
                <a:lnTo>
                  <a:pt x="188023" y="291350"/>
                </a:lnTo>
                <a:lnTo>
                  <a:pt x="195262" y="285153"/>
                </a:lnTo>
                <a:lnTo>
                  <a:pt x="201460" y="292379"/>
                </a:lnTo>
                <a:lnTo>
                  <a:pt x="194221" y="298576"/>
                </a:lnTo>
                <a:close/>
              </a:path>
              <a:path w="534669" h="460375">
                <a:moveTo>
                  <a:pt x="179755" y="310972"/>
                </a:moveTo>
                <a:lnTo>
                  <a:pt x="173558" y="303745"/>
                </a:lnTo>
                <a:lnTo>
                  <a:pt x="180797" y="297548"/>
                </a:lnTo>
                <a:lnTo>
                  <a:pt x="186994" y="304774"/>
                </a:lnTo>
                <a:lnTo>
                  <a:pt x="179755" y="310972"/>
                </a:lnTo>
                <a:close/>
              </a:path>
              <a:path w="534669" h="460375">
                <a:moveTo>
                  <a:pt x="165290" y="323380"/>
                </a:moveTo>
                <a:lnTo>
                  <a:pt x="159092" y="316141"/>
                </a:lnTo>
                <a:lnTo>
                  <a:pt x="166331" y="309943"/>
                </a:lnTo>
                <a:lnTo>
                  <a:pt x="172529" y="317169"/>
                </a:lnTo>
                <a:lnTo>
                  <a:pt x="165290" y="323380"/>
                </a:lnTo>
                <a:close/>
              </a:path>
              <a:path w="534669" h="460375">
                <a:moveTo>
                  <a:pt x="150837" y="335775"/>
                </a:moveTo>
                <a:lnTo>
                  <a:pt x="144627" y="328536"/>
                </a:lnTo>
                <a:lnTo>
                  <a:pt x="151866" y="322338"/>
                </a:lnTo>
                <a:lnTo>
                  <a:pt x="158064" y="329577"/>
                </a:lnTo>
                <a:lnTo>
                  <a:pt x="150837" y="335775"/>
                </a:lnTo>
                <a:close/>
              </a:path>
              <a:path w="534669" h="460375">
                <a:moveTo>
                  <a:pt x="136372" y="348170"/>
                </a:moveTo>
                <a:lnTo>
                  <a:pt x="130175" y="340931"/>
                </a:lnTo>
                <a:lnTo>
                  <a:pt x="137401" y="334733"/>
                </a:lnTo>
                <a:lnTo>
                  <a:pt x="143598" y="341972"/>
                </a:lnTo>
                <a:lnTo>
                  <a:pt x="136372" y="348170"/>
                </a:lnTo>
                <a:close/>
              </a:path>
              <a:path w="534669" h="460375">
                <a:moveTo>
                  <a:pt x="121907" y="360565"/>
                </a:moveTo>
                <a:lnTo>
                  <a:pt x="115709" y="353339"/>
                </a:lnTo>
                <a:lnTo>
                  <a:pt x="122935" y="347141"/>
                </a:lnTo>
                <a:lnTo>
                  <a:pt x="129133" y="354368"/>
                </a:lnTo>
                <a:lnTo>
                  <a:pt x="121907" y="360565"/>
                </a:lnTo>
                <a:close/>
              </a:path>
              <a:path w="534669" h="460375">
                <a:moveTo>
                  <a:pt x="107441" y="372960"/>
                </a:moveTo>
                <a:lnTo>
                  <a:pt x="101244" y="365734"/>
                </a:lnTo>
                <a:lnTo>
                  <a:pt x="108470" y="359536"/>
                </a:lnTo>
                <a:lnTo>
                  <a:pt x="114668" y="366763"/>
                </a:lnTo>
                <a:lnTo>
                  <a:pt x="107441" y="372960"/>
                </a:lnTo>
                <a:close/>
              </a:path>
              <a:path w="534669" h="460375">
                <a:moveTo>
                  <a:pt x="92976" y="385356"/>
                </a:moveTo>
                <a:lnTo>
                  <a:pt x="86779" y="378129"/>
                </a:lnTo>
                <a:lnTo>
                  <a:pt x="94005" y="371932"/>
                </a:lnTo>
                <a:lnTo>
                  <a:pt x="100202" y="379158"/>
                </a:lnTo>
                <a:lnTo>
                  <a:pt x="92976" y="385356"/>
                </a:lnTo>
                <a:close/>
              </a:path>
              <a:path w="534669" h="460375">
                <a:moveTo>
                  <a:pt x="78511" y="397763"/>
                </a:moveTo>
                <a:lnTo>
                  <a:pt x="72313" y="390524"/>
                </a:lnTo>
                <a:lnTo>
                  <a:pt x="79552" y="384327"/>
                </a:lnTo>
                <a:lnTo>
                  <a:pt x="85750" y="391566"/>
                </a:lnTo>
                <a:lnTo>
                  <a:pt x="78511" y="397763"/>
                </a:lnTo>
                <a:close/>
              </a:path>
              <a:path w="534669" h="460375">
                <a:moveTo>
                  <a:pt x="64046" y="410159"/>
                </a:moveTo>
                <a:lnTo>
                  <a:pt x="57848" y="402920"/>
                </a:lnTo>
                <a:lnTo>
                  <a:pt x="65087" y="396722"/>
                </a:lnTo>
                <a:lnTo>
                  <a:pt x="71285" y="403961"/>
                </a:lnTo>
                <a:lnTo>
                  <a:pt x="64046" y="410159"/>
                </a:lnTo>
                <a:close/>
              </a:path>
              <a:path w="534669" h="460375">
                <a:moveTo>
                  <a:pt x="49580" y="422554"/>
                </a:moveTo>
                <a:lnTo>
                  <a:pt x="43383" y="415328"/>
                </a:lnTo>
                <a:lnTo>
                  <a:pt x="50622" y="409117"/>
                </a:lnTo>
                <a:lnTo>
                  <a:pt x="56819" y="416356"/>
                </a:lnTo>
                <a:lnTo>
                  <a:pt x="49580" y="422554"/>
                </a:lnTo>
                <a:close/>
              </a:path>
              <a:path w="534669" h="460375">
                <a:moveTo>
                  <a:pt x="35115" y="434949"/>
                </a:moveTo>
                <a:lnTo>
                  <a:pt x="28917" y="427723"/>
                </a:lnTo>
                <a:lnTo>
                  <a:pt x="36156" y="421525"/>
                </a:lnTo>
                <a:lnTo>
                  <a:pt x="42354" y="428751"/>
                </a:lnTo>
                <a:lnTo>
                  <a:pt x="35115" y="434949"/>
                </a:lnTo>
                <a:close/>
              </a:path>
              <a:path w="534669" h="460375">
                <a:moveTo>
                  <a:pt x="20662" y="447344"/>
                </a:moveTo>
                <a:lnTo>
                  <a:pt x="14465" y="440118"/>
                </a:lnTo>
                <a:lnTo>
                  <a:pt x="21691" y="433920"/>
                </a:lnTo>
                <a:lnTo>
                  <a:pt x="27889" y="441147"/>
                </a:lnTo>
                <a:lnTo>
                  <a:pt x="20662" y="447344"/>
                </a:lnTo>
                <a:close/>
              </a:path>
              <a:path w="534669" h="460375">
                <a:moveTo>
                  <a:pt x="6197" y="459752"/>
                </a:moveTo>
                <a:lnTo>
                  <a:pt x="0" y="452513"/>
                </a:lnTo>
                <a:lnTo>
                  <a:pt x="7226" y="446316"/>
                </a:lnTo>
                <a:lnTo>
                  <a:pt x="13423" y="453555"/>
                </a:lnTo>
                <a:lnTo>
                  <a:pt x="6197" y="4597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1" name="object 291"/>
          <p:cNvSpPr/>
          <p:nvPr/>
        </p:nvSpPr>
        <p:spPr>
          <a:xfrm>
            <a:off x="2460663" y="2953931"/>
            <a:ext cx="615950" cy="540385"/>
          </a:xfrm>
          <a:custGeom>
            <a:avLst/>
            <a:gdLst/>
            <a:ahLst/>
            <a:cxnLst/>
            <a:rect l="l" t="t" r="r" b="b"/>
            <a:pathLst>
              <a:path w="615950" h="540385">
                <a:moveTo>
                  <a:pt x="7162" y="13436"/>
                </a:moveTo>
                <a:lnTo>
                  <a:pt x="0" y="7162"/>
                </a:lnTo>
                <a:lnTo>
                  <a:pt x="6273" y="0"/>
                </a:lnTo>
                <a:lnTo>
                  <a:pt x="13436" y="6273"/>
                </a:lnTo>
                <a:lnTo>
                  <a:pt x="7162" y="13436"/>
                </a:lnTo>
                <a:close/>
              </a:path>
              <a:path w="615950" h="540385">
                <a:moveTo>
                  <a:pt x="21501" y="25984"/>
                </a:moveTo>
                <a:lnTo>
                  <a:pt x="14338" y="19710"/>
                </a:lnTo>
                <a:lnTo>
                  <a:pt x="20612" y="12547"/>
                </a:lnTo>
                <a:lnTo>
                  <a:pt x="27774" y="18808"/>
                </a:lnTo>
                <a:lnTo>
                  <a:pt x="21501" y="25984"/>
                </a:lnTo>
                <a:close/>
              </a:path>
              <a:path w="615950" h="540385">
                <a:moveTo>
                  <a:pt x="35839" y="38531"/>
                </a:moveTo>
                <a:lnTo>
                  <a:pt x="28676" y="32258"/>
                </a:lnTo>
                <a:lnTo>
                  <a:pt x="34950" y="25082"/>
                </a:lnTo>
                <a:lnTo>
                  <a:pt x="42113" y="31356"/>
                </a:lnTo>
                <a:lnTo>
                  <a:pt x="35839" y="38531"/>
                </a:lnTo>
                <a:close/>
              </a:path>
              <a:path w="615950" h="540385">
                <a:moveTo>
                  <a:pt x="50177" y="51066"/>
                </a:moveTo>
                <a:lnTo>
                  <a:pt x="43014" y="44805"/>
                </a:lnTo>
                <a:lnTo>
                  <a:pt x="49288" y="37630"/>
                </a:lnTo>
                <a:lnTo>
                  <a:pt x="56451" y="43903"/>
                </a:lnTo>
                <a:lnTo>
                  <a:pt x="50177" y="51066"/>
                </a:lnTo>
                <a:close/>
              </a:path>
              <a:path w="615950" h="540385">
                <a:moveTo>
                  <a:pt x="64516" y="63614"/>
                </a:moveTo>
                <a:lnTo>
                  <a:pt x="57353" y="57340"/>
                </a:lnTo>
                <a:lnTo>
                  <a:pt x="63614" y="50177"/>
                </a:lnTo>
                <a:lnTo>
                  <a:pt x="70789" y="56451"/>
                </a:lnTo>
                <a:lnTo>
                  <a:pt x="64516" y="63614"/>
                </a:lnTo>
                <a:close/>
              </a:path>
              <a:path w="615950" h="540385">
                <a:moveTo>
                  <a:pt x="78854" y="76161"/>
                </a:moveTo>
                <a:lnTo>
                  <a:pt x="71678" y="69888"/>
                </a:lnTo>
                <a:lnTo>
                  <a:pt x="77952" y="62725"/>
                </a:lnTo>
                <a:lnTo>
                  <a:pt x="85128" y="68986"/>
                </a:lnTo>
                <a:lnTo>
                  <a:pt x="78854" y="76161"/>
                </a:lnTo>
                <a:close/>
              </a:path>
              <a:path w="615950" h="540385">
                <a:moveTo>
                  <a:pt x="93192" y="88709"/>
                </a:moveTo>
                <a:lnTo>
                  <a:pt x="86017" y="82435"/>
                </a:lnTo>
                <a:lnTo>
                  <a:pt x="92290" y="75260"/>
                </a:lnTo>
                <a:lnTo>
                  <a:pt x="99466" y="81534"/>
                </a:lnTo>
                <a:lnTo>
                  <a:pt x="93192" y="88709"/>
                </a:lnTo>
                <a:close/>
              </a:path>
              <a:path w="615950" h="540385">
                <a:moveTo>
                  <a:pt x="107530" y="101244"/>
                </a:moveTo>
                <a:lnTo>
                  <a:pt x="100355" y="94983"/>
                </a:lnTo>
                <a:lnTo>
                  <a:pt x="106629" y="87807"/>
                </a:lnTo>
                <a:lnTo>
                  <a:pt x="113792" y="94081"/>
                </a:lnTo>
                <a:lnTo>
                  <a:pt x="107530" y="101244"/>
                </a:lnTo>
                <a:close/>
              </a:path>
              <a:path w="615950" h="540385">
                <a:moveTo>
                  <a:pt x="121856" y="113792"/>
                </a:moveTo>
                <a:lnTo>
                  <a:pt x="114693" y="107518"/>
                </a:lnTo>
                <a:lnTo>
                  <a:pt x="120967" y="100355"/>
                </a:lnTo>
                <a:lnTo>
                  <a:pt x="128130" y="106629"/>
                </a:lnTo>
                <a:lnTo>
                  <a:pt x="121856" y="113792"/>
                </a:lnTo>
                <a:close/>
              </a:path>
              <a:path w="615950" h="540385">
                <a:moveTo>
                  <a:pt x="136194" y="126339"/>
                </a:moveTo>
                <a:lnTo>
                  <a:pt x="129032" y="120065"/>
                </a:lnTo>
                <a:lnTo>
                  <a:pt x="135305" y="112903"/>
                </a:lnTo>
                <a:lnTo>
                  <a:pt x="142468" y="119176"/>
                </a:lnTo>
                <a:lnTo>
                  <a:pt x="136194" y="126339"/>
                </a:lnTo>
                <a:close/>
              </a:path>
              <a:path w="615950" h="540385">
                <a:moveTo>
                  <a:pt x="150533" y="138887"/>
                </a:moveTo>
                <a:lnTo>
                  <a:pt x="143370" y="132613"/>
                </a:lnTo>
                <a:lnTo>
                  <a:pt x="149644" y="125437"/>
                </a:lnTo>
                <a:lnTo>
                  <a:pt x="156806" y="131711"/>
                </a:lnTo>
                <a:lnTo>
                  <a:pt x="150533" y="138887"/>
                </a:lnTo>
                <a:close/>
              </a:path>
              <a:path w="615950" h="540385">
                <a:moveTo>
                  <a:pt x="164871" y="151422"/>
                </a:moveTo>
                <a:lnTo>
                  <a:pt x="157708" y="145161"/>
                </a:lnTo>
                <a:lnTo>
                  <a:pt x="163969" y="137985"/>
                </a:lnTo>
                <a:lnTo>
                  <a:pt x="171145" y="144259"/>
                </a:lnTo>
                <a:lnTo>
                  <a:pt x="164871" y="151422"/>
                </a:lnTo>
                <a:close/>
              </a:path>
              <a:path w="615950" h="540385">
                <a:moveTo>
                  <a:pt x="179209" y="163969"/>
                </a:moveTo>
                <a:lnTo>
                  <a:pt x="172034" y="157695"/>
                </a:lnTo>
                <a:lnTo>
                  <a:pt x="178308" y="150533"/>
                </a:lnTo>
                <a:lnTo>
                  <a:pt x="185483" y="156806"/>
                </a:lnTo>
                <a:lnTo>
                  <a:pt x="179209" y="163969"/>
                </a:lnTo>
                <a:close/>
              </a:path>
              <a:path w="615950" h="540385">
                <a:moveTo>
                  <a:pt x="193548" y="176517"/>
                </a:moveTo>
                <a:lnTo>
                  <a:pt x="186372" y="170243"/>
                </a:lnTo>
                <a:lnTo>
                  <a:pt x="192646" y="163080"/>
                </a:lnTo>
                <a:lnTo>
                  <a:pt x="199821" y="169354"/>
                </a:lnTo>
                <a:lnTo>
                  <a:pt x="193548" y="176517"/>
                </a:lnTo>
                <a:close/>
              </a:path>
              <a:path w="615950" h="540385">
                <a:moveTo>
                  <a:pt x="207886" y="189064"/>
                </a:moveTo>
                <a:lnTo>
                  <a:pt x="200710" y="182791"/>
                </a:lnTo>
                <a:lnTo>
                  <a:pt x="206984" y="175615"/>
                </a:lnTo>
                <a:lnTo>
                  <a:pt x="214147" y="181889"/>
                </a:lnTo>
                <a:lnTo>
                  <a:pt x="207886" y="189064"/>
                </a:lnTo>
                <a:close/>
              </a:path>
              <a:path w="615950" h="540385">
                <a:moveTo>
                  <a:pt x="222211" y="201599"/>
                </a:moveTo>
                <a:lnTo>
                  <a:pt x="215049" y="195338"/>
                </a:lnTo>
                <a:lnTo>
                  <a:pt x="221322" y="188163"/>
                </a:lnTo>
                <a:lnTo>
                  <a:pt x="228485" y="194437"/>
                </a:lnTo>
                <a:lnTo>
                  <a:pt x="222211" y="201599"/>
                </a:lnTo>
                <a:close/>
              </a:path>
              <a:path w="615950" h="540385">
                <a:moveTo>
                  <a:pt x="236550" y="214147"/>
                </a:moveTo>
                <a:lnTo>
                  <a:pt x="229387" y="207873"/>
                </a:lnTo>
                <a:lnTo>
                  <a:pt x="235661" y="200710"/>
                </a:lnTo>
                <a:lnTo>
                  <a:pt x="242824" y="206984"/>
                </a:lnTo>
                <a:lnTo>
                  <a:pt x="236550" y="214147"/>
                </a:lnTo>
                <a:close/>
              </a:path>
              <a:path w="615950" h="540385">
                <a:moveTo>
                  <a:pt x="250888" y="226695"/>
                </a:moveTo>
                <a:lnTo>
                  <a:pt x="243725" y="220421"/>
                </a:lnTo>
                <a:lnTo>
                  <a:pt x="249999" y="213258"/>
                </a:lnTo>
                <a:lnTo>
                  <a:pt x="257162" y="219532"/>
                </a:lnTo>
                <a:lnTo>
                  <a:pt x="250888" y="226695"/>
                </a:lnTo>
                <a:close/>
              </a:path>
              <a:path w="615950" h="540385">
                <a:moveTo>
                  <a:pt x="265226" y="239242"/>
                </a:moveTo>
                <a:lnTo>
                  <a:pt x="258064" y="232968"/>
                </a:lnTo>
                <a:lnTo>
                  <a:pt x="264325" y="225793"/>
                </a:lnTo>
                <a:lnTo>
                  <a:pt x="271500" y="232067"/>
                </a:lnTo>
                <a:lnTo>
                  <a:pt x="265226" y="239242"/>
                </a:lnTo>
                <a:close/>
              </a:path>
              <a:path w="615950" h="540385">
                <a:moveTo>
                  <a:pt x="279565" y="251790"/>
                </a:moveTo>
                <a:lnTo>
                  <a:pt x="272389" y="245516"/>
                </a:lnTo>
                <a:lnTo>
                  <a:pt x="278663" y="238340"/>
                </a:lnTo>
                <a:lnTo>
                  <a:pt x="285838" y="244614"/>
                </a:lnTo>
                <a:lnTo>
                  <a:pt x="279565" y="251790"/>
                </a:lnTo>
                <a:close/>
              </a:path>
              <a:path w="615950" h="540385">
                <a:moveTo>
                  <a:pt x="293903" y="264325"/>
                </a:moveTo>
                <a:lnTo>
                  <a:pt x="286727" y="258051"/>
                </a:lnTo>
                <a:lnTo>
                  <a:pt x="293001" y="250888"/>
                </a:lnTo>
                <a:lnTo>
                  <a:pt x="300177" y="257162"/>
                </a:lnTo>
                <a:lnTo>
                  <a:pt x="293903" y="264325"/>
                </a:lnTo>
                <a:close/>
              </a:path>
              <a:path w="615950" h="540385">
                <a:moveTo>
                  <a:pt x="308241" y="276872"/>
                </a:moveTo>
                <a:lnTo>
                  <a:pt x="301066" y="270598"/>
                </a:lnTo>
                <a:lnTo>
                  <a:pt x="307340" y="263436"/>
                </a:lnTo>
                <a:lnTo>
                  <a:pt x="314515" y="269709"/>
                </a:lnTo>
                <a:lnTo>
                  <a:pt x="308241" y="276872"/>
                </a:lnTo>
                <a:close/>
              </a:path>
              <a:path w="615950" h="540385">
                <a:moveTo>
                  <a:pt x="322580" y="289420"/>
                </a:moveTo>
                <a:lnTo>
                  <a:pt x="315404" y="283146"/>
                </a:lnTo>
                <a:lnTo>
                  <a:pt x="321678" y="275971"/>
                </a:lnTo>
                <a:lnTo>
                  <a:pt x="328841" y="282244"/>
                </a:lnTo>
                <a:lnTo>
                  <a:pt x="322580" y="289420"/>
                </a:lnTo>
                <a:close/>
              </a:path>
              <a:path w="615950" h="540385">
                <a:moveTo>
                  <a:pt x="336905" y="301967"/>
                </a:moveTo>
                <a:lnTo>
                  <a:pt x="329742" y="295694"/>
                </a:lnTo>
                <a:lnTo>
                  <a:pt x="336016" y="288518"/>
                </a:lnTo>
                <a:lnTo>
                  <a:pt x="343179" y="294792"/>
                </a:lnTo>
                <a:lnTo>
                  <a:pt x="336905" y="301967"/>
                </a:lnTo>
                <a:close/>
              </a:path>
              <a:path w="615950" h="540385">
                <a:moveTo>
                  <a:pt x="351243" y="314502"/>
                </a:moveTo>
                <a:lnTo>
                  <a:pt x="344081" y="308229"/>
                </a:lnTo>
                <a:lnTo>
                  <a:pt x="350354" y="301066"/>
                </a:lnTo>
                <a:lnTo>
                  <a:pt x="357517" y="307340"/>
                </a:lnTo>
                <a:lnTo>
                  <a:pt x="351243" y="314502"/>
                </a:lnTo>
                <a:close/>
              </a:path>
              <a:path w="615950" h="540385">
                <a:moveTo>
                  <a:pt x="365582" y="327050"/>
                </a:moveTo>
                <a:lnTo>
                  <a:pt x="358419" y="320776"/>
                </a:lnTo>
                <a:lnTo>
                  <a:pt x="364693" y="313613"/>
                </a:lnTo>
                <a:lnTo>
                  <a:pt x="371856" y="319887"/>
                </a:lnTo>
                <a:lnTo>
                  <a:pt x="365582" y="327050"/>
                </a:lnTo>
                <a:close/>
              </a:path>
              <a:path w="615950" h="540385">
                <a:moveTo>
                  <a:pt x="379920" y="339598"/>
                </a:moveTo>
                <a:lnTo>
                  <a:pt x="372757" y="333324"/>
                </a:lnTo>
                <a:lnTo>
                  <a:pt x="379018" y="326161"/>
                </a:lnTo>
                <a:lnTo>
                  <a:pt x="386194" y="332422"/>
                </a:lnTo>
                <a:lnTo>
                  <a:pt x="379920" y="339598"/>
                </a:lnTo>
                <a:close/>
              </a:path>
              <a:path w="615950" h="540385">
                <a:moveTo>
                  <a:pt x="394258" y="352145"/>
                </a:moveTo>
                <a:lnTo>
                  <a:pt x="387083" y="345871"/>
                </a:lnTo>
                <a:lnTo>
                  <a:pt x="393357" y="338696"/>
                </a:lnTo>
                <a:lnTo>
                  <a:pt x="400532" y="344970"/>
                </a:lnTo>
                <a:lnTo>
                  <a:pt x="394258" y="352145"/>
                </a:lnTo>
                <a:close/>
              </a:path>
              <a:path w="615950" h="540385">
                <a:moveTo>
                  <a:pt x="408597" y="364680"/>
                </a:moveTo>
                <a:lnTo>
                  <a:pt x="401421" y="358406"/>
                </a:lnTo>
                <a:lnTo>
                  <a:pt x="407695" y="351243"/>
                </a:lnTo>
                <a:lnTo>
                  <a:pt x="414870" y="357517"/>
                </a:lnTo>
                <a:lnTo>
                  <a:pt x="408597" y="364680"/>
                </a:lnTo>
                <a:close/>
              </a:path>
              <a:path w="615950" h="540385">
                <a:moveTo>
                  <a:pt x="422935" y="377228"/>
                </a:moveTo>
                <a:lnTo>
                  <a:pt x="415759" y="370954"/>
                </a:lnTo>
                <a:lnTo>
                  <a:pt x="422033" y="363791"/>
                </a:lnTo>
                <a:lnTo>
                  <a:pt x="429196" y="370065"/>
                </a:lnTo>
                <a:lnTo>
                  <a:pt x="422935" y="377228"/>
                </a:lnTo>
                <a:close/>
              </a:path>
              <a:path w="615950" h="540385">
                <a:moveTo>
                  <a:pt x="437261" y="389775"/>
                </a:moveTo>
                <a:lnTo>
                  <a:pt x="430098" y="383501"/>
                </a:lnTo>
                <a:lnTo>
                  <a:pt x="436372" y="376339"/>
                </a:lnTo>
                <a:lnTo>
                  <a:pt x="443534" y="382600"/>
                </a:lnTo>
                <a:lnTo>
                  <a:pt x="437261" y="389775"/>
                </a:lnTo>
                <a:close/>
              </a:path>
              <a:path w="615950" h="540385">
                <a:moveTo>
                  <a:pt x="451599" y="402323"/>
                </a:moveTo>
                <a:lnTo>
                  <a:pt x="444436" y="396049"/>
                </a:lnTo>
                <a:lnTo>
                  <a:pt x="450710" y="388874"/>
                </a:lnTo>
                <a:lnTo>
                  <a:pt x="457873" y="395147"/>
                </a:lnTo>
                <a:lnTo>
                  <a:pt x="451599" y="402323"/>
                </a:lnTo>
                <a:close/>
              </a:path>
              <a:path w="615950" h="540385">
                <a:moveTo>
                  <a:pt x="465937" y="414858"/>
                </a:moveTo>
                <a:lnTo>
                  <a:pt x="458774" y="408584"/>
                </a:lnTo>
                <a:lnTo>
                  <a:pt x="465048" y="401421"/>
                </a:lnTo>
                <a:lnTo>
                  <a:pt x="472211" y="407695"/>
                </a:lnTo>
                <a:lnTo>
                  <a:pt x="465937" y="414858"/>
                </a:lnTo>
                <a:close/>
              </a:path>
              <a:path w="615950" h="540385">
                <a:moveTo>
                  <a:pt x="480275" y="427405"/>
                </a:moveTo>
                <a:lnTo>
                  <a:pt x="473113" y="421132"/>
                </a:lnTo>
                <a:lnTo>
                  <a:pt x="479374" y="413969"/>
                </a:lnTo>
                <a:lnTo>
                  <a:pt x="486549" y="420243"/>
                </a:lnTo>
                <a:lnTo>
                  <a:pt x="480275" y="427405"/>
                </a:lnTo>
                <a:close/>
              </a:path>
              <a:path w="615950" h="540385">
                <a:moveTo>
                  <a:pt x="494614" y="439953"/>
                </a:moveTo>
                <a:lnTo>
                  <a:pt x="487438" y="433679"/>
                </a:lnTo>
                <a:lnTo>
                  <a:pt x="493712" y="426516"/>
                </a:lnTo>
                <a:lnTo>
                  <a:pt x="500888" y="432777"/>
                </a:lnTo>
                <a:lnTo>
                  <a:pt x="494614" y="439953"/>
                </a:lnTo>
                <a:close/>
              </a:path>
              <a:path w="615950" h="540385">
                <a:moveTo>
                  <a:pt x="508952" y="452501"/>
                </a:moveTo>
                <a:lnTo>
                  <a:pt x="501777" y="446227"/>
                </a:lnTo>
                <a:lnTo>
                  <a:pt x="508050" y="439051"/>
                </a:lnTo>
                <a:lnTo>
                  <a:pt x="515226" y="445325"/>
                </a:lnTo>
                <a:lnTo>
                  <a:pt x="508952" y="452501"/>
                </a:lnTo>
                <a:close/>
              </a:path>
              <a:path w="615950" h="540385">
                <a:moveTo>
                  <a:pt x="523290" y="465035"/>
                </a:moveTo>
                <a:lnTo>
                  <a:pt x="516115" y="458774"/>
                </a:lnTo>
                <a:lnTo>
                  <a:pt x="522389" y="451599"/>
                </a:lnTo>
                <a:lnTo>
                  <a:pt x="529564" y="457873"/>
                </a:lnTo>
                <a:lnTo>
                  <a:pt x="523290" y="465035"/>
                </a:lnTo>
                <a:close/>
              </a:path>
              <a:path w="615950" h="540385">
                <a:moveTo>
                  <a:pt x="537616" y="477583"/>
                </a:moveTo>
                <a:lnTo>
                  <a:pt x="530453" y="471309"/>
                </a:lnTo>
                <a:lnTo>
                  <a:pt x="536727" y="464146"/>
                </a:lnTo>
                <a:lnTo>
                  <a:pt x="543890" y="470420"/>
                </a:lnTo>
                <a:lnTo>
                  <a:pt x="537616" y="477583"/>
                </a:lnTo>
                <a:close/>
              </a:path>
              <a:path w="615950" h="540385">
                <a:moveTo>
                  <a:pt x="551954" y="490131"/>
                </a:moveTo>
                <a:lnTo>
                  <a:pt x="544791" y="483857"/>
                </a:lnTo>
                <a:lnTo>
                  <a:pt x="551065" y="476694"/>
                </a:lnTo>
                <a:lnTo>
                  <a:pt x="558228" y="482955"/>
                </a:lnTo>
                <a:lnTo>
                  <a:pt x="551954" y="490131"/>
                </a:lnTo>
                <a:close/>
              </a:path>
              <a:path w="615950" h="540385">
                <a:moveTo>
                  <a:pt x="566293" y="502678"/>
                </a:moveTo>
                <a:lnTo>
                  <a:pt x="559130" y="496404"/>
                </a:lnTo>
                <a:lnTo>
                  <a:pt x="565404" y="489229"/>
                </a:lnTo>
                <a:lnTo>
                  <a:pt x="572566" y="495503"/>
                </a:lnTo>
                <a:lnTo>
                  <a:pt x="566293" y="502678"/>
                </a:lnTo>
                <a:close/>
              </a:path>
              <a:path w="615950" h="540385">
                <a:moveTo>
                  <a:pt x="580631" y="515213"/>
                </a:moveTo>
                <a:lnTo>
                  <a:pt x="573468" y="508952"/>
                </a:lnTo>
                <a:lnTo>
                  <a:pt x="579742" y="501777"/>
                </a:lnTo>
                <a:lnTo>
                  <a:pt x="586905" y="508050"/>
                </a:lnTo>
                <a:lnTo>
                  <a:pt x="580631" y="515213"/>
                </a:lnTo>
                <a:close/>
              </a:path>
              <a:path w="615950" h="540385">
                <a:moveTo>
                  <a:pt x="594969" y="527761"/>
                </a:moveTo>
                <a:lnTo>
                  <a:pt x="587806" y="521487"/>
                </a:lnTo>
                <a:lnTo>
                  <a:pt x="594067" y="514324"/>
                </a:lnTo>
                <a:lnTo>
                  <a:pt x="601243" y="520598"/>
                </a:lnTo>
                <a:lnTo>
                  <a:pt x="594969" y="527761"/>
                </a:lnTo>
                <a:close/>
              </a:path>
              <a:path w="615950" h="540385">
                <a:moveTo>
                  <a:pt x="609307" y="540308"/>
                </a:moveTo>
                <a:lnTo>
                  <a:pt x="602132" y="534035"/>
                </a:lnTo>
                <a:lnTo>
                  <a:pt x="608406" y="526872"/>
                </a:lnTo>
                <a:lnTo>
                  <a:pt x="615581" y="533146"/>
                </a:lnTo>
                <a:lnTo>
                  <a:pt x="609307" y="5403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2" name="object 29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293" name="object 29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294" name="object 29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69</a:t>
            </a:fld>
            <a:endParaRPr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91540"/>
            <a:ext cx="20739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Lock</a:t>
            </a:r>
            <a:r>
              <a:rPr sz="3600" u="heavy" spc="-8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table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1865376" y="1802892"/>
            <a:ext cx="533400" cy="457200"/>
          </a:xfrm>
          <a:custGeom>
            <a:avLst/>
            <a:gdLst/>
            <a:ahLst/>
            <a:cxnLst/>
            <a:rect l="l" t="t" r="r" b="b"/>
            <a:pathLst>
              <a:path w="533400" h="457200">
                <a:moveTo>
                  <a:pt x="0" y="0"/>
                </a:moveTo>
                <a:lnTo>
                  <a:pt x="533400" y="0"/>
                </a:lnTo>
                <a:lnTo>
                  <a:pt x="533400" y="457199"/>
                </a:lnTo>
                <a:lnTo>
                  <a:pt x="0" y="4571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860550" y="1798637"/>
            <a:ext cx="542925" cy="466725"/>
          </a:xfrm>
          <a:custGeom>
            <a:avLst/>
            <a:gdLst/>
            <a:ahLst/>
            <a:cxnLst/>
            <a:rect l="l" t="t" r="r" b="b"/>
            <a:pathLst>
              <a:path w="542925" h="466725">
                <a:moveTo>
                  <a:pt x="542925" y="466725"/>
                </a:moveTo>
                <a:lnTo>
                  <a:pt x="0" y="466725"/>
                </a:lnTo>
                <a:lnTo>
                  <a:pt x="0" y="0"/>
                </a:lnTo>
                <a:lnTo>
                  <a:pt x="542925" y="0"/>
                </a:lnTo>
                <a:lnTo>
                  <a:pt x="542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457200"/>
                </a:lnTo>
                <a:lnTo>
                  <a:pt x="4762" y="457200"/>
                </a:lnTo>
                <a:lnTo>
                  <a:pt x="9525" y="461962"/>
                </a:lnTo>
                <a:lnTo>
                  <a:pt x="542925" y="461962"/>
                </a:lnTo>
                <a:lnTo>
                  <a:pt x="542925" y="466725"/>
                </a:lnTo>
                <a:close/>
              </a:path>
              <a:path w="542925" h="466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542925" h="466725">
                <a:moveTo>
                  <a:pt x="533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533400" y="4762"/>
                </a:lnTo>
                <a:lnTo>
                  <a:pt x="533400" y="9525"/>
                </a:lnTo>
                <a:close/>
              </a:path>
              <a:path w="542925" h="466725">
                <a:moveTo>
                  <a:pt x="533400" y="461962"/>
                </a:moveTo>
                <a:lnTo>
                  <a:pt x="533400" y="4762"/>
                </a:lnTo>
                <a:lnTo>
                  <a:pt x="538162" y="9525"/>
                </a:lnTo>
                <a:lnTo>
                  <a:pt x="542925" y="9525"/>
                </a:lnTo>
                <a:lnTo>
                  <a:pt x="542925" y="457200"/>
                </a:lnTo>
                <a:lnTo>
                  <a:pt x="538162" y="457200"/>
                </a:lnTo>
                <a:lnTo>
                  <a:pt x="533400" y="461962"/>
                </a:lnTo>
                <a:close/>
              </a:path>
              <a:path w="542925" h="466725">
                <a:moveTo>
                  <a:pt x="542925" y="9525"/>
                </a:moveTo>
                <a:lnTo>
                  <a:pt x="538162" y="9525"/>
                </a:lnTo>
                <a:lnTo>
                  <a:pt x="533400" y="4762"/>
                </a:lnTo>
                <a:lnTo>
                  <a:pt x="542925" y="4762"/>
                </a:lnTo>
                <a:lnTo>
                  <a:pt x="542925" y="9525"/>
                </a:lnTo>
                <a:close/>
              </a:path>
              <a:path w="542925" h="466725">
                <a:moveTo>
                  <a:pt x="9525" y="461962"/>
                </a:moveTo>
                <a:lnTo>
                  <a:pt x="4762" y="457200"/>
                </a:lnTo>
                <a:lnTo>
                  <a:pt x="9525" y="457200"/>
                </a:lnTo>
                <a:lnTo>
                  <a:pt x="9525" y="461962"/>
                </a:lnTo>
                <a:close/>
              </a:path>
              <a:path w="542925" h="466725">
                <a:moveTo>
                  <a:pt x="533400" y="461962"/>
                </a:moveTo>
                <a:lnTo>
                  <a:pt x="9525" y="461962"/>
                </a:lnTo>
                <a:lnTo>
                  <a:pt x="9525" y="457200"/>
                </a:lnTo>
                <a:lnTo>
                  <a:pt x="533400" y="457200"/>
                </a:lnTo>
                <a:lnTo>
                  <a:pt x="533400" y="461962"/>
                </a:lnTo>
                <a:close/>
              </a:path>
              <a:path w="542925" h="466725">
                <a:moveTo>
                  <a:pt x="542925" y="461962"/>
                </a:moveTo>
                <a:lnTo>
                  <a:pt x="533400" y="461962"/>
                </a:lnTo>
                <a:lnTo>
                  <a:pt x="538162" y="457200"/>
                </a:lnTo>
                <a:lnTo>
                  <a:pt x="542925" y="457200"/>
                </a:lnTo>
                <a:lnTo>
                  <a:pt x="542925" y="461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98776" y="1802892"/>
            <a:ext cx="533400" cy="457200"/>
          </a:xfrm>
          <a:custGeom>
            <a:avLst/>
            <a:gdLst/>
            <a:ahLst/>
            <a:cxnLst/>
            <a:rect l="l" t="t" r="r" b="b"/>
            <a:pathLst>
              <a:path w="533400" h="457200">
                <a:moveTo>
                  <a:pt x="0" y="0"/>
                </a:moveTo>
                <a:lnTo>
                  <a:pt x="533400" y="0"/>
                </a:lnTo>
                <a:lnTo>
                  <a:pt x="533400" y="457199"/>
                </a:lnTo>
                <a:lnTo>
                  <a:pt x="0" y="4571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393950" y="1798637"/>
            <a:ext cx="542925" cy="466725"/>
          </a:xfrm>
          <a:custGeom>
            <a:avLst/>
            <a:gdLst/>
            <a:ahLst/>
            <a:cxnLst/>
            <a:rect l="l" t="t" r="r" b="b"/>
            <a:pathLst>
              <a:path w="542925" h="466725">
                <a:moveTo>
                  <a:pt x="542925" y="466725"/>
                </a:moveTo>
                <a:lnTo>
                  <a:pt x="0" y="466725"/>
                </a:lnTo>
                <a:lnTo>
                  <a:pt x="0" y="0"/>
                </a:lnTo>
                <a:lnTo>
                  <a:pt x="542925" y="0"/>
                </a:lnTo>
                <a:lnTo>
                  <a:pt x="542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457200"/>
                </a:lnTo>
                <a:lnTo>
                  <a:pt x="4762" y="457200"/>
                </a:lnTo>
                <a:lnTo>
                  <a:pt x="9525" y="461962"/>
                </a:lnTo>
                <a:lnTo>
                  <a:pt x="542925" y="461962"/>
                </a:lnTo>
                <a:lnTo>
                  <a:pt x="542925" y="466725"/>
                </a:lnTo>
                <a:close/>
              </a:path>
              <a:path w="542925" h="466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542925" h="466725">
                <a:moveTo>
                  <a:pt x="533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533400" y="4762"/>
                </a:lnTo>
                <a:lnTo>
                  <a:pt x="533400" y="9525"/>
                </a:lnTo>
                <a:close/>
              </a:path>
              <a:path w="542925" h="466725">
                <a:moveTo>
                  <a:pt x="533400" y="461962"/>
                </a:moveTo>
                <a:lnTo>
                  <a:pt x="533400" y="4762"/>
                </a:lnTo>
                <a:lnTo>
                  <a:pt x="538162" y="9525"/>
                </a:lnTo>
                <a:lnTo>
                  <a:pt x="542925" y="9525"/>
                </a:lnTo>
                <a:lnTo>
                  <a:pt x="542925" y="457200"/>
                </a:lnTo>
                <a:lnTo>
                  <a:pt x="538162" y="457200"/>
                </a:lnTo>
                <a:lnTo>
                  <a:pt x="533400" y="461962"/>
                </a:lnTo>
                <a:close/>
              </a:path>
              <a:path w="542925" h="466725">
                <a:moveTo>
                  <a:pt x="542925" y="9525"/>
                </a:moveTo>
                <a:lnTo>
                  <a:pt x="538162" y="9525"/>
                </a:lnTo>
                <a:lnTo>
                  <a:pt x="533400" y="4762"/>
                </a:lnTo>
                <a:lnTo>
                  <a:pt x="542925" y="4762"/>
                </a:lnTo>
                <a:lnTo>
                  <a:pt x="542925" y="9525"/>
                </a:lnTo>
                <a:close/>
              </a:path>
              <a:path w="542925" h="466725">
                <a:moveTo>
                  <a:pt x="9525" y="461962"/>
                </a:moveTo>
                <a:lnTo>
                  <a:pt x="4762" y="457200"/>
                </a:lnTo>
                <a:lnTo>
                  <a:pt x="9525" y="457200"/>
                </a:lnTo>
                <a:lnTo>
                  <a:pt x="9525" y="461962"/>
                </a:lnTo>
                <a:close/>
              </a:path>
              <a:path w="542925" h="466725">
                <a:moveTo>
                  <a:pt x="533400" y="461962"/>
                </a:moveTo>
                <a:lnTo>
                  <a:pt x="9525" y="461962"/>
                </a:lnTo>
                <a:lnTo>
                  <a:pt x="9525" y="457200"/>
                </a:lnTo>
                <a:lnTo>
                  <a:pt x="533400" y="457200"/>
                </a:lnTo>
                <a:lnTo>
                  <a:pt x="533400" y="461962"/>
                </a:lnTo>
                <a:close/>
              </a:path>
              <a:path w="542925" h="466725">
                <a:moveTo>
                  <a:pt x="542925" y="461962"/>
                </a:moveTo>
                <a:lnTo>
                  <a:pt x="533400" y="461962"/>
                </a:lnTo>
                <a:lnTo>
                  <a:pt x="538162" y="457200"/>
                </a:lnTo>
                <a:lnTo>
                  <a:pt x="542925" y="457200"/>
                </a:lnTo>
                <a:lnTo>
                  <a:pt x="542925" y="461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547937" y="1833879"/>
            <a:ext cx="2349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Symbol"/>
                <a:cs typeface="Symbol"/>
              </a:rPr>
              <a:t>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865376" y="2260092"/>
            <a:ext cx="533400" cy="457200"/>
          </a:xfrm>
          <a:custGeom>
            <a:avLst/>
            <a:gdLst/>
            <a:ahLst/>
            <a:cxnLst/>
            <a:rect l="l" t="t" r="r" b="b"/>
            <a:pathLst>
              <a:path w="533400" h="457200">
                <a:moveTo>
                  <a:pt x="0" y="0"/>
                </a:moveTo>
                <a:lnTo>
                  <a:pt x="533400" y="0"/>
                </a:lnTo>
                <a:lnTo>
                  <a:pt x="533400" y="457199"/>
                </a:lnTo>
                <a:lnTo>
                  <a:pt x="0" y="4571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60550" y="2255837"/>
            <a:ext cx="542925" cy="466725"/>
          </a:xfrm>
          <a:custGeom>
            <a:avLst/>
            <a:gdLst/>
            <a:ahLst/>
            <a:cxnLst/>
            <a:rect l="l" t="t" r="r" b="b"/>
            <a:pathLst>
              <a:path w="542925" h="466725">
                <a:moveTo>
                  <a:pt x="542925" y="466725"/>
                </a:moveTo>
                <a:lnTo>
                  <a:pt x="0" y="466725"/>
                </a:lnTo>
                <a:lnTo>
                  <a:pt x="0" y="0"/>
                </a:lnTo>
                <a:lnTo>
                  <a:pt x="542925" y="0"/>
                </a:lnTo>
                <a:lnTo>
                  <a:pt x="542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457200"/>
                </a:lnTo>
                <a:lnTo>
                  <a:pt x="4762" y="457200"/>
                </a:lnTo>
                <a:lnTo>
                  <a:pt x="9525" y="461962"/>
                </a:lnTo>
                <a:lnTo>
                  <a:pt x="542925" y="461962"/>
                </a:lnTo>
                <a:lnTo>
                  <a:pt x="542925" y="466725"/>
                </a:lnTo>
                <a:close/>
              </a:path>
              <a:path w="542925" h="466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542925" h="466725">
                <a:moveTo>
                  <a:pt x="533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533400" y="4762"/>
                </a:lnTo>
                <a:lnTo>
                  <a:pt x="533400" y="9525"/>
                </a:lnTo>
                <a:close/>
              </a:path>
              <a:path w="542925" h="466725">
                <a:moveTo>
                  <a:pt x="533400" y="461962"/>
                </a:moveTo>
                <a:lnTo>
                  <a:pt x="533400" y="4762"/>
                </a:lnTo>
                <a:lnTo>
                  <a:pt x="538162" y="9525"/>
                </a:lnTo>
                <a:lnTo>
                  <a:pt x="542925" y="9525"/>
                </a:lnTo>
                <a:lnTo>
                  <a:pt x="542925" y="457200"/>
                </a:lnTo>
                <a:lnTo>
                  <a:pt x="538162" y="457200"/>
                </a:lnTo>
                <a:lnTo>
                  <a:pt x="533400" y="461962"/>
                </a:lnTo>
                <a:close/>
              </a:path>
              <a:path w="542925" h="466725">
                <a:moveTo>
                  <a:pt x="542925" y="9525"/>
                </a:moveTo>
                <a:lnTo>
                  <a:pt x="538162" y="9525"/>
                </a:lnTo>
                <a:lnTo>
                  <a:pt x="533400" y="4762"/>
                </a:lnTo>
                <a:lnTo>
                  <a:pt x="542925" y="4762"/>
                </a:lnTo>
                <a:lnTo>
                  <a:pt x="542925" y="9525"/>
                </a:lnTo>
                <a:close/>
              </a:path>
              <a:path w="542925" h="466725">
                <a:moveTo>
                  <a:pt x="9525" y="461962"/>
                </a:moveTo>
                <a:lnTo>
                  <a:pt x="4762" y="457200"/>
                </a:lnTo>
                <a:lnTo>
                  <a:pt x="9525" y="457200"/>
                </a:lnTo>
                <a:lnTo>
                  <a:pt x="9525" y="461962"/>
                </a:lnTo>
                <a:close/>
              </a:path>
              <a:path w="542925" h="466725">
                <a:moveTo>
                  <a:pt x="533400" y="461962"/>
                </a:moveTo>
                <a:lnTo>
                  <a:pt x="9525" y="461962"/>
                </a:lnTo>
                <a:lnTo>
                  <a:pt x="9525" y="457200"/>
                </a:lnTo>
                <a:lnTo>
                  <a:pt x="533400" y="457200"/>
                </a:lnTo>
                <a:lnTo>
                  <a:pt x="533400" y="461962"/>
                </a:lnTo>
                <a:close/>
              </a:path>
              <a:path w="542925" h="466725">
                <a:moveTo>
                  <a:pt x="542925" y="461962"/>
                </a:moveTo>
                <a:lnTo>
                  <a:pt x="533400" y="461962"/>
                </a:lnTo>
                <a:lnTo>
                  <a:pt x="538162" y="457200"/>
                </a:lnTo>
                <a:lnTo>
                  <a:pt x="542925" y="457200"/>
                </a:lnTo>
                <a:lnTo>
                  <a:pt x="542925" y="461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398776" y="2260092"/>
            <a:ext cx="533400" cy="457200"/>
          </a:xfrm>
          <a:custGeom>
            <a:avLst/>
            <a:gdLst/>
            <a:ahLst/>
            <a:cxnLst/>
            <a:rect l="l" t="t" r="r" b="b"/>
            <a:pathLst>
              <a:path w="533400" h="457200">
                <a:moveTo>
                  <a:pt x="0" y="0"/>
                </a:moveTo>
                <a:lnTo>
                  <a:pt x="533400" y="0"/>
                </a:lnTo>
                <a:lnTo>
                  <a:pt x="533400" y="457199"/>
                </a:lnTo>
                <a:lnTo>
                  <a:pt x="0" y="4571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393950" y="2255837"/>
            <a:ext cx="542925" cy="466725"/>
          </a:xfrm>
          <a:custGeom>
            <a:avLst/>
            <a:gdLst/>
            <a:ahLst/>
            <a:cxnLst/>
            <a:rect l="l" t="t" r="r" b="b"/>
            <a:pathLst>
              <a:path w="542925" h="466725">
                <a:moveTo>
                  <a:pt x="542925" y="466725"/>
                </a:moveTo>
                <a:lnTo>
                  <a:pt x="0" y="466725"/>
                </a:lnTo>
                <a:lnTo>
                  <a:pt x="0" y="0"/>
                </a:lnTo>
                <a:lnTo>
                  <a:pt x="542925" y="0"/>
                </a:lnTo>
                <a:lnTo>
                  <a:pt x="542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457200"/>
                </a:lnTo>
                <a:lnTo>
                  <a:pt x="4762" y="457200"/>
                </a:lnTo>
                <a:lnTo>
                  <a:pt x="9525" y="461962"/>
                </a:lnTo>
                <a:lnTo>
                  <a:pt x="542925" y="461962"/>
                </a:lnTo>
                <a:lnTo>
                  <a:pt x="542925" y="466725"/>
                </a:lnTo>
                <a:close/>
              </a:path>
              <a:path w="542925" h="466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542925" h="466725">
                <a:moveTo>
                  <a:pt x="533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533400" y="4762"/>
                </a:lnTo>
                <a:lnTo>
                  <a:pt x="533400" y="9525"/>
                </a:lnTo>
                <a:close/>
              </a:path>
              <a:path w="542925" h="466725">
                <a:moveTo>
                  <a:pt x="533400" y="461962"/>
                </a:moveTo>
                <a:lnTo>
                  <a:pt x="533400" y="4762"/>
                </a:lnTo>
                <a:lnTo>
                  <a:pt x="538162" y="9525"/>
                </a:lnTo>
                <a:lnTo>
                  <a:pt x="542925" y="9525"/>
                </a:lnTo>
                <a:lnTo>
                  <a:pt x="542925" y="457200"/>
                </a:lnTo>
                <a:lnTo>
                  <a:pt x="538162" y="457200"/>
                </a:lnTo>
                <a:lnTo>
                  <a:pt x="533400" y="461962"/>
                </a:lnTo>
                <a:close/>
              </a:path>
              <a:path w="542925" h="466725">
                <a:moveTo>
                  <a:pt x="542925" y="9525"/>
                </a:moveTo>
                <a:lnTo>
                  <a:pt x="538162" y="9525"/>
                </a:lnTo>
                <a:lnTo>
                  <a:pt x="533400" y="4762"/>
                </a:lnTo>
                <a:lnTo>
                  <a:pt x="542925" y="4762"/>
                </a:lnTo>
                <a:lnTo>
                  <a:pt x="542925" y="9525"/>
                </a:lnTo>
                <a:close/>
              </a:path>
              <a:path w="542925" h="466725">
                <a:moveTo>
                  <a:pt x="9525" y="461962"/>
                </a:moveTo>
                <a:lnTo>
                  <a:pt x="4762" y="457200"/>
                </a:lnTo>
                <a:lnTo>
                  <a:pt x="9525" y="457200"/>
                </a:lnTo>
                <a:lnTo>
                  <a:pt x="9525" y="461962"/>
                </a:lnTo>
                <a:close/>
              </a:path>
              <a:path w="542925" h="466725">
                <a:moveTo>
                  <a:pt x="533400" y="461962"/>
                </a:moveTo>
                <a:lnTo>
                  <a:pt x="9525" y="461962"/>
                </a:lnTo>
                <a:lnTo>
                  <a:pt x="9525" y="457200"/>
                </a:lnTo>
                <a:lnTo>
                  <a:pt x="533400" y="457200"/>
                </a:lnTo>
                <a:lnTo>
                  <a:pt x="533400" y="461962"/>
                </a:lnTo>
                <a:close/>
              </a:path>
              <a:path w="542925" h="466725">
                <a:moveTo>
                  <a:pt x="542925" y="461962"/>
                </a:moveTo>
                <a:lnTo>
                  <a:pt x="533400" y="461962"/>
                </a:lnTo>
                <a:lnTo>
                  <a:pt x="538162" y="457200"/>
                </a:lnTo>
                <a:lnTo>
                  <a:pt x="542925" y="457200"/>
                </a:lnTo>
                <a:lnTo>
                  <a:pt x="542925" y="461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65376" y="2717292"/>
            <a:ext cx="533400" cy="457200"/>
          </a:xfrm>
          <a:custGeom>
            <a:avLst/>
            <a:gdLst/>
            <a:ahLst/>
            <a:cxnLst/>
            <a:rect l="l" t="t" r="r" b="b"/>
            <a:pathLst>
              <a:path w="533400" h="457200">
                <a:moveTo>
                  <a:pt x="0" y="0"/>
                </a:moveTo>
                <a:lnTo>
                  <a:pt x="533400" y="0"/>
                </a:lnTo>
                <a:lnTo>
                  <a:pt x="533400" y="457199"/>
                </a:lnTo>
                <a:lnTo>
                  <a:pt x="0" y="4571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860550" y="2713037"/>
            <a:ext cx="542925" cy="466725"/>
          </a:xfrm>
          <a:custGeom>
            <a:avLst/>
            <a:gdLst/>
            <a:ahLst/>
            <a:cxnLst/>
            <a:rect l="l" t="t" r="r" b="b"/>
            <a:pathLst>
              <a:path w="542925" h="466725">
                <a:moveTo>
                  <a:pt x="542925" y="466725"/>
                </a:moveTo>
                <a:lnTo>
                  <a:pt x="0" y="466725"/>
                </a:lnTo>
                <a:lnTo>
                  <a:pt x="0" y="0"/>
                </a:lnTo>
                <a:lnTo>
                  <a:pt x="542925" y="0"/>
                </a:lnTo>
                <a:lnTo>
                  <a:pt x="542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457200"/>
                </a:lnTo>
                <a:lnTo>
                  <a:pt x="4762" y="457200"/>
                </a:lnTo>
                <a:lnTo>
                  <a:pt x="9525" y="461962"/>
                </a:lnTo>
                <a:lnTo>
                  <a:pt x="542925" y="461962"/>
                </a:lnTo>
                <a:lnTo>
                  <a:pt x="542925" y="466725"/>
                </a:lnTo>
                <a:close/>
              </a:path>
              <a:path w="542925" h="466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542925" h="466725">
                <a:moveTo>
                  <a:pt x="533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533400" y="4762"/>
                </a:lnTo>
                <a:lnTo>
                  <a:pt x="533400" y="9525"/>
                </a:lnTo>
                <a:close/>
              </a:path>
              <a:path w="542925" h="466725">
                <a:moveTo>
                  <a:pt x="533400" y="461962"/>
                </a:moveTo>
                <a:lnTo>
                  <a:pt x="533400" y="4762"/>
                </a:lnTo>
                <a:lnTo>
                  <a:pt x="538162" y="9525"/>
                </a:lnTo>
                <a:lnTo>
                  <a:pt x="542925" y="9525"/>
                </a:lnTo>
                <a:lnTo>
                  <a:pt x="542925" y="457200"/>
                </a:lnTo>
                <a:lnTo>
                  <a:pt x="538162" y="457200"/>
                </a:lnTo>
                <a:lnTo>
                  <a:pt x="533400" y="461962"/>
                </a:lnTo>
                <a:close/>
              </a:path>
              <a:path w="542925" h="466725">
                <a:moveTo>
                  <a:pt x="542925" y="9525"/>
                </a:moveTo>
                <a:lnTo>
                  <a:pt x="538162" y="9525"/>
                </a:lnTo>
                <a:lnTo>
                  <a:pt x="533400" y="4762"/>
                </a:lnTo>
                <a:lnTo>
                  <a:pt x="542925" y="4762"/>
                </a:lnTo>
                <a:lnTo>
                  <a:pt x="542925" y="9525"/>
                </a:lnTo>
                <a:close/>
              </a:path>
              <a:path w="542925" h="466725">
                <a:moveTo>
                  <a:pt x="9525" y="461962"/>
                </a:moveTo>
                <a:lnTo>
                  <a:pt x="4762" y="457200"/>
                </a:lnTo>
                <a:lnTo>
                  <a:pt x="9525" y="457200"/>
                </a:lnTo>
                <a:lnTo>
                  <a:pt x="9525" y="461962"/>
                </a:lnTo>
                <a:close/>
              </a:path>
              <a:path w="542925" h="466725">
                <a:moveTo>
                  <a:pt x="533400" y="461962"/>
                </a:moveTo>
                <a:lnTo>
                  <a:pt x="9525" y="461962"/>
                </a:lnTo>
                <a:lnTo>
                  <a:pt x="9525" y="457200"/>
                </a:lnTo>
                <a:lnTo>
                  <a:pt x="533400" y="457200"/>
                </a:lnTo>
                <a:lnTo>
                  <a:pt x="533400" y="461962"/>
                </a:lnTo>
                <a:close/>
              </a:path>
              <a:path w="542925" h="466725">
                <a:moveTo>
                  <a:pt x="542925" y="461962"/>
                </a:moveTo>
                <a:lnTo>
                  <a:pt x="533400" y="461962"/>
                </a:lnTo>
                <a:lnTo>
                  <a:pt x="538162" y="457200"/>
                </a:lnTo>
                <a:lnTo>
                  <a:pt x="542925" y="457200"/>
                </a:lnTo>
                <a:lnTo>
                  <a:pt x="542925" y="461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997392" y="1774189"/>
            <a:ext cx="269875" cy="142875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algn="just">
              <a:lnSpc>
                <a:spcPts val="3600"/>
              </a:lnSpc>
              <a:spcBef>
                <a:spcPts val="425"/>
              </a:spcBef>
            </a:pPr>
            <a:r>
              <a:rPr sz="3200" dirty="0">
                <a:latin typeface="Tahoma"/>
                <a:cs typeface="Tahoma"/>
              </a:rPr>
              <a:t>A  B  C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398776" y="2717292"/>
            <a:ext cx="533400" cy="457200"/>
          </a:xfrm>
          <a:custGeom>
            <a:avLst/>
            <a:gdLst/>
            <a:ahLst/>
            <a:cxnLst/>
            <a:rect l="l" t="t" r="r" b="b"/>
            <a:pathLst>
              <a:path w="533400" h="457200">
                <a:moveTo>
                  <a:pt x="0" y="0"/>
                </a:moveTo>
                <a:lnTo>
                  <a:pt x="533400" y="0"/>
                </a:lnTo>
                <a:lnTo>
                  <a:pt x="533400" y="457199"/>
                </a:lnTo>
                <a:lnTo>
                  <a:pt x="0" y="4571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393950" y="2713037"/>
            <a:ext cx="542925" cy="466725"/>
          </a:xfrm>
          <a:custGeom>
            <a:avLst/>
            <a:gdLst/>
            <a:ahLst/>
            <a:cxnLst/>
            <a:rect l="l" t="t" r="r" b="b"/>
            <a:pathLst>
              <a:path w="542925" h="466725">
                <a:moveTo>
                  <a:pt x="542925" y="466725"/>
                </a:moveTo>
                <a:lnTo>
                  <a:pt x="0" y="466725"/>
                </a:lnTo>
                <a:lnTo>
                  <a:pt x="0" y="0"/>
                </a:lnTo>
                <a:lnTo>
                  <a:pt x="542925" y="0"/>
                </a:lnTo>
                <a:lnTo>
                  <a:pt x="542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457200"/>
                </a:lnTo>
                <a:lnTo>
                  <a:pt x="4762" y="457200"/>
                </a:lnTo>
                <a:lnTo>
                  <a:pt x="9525" y="461962"/>
                </a:lnTo>
                <a:lnTo>
                  <a:pt x="542925" y="461962"/>
                </a:lnTo>
                <a:lnTo>
                  <a:pt x="542925" y="466725"/>
                </a:lnTo>
                <a:close/>
              </a:path>
              <a:path w="542925" h="466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542925" h="466725">
                <a:moveTo>
                  <a:pt x="533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533400" y="4762"/>
                </a:lnTo>
                <a:lnTo>
                  <a:pt x="533400" y="9525"/>
                </a:lnTo>
                <a:close/>
              </a:path>
              <a:path w="542925" h="466725">
                <a:moveTo>
                  <a:pt x="533400" y="461962"/>
                </a:moveTo>
                <a:lnTo>
                  <a:pt x="533400" y="4762"/>
                </a:lnTo>
                <a:lnTo>
                  <a:pt x="538162" y="9525"/>
                </a:lnTo>
                <a:lnTo>
                  <a:pt x="542925" y="9525"/>
                </a:lnTo>
                <a:lnTo>
                  <a:pt x="542925" y="457200"/>
                </a:lnTo>
                <a:lnTo>
                  <a:pt x="538162" y="457200"/>
                </a:lnTo>
                <a:lnTo>
                  <a:pt x="533400" y="461962"/>
                </a:lnTo>
                <a:close/>
              </a:path>
              <a:path w="542925" h="466725">
                <a:moveTo>
                  <a:pt x="542925" y="9525"/>
                </a:moveTo>
                <a:lnTo>
                  <a:pt x="538162" y="9525"/>
                </a:lnTo>
                <a:lnTo>
                  <a:pt x="533400" y="4762"/>
                </a:lnTo>
                <a:lnTo>
                  <a:pt x="542925" y="4762"/>
                </a:lnTo>
                <a:lnTo>
                  <a:pt x="542925" y="9525"/>
                </a:lnTo>
                <a:close/>
              </a:path>
              <a:path w="542925" h="466725">
                <a:moveTo>
                  <a:pt x="9525" y="461962"/>
                </a:moveTo>
                <a:lnTo>
                  <a:pt x="4762" y="457200"/>
                </a:lnTo>
                <a:lnTo>
                  <a:pt x="9525" y="457200"/>
                </a:lnTo>
                <a:lnTo>
                  <a:pt x="9525" y="461962"/>
                </a:lnTo>
                <a:close/>
              </a:path>
              <a:path w="542925" h="466725">
                <a:moveTo>
                  <a:pt x="533400" y="461962"/>
                </a:moveTo>
                <a:lnTo>
                  <a:pt x="9525" y="461962"/>
                </a:lnTo>
                <a:lnTo>
                  <a:pt x="9525" y="457200"/>
                </a:lnTo>
                <a:lnTo>
                  <a:pt x="533400" y="457200"/>
                </a:lnTo>
                <a:lnTo>
                  <a:pt x="533400" y="461962"/>
                </a:lnTo>
                <a:close/>
              </a:path>
              <a:path w="542925" h="466725">
                <a:moveTo>
                  <a:pt x="542925" y="461962"/>
                </a:moveTo>
                <a:lnTo>
                  <a:pt x="533400" y="461962"/>
                </a:lnTo>
                <a:lnTo>
                  <a:pt x="538162" y="457200"/>
                </a:lnTo>
                <a:lnTo>
                  <a:pt x="542925" y="457200"/>
                </a:lnTo>
                <a:lnTo>
                  <a:pt x="542925" y="461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65376" y="3174492"/>
            <a:ext cx="533400" cy="457200"/>
          </a:xfrm>
          <a:custGeom>
            <a:avLst/>
            <a:gdLst/>
            <a:ahLst/>
            <a:cxnLst/>
            <a:rect l="l" t="t" r="r" b="b"/>
            <a:pathLst>
              <a:path w="533400" h="457200">
                <a:moveTo>
                  <a:pt x="0" y="0"/>
                </a:moveTo>
                <a:lnTo>
                  <a:pt x="533400" y="0"/>
                </a:lnTo>
                <a:lnTo>
                  <a:pt x="5334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860550" y="3170237"/>
            <a:ext cx="542925" cy="466725"/>
          </a:xfrm>
          <a:custGeom>
            <a:avLst/>
            <a:gdLst/>
            <a:ahLst/>
            <a:cxnLst/>
            <a:rect l="l" t="t" r="r" b="b"/>
            <a:pathLst>
              <a:path w="542925" h="466725">
                <a:moveTo>
                  <a:pt x="542925" y="466725"/>
                </a:moveTo>
                <a:lnTo>
                  <a:pt x="0" y="466725"/>
                </a:lnTo>
                <a:lnTo>
                  <a:pt x="0" y="0"/>
                </a:lnTo>
                <a:lnTo>
                  <a:pt x="542925" y="0"/>
                </a:lnTo>
                <a:lnTo>
                  <a:pt x="542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457200"/>
                </a:lnTo>
                <a:lnTo>
                  <a:pt x="4762" y="457200"/>
                </a:lnTo>
                <a:lnTo>
                  <a:pt x="9525" y="461962"/>
                </a:lnTo>
                <a:lnTo>
                  <a:pt x="542925" y="461962"/>
                </a:lnTo>
                <a:lnTo>
                  <a:pt x="542925" y="466725"/>
                </a:lnTo>
                <a:close/>
              </a:path>
              <a:path w="542925" h="466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542925" h="466725">
                <a:moveTo>
                  <a:pt x="533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533400" y="4762"/>
                </a:lnTo>
                <a:lnTo>
                  <a:pt x="533400" y="9525"/>
                </a:lnTo>
                <a:close/>
              </a:path>
              <a:path w="542925" h="466725">
                <a:moveTo>
                  <a:pt x="533400" y="461962"/>
                </a:moveTo>
                <a:lnTo>
                  <a:pt x="533400" y="4762"/>
                </a:lnTo>
                <a:lnTo>
                  <a:pt x="538162" y="9525"/>
                </a:lnTo>
                <a:lnTo>
                  <a:pt x="542925" y="9525"/>
                </a:lnTo>
                <a:lnTo>
                  <a:pt x="542925" y="457200"/>
                </a:lnTo>
                <a:lnTo>
                  <a:pt x="538162" y="457200"/>
                </a:lnTo>
                <a:lnTo>
                  <a:pt x="533400" y="461962"/>
                </a:lnTo>
                <a:close/>
              </a:path>
              <a:path w="542925" h="466725">
                <a:moveTo>
                  <a:pt x="542925" y="9525"/>
                </a:moveTo>
                <a:lnTo>
                  <a:pt x="538162" y="9525"/>
                </a:lnTo>
                <a:lnTo>
                  <a:pt x="533400" y="4762"/>
                </a:lnTo>
                <a:lnTo>
                  <a:pt x="542925" y="4762"/>
                </a:lnTo>
                <a:lnTo>
                  <a:pt x="542925" y="9525"/>
                </a:lnTo>
                <a:close/>
              </a:path>
              <a:path w="542925" h="466725">
                <a:moveTo>
                  <a:pt x="9525" y="461962"/>
                </a:moveTo>
                <a:lnTo>
                  <a:pt x="4762" y="457200"/>
                </a:lnTo>
                <a:lnTo>
                  <a:pt x="9525" y="457200"/>
                </a:lnTo>
                <a:lnTo>
                  <a:pt x="9525" y="461962"/>
                </a:lnTo>
                <a:close/>
              </a:path>
              <a:path w="542925" h="466725">
                <a:moveTo>
                  <a:pt x="533400" y="461962"/>
                </a:moveTo>
                <a:lnTo>
                  <a:pt x="9525" y="461962"/>
                </a:lnTo>
                <a:lnTo>
                  <a:pt x="9525" y="457200"/>
                </a:lnTo>
                <a:lnTo>
                  <a:pt x="533400" y="457200"/>
                </a:lnTo>
                <a:lnTo>
                  <a:pt x="533400" y="461962"/>
                </a:lnTo>
                <a:close/>
              </a:path>
              <a:path w="542925" h="466725">
                <a:moveTo>
                  <a:pt x="542925" y="461962"/>
                </a:moveTo>
                <a:lnTo>
                  <a:pt x="533400" y="461962"/>
                </a:lnTo>
                <a:lnTo>
                  <a:pt x="538162" y="457200"/>
                </a:lnTo>
                <a:lnTo>
                  <a:pt x="542925" y="457200"/>
                </a:lnTo>
                <a:lnTo>
                  <a:pt x="542925" y="461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398776" y="3174492"/>
            <a:ext cx="533400" cy="457200"/>
          </a:xfrm>
          <a:custGeom>
            <a:avLst/>
            <a:gdLst/>
            <a:ahLst/>
            <a:cxnLst/>
            <a:rect l="l" t="t" r="r" b="b"/>
            <a:pathLst>
              <a:path w="533400" h="457200">
                <a:moveTo>
                  <a:pt x="0" y="0"/>
                </a:moveTo>
                <a:lnTo>
                  <a:pt x="533400" y="0"/>
                </a:lnTo>
                <a:lnTo>
                  <a:pt x="5334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393950" y="3170237"/>
            <a:ext cx="542925" cy="466725"/>
          </a:xfrm>
          <a:custGeom>
            <a:avLst/>
            <a:gdLst/>
            <a:ahLst/>
            <a:cxnLst/>
            <a:rect l="l" t="t" r="r" b="b"/>
            <a:pathLst>
              <a:path w="542925" h="466725">
                <a:moveTo>
                  <a:pt x="542925" y="466725"/>
                </a:moveTo>
                <a:lnTo>
                  <a:pt x="0" y="466725"/>
                </a:lnTo>
                <a:lnTo>
                  <a:pt x="0" y="0"/>
                </a:lnTo>
                <a:lnTo>
                  <a:pt x="542925" y="0"/>
                </a:lnTo>
                <a:lnTo>
                  <a:pt x="542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457200"/>
                </a:lnTo>
                <a:lnTo>
                  <a:pt x="4762" y="457200"/>
                </a:lnTo>
                <a:lnTo>
                  <a:pt x="9525" y="461962"/>
                </a:lnTo>
                <a:lnTo>
                  <a:pt x="542925" y="461962"/>
                </a:lnTo>
                <a:lnTo>
                  <a:pt x="542925" y="466725"/>
                </a:lnTo>
                <a:close/>
              </a:path>
              <a:path w="542925" h="466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542925" h="466725">
                <a:moveTo>
                  <a:pt x="533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533400" y="4762"/>
                </a:lnTo>
                <a:lnTo>
                  <a:pt x="533400" y="9525"/>
                </a:lnTo>
                <a:close/>
              </a:path>
              <a:path w="542925" h="466725">
                <a:moveTo>
                  <a:pt x="533400" y="461962"/>
                </a:moveTo>
                <a:lnTo>
                  <a:pt x="533400" y="4762"/>
                </a:lnTo>
                <a:lnTo>
                  <a:pt x="538162" y="9525"/>
                </a:lnTo>
                <a:lnTo>
                  <a:pt x="542925" y="9525"/>
                </a:lnTo>
                <a:lnTo>
                  <a:pt x="542925" y="457200"/>
                </a:lnTo>
                <a:lnTo>
                  <a:pt x="538162" y="457200"/>
                </a:lnTo>
                <a:lnTo>
                  <a:pt x="533400" y="461962"/>
                </a:lnTo>
                <a:close/>
              </a:path>
              <a:path w="542925" h="466725">
                <a:moveTo>
                  <a:pt x="542925" y="9525"/>
                </a:moveTo>
                <a:lnTo>
                  <a:pt x="538162" y="9525"/>
                </a:lnTo>
                <a:lnTo>
                  <a:pt x="533400" y="4762"/>
                </a:lnTo>
                <a:lnTo>
                  <a:pt x="542925" y="4762"/>
                </a:lnTo>
                <a:lnTo>
                  <a:pt x="542925" y="9525"/>
                </a:lnTo>
                <a:close/>
              </a:path>
              <a:path w="542925" h="466725">
                <a:moveTo>
                  <a:pt x="9525" y="461962"/>
                </a:moveTo>
                <a:lnTo>
                  <a:pt x="4762" y="457200"/>
                </a:lnTo>
                <a:lnTo>
                  <a:pt x="9525" y="457200"/>
                </a:lnTo>
                <a:lnTo>
                  <a:pt x="9525" y="461962"/>
                </a:lnTo>
                <a:close/>
              </a:path>
              <a:path w="542925" h="466725">
                <a:moveTo>
                  <a:pt x="533400" y="461962"/>
                </a:moveTo>
                <a:lnTo>
                  <a:pt x="9525" y="461962"/>
                </a:lnTo>
                <a:lnTo>
                  <a:pt x="9525" y="457200"/>
                </a:lnTo>
                <a:lnTo>
                  <a:pt x="533400" y="457200"/>
                </a:lnTo>
                <a:lnTo>
                  <a:pt x="533400" y="461962"/>
                </a:lnTo>
                <a:close/>
              </a:path>
              <a:path w="542925" h="466725">
                <a:moveTo>
                  <a:pt x="542925" y="461962"/>
                </a:moveTo>
                <a:lnTo>
                  <a:pt x="533400" y="461962"/>
                </a:lnTo>
                <a:lnTo>
                  <a:pt x="538162" y="457200"/>
                </a:lnTo>
                <a:lnTo>
                  <a:pt x="542925" y="457200"/>
                </a:lnTo>
                <a:lnTo>
                  <a:pt x="542925" y="461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547937" y="3205479"/>
            <a:ext cx="2349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Symbol"/>
                <a:cs typeface="Symbol"/>
              </a:rPr>
              <a:t>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865376" y="3631691"/>
            <a:ext cx="533400" cy="457200"/>
          </a:xfrm>
          <a:custGeom>
            <a:avLst/>
            <a:gdLst/>
            <a:ahLst/>
            <a:cxnLst/>
            <a:rect l="l" t="t" r="r" b="b"/>
            <a:pathLst>
              <a:path w="533400" h="457200">
                <a:moveTo>
                  <a:pt x="0" y="0"/>
                </a:moveTo>
                <a:lnTo>
                  <a:pt x="533400" y="0"/>
                </a:lnTo>
                <a:lnTo>
                  <a:pt x="5334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860550" y="3627437"/>
            <a:ext cx="542925" cy="466725"/>
          </a:xfrm>
          <a:custGeom>
            <a:avLst/>
            <a:gdLst/>
            <a:ahLst/>
            <a:cxnLst/>
            <a:rect l="l" t="t" r="r" b="b"/>
            <a:pathLst>
              <a:path w="542925" h="466725">
                <a:moveTo>
                  <a:pt x="542925" y="466725"/>
                </a:moveTo>
                <a:lnTo>
                  <a:pt x="0" y="466725"/>
                </a:lnTo>
                <a:lnTo>
                  <a:pt x="0" y="0"/>
                </a:lnTo>
                <a:lnTo>
                  <a:pt x="542925" y="0"/>
                </a:lnTo>
                <a:lnTo>
                  <a:pt x="542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457200"/>
                </a:lnTo>
                <a:lnTo>
                  <a:pt x="4762" y="457200"/>
                </a:lnTo>
                <a:lnTo>
                  <a:pt x="9525" y="461962"/>
                </a:lnTo>
                <a:lnTo>
                  <a:pt x="542925" y="461962"/>
                </a:lnTo>
                <a:lnTo>
                  <a:pt x="542925" y="466725"/>
                </a:lnTo>
                <a:close/>
              </a:path>
              <a:path w="542925" h="466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542925" h="466725">
                <a:moveTo>
                  <a:pt x="533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533400" y="4762"/>
                </a:lnTo>
                <a:lnTo>
                  <a:pt x="533400" y="9525"/>
                </a:lnTo>
                <a:close/>
              </a:path>
              <a:path w="542925" h="466725">
                <a:moveTo>
                  <a:pt x="533400" y="461962"/>
                </a:moveTo>
                <a:lnTo>
                  <a:pt x="533400" y="4762"/>
                </a:lnTo>
                <a:lnTo>
                  <a:pt x="538162" y="9525"/>
                </a:lnTo>
                <a:lnTo>
                  <a:pt x="542925" y="9525"/>
                </a:lnTo>
                <a:lnTo>
                  <a:pt x="542925" y="457200"/>
                </a:lnTo>
                <a:lnTo>
                  <a:pt x="538162" y="457200"/>
                </a:lnTo>
                <a:lnTo>
                  <a:pt x="533400" y="461962"/>
                </a:lnTo>
                <a:close/>
              </a:path>
              <a:path w="542925" h="466725">
                <a:moveTo>
                  <a:pt x="542925" y="9525"/>
                </a:moveTo>
                <a:lnTo>
                  <a:pt x="538162" y="9525"/>
                </a:lnTo>
                <a:lnTo>
                  <a:pt x="533400" y="4762"/>
                </a:lnTo>
                <a:lnTo>
                  <a:pt x="542925" y="4762"/>
                </a:lnTo>
                <a:lnTo>
                  <a:pt x="542925" y="9525"/>
                </a:lnTo>
                <a:close/>
              </a:path>
              <a:path w="542925" h="466725">
                <a:moveTo>
                  <a:pt x="9525" y="461962"/>
                </a:moveTo>
                <a:lnTo>
                  <a:pt x="4762" y="457200"/>
                </a:lnTo>
                <a:lnTo>
                  <a:pt x="9525" y="457200"/>
                </a:lnTo>
                <a:lnTo>
                  <a:pt x="9525" y="461962"/>
                </a:lnTo>
                <a:close/>
              </a:path>
              <a:path w="542925" h="466725">
                <a:moveTo>
                  <a:pt x="533400" y="461962"/>
                </a:moveTo>
                <a:lnTo>
                  <a:pt x="9525" y="461962"/>
                </a:lnTo>
                <a:lnTo>
                  <a:pt x="9525" y="457200"/>
                </a:lnTo>
                <a:lnTo>
                  <a:pt x="533400" y="457200"/>
                </a:lnTo>
                <a:lnTo>
                  <a:pt x="533400" y="461962"/>
                </a:lnTo>
                <a:close/>
              </a:path>
              <a:path w="542925" h="466725">
                <a:moveTo>
                  <a:pt x="542925" y="461962"/>
                </a:moveTo>
                <a:lnTo>
                  <a:pt x="533400" y="461962"/>
                </a:lnTo>
                <a:lnTo>
                  <a:pt x="538162" y="457200"/>
                </a:lnTo>
                <a:lnTo>
                  <a:pt x="542925" y="457200"/>
                </a:lnTo>
                <a:lnTo>
                  <a:pt x="542925" y="461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398776" y="3631691"/>
            <a:ext cx="533400" cy="457200"/>
          </a:xfrm>
          <a:custGeom>
            <a:avLst/>
            <a:gdLst/>
            <a:ahLst/>
            <a:cxnLst/>
            <a:rect l="l" t="t" r="r" b="b"/>
            <a:pathLst>
              <a:path w="533400" h="457200">
                <a:moveTo>
                  <a:pt x="0" y="0"/>
                </a:moveTo>
                <a:lnTo>
                  <a:pt x="533400" y="0"/>
                </a:lnTo>
                <a:lnTo>
                  <a:pt x="5334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393950" y="3627437"/>
            <a:ext cx="542925" cy="466725"/>
          </a:xfrm>
          <a:custGeom>
            <a:avLst/>
            <a:gdLst/>
            <a:ahLst/>
            <a:cxnLst/>
            <a:rect l="l" t="t" r="r" b="b"/>
            <a:pathLst>
              <a:path w="542925" h="466725">
                <a:moveTo>
                  <a:pt x="542925" y="466725"/>
                </a:moveTo>
                <a:lnTo>
                  <a:pt x="0" y="466725"/>
                </a:lnTo>
                <a:lnTo>
                  <a:pt x="0" y="0"/>
                </a:lnTo>
                <a:lnTo>
                  <a:pt x="542925" y="0"/>
                </a:lnTo>
                <a:lnTo>
                  <a:pt x="542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457200"/>
                </a:lnTo>
                <a:lnTo>
                  <a:pt x="4762" y="457200"/>
                </a:lnTo>
                <a:lnTo>
                  <a:pt x="9525" y="461962"/>
                </a:lnTo>
                <a:lnTo>
                  <a:pt x="542925" y="461962"/>
                </a:lnTo>
                <a:lnTo>
                  <a:pt x="542925" y="466725"/>
                </a:lnTo>
                <a:close/>
              </a:path>
              <a:path w="542925" h="466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542925" h="466725">
                <a:moveTo>
                  <a:pt x="533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533400" y="4762"/>
                </a:lnTo>
                <a:lnTo>
                  <a:pt x="533400" y="9525"/>
                </a:lnTo>
                <a:close/>
              </a:path>
              <a:path w="542925" h="466725">
                <a:moveTo>
                  <a:pt x="533400" y="461962"/>
                </a:moveTo>
                <a:lnTo>
                  <a:pt x="533400" y="4762"/>
                </a:lnTo>
                <a:lnTo>
                  <a:pt x="538162" y="9525"/>
                </a:lnTo>
                <a:lnTo>
                  <a:pt x="542925" y="9525"/>
                </a:lnTo>
                <a:lnTo>
                  <a:pt x="542925" y="457200"/>
                </a:lnTo>
                <a:lnTo>
                  <a:pt x="538162" y="457200"/>
                </a:lnTo>
                <a:lnTo>
                  <a:pt x="533400" y="461962"/>
                </a:lnTo>
                <a:close/>
              </a:path>
              <a:path w="542925" h="466725">
                <a:moveTo>
                  <a:pt x="542925" y="9525"/>
                </a:moveTo>
                <a:lnTo>
                  <a:pt x="538162" y="9525"/>
                </a:lnTo>
                <a:lnTo>
                  <a:pt x="533400" y="4762"/>
                </a:lnTo>
                <a:lnTo>
                  <a:pt x="542925" y="4762"/>
                </a:lnTo>
                <a:lnTo>
                  <a:pt x="542925" y="9525"/>
                </a:lnTo>
                <a:close/>
              </a:path>
              <a:path w="542925" h="466725">
                <a:moveTo>
                  <a:pt x="9525" y="461962"/>
                </a:moveTo>
                <a:lnTo>
                  <a:pt x="4762" y="457200"/>
                </a:lnTo>
                <a:lnTo>
                  <a:pt x="9525" y="457200"/>
                </a:lnTo>
                <a:lnTo>
                  <a:pt x="9525" y="461962"/>
                </a:lnTo>
                <a:close/>
              </a:path>
              <a:path w="542925" h="466725">
                <a:moveTo>
                  <a:pt x="533400" y="461962"/>
                </a:moveTo>
                <a:lnTo>
                  <a:pt x="9525" y="461962"/>
                </a:lnTo>
                <a:lnTo>
                  <a:pt x="9525" y="457200"/>
                </a:lnTo>
                <a:lnTo>
                  <a:pt x="533400" y="457200"/>
                </a:lnTo>
                <a:lnTo>
                  <a:pt x="533400" y="461962"/>
                </a:lnTo>
                <a:close/>
              </a:path>
              <a:path w="542925" h="466725">
                <a:moveTo>
                  <a:pt x="542925" y="461962"/>
                </a:moveTo>
                <a:lnTo>
                  <a:pt x="533400" y="461962"/>
                </a:lnTo>
                <a:lnTo>
                  <a:pt x="538162" y="457200"/>
                </a:lnTo>
                <a:lnTo>
                  <a:pt x="542925" y="457200"/>
                </a:lnTo>
                <a:lnTo>
                  <a:pt x="542925" y="461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865376" y="4088891"/>
            <a:ext cx="533400" cy="457200"/>
          </a:xfrm>
          <a:custGeom>
            <a:avLst/>
            <a:gdLst/>
            <a:ahLst/>
            <a:cxnLst/>
            <a:rect l="l" t="t" r="r" b="b"/>
            <a:pathLst>
              <a:path w="533400" h="457200">
                <a:moveTo>
                  <a:pt x="0" y="0"/>
                </a:moveTo>
                <a:lnTo>
                  <a:pt x="533400" y="0"/>
                </a:lnTo>
                <a:lnTo>
                  <a:pt x="5334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860550" y="4084637"/>
            <a:ext cx="542925" cy="466725"/>
          </a:xfrm>
          <a:custGeom>
            <a:avLst/>
            <a:gdLst/>
            <a:ahLst/>
            <a:cxnLst/>
            <a:rect l="l" t="t" r="r" b="b"/>
            <a:pathLst>
              <a:path w="542925" h="466725">
                <a:moveTo>
                  <a:pt x="542925" y="466725"/>
                </a:moveTo>
                <a:lnTo>
                  <a:pt x="0" y="466725"/>
                </a:lnTo>
                <a:lnTo>
                  <a:pt x="0" y="0"/>
                </a:lnTo>
                <a:lnTo>
                  <a:pt x="542925" y="0"/>
                </a:lnTo>
                <a:lnTo>
                  <a:pt x="542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457200"/>
                </a:lnTo>
                <a:lnTo>
                  <a:pt x="4762" y="457200"/>
                </a:lnTo>
                <a:lnTo>
                  <a:pt x="9525" y="461962"/>
                </a:lnTo>
                <a:lnTo>
                  <a:pt x="542925" y="461962"/>
                </a:lnTo>
                <a:lnTo>
                  <a:pt x="542925" y="466725"/>
                </a:lnTo>
                <a:close/>
              </a:path>
              <a:path w="542925" h="466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542925" h="466725">
                <a:moveTo>
                  <a:pt x="533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533400" y="4762"/>
                </a:lnTo>
                <a:lnTo>
                  <a:pt x="533400" y="9525"/>
                </a:lnTo>
                <a:close/>
              </a:path>
              <a:path w="542925" h="466725">
                <a:moveTo>
                  <a:pt x="533400" y="461962"/>
                </a:moveTo>
                <a:lnTo>
                  <a:pt x="533400" y="4762"/>
                </a:lnTo>
                <a:lnTo>
                  <a:pt x="538162" y="9525"/>
                </a:lnTo>
                <a:lnTo>
                  <a:pt x="542925" y="9525"/>
                </a:lnTo>
                <a:lnTo>
                  <a:pt x="542925" y="457200"/>
                </a:lnTo>
                <a:lnTo>
                  <a:pt x="538162" y="457200"/>
                </a:lnTo>
                <a:lnTo>
                  <a:pt x="533400" y="461962"/>
                </a:lnTo>
                <a:close/>
              </a:path>
              <a:path w="542925" h="466725">
                <a:moveTo>
                  <a:pt x="542925" y="9525"/>
                </a:moveTo>
                <a:lnTo>
                  <a:pt x="538162" y="9525"/>
                </a:lnTo>
                <a:lnTo>
                  <a:pt x="533400" y="4762"/>
                </a:lnTo>
                <a:lnTo>
                  <a:pt x="542925" y="4762"/>
                </a:lnTo>
                <a:lnTo>
                  <a:pt x="542925" y="9525"/>
                </a:lnTo>
                <a:close/>
              </a:path>
              <a:path w="542925" h="466725">
                <a:moveTo>
                  <a:pt x="9525" y="461962"/>
                </a:moveTo>
                <a:lnTo>
                  <a:pt x="4762" y="457200"/>
                </a:lnTo>
                <a:lnTo>
                  <a:pt x="9525" y="457200"/>
                </a:lnTo>
                <a:lnTo>
                  <a:pt x="9525" y="461962"/>
                </a:lnTo>
                <a:close/>
              </a:path>
              <a:path w="542925" h="466725">
                <a:moveTo>
                  <a:pt x="533400" y="461962"/>
                </a:moveTo>
                <a:lnTo>
                  <a:pt x="9525" y="461962"/>
                </a:lnTo>
                <a:lnTo>
                  <a:pt x="9525" y="457200"/>
                </a:lnTo>
                <a:lnTo>
                  <a:pt x="533400" y="457200"/>
                </a:lnTo>
                <a:lnTo>
                  <a:pt x="533400" y="461962"/>
                </a:lnTo>
                <a:close/>
              </a:path>
              <a:path w="542925" h="466725">
                <a:moveTo>
                  <a:pt x="542925" y="461962"/>
                </a:moveTo>
                <a:lnTo>
                  <a:pt x="533400" y="461962"/>
                </a:lnTo>
                <a:lnTo>
                  <a:pt x="538162" y="457200"/>
                </a:lnTo>
                <a:lnTo>
                  <a:pt x="542925" y="457200"/>
                </a:lnTo>
                <a:lnTo>
                  <a:pt x="542925" y="461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398776" y="4088891"/>
            <a:ext cx="533400" cy="457200"/>
          </a:xfrm>
          <a:custGeom>
            <a:avLst/>
            <a:gdLst/>
            <a:ahLst/>
            <a:cxnLst/>
            <a:rect l="l" t="t" r="r" b="b"/>
            <a:pathLst>
              <a:path w="533400" h="457200">
                <a:moveTo>
                  <a:pt x="0" y="0"/>
                </a:moveTo>
                <a:lnTo>
                  <a:pt x="533400" y="0"/>
                </a:lnTo>
                <a:lnTo>
                  <a:pt x="5334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393950" y="4084637"/>
            <a:ext cx="542925" cy="466725"/>
          </a:xfrm>
          <a:custGeom>
            <a:avLst/>
            <a:gdLst/>
            <a:ahLst/>
            <a:cxnLst/>
            <a:rect l="l" t="t" r="r" b="b"/>
            <a:pathLst>
              <a:path w="542925" h="466725">
                <a:moveTo>
                  <a:pt x="542925" y="466725"/>
                </a:moveTo>
                <a:lnTo>
                  <a:pt x="0" y="466725"/>
                </a:lnTo>
                <a:lnTo>
                  <a:pt x="0" y="0"/>
                </a:lnTo>
                <a:lnTo>
                  <a:pt x="542925" y="0"/>
                </a:lnTo>
                <a:lnTo>
                  <a:pt x="542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457200"/>
                </a:lnTo>
                <a:lnTo>
                  <a:pt x="4762" y="457200"/>
                </a:lnTo>
                <a:lnTo>
                  <a:pt x="9525" y="461962"/>
                </a:lnTo>
                <a:lnTo>
                  <a:pt x="542925" y="461962"/>
                </a:lnTo>
                <a:lnTo>
                  <a:pt x="542925" y="466725"/>
                </a:lnTo>
                <a:close/>
              </a:path>
              <a:path w="542925" h="466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542925" h="466725">
                <a:moveTo>
                  <a:pt x="533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533400" y="4762"/>
                </a:lnTo>
                <a:lnTo>
                  <a:pt x="533400" y="9525"/>
                </a:lnTo>
                <a:close/>
              </a:path>
              <a:path w="542925" h="466725">
                <a:moveTo>
                  <a:pt x="533400" y="461962"/>
                </a:moveTo>
                <a:lnTo>
                  <a:pt x="533400" y="4762"/>
                </a:lnTo>
                <a:lnTo>
                  <a:pt x="538162" y="9525"/>
                </a:lnTo>
                <a:lnTo>
                  <a:pt x="542925" y="9525"/>
                </a:lnTo>
                <a:lnTo>
                  <a:pt x="542925" y="457200"/>
                </a:lnTo>
                <a:lnTo>
                  <a:pt x="538162" y="457200"/>
                </a:lnTo>
                <a:lnTo>
                  <a:pt x="533400" y="461962"/>
                </a:lnTo>
                <a:close/>
              </a:path>
              <a:path w="542925" h="466725">
                <a:moveTo>
                  <a:pt x="542925" y="9525"/>
                </a:moveTo>
                <a:lnTo>
                  <a:pt x="538162" y="9525"/>
                </a:lnTo>
                <a:lnTo>
                  <a:pt x="533400" y="4762"/>
                </a:lnTo>
                <a:lnTo>
                  <a:pt x="542925" y="4762"/>
                </a:lnTo>
                <a:lnTo>
                  <a:pt x="542925" y="9525"/>
                </a:lnTo>
                <a:close/>
              </a:path>
              <a:path w="542925" h="466725">
                <a:moveTo>
                  <a:pt x="9525" y="461962"/>
                </a:moveTo>
                <a:lnTo>
                  <a:pt x="4762" y="457200"/>
                </a:lnTo>
                <a:lnTo>
                  <a:pt x="9525" y="457200"/>
                </a:lnTo>
                <a:lnTo>
                  <a:pt x="9525" y="461962"/>
                </a:lnTo>
                <a:close/>
              </a:path>
              <a:path w="542925" h="466725">
                <a:moveTo>
                  <a:pt x="533400" y="461962"/>
                </a:moveTo>
                <a:lnTo>
                  <a:pt x="9525" y="461962"/>
                </a:lnTo>
                <a:lnTo>
                  <a:pt x="9525" y="457200"/>
                </a:lnTo>
                <a:lnTo>
                  <a:pt x="533400" y="457200"/>
                </a:lnTo>
                <a:lnTo>
                  <a:pt x="533400" y="461962"/>
                </a:lnTo>
                <a:close/>
              </a:path>
              <a:path w="542925" h="466725">
                <a:moveTo>
                  <a:pt x="542925" y="461962"/>
                </a:moveTo>
                <a:lnTo>
                  <a:pt x="533400" y="461962"/>
                </a:lnTo>
                <a:lnTo>
                  <a:pt x="538162" y="457200"/>
                </a:lnTo>
                <a:lnTo>
                  <a:pt x="542925" y="457200"/>
                </a:lnTo>
                <a:lnTo>
                  <a:pt x="542925" y="461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865376" y="4546091"/>
            <a:ext cx="533400" cy="914400"/>
          </a:xfrm>
          <a:custGeom>
            <a:avLst/>
            <a:gdLst/>
            <a:ahLst/>
            <a:cxnLst/>
            <a:rect l="l" t="t" r="r" b="b"/>
            <a:pathLst>
              <a:path w="533400" h="914400">
                <a:moveTo>
                  <a:pt x="0" y="0"/>
                </a:moveTo>
                <a:lnTo>
                  <a:pt x="533400" y="0"/>
                </a:lnTo>
                <a:lnTo>
                  <a:pt x="5334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860550" y="4541837"/>
            <a:ext cx="542925" cy="923925"/>
          </a:xfrm>
          <a:custGeom>
            <a:avLst/>
            <a:gdLst/>
            <a:ahLst/>
            <a:cxnLst/>
            <a:rect l="l" t="t" r="r" b="b"/>
            <a:pathLst>
              <a:path w="542925" h="923925">
                <a:moveTo>
                  <a:pt x="542925" y="923925"/>
                </a:moveTo>
                <a:lnTo>
                  <a:pt x="0" y="923925"/>
                </a:lnTo>
                <a:lnTo>
                  <a:pt x="0" y="0"/>
                </a:lnTo>
                <a:lnTo>
                  <a:pt x="542925" y="0"/>
                </a:lnTo>
                <a:lnTo>
                  <a:pt x="542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14400"/>
                </a:lnTo>
                <a:lnTo>
                  <a:pt x="4762" y="914400"/>
                </a:lnTo>
                <a:lnTo>
                  <a:pt x="9525" y="919162"/>
                </a:lnTo>
                <a:lnTo>
                  <a:pt x="542925" y="919162"/>
                </a:lnTo>
                <a:lnTo>
                  <a:pt x="542925" y="923925"/>
                </a:lnTo>
                <a:close/>
              </a:path>
              <a:path w="542925" h="923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542925" h="923925">
                <a:moveTo>
                  <a:pt x="533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533400" y="4762"/>
                </a:lnTo>
                <a:lnTo>
                  <a:pt x="533400" y="9525"/>
                </a:lnTo>
                <a:close/>
              </a:path>
              <a:path w="542925" h="923925">
                <a:moveTo>
                  <a:pt x="533400" y="919162"/>
                </a:moveTo>
                <a:lnTo>
                  <a:pt x="533400" y="4762"/>
                </a:lnTo>
                <a:lnTo>
                  <a:pt x="538162" y="9525"/>
                </a:lnTo>
                <a:lnTo>
                  <a:pt x="542925" y="9525"/>
                </a:lnTo>
                <a:lnTo>
                  <a:pt x="542925" y="914400"/>
                </a:lnTo>
                <a:lnTo>
                  <a:pt x="538162" y="914400"/>
                </a:lnTo>
                <a:lnTo>
                  <a:pt x="533400" y="919162"/>
                </a:lnTo>
                <a:close/>
              </a:path>
              <a:path w="542925" h="923925">
                <a:moveTo>
                  <a:pt x="542925" y="9525"/>
                </a:moveTo>
                <a:lnTo>
                  <a:pt x="538162" y="9525"/>
                </a:lnTo>
                <a:lnTo>
                  <a:pt x="533400" y="4762"/>
                </a:lnTo>
                <a:lnTo>
                  <a:pt x="542925" y="4762"/>
                </a:lnTo>
                <a:lnTo>
                  <a:pt x="542925" y="9525"/>
                </a:lnTo>
                <a:close/>
              </a:path>
              <a:path w="542925" h="923925">
                <a:moveTo>
                  <a:pt x="9525" y="919162"/>
                </a:moveTo>
                <a:lnTo>
                  <a:pt x="4762" y="914400"/>
                </a:lnTo>
                <a:lnTo>
                  <a:pt x="9525" y="914400"/>
                </a:lnTo>
                <a:lnTo>
                  <a:pt x="9525" y="919162"/>
                </a:lnTo>
                <a:close/>
              </a:path>
              <a:path w="542925" h="923925">
                <a:moveTo>
                  <a:pt x="533400" y="919162"/>
                </a:moveTo>
                <a:lnTo>
                  <a:pt x="9525" y="919162"/>
                </a:lnTo>
                <a:lnTo>
                  <a:pt x="9525" y="914400"/>
                </a:lnTo>
                <a:lnTo>
                  <a:pt x="533400" y="914400"/>
                </a:lnTo>
                <a:lnTo>
                  <a:pt x="533400" y="919162"/>
                </a:lnTo>
                <a:close/>
              </a:path>
              <a:path w="542925" h="923925">
                <a:moveTo>
                  <a:pt x="542925" y="919162"/>
                </a:moveTo>
                <a:lnTo>
                  <a:pt x="533400" y="919162"/>
                </a:lnTo>
                <a:lnTo>
                  <a:pt x="538162" y="914400"/>
                </a:lnTo>
                <a:lnTo>
                  <a:pt x="542925" y="914400"/>
                </a:lnTo>
                <a:lnTo>
                  <a:pt x="542925" y="919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398776" y="4546091"/>
            <a:ext cx="533400" cy="914400"/>
          </a:xfrm>
          <a:custGeom>
            <a:avLst/>
            <a:gdLst/>
            <a:ahLst/>
            <a:cxnLst/>
            <a:rect l="l" t="t" r="r" b="b"/>
            <a:pathLst>
              <a:path w="533400" h="914400">
                <a:moveTo>
                  <a:pt x="0" y="0"/>
                </a:moveTo>
                <a:lnTo>
                  <a:pt x="533400" y="0"/>
                </a:lnTo>
                <a:lnTo>
                  <a:pt x="5334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393950" y="4541837"/>
            <a:ext cx="542925" cy="923925"/>
          </a:xfrm>
          <a:custGeom>
            <a:avLst/>
            <a:gdLst/>
            <a:ahLst/>
            <a:cxnLst/>
            <a:rect l="l" t="t" r="r" b="b"/>
            <a:pathLst>
              <a:path w="542925" h="923925">
                <a:moveTo>
                  <a:pt x="542925" y="923925"/>
                </a:moveTo>
                <a:lnTo>
                  <a:pt x="0" y="923925"/>
                </a:lnTo>
                <a:lnTo>
                  <a:pt x="0" y="0"/>
                </a:lnTo>
                <a:lnTo>
                  <a:pt x="542925" y="0"/>
                </a:lnTo>
                <a:lnTo>
                  <a:pt x="542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14400"/>
                </a:lnTo>
                <a:lnTo>
                  <a:pt x="4762" y="914400"/>
                </a:lnTo>
                <a:lnTo>
                  <a:pt x="9525" y="919162"/>
                </a:lnTo>
                <a:lnTo>
                  <a:pt x="542925" y="919162"/>
                </a:lnTo>
                <a:lnTo>
                  <a:pt x="542925" y="923925"/>
                </a:lnTo>
                <a:close/>
              </a:path>
              <a:path w="542925" h="923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542925" h="923925">
                <a:moveTo>
                  <a:pt x="533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533400" y="4762"/>
                </a:lnTo>
                <a:lnTo>
                  <a:pt x="533400" y="9525"/>
                </a:lnTo>
                <a:close/>
              </a:path>
              <a:path w="542925" h="923925">
                <a:moveTo>
                  <a:pt x="533400" y="919162"/>
                </a:moveTo>
                <a:lnTo>
                  <a:pt x="533400" y="4762"/>
                </a:lnTo>
                <a:lnTo>
                  <a:pt x="538162" y="9525"/>
                </a:lnTo>
                <a:lnTo>
                  <a:pt x="542925" y="9525"/>
                </a:lnTo>
                <a:lnTo>
                  <a:pt x="542925" y="914400"/>
                </a:lnTo>
                <a:lnTo>
                  <a:pt x="538162" y="914400"/>
                </a:lnTo>
                <a:lnTo>
                  <a:pt x="533400" y="919162"/>
                </a:lnTo>
                <a:close/>
              </a:path>
              <a:path w="542925" h="923925">
                <a:moveTo>
                  <a:pt x="542925" y="9525"/>
                </a:moveTo>
                <a:lnTo>
                  <a:pt x="538162" y="9525"/>
                </a:lnTo>
                <a:lnTo>
                  <a:pt x="533400" y="4762"/>
                </a:lnTo>
                <a:lnTo>
                  <a:pt x="542925" y="4762"/>
                </a:lnTo>
                <a:lnTo>
                  <a:pt x="542925" y="9525"/>
                </a:lnTo>
                <a:close/>
              </a:path>
              <a:path w="542925" h="923925">
                <a:moveTo>
                  <a:pt x="9525" y="919162"/>
                </a:moveTo>
                <a:lnTo>
                  <a:pt x="4762" y="914400"/>
                </a:lnTo>
                <a:lnTo>
                  <a:pt x="9525" y="914400"/>
                </a:lnTo>
                <a:lnTo>
                  <a:pt x="9525" y="919162"/>
                </a:lnTo>
                <a:close/>
              </a:path>
              <a:path w="542925" h="923925">
                <a:moveTo>
                  <a:pt x="533400" y="919162"/>
                </a:moveTo>
                <a:lnTo>
                  <a:pt x="9525" y="919162"/>
                </a:lnTo>
                <a:lnTo>
                  <a:pt x="9525" y="914400"/>
                </a:lnTo>
                <a:lnTo>
                  <a:pt x="533400" y="914400"/>
                </a:lnTo>
                <a:lnTo>
                  <a:pt x="533400" y="919162"/>
                </a:lnTo>
                <a:close/>
              </a:path>
              <a:path w="542925" h="923925">
                <a:moveTo>
                  <a:pt x="542925" y="919162"/>
                </a:moveTo>
                <a:lnTo>
                  <a:pt x="533400" y="919162"/>
                </a:lnTo>
                <a:lnTo>
                  <a:pt x="538162" y="914400"/>
                </a:lnTo>
                <a:lnTo>
                  <a:pt x="542925" y="914400"/>
                </a:lnTo>
                <a:lnTo>
                  <a:pt x="542925" y="919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1972377" y="4701222"/>
            <a:ext cx="516890" cy="395605"/>
          </a:xfrm>
          <a:prstGeom prst="rect">
            <a:avLst/>
          </a:prstGeom>
        </p:spPr>
        <p:txBody>
          <a:bodyPr vert="vert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..</a:t>
            </a:r>
            <a:r>
              <a:rPr sz="3200" dirty="0">
                <a:latin typeface="Tahoma"/>
                <a:cs typeface="Tahoma"/>
              </a:rPr>
              <a:t>.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608576" y="2260092"/>
            <a:ext cx="2057400" cy="457200"/>
          </a:xfrm>
          <a:custGeom>
            <a:avLst/>
            <a:gdLst/>
            <a:ahLst/>
            <a:cxnLst/>
            <a:rect l="l" t="t" r="r" b="b"/>
            <a:pathLst>
              <a:path w="2057400" h="457200">
                <a:moveTo>
                  <a:pt x="0" y="0"/>
                </a:moveTo>
                <a:lnTo>
                  <a:pt x="2057400" y="0"/>
                </a:lnTo>
                <a:lnTo>
                  <a:pt x="2057400" y="457199"/>
                </a:lnTo>
                <a:lnTo>
                  <a:pt x="0" y="4571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603750" y="2255837"/>
            <a:ext cx="2066925" cy="466725"/>
          </a:xfrm>
          <a:custGeom>
            <a:avLst/>
            <a:gdLst/>
            <a:ahLst/>
            <a:cxnLst/>
            <a:rect l="l" t="t" r="r" b="b"/>
            <a:pathLst>
              <a:path w="2066925" h="466725">
                <a:moveTo>
                  <a:pt x="2066925" y="466725"/>
                </a:moveTo>
                <a:lnTo>
                  <a:pt x="0" y="466725"/>
                </a:lnTo>
                <a:lnTo>
                  <a:pt x="0" y="0"/>
                </a:lnTo>
                <a:lnTo>
                  <a:pt x="2066925" y="0"/>
                </a:lnTo>
                <a:lnTo>
                  <a:pt x="2066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457200"/>
                </a:lnTo>
                <a:lnTo>
                  <a:pt x="4762" y="457200"/>
                </a:lnTo>
                <a:lnTo>
                  <a:pt x="9525" y="461962"/>
                </a:lnTo>
                <a:lnTo>
                  <a:pt x="2066925" y="461962"/>
                </a:lnTo>
                <a:lnTo>
                  <a:pt x="2066925" y="466725"/>
                </a:lnTo>
                <a:close/>
              </a:path>
              <a:path w="2066925" h="466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066925" h="466725">
                <a:moveTo>
                  <a:pt x="2057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057400" y="4762"/>
                </a:lnTo>
                <a:lnTo>
                  <a:pt x="2057400" y="9525"/>
                </a:lnTo>
                <a:close/>
              </a:path>
              <a:path w="2066925" h="466725">
                <a:moveTo>
                  <a:pt x="2057400" y="461962"/>
                </a:moveTo>
                <a:lnTo>
                  <a:pt x="2057400" y="4762"/>
                </a:lnTo>
                <a:lnTo>
                  <a:pt x="2062162" y="9525"/>
                </a:lnTo>
                <a:lnTo>
                  <a:pt x="2066925" y="9525"/>
                </a:lnTo>
                <a:lnTo>
                  <a:pt x="2066925" y="457200"/>
                </a:lnTo>
                <a:lnTo>
                  <a:pt x="2062162" y="457200"/>
                </a:lnTo>
                <a:lnTo>
                  <a:pt x="2057400" y="461962"/>
                </a:lnTo>
                <a:close/>
              </a:path>
              <a:path w="2066925" h="466725">
                <a:moveTo>
                  <a:pt x="2066925" y="9525"/>
                </a:moveTo>
                <a:lnTo>
                  <a:pt x="2062162" y="9525"/>
                </a:lnTo>
                <a:lnTo>
                  <a:pt x="2057400" y="4762"/>
                </a:lnTo>
                <a:lnTo>
                  <a:pt x="2066925" y="4762"/>
                </a:lnTo>
                <a:lnTo>
                  <a:pt x="2066925" y="9525"/>
                </a:lnTo>
                <a:close/>
              </a:path>
              <a:path w="2066925" h="466725">
                <a:moveTo>
                  <a:pt x="9525" y="461962"/>
                </a:moveTo>
                <a:lnTo>
                  <a:pt x="4762" y="457200"/>
                </a:lnTo>
                <a:lnTo>
                  <a:pt x="9525" y="457200"/>
                </a:lnTo>
                <a:lnTo>
                  <a:pt x="9525" y="461962"/>
                </a:lnTo>
                <a:close/>
              </a:path>
              <a:path w="2066925" h="466725">
                <a:moveTo>
                  <a:pt x="2057400" y="461962"/>
                </a:moveTo>
                <a:lnTo>
                  <a:pt x="9525" y="461962"/>
                </a:lnTo>
                <a:lnTo>
                  <a:pt x="9525" y="457200"/>
                </a:lnTo>
                <a:lnTo>
                  <a:pt x="2057400" y="457200"/>
                </a:lnTo>
                <a:lnTo>
                  <a:pt x="2057400" y="461962"/>
                </a:lnTo>
                <a:close/>
              </a:path>
              <a:path w="2066925" h="466725">
                <a:moveTo>
                  <a:pt x="2066925" y="461962"/>
                </a:moveTo>
                <a:lnTo>
                  <a:pt x="2057400" y="461962"/>
                </a:lnTo>
                <a:lnTo>
                  <a:pt x="2062162" y="457200"/>
                </a:lnTo>
                <a:lnTo>
                  <a:pt x="2066925" y="457200"/>
                </a:lnTo>
                <a:lnTo>
                  <a:pt x="2066925" y="461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4608576" y="2292984"/>
            <a:ext cx="2057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8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Lock </a:t>
            </a:r>
            <a:r>
              <a:rPr sz="2400" spc="-10" dirty="0">
                <a:latin typeface="Tahoma"/>
                <a:cs typeface="Tahoma"/>
              </a:rPr>
              <a:t>info for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4608576" y="2793492"/>
            <a:ext cx="2057400" cy="457200"/>
          </a:xfrm>
          <a:custGeom>
            <a:avLst/>
            <a:gdLst/>
            <a:ahLst/>
            <a:cxnLst/>
            <a:rect l="l" t="t" r="r" b="b"/>
            <a:pathLst>
              <a:path w="2057400" h="457200">
                <a:moveTo>
                  <a:pt x="0" y="0"/>
                </a:moveTo>
                <a:lnTo>
                  <a:pt x="2057400" y="0"/>
                </a:lnTo>
                <a:lnTo>
                  <a:pt x="2057400" y="457199"/>
                </a:lnTo>
                <a:lnTo>
                  <a:pt x="0" y="4571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603750" y="2789237"/>
            <a:ext cx="2066925" cy="466725"/>
          </a:xfrm>
          <a:custGeom>
            <a:avLst/>
            <a:gdLst/>
            <a:ahLst/>
            <a:cxnLst/>
            <a:rect l="l" t="t" r="r" b="b"/>
            <a:pathLst>
              <a:path w="2066925" h="466725">
                <a:moveTo>
                  <a:pt x="2066925" y="466725"/>
                </a:moveTo>
                <a:lnTo>
                  <a:pt x="0" y="466725"/>
                </a:lnTo>
                <a:lnTo>
                  <a:pt x="0" y="0"/>
                </a:lnTo>
                <a:lnTo>
                  <a:pt x="2066925" y="0"/>
                </a:lnTo>
                <a:lnTo>
                  <a:pt x="2066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457200"/>
                </a:lnTo>
                <a:lnTo>
                  <a:pt x="4762" y="457200"/>
                </a:lnTo>
                <a:lnTo>
                  <a:pt x="9525" y="461962"/>
                </a:lnTo>
                <a:lnTo>
                  <a:pt x="2066925" y="461962"/>
                </a:lnTo>
                <a:lnTo>
                  <a:pt x="2066925" y="466725"/>
                </a:lnTo>
                <a:close/>
              </a:path>
              <a:path w="2066925" h="466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066925" h="466725">
                <a:moveTo>
                  <a:pt x="2057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057400" y="4762"/>
                </a:lnTo>
                <a:lnTo>
                  <a:pt x="2057400" y="9525"/>
                </a:lnTo>
                <a:close/>
              </a:path>
              <a:path w="2066925" h="466725">
                <a:moveTo>
                  <a:pt x="2057400" y="461962"/>
                </a:moveTo>
                <a:lnTo>
                  <a:pt x="2057400" y="4762"/>
                </a:lnTo>
                <a:lnTo>
                  <a:pt x="2062162" y="9525"/>
                </a:lnTo>
                <a:lnTo>
                  <a:pt x="2066925" y="9525"/>
                </a:lnTo>
                <a:lnTo>
                  <a:pt x="2066925" y="457200"/>
                </a:lnTo>
                <a:lnTo>
                  <a:pt x="2062162" y="457200"/>
                </a:lnTo>
                <a:lnTo>
                  <a:pt x="2057400" y="461962"/>
                </a:lnTo>
                <a:close/>
              </a:path>
              <a:path w="2066925" h="466725">
                <a:moveTo>
                  <a:pt x="2066925" y="9525"/>
                </a:moveTo>
                <a:lnTo>
                  <a:pt x="2062162" y="9525"/>
                </a:lnTo>
                <a:lnTo>
                  <a:pt x="2057400" y="4762"/>
                </a:lnTo>
                <a:lnTo>
                  <a:pt x="2066925" y="4762"/>
                </a:lnTo>
                <a:lnTo>
                  <a:pt x="2066925" y="9525"/>
                </a:lnTo>
                <a:close/>
              </a:path>
              <a:path w="2066925" h="466725">
                <a:moveTo>
                  <a:pt x="9525" y="461962"/>
                </a:moveTo>
                <a:lnTo>
                  <a:pt x="4762" y="457200"/>
                </a:lnTo>
                <a:lnTo>
                  <a:pt x="9525" y="457200"/>
                </a:lnTo>
                <a:lnTo>
                  <a:pt x="9525" y="461962"/>
                </a:lnTo>
                <a:close/>
              </a:path>
              <a:path w="2066925" h="466725">
                <a:moveTo>
                  <a:pt x="2057400" y="461962"/>
                </a:moveTo>
                <a:lnTo>
                  <a:pt x="9525" y="461962"/>
                </a:lnTo>
                <a:lnTo>
                  <a:pt x="9525" y="457200"/>
                </a:lnTo>
                <a:lnTo>
                  <a:pt x="2057400" y="457200"/>
                </a:lnTo>
                <a:lnTo>
                  <a:pt x="2057400" y="461962"/>
                </a:lnTo>
                <a:close/>
              </a:path>
              <a:path w="2066925" h="466725">
                <a:moveTo>
                  <a:pt x="2066925" y="461962"/>
                </a:moveTo>
                <a:lnTo>
                  <a:pt x="2057400" y="461962"/>
                </a:lnTo>
                <a:lnTo>
                  <a:pt x="2062162" y="457200"/>
                </a:lnTo>
                <a:lnTo>
                  <a:pt x="2066925" y="457200"/>
                </a:lnTo>
                <a:lnTo>
                  <a:pt x="2066925" y="461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4608576" y="2826384"/>
            <a:ext cx="2057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Lock </a:t>
            </a:r>
            <a:r>
              <a:rPr sz="2400" spc="-10" dirty="0">
                <a:latin typeface="Tahoma"/>
                <a:cs typeface="Tahoma"/>
              </a:rPr>
              <a:t>info for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2779712" y="2451100"/>
            <a:ext cx="1600200" cy="76200"/>
          </a:xfrm>
          <a:custGeom>
            <a:avLst/>
            <a:gdLst/>
            <a:ahLst/>
            <a:cxnLst/>
            <a:rect l="l" t="t" r="r" b="b"/>
            <a:pathLst>
              <a:path w="1600200" h="76200">
                <a:moveTo>
                  <a:pt x="1524000" y="76200"/>
                </a:moveTo>
                <a:lnTo>
                  <a:pt x="1524000" y="0"/>
                </a:lnTo>
                <a:lnTo>
                  <a:pt x="1590675" y="33337"/>
                </a:lnTo>
                <a:lnTo>
                  <a:pt x="1543050" y="33337"/>
                </a:lnTo>
                <a:lnTo>
                  <a:pt x="1543050" y="42862"/>
                </a:lnTo>
                <a:lnTo>
                  <a:pt x="1590675" y="42862"/>
                </a:lnTo>
                <a:lnTo>
                  <a:pt x="1524000" y="76200"/>
                </a:lnTo>
                <a:close/>
              </a:path>
              <a:path w="1600200" h="76200">
                <a:moveTo>
                  <a:pt x="1524000" y="42862"/>
                </a:moveTo>
                <a:lnTo>
                  <a:pt x="0" y="42862"/>
                </a:lnTo>
                <a:lnTo>
                  <a:pt x="0" y="33337"/>
                </a:lnTo>
                <a:lnTo>
                  <a:pt x="1524000" y="33337"/>
                </a:lnTo>
                <a:lnTo>
                  <a:pt x="1524000" y="42862"/>
                </a:lnTo>
                <a:close/>
              </a:path>
              <a:path w="1600200" h="76200">
                <a:moveTo>
                  <a:pt x="1590675" y="42862"/>
                </a:moveTo>
                <a:lnTo>
                  <a:pt x="1543050" y="42862"/>
                </a:lnTo>
                <a:lnTo>
                  <a:pt x="1543050" y="33337"/>
                </a:lnTo>
                <a:lnTo>
                  <a:pt x="1590675" y="33337"/>
                </a:lnTo>
                <a:lnTo>
                  <a:pt x="1600200" y="38100"/>
                </a:lnTo>
                <a:lnTo>
                  <a:pt x="1590675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779064" y="2865475"/>
            <a:ext cx="1677670" cy="260985"/>
          </a:xfrm>
          <a:custGeom>
            <a:avLst/>
            <a:gdLst/>
            <a:ahLst/>
            <a:cxnLst/>
            <a:rect l="l" t="t" r="r" b="b"/>
            <a:pathLst>
              <a:path w="1677670" h="260985">
                <a:moveTo>
                  <a:pt x="1600902" y="227752"/>
                </a:moveTo>
                <a:lnTo>
                  <a:pt x="0" y="9448"/>
                </a:lnTo>
                <a:lnTo>
                  <a:pt x="1295" y="0"/>
                </a:lnTo>
                <a:lnTo>
                  <a:pt x="1602190" y="218304"/>
                </a:lnTo>
                <a:lnTo>
                  <a:pt x="1600902" y="227752"/>
                </a:lnTo>
                <a:close/>
              </a:path>
              <a:path w="1677670" h="260985">
                <a:moveTo>
                  <a:pt x="1672658" y="230327"/>
                </a:moveTo>
                <a:lnTo>
                  <a:pt x="1619783" y="230327"/>
                </a:lnTo>
                <a:lnTo>
                  <a:pt x="1621066" y="220878"/>
                </a:lnTo>
                <a:lnTo>
                  <a:pt x="1602190" y="218304"/>
                </a:lnTo>
                <a:lnTo>
                  <a:pt x="1606689" y="185280"/>
                </a:lnTo>
                <a:lnTo>
                  <a:pt x="1672658" y="230327"/>
                </a:lnTo>
                <a:close/>
              </a:path>
              <a:path w="1677670" h="260985">
                <a:moveTo>
                  <a:pt x="1619783" y="230327"/>
                </a:moveTo>
                <a:lnTo>
                  <a:pt x="1600902" y="227752"/>
                </a:lnTo>
                <a:lnTo>
                  <a:pt x="1602190" y="218304"/>
                </a:lnTo>
                <a:lnTo>
                  <a:pt x="1621066" y="220878"/>
                </a:lnTo>
                <a:lnTo>
                  <a:pt x="1619783" y="230327"/>
                </a:lnTo>
                <a:close/>
              </a:path>
              <a:path w="1677670" h="260985">
                <a:moveTo>
                  <a:pt x="1596402" y="260781"/>
                </a:moveTo>
                <a:lnTo>
                  <a:pt x="1600902" y="227752"/>
                </a:lnTo>
                <a:lnTo>
                  <a:pt x="1619783" y="230327"/>
                </a:lnTo>
                <a:lnTo>
                  <a:pt x="1672658" y="230327"/>
                </a:lnTo>
                <a:lnTo>
                  <a:pt x="1677047" y="233324"/>
                </a:lnTo>
                <a:lnTo>
                  <a:pt x="1596402" y="2607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854464" y="3856266"/>
            <a:ext cx="1678305" cy="551180"/>
          </a:xfrm>
          <a:custGeom>
            <a:avLst/>
            <a:gdLst/>
            <a:ahLst/>
            <a:cxnLst/>
            <a:rect l="l" t="t" r="r" b="b"/>
            <a:pathLst>
              <a:path w="1678304" h="551179">
                <a:moveTo>
                  <a:pt x="1603792" y="519369"/>
                </a:moveTo>
                <a:lnTo>
                  <a:pt x="0" y="9067"/>
                </a:lnTo>
                <a:lnTo>
                  <a:pt x="2895" y="0"/>
                </a:lnTo>
                <a:lnTo>
                  <a:pt x="1606681" y="510287"/>
                </a:lnTo>
                <a:lnTo>
                  <a:pt x="1603792" y="519369"/>
                </a:lnTo>
                <a:close/>
              </a:path>
              <a:path w="1678304" h="551179">
                <a:moveTo>
                  <a:pt x="1664703" y="525145"/>
                </a:moveTo>
                <a:lnTo>
                  <a:pt x="1621942" y="525145"/>
                </a:lnTo>
                <a:lnTo>
                  <a:pt x="1624838" y="516064"/>
                </a:lnTo>
                <a:lnTo>
                  <a:pt x="1606681" y="510287"/>
                </a:lnTo>
                <a:lnTo>
                  <a:pt x="1616786" y="478523"/>
                </a:lnTo>
                <a:lnTo>
                  <a:pt x="1664703" y="525145"/>
                </a:lnTo>
                <a:close/>
              </a:path>
              <a:path w="1678304" h="551179">
                <a:moveTo>
                  <a:pt x="1621942" y="525145"/>
                </a:moveTo>
                <a:lnTo>
                  <a:pt x="1603792" y="519369"/>
                </a:lnTo>
                <a:lnTo>
                  <a:pt x="1606681" y="510287"/>
                </a:lnTo>
                <a:lnTo>
                  <a:pt x="1624838" y="516064"/>
                </a:lnTo>
                <a:lnTo>
                  <a:pt x="1621942" y="525145"/>
                </a:lnTo>
                <a:close/>
              </a:path>
              <a:path w="1678304" h="551179">
                <a:moveTo>
                  <a:pt x="1593684" y="551141"/>
                </a:moveTo>
                <a:lnTo>
                  <a:pt x="1603792" y="519369"/>
                </a:lnTo>
                <a:lnTo>
                  <a:pt x="1621942" y="525145"/>
                </a:lnTo>
                <a:lnTo>
                  <a:pt x="1664703" y="525145"/>
                </a:lnTo>
                <a:lnTo>
                  <a:pt x="1677847" y="537933"/>
                </a:lnTo>
                <a:lnTo>
                  <a:pt x="1593684" y="5511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3384550" y="891540"/>
            <a:ext cx="4488815" cy="9537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latin typeface="Tahoma"/>
                <a:cs typeface="Tahoma"/>
              </a:rPr>
              <a:t>Conceptually</a:t>
            </a:r>
            <a:endParaRPr sz="3600">
              <a:latin typeface="Tahoma"/>
              <a:cs typeface="Tahoma"/>
            </a:endParaRPr>
          </a:p>
          <a:p>
            <a:pPr marL="1087755">
              <a:lnSpc>
                <a:spcPct val="100000"/>
              </a:lnSpc>
              <a:spcBef>
                <a:spcPts val="105"/>
              </a:spcBef>
            </a:pPr>
            <a:r>
              <a:rPr sz="2400" spc="-5" dirty="0">
                <a:latin typeface="Tahoma"/>
                <a:cs typeface="Tahoma"/>
              </a:rPr>
              <a:t>If </a:t>
            </a:r>
            <a:r>
              <a:rPr sz="2400" dirty="0">
                <a:latin typeface="Tahoma"/>
                <a:cs typeface="Tahoma"/>
              </a:rPr>
              <a:t>null, </a:t>
            </a:r>
            <a:r>
              <a:rPr sz="2400" spc="-5" dirty="0">
                <a:latin typeface="Tahoma"/>
                <a:cs typeface="Tahoma"/>
              </a:rPr>
              <a:t>object </a:t>
            </a:r>
            <a:r>
              <a:rPr sz="2400" dirty="0">
                <a:latin typeface="Tahoma"/>
                <a:cs typeface="Tahoma"/>
              </a:rPr>
              <a:t>is</a:t>
            </a:r>
            <a:r>
              <a:rPr sz="2400" spc="-7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unlocked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3084512" y="1722653"/>
            <a:ext cx="992505" cy="323850"/>
          </a:xfrm>
          <a:custGeom>
            <a:avLst/>
            <a:gdLst/>
            <a:ahLst/>
            <a:cxnLst/>
            <a:rect l="l" t="t" r="r" b="b"/>
            <a:pathLst>
              <a:path w="992504" h="323850">
                <a:moveTo>
                  <a:pt x="84035" y="323354"/>
                </a:moveTo>
                <a:lnTo>
                  <a:pt x="0" y="309346"/>
                </a:lnTo>
                <a:lnTo>
                  <a:pt x="61620" y="250520"/>
                </a:lnTo>
                <a:lnTo>
                  <a:pt x="71428" y="282388"/>
                </a:lnTo>
                <a:lnTo>
                  <a:pt x="69710" y="282917"/>
                </a:lnTo>
                <a:lnTo>
                  <a:pt x="70572" y="285711"/>
                </a:lnTo>
                <a:lnTo>
                  <a:pt x="60617" y="285711"/>
                </a:lnTo>
                <a:lnTo>
                  <a:pt x="53225" y="287985"/>
                </a:lnTo>
                <a:lnTo>
                  <a:pt x="56019" y="297091"/>
                </a:lnTo>
                <a:lnTo>
                  <a:pt x="75953" y="297091"/>
                </a:lnTo>
                <a:lnTo>
                  <a:pt x="84035" y="323354"/>
                </a:lnTo>
                <a:close/>
              </a:path>
              <a:path w="992504" h="323850">
                <a:moveTo>
                  <a:pt x="74228" y="291486"/>
                </a:moveTo>
                <a:lnTo>
                  <a:pt x="71428" y="282388"/>
                </a:lnTo>
                <a:lnTo>
                  <a:pt x="78816" y="280111"/>
                </a:lnTo>
                <a:lnTo>
                  <a:pt x="81622" y="289217"/>
                </a:lnTo>
                <a:lnTo>
                  <a:pt x="74228" y="291486"/>
                </a:lnTo>
                <a:close/>
              </a:path>
              <a:path w="992504" h="323850">
                <a:moveTo>
                  <a:pt x="72517" y="292011"/>
                </a:moveTo>
                <a:lnTo>
                  <a:pt x="69710" y="282917"/>
                </a:lnTo>
                <a:lnTo>
                  <a:pt x="71428" y="282388"/>
                </a:lnTo>
                <a:lnTo>
                  <a:pt x="74228" y="291486"/>
                </a:lnTo>
                <a:lnTo>
                  <a:pt x="72517" y="292011"/>
                </a:lnTo>
                <a:close/>
              </a:path>
              <a:path w="992504" h="323850">
                <a:moveTo>
                  <a:pt x="56019" y="297091"/>
                </a:moveTo>
                <a:lnTo>
                  <a:pt x="53225" y="287985"/>
                </a:lnTo>
                <a:lnTo>
                  <a:pt x="60617" y="285711"/>
                </a:lnTo>
                <a:lnTo>
                  <a:pt x="63411" y="294817"/>
                </a:lnTo>
                <a:lnTo>
                  <a:pt x="56019" y="297091"/>
                </a:lnTo>
                <a:close/>
              </a:path>
              <a:path w="992504" h="323850">
                <a:moveTo>
                  <a:pt x="75953" y="297091"/>
                </a:moveTo>
                <a:lnTo>
                  <a:pt x="56019" y="297091"/>
                </a:lnTo>
                <a:lnTo>
                  <a:pt x="63411" y="294817"/>
                </a:lnTo>
                <a:lnTo>
                  <a:pt x="60617" y="285711"/>
                </a:lnTo>
                <a:lnTo>
                  <a:pt x="70572" y="285711"/>
                </a:lnTo>
                <a:lnTo>
                  <a:pt x="72517" y="292011"/>
                </a:lnTo>
                <a:lnTo>
                  <a:pt x="74389" y="292011"/>
                </a:lnTo>
                <a:lnTo>
                  <a:pt x="75953" y="297091"/>
                </a:lnTo>
                <a:close/>
              </a:path>
              <a:path w="992504" h="323850">
                <a:moveTo>
                  <a:pt x="74389" y="292011"/>
                </a:moveTo>
                <a:lnTo>
                  <a:pt x="72517" y="292011"/>
                </a:lnTo>
                <a:lnTo>
                  <a:pt x="74228" y="291486"/>
                </a:lnTo>
                <a:lnTo>
                  <a:pt x="74389" y="292011"/>
                </a:lnTo>
                <a:close/>
              </a:path>
              <a:path w="992504" h="323850">
                <a:moveTo>
                  <a:pt x="982891" y="11899"/>
                </a:moveTo>
                <a:lnTo>
                  <a:pt x="980097" y="2793"/>
                </a:lnTo>
                <a:lnTo>
                  <a:pt x="989202" y="0"/>
                </a:lnTo>
                <a:lnTo>
                  <a:pt x="991997" y="9093"/>
                </a:lnTo>
                <a:lnTo>
                  <a:pt x="982891" y="11899"/>
                </a:lnTo>
                <a:close/>
              </a:path>
              <a:path w="992504" h="323850">
                <a:moveTo>
                  <a:pt x="964691" y="17500"/>
                </a:moveTo>
                <a:lnTo>
                  <a:pt x="961885" y="8394"/>
                </a:lnTo>
                <a:lnTo>
                  <a:pt x="970991" y="5600"/>
                </a:lnTo>
                <a:lnTo>
                  <a:pt x="973797" y="14706"/>
                </a:lnTo>
                <a:lnTo>
                  <a:pt x="964691" y="17500"/>
                </a:lnTo>
                <a:close/>
              </a:path>
              <a:path w="992504" h="323850">
                <a:moveTo>
                  <a:pt x="946480" y="23101"/>
                </a:moveTo>
                <a:lnTo>
                  <a:pt x="943686" y="13995"/>
                </a:lnTo>
                <a:lnTo>
                  <a:pt x="952779" y="11201"/>
                </a:lnTo>
                <a:lnTo>
                  <a:pt x="955586" y="20307"/>
                </a:lnTo>
                <a:lnTo>
                  <a:pt x="946480" y="23101"/>
                </a:lnTo>
                <a:close/>
              </a:path>
              <a:path w="992504" h="323850">
                <a:moveTo>
                  <a:pt x="928268" y="28701"/>
                </a:moveTo>
                <a:lnTo>
                  <a:pt x="925474" y="19608"/>
                </a:lnTo>
                <a:lnTo>
                  <a:pt x="934580" y="16802"/>
                </a:lnTo>
                <a:lnTo>
                  <a:pt x="937374" y="25907"/>
                </a:lnTo>
                <a:lnTo>
                  <a:pt x="928268" y="28701"/>
                </a:lnTo>
                <a:close/>
              </a:path>
              <a:path w="992504" h="323850">
                <a:moveTo>
                  <a:pt x="910069" y="34302"/>
                </a:moveTo>
                <a:lnTo>
                  <a:pt x="907262" y="25209"/>
                </a:lnTo>
                <a:lnTo>
                  <a:pt x="916368" y="22402"/>
                </a:lnTo>
                <a:lnTo>
                  <a:pt x="919175" y="31508"/>
                </a:lnTo>
                <a:lnTo>
                  <a:pt x="910069" y="34302"/>
                </a:lnTo>
                <a:close/>
              </a:path>
              <a:path w="992504" h="323850">
                <a:moveTo>
                  <a:pt x="891857" y="39916"/>
                </a:moveTo>
                <a:lnTo>
                  <a:pt x="889063" y="30810"/>
                </a:lnTo>
                <a:lnTo>
                  <a:pt x="898156" y="28003"/>
                </a:lnTo>
                <a:lnTo>
                  <a:pt x="900963" y="37109"/>
                </a:lnTo>
                <a:lnTo>
                  <a:pt x="891857" y="39916"/>
                </a:lnTo>
                <a:close/>
              </a:path>
              <a:path w="992504" h="323850">
                <a:moveTo>
                  <a:pt x="873645" y="45516"/>
                </a:moveTo>
                <a:lnTo>
                  <a:pt x="870851" y="36410"/>
                </a:lnTo>
                <a:lnTo>
                  <a:pt x="879957" y="33604"/>
                </a:lnTo>
                <a:lnTo>
                  <a:pt x="882751" y="42710"/>
                </a:lnTo>
                <a:lnTo>
                  <a:pt x="873645" y="45516"/>
                </a:lnTo>
                <a:close/>
              </a:path>
              <a:path w="992504" h="323850">
                <a:moveTo>
                  <a:pt x="855446" y="51117"/>
                </a:moveTo>
                <a:lnTo>
                  <a:pt x="852639" y="42011"/>
                </a:lnTo>
                <a:lnTo>
                  <a:pt x="861745" y="39204"/>
                </a:lnTo>
                <a:lnTo>
                  <a:pt x="864552" y="48310"/>
                </a:lnTo>
                <a:lnTo>
                  <a:pt x="855446" y="51117"/>
                </a:lnTo>
                <a:close/>
              </a:path>
              <a:path w="992504" h="323850">
                <a:moveTo>
                  <a:pt x="837234" y="56718"/>
                </a:moveTo>
                <a:lnTo>
                  <a:pt x="834440" y="47612"/>
                </a:lnTo>
                <a:lnTo>
                  <a:pt x="843534" y="44818"/>
                </a:lnTo>
                <a:lnTo>
                  <a:pt x="846340" y="53911"/>
                </a:lnTo>
                <a:lnTo>
                  <a:pt x="837234" y="56718"/>
                </a:lnTo>
                <a:close/>
              </a:path>
              <a:path w="992504" h="323850">
                <a:moveTo>
                  <a:pt x="819023" y="62318"/>
                </a:moveTo>
                <a:lnTo>
                  <a:pt x="816228" y="53212"/>
                </a:lnTo>
                <a:lnTo>
                  <a:pt x="825334" y="50418"/>
                </a:lnTo>
                <a:lnTo>
                  <a:pt x="828128" y="59524"/>
                </a:lnTo>
                <a:lnTo>
                  <a:pt x="819023" y="62318"/>
                </a:lnTo>
                <a:close/>
              </a:path>
              <a:path w="992504" h="323850">
                <a:moveTo>
                  <a:pt x="800823" y="67919"/>
                </a:moveTo>
                <a:lnTo>
                  <a:pt x="798017" y="58813"/>
                </a:lnTo>
                <a:lnTo>
                  <a:pt x="807123" y="56019"/>
                </a:lnTo>
                <a:lnTo>
                  <a:pt x="809929" y="65125"/>
                </a:lnTo>
                <a:lnTo>
                  <a:pt x="800823" y="67919"/>
                </a:lnTo>
                <a:close/>
              </a:path>
              <a:path w="992504" h="323850">
                <a:moveTo>
                  <a:pt x="782612" y="73520"/>
                </a:moveTo>
                <a:lnTo>
                  <a:pt x="779818" y="64427"/>
                </a:lnTo>
                <a:lnTo>
                  <a:pt x="788911" y="61620"/>
                </a:lnTo>
                <a:lnTo>
                  <a:pt x="791717" y="70726"/>
                </a:lnTo>
                <a:lnTo>
                  <a:pt x="782612" y="73520"/>
                </a:lnTo>
                <a:close/>
              </a:path>
              <a:path w="992504" h="323850">
                <a:moveTo>
                  <a:pt x="764400" y="79133"/>
                </a:moveTo>
                <a:lnTo>
                  <a:pt x="761606" y="70027"/>
                </a:lnTo>
                <a:lnTo>
                  <a:pt x="770712" y="67221"/>
                </a:lnTo>
                <a:lnTo>
                  <a:pt x="773506" y="76326"/>
                </a:lnTo>
                <a:lnTo>
                  <a:pt x="764400" y="79133"/>
                </a:lnTo>
                <a:close/>
              </a:path>
              <a:path w="992504" h="323850">
                <a:moveTo>
                  <a:pt x="746201" y="84734"/>
                </a:moveTo>
                <a:lnTo>
                  <a:pt x="743394" y="75628"/>
                </a:lnTo>
                <a:lnTo>
                  <a:pt x="752500" y="72821"/>
                </a:lnTo>
                <a:lnTo>
                  <a:pt x="755307" y="81927"/>
                </a:lnTo>
                <a:lnTo>
                  <a:pt x="746201" y="84734"/>
                </a:lnTo>
                <a:close/>
              </a:path>
              <a:path w="992504" h="323850">
                <a:moveTo>
                  <a:pt x="727989" y="90335"/>
                </a:moveTo>
                <a:lnTo>
                  <a:pt x="725195" y="81229"/>
                </a:lnTo>
                <a:lnTo>
                  <a:pt x="734288" y="78422"/>
                </a:lnTo>
                <a:lnTo>
                  <a:pt x="737095" y="87528"/>
                </a:lnTo>
                <a:lnTo>
                  <a:pt x="727989" y="90335"/>
                </a:lnTo>
                <a:close/>
              </a:path>
              <a:path w="992504" h="323850">
                <a:moveTo>
                  <a:pt x="709777" y="95935"/>
                </a:moveTo>
                <a:lnTo>
                  <a:pt x="706983" y="86829"/>
                </a:lnTo>
                <a:lnTo>
                  <a:pt x="716089" y="84035"/>
                </a:lnTo>
                <a:lnTo>
                  <a:pt x="718883" y="93129"/>
                </a:lnTo>
                <a:lnTo>
                  <a:pt x="709777" y="95935"/>
                </a:lnTo>
                <a:close/>
              </a:path>
              <a:path w="992504" h="323850">
                <a:moveTo>
                  <a:pt x="691578" y="101536"/>
                </a:moveTo>
                <a:lnTo>
                  <a:pt x="688771" y="92430"/>
                </a:lnTo>
                <a:lnTo>
                  <a:pt x="697877" y="89636"/>
                </a:lnTo>
                <a:lnTo>
                  <a:pt x="700684" y="98729"/>
                </a:lnTo>
                <a:lnTo>
                  <a:pt x="691578" y="101536"/>
                </a:lnTo>
                <a:close/>
              </a:path>
              <a:path w="992504" h="323850">
                <a:moveTo>
                  <a:pt x="673366" y="107137"/>
                </a:moveTo>
                <a:lnTo>
                  <a:pt x="670572" y="98031"/>
                </a:lnTo>
                <a:lnTo>
                  <a:pt x="679665" y="95237"/>
                </a:lnTo>
                <a:lnTo>
                  <a:pt x="682472" y="104343"/>
                </a:lnTo>
                <a:lnTo>
                  <a:pt x="673366" y="107137"/>
                </a:lnTo>
                <a:close/>
              </a:path>
              <a:path w="992504" h="323850">
                <a:moveTo>
                  <a:pt x="655154" y="112737"/>
                </a:moveTo>
                <a:lnTo>
                  <a:pt x="652360" y="103631"/>
                </a:lnTo>
                <a:lnTo>
                  <a:pt x="661466" y="100837"/>
                </a:lnTo>
                <a:lnTo>
                  <a:pt x="664260" y="109943"/>
                </a:lnTo>
                <a:lnTo>
                  <a:pt x="655154" y="112737"/>
                </a:lnTo>
                <a:close/>
              </a:path>
              <a:path w="992504" h="323850">
                <a:moveTo>
                  <a:pt x="636955" y="118338"/>
                </a:moveTo>
                <a:lnTo>
                  <a:pt x="634149" y="109245"/>
                </a:lnTo>
                <a:lnTo>
                  <a:pt x="643254" y="106438"/>
                </a:lnTo>
                <a:lnTo>
                  <a:pt x="646061" y="115544"/>
                </a:lnTo>
                <a:lnTo>
                  <a:pt x="636955" y="118338"/>
                </a:lnTo>
                <a:close/>
              </a:path>
              <a:path w="992504" h="323850">
                <a:moveTo>
                  <a:pt x="618744" y="123951"/>
                </a:moveTo>
                <a:lnTo>
                  <a:pt x="615950" y="114846"/>
                </a:lnTo>
                <a:lnTo>
                  <a:pt x="625043" y="112039"/>
                </a:lnTo>
                <a:lnTo>
                  <a:pt x="627849" y="121145"/>
                </a:lnTo>
                <a:lnTo>
                  <a:pt x="618744" y="123951"/>
                </a:lnTo>
                <a:close/>
              </a:path>
              <a:path w="992504" h="323850">
                <a:moveTo>
                  <a:pt x="600532" y="129552"/>
                </a:moveTo>
                <a:lnTo>
                  <a:pt x="597738" y="120446"/>
                </a:lnTo>
                <a:lnTo>
                  <a:pt x="606844" y="117640"/>
                </a:lnTo>
                <a:lnTo>
                  <a:pt x="609638" y="126746"/>
                </a:lnTo>
                <a:lnTo>
                  <a:pt x="600532" y="129552"/>
                </a:lnTo>
                <a:close/>
              </a:path>
              <a:path w="992504" h="323850">
                <a:moveTo>
                  <a:pt x="582333" y="135153"/>
                </a:moveTo>
                <a:lnTo>
                  <a:pt x="579526" y="126047"/>
                </a:lnTo>
                <a:lnTo>
                  <a:pt x="588632" y="123240"/>
                </a:lnTo>
                <a:lnTo>
                  <a:pt x="591438" y="132346"/>
                </a:lnTo>
                <a:lnTo>
                  <a:pt x="582333" y="135153"/>
                </a:lnTo>
                <a:close/>
              </a:path>
              <a:path w="992504" h="323850">
                <a:moveTo>
                  <a:pt x="564121" y="140754"/>
                </a:moveTo>
                <a:lnTo>
                  <a:pt x="561327" y="131648"/>
                </a:lnTo>
                <a:lnTo>
                  <a:pt x="570420" y="128854"/>
                </a:lnTo>
                <a:lnTo>
                  <a:pt x="573227" y="137947"/>
                </a:lnTo>
                <a:lnTo>
                  <a:pt x="564121" y="140754"/>
                </a:lnTo>
                <a:close/>
              </a:path>
              <a:path w="992504" h="323850">
                <a:moveTo>
                  <a:pt x="545909" y="146354"/>
                </a:moveTo>
                <a:lnTo>
                  <a:pt x="543115" y="137248"/>
                </a:lnTo>
                <a:lnTo>
                  <a:pt x="552221" y="134454"/>
                </a:lnTo>
                <a:lnTo>
                  <a:pt x="555015" y="143560"/>
                </a:lnTo>
                <a:lnTo>
                  <a:pt x="545909" y="146354"/>
                </a:lnTo>
                <a:close/>
              </a:path>
              <a:path w="992504" h="323850">
                <a:moveTo>
                  <a:pt x="527710" y="151955"/>
                </a:moveTo>
                <a:lnTo>
                  <a:pt x="524903" y="142849"/>
                </a:lnTo>
                <a:lnTo>
                  <a:pt x="534009" y="140055"/>
                </a:lnTo>
                <a:lnTo>
                  <a:pt x="536816" y="149161"/>
                </a:lnTo>
                <a:lnTo>
                  <a:pt x="527710" y="151955"/>
                </a:lnTo>
                <a:close/>
              </a:path>
              <a:path w="992504" h="323850">
                <a:moveTo>
                  <a:pt x="509498" y="157556"/>
                </a:moveTo>
                <a:lnTo>
                  <a:pt x="506704" y="148450"/>
                </a:lnTo>
                <a:lnTo>
                  <a:pt x="515797" y="145656"/>
                </a:lnTo>
                <a:lnTo>
                  <a:pt x="518604" y="154762"/>
                </a:lnTo>
                <a:lnTo>
                  <a:pt x="509498" y="157556"/>
                </a:lnTo>
                <a:close/>
              </a:path>
              <a:path w="992504" h="323850">
                <a:moveTo>
                  <a:pt x="491286" y="163156"/>
                </a:moveTo>
                <a:lnTo>
                  <a:pt x="488492" y="154063"/>
                </a:lnTo>
                <a:lnTo>
                  <a:pt x="497598" y="151256"/>
                </a:lnTo>
                <a:lnTo>
                  <a:pt x="500392" y="160362"/>
                </a:lnTo>
                <a:lnTo>
                  <a:pt x="491286" y="163156"/>
                </a:lnTo>
                <a:close/>
              </a:path>
              <a:path w="992504" h="323850">
                <a:moveTo>
                  <a:pt x="473087" y="168770"/>
                </a:moveTo>
                <a:lnTo>
                  <a:pt x="470280" y="159664"/>
                </a:lnTo>
                <a:lnTo>
                  <a:pt x="479386" y="156857"/>
                </a:lnTo>
                <a:lnTo>
                  <a:pt x="482193" y="165963"/>
                </a:lnTo>
                <a:lnTo>
                  <a:pt x="473087" y="168770"/>
                </a:lnTo>
                <a:close/>
              </a:path>
              <a:path w="992504" h="323850">
                <a:moveTo>
                  <a:pt x="454875" y="174371"/>
                </a:moveTo>
                <a:lnTo>
                  <a:pt x="452081" y="165265"/>
                </a:lnTo>
                <a:lnTo>
                  <a:pt x="461175" y="162458"/>
                </a:lnTo>
                <a:lnTo>
                  <a:pt x="463981" y="171564"/>
                </a:lnTo>
                <a:lnTo>
                  <a:pt x="454875" y="174371"/>
                </a:lnTo>
                <a:close/>
              </a:path>
              <a:path w="992504" h="323850">
                <a:moveTo>
                  <a:pt x="436664" y="179971"/>
                </a:moveTo>
                <a:lnTo>
                  <a:pt x="433870" y="170865"/>
                </a:lnTo>
                <a:lnTo>
                  <a:pt x="442975" y="168059"/>
                </a:lnTo>
                <a:lnTo>
                  <a:pt x="445770" y="177165"/>
                </a:lnTo>
                <a:lnTo>
                  <a:pt x="436664" y="179971"/>
                </a:lnTo>
                <a:close/>
              </a:path>
              <a:path w="992504" h="323850">
                <a:moveTo>
                  <a:pt x="418464" y="185572"/>
                </a:moveTo>
                <a:lnTo>
                  <a:pt x="415658" y="176466"/>
                </a:lnTo>
                <a:lnTo>
                  <a:pt x="424764" y="173672"/>
                </a:lnTo>
                <a:lnTo>
                  <a:pt x="427570" y="182765"/>
                </a:lnTo>
                <a:lnTo>
                  <a:pt x="418464" y="185572"/>
                </a:lnTo>
                <a:close/>
              </a:path>
              <a:path w="992504" h="323850">
                <a:moveTo>
                  <a:pt x="400253" y="191173"/>
                </a:moveTo>
                <a:lnTo>
                  <a:pt x="397459" y="182067"/>
                </a:lnTo>
                <a:lnTo>
                  <a:pt x="406552" y="179273"/>
                </a:lnTo>
                <a:lnTo>
                  <a:pt x="409359" y="188379"/>
                </a:lnTo>
                <a:lnTo>
                  <a:pt x="400253" y="191173"/>
                </a:lnTo>
                <a:close/>
              </a:path>
              <a:path w="992504" h="323850">
                <a:moveTo>
                  <a:pt x="382041" y="196773"/>
                </a:moveTo>
                <a:lnTo>
                  <a:pt x="379247" y="187667"/>
                </a:lnTo>
                <a:lnTo>
                  <a:pt x="388353" y="184873"/>
                </a:lnTo>
                <a:lnTo>
                  <a:pt x="391147" y="193979"/>
                </a:lnTo>
                <a:lnTo>
                  <a:pt x="382041" y="196773"/>
                </a:lnTo>
                <a:close/>
              </a:path>
              <a:path w="992504" h="323850">
                <a:moveTo>
                  <a:pt x="363842" y="202374"/>
                </a:moveTo>
                <a:lnTo>
                  <a:pt x="361035" y="193281"/>
                </a:lnTo>
                <a:lnTo>
                  <a:pt x="370141" y="190474"/>
                </a:lnTo>
                <a:lnTo>
                  <a:pt x="372948" y="199580"/>
                </a:lnTo>
                <a:lnTo>
                  <a:pt x="363842" y="202374"/>
                </a:lnTo>
                <a:close/>
              </a:path>
              <a:path w="992504" h="323850">
                <a:moveTo>
                  <a:pt x="345630" y="207975"/>
                </a:moveTo>
                <a:lnTo>
                  <a:pt x="342836" y="198881"/>
                </a:lnTo>
                <a:lnTo>
                  <a:pt x="351929" y="196075"/>
                </a:lnTo>
                <a:lnTo>
                  <a:pt x="354736" y="205181"/>
                </a:lnTo>
                <a:lnTo>
                  <a:pt x="345630" y="207975"/>
                </a:lnTo>
                <a:close/>
              </a:path>
              <a:path w="992504" h="323850">
                <a:moveTo>
                  <a:pt x="327418" y="213588"/>
                </a:moveTo>
                <a:lnTo>
                  <a:pt x="324624" y="204482"/>
                </a:lnTo>
                <a:lnTo>
                  <a:pt x="333730" y="201675"/>
                </a:lnTo>
                <a:lnTo>
                  <a:pt x="336524" y="210781"/>
                </a:lnTo>
                <a:lnTo>
                  <a:pt x="327418" y="213588"/>
                </a:lnTo>
                <a:close/>
              </a:path>
              <a:path w="992504" h="323850">
                <a:moveTo>
                  <a:pt x="309219" y="219189"/>
                </a:moveTo>
                <a:lnTo>
                  <a:pt x="306412" y="210083"/>
                </a:lnTo>
                <a:lnTo>
                  <a:pt x="315518" y="207276"/>
                </a:lnTo>
                <a:lnTo>
                  <a:pt x="318325" y="216382"/>
                </a:lnTo>
                <a:lnTo>
                  <a:pt x="309219" y="219189"/>
                </a:lnTo>
                <a:close/>
              </a:path>
              <a:path w="992504" h="323850">
                <a:moveTo>
                  <a:pt x="291007" y="224790"/>
                </a:moveTo>
                <a:lnTo>
                  <a:pt x="288213" y="215684"/>
                </a:lnTo>
                <a:lnTo>
                  <a:pt x="297307" y="212877"/>
                </a:lnTo>
                <a:lnTo>
                  <a:pt x="300113" y="221983"/>
                </a:lnTo>
                <a:lnTo>
                  <a:pt x="291007" y="224790"/>
                </a:lnTo>
                <a:close/>
              </a:path>
              <a:path w="992504" h="323850">
                <a:moveTo>
                  <a:pt x="272796" y="230390"/>
                </a:moveTo>
                <a:lnTo>
                  <a:pt x="270001" y="221284"/>
                </a:lnTo>
                <a:lnTo>
                  <a:pt x="279107" y="218490"/>
                </a:lnTo>
                <a:lnTo>
                  <a:pt x="281901" y="227584"/>
                </a:lnTo>
                <a:lnTo>
                  <a:pt x="272796" y="230390"/>
                </a:lnTo>
                <a:close/>
              </a:path>
              <a:path w="992504" h="323850">
                <a:moveTo>
                  <a:pt x="254596" y="235991"/>
                </a:moveTo>
                <a:lnTo>
                  <a:pt x="251790" y="226885"/>
                </a:lnTo>
                <a:lnTo>
                  <a:pt x="260896" y="224091"/>
                </a:lnTo>
                <a:lnTo>
                  <a:pt x="263702" y="233197"/>
                </a:lnTo>
                <a:lnTo>
                  <a:pt x="254596" y="235991"/>
                </a:lnTo>
                <a:close/>
              </a:path>
              <a:path w="992504" h="323850">
                <a:moveTo>
                  <a:pt x="236385" y="241592"/>
                </a:moveTo>
                <a:lnTo>
                  <a:pt x="233591" y="232486"/>
                </a:lnTo>
                <a:lnTo>
                  <a:pt x="242684" y="229692"/>
                </a:lnTo>
                <a:lnTo>
                  <a:pt x="245490" y="238798"/>
                </a:lnTo>
                <a:lnTo>
                  <a:pt x="236385" y="241592"/>
                </a:lnTo>
                <a:close/>
              </a:path>
              <a:path w="992504" h="323850">
                <a:moveTo>
                  <a:pt x="218173" y="247192"/>
                </a:moveTo>
                <a:lnTo>
                  <a:pt x="215379" y="238099"/>
                </a:lnTo>
                <a:lnTo>
                  <a:pt x="224485" y="235292"/>
                </a:lnTo>
                <a:lnTo>
                  <a:pt x="227279" y="244398"/>
                </a:lnTo>
                <a:lnTo>
                  <a:pt x="218173" y="247192"/>
                </a:lnTo>
                <a:close/>
              </a:path>
              <a:path w="992504" h="323850">
                <a:moveTo>
                  <a:pt x="199974" y="252806"/>
                </a:moveTo>
                <a:lnTo>
                  <a:pt x="197167" y="243700"/>
                </a:lnTo>
                <a:lnTo>
                  <a:pt x="206273" y="240893"/>
                </a:lnTo>
                <a:lnTo>
                  <a:pt x="209080" y="249999"/>
                </a:lnTo>
                <a:lnTo>
                  <a:pt x="199974" y="252806"/>
                </a:lnTo>
                <a:close/>
              </a:path>
              <a:path w="992504" h="323850">
                <a:moveTo>
                  <a:pt x="181762" y="258406"/>
                </a:moveTo>
                <a:lnTo>
                  <a:pt x="178955" y="249300"/>
                </a:lnTo>
                <a:lnTo>
                  <a:pt x="188061" y="246494"/>
                </a:lnTo>
                <a:lnTo>
                  <a:pt x="190868" y="255600"/>
                </a:lnTo>
                <a:lnTo>
                  <a:pt x="181762" y="258406"/>
                </a:lnTo>
                <a:close/>
              </a:path>
              <a:path w="992504" h="323850">
                <a:moveTo>
                  <a:pt x="163550" y="264007"/>
                </a:moveTo>
                <a:lnTo>
                  <a:pt x="160756" y="254901"/>
                </a:lnTo>
                <a:lnTo>
                  <a:pt x="169862" y="252094"/>
                </a:lnTo>
                <a:lnTo>
                  <a:pt x="172656" y="261200"/>
                </a:lnTo>
                <a:lnTo>
                  <a:pt x="163550" y="264007"/>
                </a:lnTo>
                <a:close/>
              </a:path>
              <a:path w="992504" h="323850">
                <a:moveTo>
                  <a:pt x="145351" y="269608"/>
                </a:moveTo>
                <a:lnTo>
                  <a:pt x="142544" y="260502"/>
                </a:lnTo>
                <a:lnTo>
                  <a:pt x="151650" y="257708"/>
                </a:lnTo>
                <a:lnTo>
                  <a:pt x="154457" y="266801"/>
                </a:lnTo>
                <a:lnTo>
                  <a:pt x="145351" y="269608"/>
                </a:lnTo>
                <a:close/>
              </a:path>
              <a:path w="992504" h="323850">
                <a:moveTo>
                  <a:pt x="127139" y="275209"/>
                </a:moveTo>
                <a:lnTo>
                  <a:pt x="124332" y="266103"/>
                </a:lnTo>
                <a:lnTo>
                  <a:pt x="133438" y="263309"/>
                </a:lnTo>
                <a:lnTo>
                  <a:pt x="136245" y="272402"/>
                </a:lnTo>
                <a:lnTo>
                  <a:pt x="127139" y="275209"/>
                </a:lnTo>
                <a:close/>
              </a:path>
              <a:path w="992504" h="323850">
                <a:moveTo>
                  <a:pt x="108927" y="280809"/>
                </a:moveTo>
                <a:lnTo>
                  <a:pt x="106133" y="271703"/>
                </a:lnTo>
                <a:lnTo>
                  <a:pt x="115239" y="268909"/>
                </a:lnTo>
                <a:lnTo>
                  <a:pt x="118033" y="278015"/>
                </a:lnTo>
                <a:lnTo>
                  <a:pt x="108927" y="280809"/>
                </a:lnTo>
                <a:close/>
              </a:path>
              <a:path w="992504" h="323850">
                <a:moveTo>
                  <a:pt x="90728" y="286410"/>
                </a:moveTo>
                <a:lnTo>
                  <a:pt x="87922" y="277304"/>
                </a:lnTo>
                <a:lnTo>
                  <a:pt x="97027" y="274510"/>
                </a:lnTo>
                <a:lnTo>
                  <a:pt x="99834" y="283616"/>
                </a:lnTo>
                <a:lnTo>
                  <a:pt x="90728" y="2864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522412" y="1803400"/>
            <a:ext cx="76200" cy="1447800"/>
          </a:xfrm>
          <a:custGeom>
            <a:avLst/>
            <a:gdLst/>
            <a:ahLst/>
            <a:cxnLst/>
            <a:rect l="l" t="t" r="r" b="b"/>
            <a:pathLst>
              <a:path w="76200" h="1447800">
                <a:moveTo>
                  <a:pt x="33337" y="76200"/>
                </a:moveTo>
                <a:lnTo>
                  <a:pt x="0" y="76200"/>
                </a:lnTo>
                <a:lnTo>
                  <a:pt x="38100" y="0"/>
                </a:lnTo>
                <a:lnTo>
                  <a:pt x="66675" y="57150"/>
                </a:lnTo>
                <a:lnTo>
                  <a:pt x="33337" y="57150"/>
                </a:lnTo>
                <a:lnTo>
                  <a:pt x="33337" y="76200"/>
                </a:lnTo>
                <a:close/>
              </a:path>
              <a:path w="76200" h="1447800">
                <a:moveTo>
                  <a:pt x="42862" y="1447800"/>
                </a:moveTo>
                <a:lnTo>
                  <a:pt x="33337" y="1447800"/>
                </a:lnTo>
                <a:lnTo>
                  <a:pt x="33337" y="57150"/>
                </a:lnTo>
                <a:lnTo>
                  <a:pt x="42862" y="57150"/>
                </a:lnTo>
                <a:lnTo>
                  <a:pt x="42862" y="1447800"/>
                </a:lnTo>
                <a:close/>
              </a:path>
              <a:path w="76200" h="1447800">
                <a:moveTo>
                  <a:pt x="76200" y="76200"/>
                </a:moveTo>
                <a:lnTo>
                  <a:pt x="42862" y="76200"/>
                </a:lnTo>
                <a:lnTo>
                  <a:pt x="42862" y="57150"/>
                </a:lnTo>
                <a:lnTo>
                  <a:pt x="66675" y="57150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522412" y="3251200"/>
            <a:ext cx="76200" cy="2209800"/>
          </a:xfrm>
          <a:custGeom>
            <a:avLst/>
            <a:gdLst/>
            <a:ahLst/>
            <a:cxnLst/>
            <a:rect l="l" t="t" r="r" b="b"/>
            <a:pathLst>
              <a:path w="76200" h="2209800">
                <a:moveTo>
                  <a:pt x="42862" y="2152650"/>
                </a:moveTo>
                <a:lnTo>
                  <a:pt x="33337" y="2152650"/>
                </a:lnTo>
                <a:lnTo>
                  <a:pt x="33337" y="0"/>
                </a:lnTo>
                <a:lnTo>
                  <a:pt x="42862" y="0"/>
                </a:lnTo>
                <a:lnTo>
                  <a:pt x="42862" y="2152650"/>
                </a:lnTo>
                <a:close/>
              </a:path>
              <a:path w="76200" h="2209800">
                <a:moveTo>
                  <a:pt x="38100" y="2209800"/>
                </a:moveTo>
                <a:lnTo>
                  <a:pt x="0" y="2133600"/>
                </a:lnTo>
                <a:lnTo>
                  <a:pt x="33337" y="2133600"/>
                </a:lnTo>
                <a:lnTo>
                  <a:pt x="33337" y="2152650"/>
                </a:lnTo>
                <a:lnTo>
                  <a:pt x="66675" y="2152650"/>
                </a:lnTo>
                <a:lnTo>
                  <a:pt x="38100" y="2209800"/>
                </a:lnTo>
                <a:close/>
              </a:path>
              <a:path w="76200" h="2209800">
                <a:moveTo>
                  <a:pt x="66675" y="2152650"/>
                </a:moveTo>
                <a:lnTo>
                  <a:pt x="42862" y="2152650"/>
                </a:lnTo>
                <a:lnTo>
                  <a:pt x="42862" y="2133600"/>
                </a:lnTo>
                <a:lnTo>
                  <a:pt x="76200" y="2133600"/>
                </a:lnTo>
                <a:lnTo>
                  <a:pt x="66675" y="21526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905996" y="2033240"/>
            <a:ext cx="393700" cy="2855595"/>
          </a:xfrm>
          <a:prstGeom prst="rect">
            <a:avLst/>
          </a:prstGeom>
        </p:spPr>
        <p:txBody>
          <a:bodyPr vert="vert270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ahoma"/>
                <a:cs typeface="Tahoma"/>
              </a:rPr>
              <a:t>Every </a:t>
            </a:r>
            <a:r>
              <a:rPr sz="2400" spc="-5" dirty="0">
                <a:latin typeface="Tahoma"/>
                <a:cs typeface="Tahoma"/>
              </a:rPr>
              <a:t>possible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object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50" name="object 5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51" name="object 5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70</a:t>
            </a:fld>
            <a:endParaRPr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91540"/>
            <a:ext cx="39382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75764" algn="l"/>
              </a:tabLst>
            </a:pPr>
            <a:r>
              <a:rPr sz="3600" u="heavy" dirty="0">
                <a:uFill>
                  <a:solidFill>
                    <a:srgbClr val="000000"/>
                  </a:solidFill>
                </a:uFill>
              </a:rPr>
              <a:t>But</a:t>
            </a:r>
            <a:r>
              <a:rPr sz="3600" u="heavy" spc="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use	hash</a:t>
            </a:r>
            <a:r>
              <a:rPr sz="3600" u="heavy" spc="-9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table: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64540" y="4352290"/>
            <a:ext cx="670369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If object not </a:t>
            </a:r>
            <a:r>
              <a:rPr sz="3200" spc="-10" dirty="0">
                <a:latin typeface="Tahoma"/>
                <a:cs typeface="Tahoma"/>
              </a:rPr>
              <a:t>found </a:t>
            </a:r>
            <a:r>
              <a:rPr sz="3200" spc="-5" dirty="0">
                <a:latin typeface="Tahoma"/>
                <a:cs typeface="Tahoma"/>
              </a:rPr>
              <a:t>in hash table, </a:t>
            </a:r>
            <a:r>
              <a:rPr sz="3200" dirty="0">
                <a:latin typeface="Tahoma"/>
                <a:cs typeface="Tahoma"/>
              </a:rPr>
              <a:t>it </a:t>
            </a:r>
            <a:r>
              <a:rPr sz="3200" spc="-5" dirty="0">
                <a:latin typeface="Tahoma"/>
                <a:cs typeface="Tahoma"/>
              </a:rPr>
              <a:t>is  </a:t>
            </a:r>
            <a:r>
              <a:rPr sz="3200" spc="-10" dirty="0">
                <a:latin typeface="Tahoma"/>
                <a:cs typeface="Tahoma"/>
              </a:rPr>
              <a:t>unlocked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800600" y="2438400"/>
            <a:ext cx="2438400" cy="609600"/>
          </a:xfrm>
          <a:custGeom>
            <a:avLst/>
            <a:gdLst/>
            <a:ahLst/>
            <a:cxnLst/>
            <a:rect l="l" t="t" r="r" b="b"/>
            <a:pathLst>
              <a:path w="2438400" h="609600">
                <a:moveTo>
                  <a:pt x="0" y="0"/>
                </a:moveTo>
                <a:lnTo>
                  <a:pt x="2438400" y="0"/>
                </a:lnTo>
                <a:lnTo>
                  <a:pt x="24384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795837" y="2433637"/>
            <a:ext cx="2447925" cy="619125"/>
          </a:xfrm>
          <a:custGeom>
            <a:avLst/>
            <a:gdLst/>
            <a:ahLst/>
            <a:cxnLst/>
            <a:rect l="l" t="t" r="r" b="b"/>
            <a:pathLst>
              <a:path w="2447925" h="619125">
                <a:moveTo>
                  <a:pt x="24479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2447925" y="0"/>
                </a:lnTo>
                <a:lnTo>
                  <a:pt x="2447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2447925" y="614362"/>
                </a:lnTo>
                <a:lnTo>
                  <a:pt x="2447925" y="619125"/>
                </a:lnTo>
                <a:close/>
              </a:path>
              <a:path w="24479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447925" h="619125">
                <a:moveTo>
                  <a:pt x="2438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438400" y="4762"/>
                </a:lnTo>
                <a:lnTo>
                  <a:pt x="2438400" y="9525"/>
                </a:lnTo>
                <a:close/>
              </a:path>
              <a:path w="2447925" h="619125">
                <a:moveTo>
                  <a:pt x="2438400" y="614362"/>
                </a:moveTo>
                <a:lnTo>
                  <a:pt x="2438400" y="4762"/>
                </a:lnTo>
                <a:lnTo>
                  <a:pt x="2443162" y="9525"/>
                </a:lnTo>
                <a:lnTo>
                  <a:pt x="2447925" y="9525"/>
                </a:lnTo>
                <a:lnTo>
                  <a:pt x="2447925" y="609600"/>
                </a:lnTo>
                <a:lnTo>
                  <a:pt x="2443162" y="609600"/>
                </a:lnTo>
                <a:lnTo>
                  <a:pt x="2438400" y="614362"/>
                </a:lnTo>
                <a:close/>
              </a:path>
              <a:path w="2447925" h="619125">
                <a:moveTo>
                  <a:pt x="2447925" y="9525"/>
                </a:moveTo>
                <a:lnTo>
                  <a:pt x="2443162" y="9525"/>
                </a:lnTo>
                <a:lnTo>
                  <a:pt x="2438400" y="4762"/>
                </a:lnTo>
                <a:lnTo>
                  <a:pt x="2447925" y="4762"/>
                </a:lnTo>
                <a:lnTo>
                  <a:pt x="2447925" y="9525"/>
                </a:lnTo>
                <a:close/>
              </a:path>
              <a:path w="24479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2447925" h="619125">
                <a:moveTo>
                  <a:pt x="24384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2438400" y="609600"/>
                </a:lnTo>
                <a:lnTo>
                  <a:pt x="2438400" y="614362"/>
                </a:lnTo>
                <a:close/>
              </a:path>
              <a:path w="2447925" h="619125">
                <a:moveTo>
                  <a:pt x="2447925" y="614362"/>
                </a:moveTo>
                <a:lnTo>
                  <a:pt x="2438400" y="614362"/>
                </a:lnTo>
                <a:lnTo>
                  <a:pt x="2443162" y="609600"/>
                </a:lnTo>
                <a:lnTo>
                  <a:pt x="2447925" y="609600"/>
                </a:lnTo>
                <a:lnTo>
                  <a:pt x="24479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800600" y="2546350"/>
            <a:ext cx="2438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11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Lock </a:t>
            </a:r>
            <a:r>
              <a:rPr sz="2400" spc="-10" dirty="0">
                <a:latin typeface="Tahoma"/>
                <a:cs typeface="Tahoma"/>
              </a:rPr>
              <a:t>info for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09800" y="1905000"/>
            <a:ext cx="1371600" cy="533400"/>
          </a:xfrm>
          <a:custGeom>
            <a:avLst/>
            <a:gdLst/>
            <a:ahLst/>
            <a:cxnLst/>
            <a:rect l="l" t="t" r="r" b="b"/>
            <a:pathLst>
              <a:path w="1371600" h="533400">
                <a:moveTo>
                  <a:pt x="0" y="0"/>
                </a:moveTo>
                <a:lnTo>
                  <a:pt x="1371600" y="0"/>
                </a:lnTo>
                <a:lnTo>
                  <a:pt x="13716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205037" y="1900237"/>
            <a:ext cx="1381125" cy="542925"/>
          </a:xfrm>
          <a:custGeom>
            <a:avLst/>
            <a:gdLst/>
            <a:ahLst/>
            <a:cxnLst/>
            <a:rect l="l" t="t" r="r" b="b"/>
            <a:pathLst>
              <a:path w="1381125" h="542925">
                <a:moveTo>
                  <a:pt x="1381125" y="542925"/>
                </a:moveTo>
                <a:lnTo>
                  <a:pt x="0" y="542925"/>
                </a:lnTo>
                <a:lnTo>
                  <a:pt x="0" y="0"/>
                </a:lnTo>
                <a:lnTo>
                  <a:pt x="1381125" y="0"/>
                </a:lnTo>
                <a:lnTo>
                  <a:pt x="1381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33400"/>
                </a:lnTo>
                <a:lnTo>
                  <a:pt x="4762" y="533400"/>
                </a:lnTo>
                <a:lnTo>
                  <a:pt x="9525" y="538162"/>
                </a:lnTo>
                <a:lnTo>
                  <a:pt x="1381125" y="538162"/>
                </a:lnTo>
                <a:lnTo>
                  <a:pt x="1381125" y="542925"/>
                </a:lnTo>
                <a:close/>
              </a:path>
              <a:path w="1381125" h="542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381125" h="542925">
                <a:moveTo>
                  <a:pt x="1371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371600" y="4762"/>
                </a:lnTo>
                <a:lnTo>
                  <a:pt x="1371600" y="9525"/>
                </a:lnTo>
                <a:close/>
              </a:path>
              <a:path w="1381125" h="542925">
                <a:moveTo>
                  <a:pt x="1371600" y="538162"/>
                </a:moveTo>
                <a:lnTo>
                  <a:pt x="1371600" y="4762"/>
                </a:lnTo>
                <a:lnTo>
                  <a:pt x="1376362" y="9525"/>
                </a:lnTo>
                <a:lnTo>
                  <a:pt x="1381125" y="9525"/>
                </a:lnTo>
                <a:lnTo>
                  <a:pt x="1381125" y="533400"/>
                </a:lnTo>
                <a:lnTo>
                  <a:pt x="1376362" y="533400"/>
                </a:lnTo>
                <a:lnTo>
                  <a:pt x="1371600" y="538162"/>
                </a:lnTo>
                <a:close/>
              </a:path>
              <a:path w="1381125" h="542925">
                <a:moveTo>
                  <a:pt x="1381125" y="9525"/>
                </a:moveTo>
                <a:lnTo>
                  <a:pt x="1376362" y="9525"/>
                </a:lnTo>
                <a:lnTo>
                  <a:pt x="1371600" y="4762"/>
                </a:lnTo>
                <a:lnTo>
                  <a:pt x="1381125" y="4762"/>
                </a:lnTo>
                <a:lnTo>
                  <a:pt x="1381125" y="9525"/>
                </a:lnTo>
                <a:close/>
              </a:path>
              <a:path w="1381125" h="542925">
                <a:moveTo>
                  <a:pt x="9525" y="538162"/>
                </a:moveTo>
                <a:lnTo>
                  <a:pt x="4762" y="533400"/>
                </a:lnTo>
                <a:lnTo>
                  <a:pt x="9525" y="533400"/>
                </a:lnTo>
                <a:lnTo>
                  <a:pt x="9525" y="538162"/>
                </a:lnTo>
                <a:close/>
              </a:path>
              <a:path w="1381125" h="542925">
                <a:moveTo>
                  <a:pt x="1371600" y="538162"/>
                </a:moveTo>
                <a:lnTo>
                  <a:pt x="9525" y="538162"/>
                </a:lnTo>
                <a:lnTo>
                  <a:pt x="9525" y="533400"/>
                </a:lnTo>
                <a:lnTo>
                  <a:pt x="1371600" y="533400"/>
                </a:lnTo>
                <a:lnTo>
                  <a:pt x="1371600" y="538162"/>
                </a:lnTo>
                <a:close/>
              </a:path>
              <a:path w="1381125" h="542925">
                <a:moveTo>
                  <a:pt x="1381125" y="538162"/>
                </a:moveTo>
                <a:lnTo>
                  <a:pt x="1371600" y="538162"/>
                </a:lnTo>
                <a:lnTo>
                  <a:pt x="1376362" y="533400"/>
                </a:lnTo>
                <a:lnTo>
                  <a:pt x="1381125" y="533400"/>
                </a:lnTo>
                <a:lnTo>
                  <a:pt x="1381125" y="538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209800" y="2438400"/>
            <a:ext cx="685800" cy="533400"/>
          </a:xfrm>
          <a:custGeom>
            <a:avLst/>
            <a:gdLst/>
            <a:ahLst/>
            <a:cxnLst/>
            <a:rect l="l" t="t" r="r" b="b"/>
            <a:pathLst>
              <a:path w="685800" h="533400">
                <a:moveTo>
                  <a:pt x="0" y="0"/>
                </a:moveTo>
                <a:lnTo>
                  <a:pt x="685800" y="0"/>
                </a:lnTo>
                <a:lnTo>
                  <a:pt x="6858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205037" y="2433637"/>
            <a:ext cx="695325" cy="542925"/>
          </a:xfrm>
          <a:custGeom>
            <a:avLst/>
            <a:gdLst/>
            <a:ahLst/>
            <a:cxnLst/>
            <a:rect l="l" t="t" r="r" b="b"/>
            <a:pathLst>
              <a:path w="695325" h="542925">
                <a:moveTo>
                  <a:pt x="695325" y="542925"/>
                </a:moveTo>
                <a:lnTo>
                  <a:pt x="0" y="5429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33400"/>
                </a:lnTo>
                <a:lnTo>
                  <a:pt x="4762" y="533400"/>
                </a:lnTo>
                <a:lnTo>
                  <a:pt x="9525" y="538162"/>
                </a:lnTo>
                <a:lnTo>
                  <a:pt x="695325" y="538162"/>
                </a:lnTo>
                <a:lnTo>
                  <a:pt x="695325" y="542925"/>
                </a:lnTo>
                <a:close/>
              </a:path>
              <a:path w="695325" h="542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5429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542925">
                <a:moveTo>
                  <a:pt x="685800" y="5381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533400"/>
                </a:lnTo>
                <a:lnTo>
                  <a:pt x="690562" y="533400"/>
                </a:lnTo>
                <a:lnTo>
                  <a:pt x="685800" y="538162"/>
                </a:lnTo>
                <a:close/>
              </a:path>
              <a:path w="695325" h="5429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542925">
                <a:moveTo>
                  <a:pt x="9525" y="538162"/>
                </a:moveTo>
                <a:lnTo>
                  <a:pt x="4762" y="533400"/>
                </a:lnTo>
                <a:lnTo>
                  <a:pt x="9525" y="533400"/>
                </a:lnTo>
                <a:lnTo>
                  <a:pt x="9525" y="538162"/>
                </a:lnTo>
                <a:close/>
              </a:path>
              <a:path w="695325" h="542925">
                <a:moveTo>
                  <a:pt x="685800" y="538162"/>
                </a:moveTo>
                <a:lnTo>
                  <a:pt x="9525" y="538162"/>
                </a:lnTo>
                <a:lnTo>
                  <a:pt x="9525" y="533400"/>
                </a:lnTo>
                <a:lnTo>
                  <a:pt x="685800" y="533400"/>
                </a:lnTo>
                <a:lnTo>
                  <a:pt x="685800" y="538162"/>
                </a:lnTo>
                <a:close/>
              </a:path>
              <a:path w="695325" h="542925">
                <a:moveTo>
                  <a:pt x="695325" y="538162"/>
                </a:moveTo>
                <a:lnTo>
                  <a:pt x="685800" y="538162"/>
                </a:lnTo>
                <a:lnTo>
                  <a:pt x="690562" y="533400"/>
                </a:lnTo>
                <a:lnTo>
                  <a:pt x="695325" y="533400"/>
                </a:lnTo>
                <a:lnTo>
                  <a:pt x="695325" y="538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418079" y="2447289"/>
            <a:ext cx="2698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ahoma"/>
                <a:cs typeface="Tahoma"/>
              </a:rPr>
              <a:t>A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895600" y="2438400"/>
            <a:ext cx="685800" cy="533400"/>
          </a:xfrm>
          <a:custGeom>
            <a:avLst/>
            <a:gdLst/>
            <a:ahLst/>
            <a:cxnLst/>
            <a:rect l="l" t="t" r="r" b="b"/>
            <a:pathLst>
              <a:path w="685800" h="533400">
                <a:moveTo>
                  <a:pt x="0" y="0"/>
                </a:moveTo>
                <a:lnTo>
                  <a:pt x="685800" y="0"/>
                </a:lnTo>
                <a:lnTo>
                  <a:pt x="6858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890837" y="2433637"/>
            <a:ext cx="695325" cy="542925"/>
          </a:xfrm>
          <a:custGeom>
            <a:avLst/>
            <a:gdLst/>
            <a:ahLst/>
            <a:cxnLst/>
            <a:rect l="l" t="t" r="r" b="b"/>
            <a:pathLst>
              <a:path w="695325" h="542925">
                <a:moveTo>
                  <a:pt x="695325" y="542925"/>
                </a:moveTo>
                <a:lnTo>
                  <a:pt x="0" y="5429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33400"/>
                </a:lnTo>
                <a:lnTo>
                  <a:pt x="4762" y="533400"/>
                </a:lnTo>
                <a:lnTo>
                  <a:pt x="9525" y="538162"/>
                </a:lnTo>
                <a:lnTo>
                  <a:pt x="695325" y="538162"/>
                </a:lnTo>
                <a:lnTo>
                  <a:pt x="695325" y="542925"/>
                </a:lnTo>
                <a:close/>
              </a:path>
              <a:path w="695325" h="542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5429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542925">
                <a:moveTo>
                  <a:pt x="685800" y="5381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533400"/>
                </a:lnTo>
                <a:lnTo>
                  <a:pt x="690562" y="533400"/>
                </a:lnTo>
                <a:lnTo>
                  <a:pt x="685800" y="538162"/>
                </a:lnTo>
                <a:close/>
              </a:path>
              <a:path w="695325" h="5429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542925">
                <a:moveTo>
                  <a:pt x="9525" y="538162"/>
                </a:moveTo>
                <a:lnTo>
                  <a:pt x="4762" y="533400"/>
                </a:lnTo>
                <a:lnTo>
                  <a:pt x="9525" y="533400"/>
                </a:lnTo>
                <a:lnTo>
                  <a:pt x="9525" y="538162"/>
                </a:lnTo>
                <a:close/>
              </a:path>
              <a:path w="695325" h="542925">
                <a:moveTo>
                  <a:pt x="685800" y="538162"/>
                </a:moveTo>
                <a:lnTo>
                  <a:pt x="9525" y="538162"/>
                </a:lnTo>
                <a:lnTo>
                  <a:pt x="9525" y="533400"/>
                </a:lnTo>
                <a:lnTo>
                  <a:pt x="685800" y="533400"/>
                </a:lnTo>
                <a:lnTo>
                  <a:pt x="685800" y="538162"/>
                </a:lnTo>
                <a:close/>
              </a:path>
              <a:path w="695325" h="542925">
                <a:moveTo>
                  <a:pt x="695325" y="538162"/>
                </a:moveTo>
                <a:lnTo>
                  <a:pt x="685800" y="538162"/>
                </a:lnTo>
                <a:lnTo>
                  <a:pt x="690562" y="533400"/>
                </a:lnTo>
                <a:lnTo>
                  <a:pt x="695325" y="533400"/>
                </a:lnTo>
                <a:lnTo>
                  <a:pt x="695325" y="538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209800" y="2971800"/>
            <a:ext cx="1371600" cy="1371600"/>
          </a:xfrm>
          <a:custGeom>
            <a:avLst/>
            <a:gdLst/>
            <a:ahLst/>
            <a:cxnLst/>
            <a:rect l="l" t="t" r="r" b="b"/>
            <a:pathLst>
              <a:path w="1371600" h="1371600">
                <a:moveTo>
                  <a:pt x="0" y="0"/>
                </a:moveTo>
                <a:lnTo>
                  <a:pt x="1371600" y="0"/>
                </a:lnTo>
                <a:lnTo>
                  <a:pt x="13716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205037" y="2967037"/>
            <a:ext cx="1381125" cy="1381125"/>
          </a:xfrm>
          <a:custGeom>
            <a:avLst/>
            <a:gdLst/>
            <a:ahLst/>
            <a:cxnLst/>
            <a:rect l="l" t="t" r="r" b="b"/>
            <a:pathLst>
              <a:path w="1381125" h="1381125">
                <a:moveTo>
                  <a:pt x="1381125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1381125" y="0"/>
                </a:lnTo>
                <a:lnTo>
                  <a:pt x="1381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1381125" y="1376362"/>
                </a:lnTo>
                <a:lnTo>
                  <a:pt x="1381125" y="1381125"/>
                </a:lnTo>
                <a:close/>
              </a:path>
              <a:path w="1381125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381125" h="1381125">
                <a:moveTo>
                  <a:pt x="1371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371600" y="4762"/>
                </a:lnTo>
                <a:lnTo>
                  <a:pt x="1371600" y="9525"/>
                </a:lnTo>
                <a:close/>
              </a:path>
              <a:path w="1381125" h="1381125">
                <a:moveTo>
                  <a:pt x="1371600" y="1376362"/>
                </a:moveTo>
                <a:lnTo>
                  <a:pt x="1371600" y="4762"/>
                </a:lnTo>
                <a:lnTo>
                  <a:pt x="1376362" y="9525"/>
                </a:lnTo>
                <a:lnTo>
                  <a:pt x="1381125" y="9525"/>
                </a:lnTo>
                <a:lnTo>
                  <a:pt x="1381125" y="1371600"/>
                </a:lnTo>
                <a:lnTo>
                  <a:pt x="1376362" y="1371600"/>
                </a:lnTo>
                <a:lnTo>
                  <a:pt x="1371600" y="1376362"/>
                </a:lnTo>
                <a:close/>
              </a:path>
              <a:path w="1381125" h="1381125">
                <a:moveTo>
                  <a:pt x="1381125" y="9525"/>
                </a:moveTo>
                <a:lnTo>
                  <a:pt x="1376362" y="9525"/>
                </a:lnTo>
                <a:lnTo>
                  <a:pt x="1371600" y="4762"/>
                </a:lnTo>
                <a:lnTo>
                  <a:pt x="1381125" y="4762"/>
                </a:lnTo>
                <a:lnTo>
                  <a:pt x="1381125" y="9525"/>
                </a:lnTo>
                <a:close/>
              </a:path>
              <a:path w="1381125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1381125" h="1381125">
                <a:moveTo>
                  <a:pt x="1371600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1371600" y="1371600"/>
                </a:lnTo>
                <a:lnTo>
                  <a:pt x="1371600" y="1376362"/>
                </a:lnTo>
                <a:close/>
              </a:path>
              <a:path w="1381125" h="1381125">
                <a:moveTo>
                  <a:pt x="1381125" y="1376362"/>
                </a:moveTo>
                <a:lnTo>
                  <a:pt x="1371600" y="1376362"/>
                </a:lnTo>
                <a:lnTo>
                  <a:pt x="1376362" y="1371600"/>
                </a:lnTo>
                <a:lnTo>
                  <a:pt x="1381125" y="1371600"/>
                </a:lnTo>
                <a:lnTo>
                  <a:pt x="1381125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621664" y="1983422"/>
            <a:ext cx="516890" cy="395605"/>
          </a:xfrm>
          <a:prstGeom prst="rect">
            <a:avLst/>
          </a:prstGeom>
        </p:spPr>
        <p:txBody>
          <a:bodyPr vert="vert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..</a:t>
            </a:r>
            <a:r>
              <a:rPr sz="3200" dirty="0">
                <a:latin typeface="Tahoma"/>
                <a:cs typeface="Tahoma"/>
              </a:rPr>
              <a:t>.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621664" y="3355022"/>
            <a:ext cx="516890" cy="395605"/>
          </a:xfrm>
          <a:prstGeom prst="rect">
            <a:avLst/>
          </a:prstGeom>
        </p:spPr>
        <p:txBody>
          <a:bodyPr vert="vert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..</a:t>
            </a:r>
            <a:r>
              <a:rPr sz="3200" dirty="0">
                <a:latin typeface="Tahoma"/>
                <a:cs typeface="Tahoma"/>
              </a:rPr>
              <a:t>.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200" y="2667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381000"/>
                </a:moveTo>
                <a:lnTo>
                  <a:pt x="146821" y="375968"/>
                </a:lnTo>
                <a:lnTo>
                  <a:pt x="106724" y="361636"/>
                </a:lnTo>
                <a:lnTo>
                  <a:pt x="71353" y="339148"/>
                </a:lnTo>
                <a:lnTo>
                  <a:pt x="41851" y="309646"/>
                </a:lnTo>
                <a:lnTo>
                  <a:pt x="19363" y="274275"/>
                </a:lnTo>
                <a:lnTo>
                  <a:pt x="5031" y="234178"/>
                </a:lnTo>
                <a:lnTo>
                  <a:pt x="0" y="190500"/>
                </a:lnTo>
                <a:lnTo>
                  <a:pt x="5031" y="146821"/>
                </a:lnTo>
                <a:lnTo>
                  <a:pt x="19363" y="106724"/>
                </a:lnTo>
                <a:lnTo>
                  <a:pt x="41851" y="71353"/>
                </a:lnTo>
                <a:lnTo>
                  <a:pt x="71353" y="41851"/>
                </a:lnTo>
                <a:lnTo>
                  <a:pt x="106724" y="19363"/>
                </a:lnTo>
                <a:lnTo>
                  <a:pt x="146821" y="5031"/>
                </a:lnTo>
                <a:lnTo>
                  <a:pt x="190500" y="0"/>
                </a:lnTo>
                <a:lnTo>
                  <a:pt x="234178" y="5031"/>
                </a:lnTo>
                <a:lnTo>
                  <a:pt x="274275" y="19363"/>
                </a:lnTo>
                <a:lnTo>
                  <a:pt x="309646" y="41851"/>
                </a:lnTo>
                <a:lnTo>
                  <a:pt x="339148" y="71353"/>
                </a:lnTo>
                <a:lnTo>
                  <a:pt x="361636" y="106724"/>
                </a:lnTo>
                <a:lnTo>
                  <a:pt x="375968" y="146821"/>
                </a:lnTo>
                <a:lnTo>
                  <a:pt x="381000" y="190500"/>
                </a:lnTo>
                <a:lnTo>
                  <a:pt x="375968" y="234178"/>
                </a:lnTo>
                <a:lnTo>
                  <a:pt x="361636" y="274275"/>
                </a:lnTo>
                <a:lnTo>
                  <a:pt x="339148" y="309646"/>
                </a:lnTo>
                <a:lnTo>
                  <a:pt x="309646" y="339148"/>
                </a:lnTo>
                <a:lnTo>
                  <a:pt x="274275" y="361636"/>
                </a:lnTo>
                <a:lnTo>
                  <a:pt x="234178" y="375968"/>
                </a:lnTo>
                <a:lnTo>
                  <a:pt x="190500" y="381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33500" y="2662237"/>
            <a:ext cx="390525" cy="389890"/>
          </a:xfrm>
          <a:custGeom>
            <a:avLst/>
            <a:gdLst/>
            <a:ahLst/>
            <a:cxnLst/>
            <a:rect l="l" t="t" r="r" b="b"/>
            <a:pathLst>
              <a:path w="390525" h="389889">
                <a:moveTo>
                  <a:pt x="205181" y="389889"/>
                </a:moveTo>
                <a:lnTo>
                  <a:pt x="185039" y="389889"/>
                </a:lnTo>
                <a:lnTo>
                  <a:pt x="155740" y="386080"/>
                </a:lnTo>
                <a:lnTo>
                  <a:pt x="119087" y="374650"/>
                </a:lnTo>
                <a:lnTo>
                  <a:pt x="102019" y="365760"/>
                </a:lnTo>
                <a:lnTo>
                  <a:pt x="93853" y="361950"/>
                </a:lnTo>
                <a:lnTo>
                  <a:pt x="85928" y="356869"/>
                </a:lnTo>
                <a:lnTo>
                  <a:pt x="78282" y="350519"/>
                </a:lnTo>
                <a:lnTo>
                  <a:pt x="70904" y="345439"/>
                </a:lnTo>
                <a:lnTo>
                  <a:pt x="38658" y="311150"/>
                </a:lnTo>
                <a:lnTo>
                  <a:pt x="15240" y="270510"/>
                </a:lnTo>
                <a:lnTo>
                  <a:pt x="3924" y="233680"/>
                </a:lnTo>
                <a:lnTo>
                  <a:pt x="0" y="199389"/>
                </a:lnTo>
                <a:lnTo>
                  <a:pt x="0" y="189230"/>
                </a:lnTo>
                <a:lnTo>
                  <a:pt x="6121" y="146050"/>
                </a:lnTo>
                <a:lnTo>
                  <a:pt x="19240" y="110489"/>
                </a:lnTo>
                <a:lnTo>
                  <a:pt x="23558" y="101600"/>
                </a:lnTo>
                <a:lnTo>
                  <a:pt x="50736" y="63500"/>
                </a:lnTo>
                <a:lnTo>
                  <a:pt x="57213" y="55880"/>
                </a:lnTo>
                <a:lnTo>
                  <a:pt x="63995" y="49530"/>
                </a:lnTo>
                <a:lnTo>
                  <a:pt x="71081" y="44450"/>
                </a:lnTo>
                <a:lnTo>
                  <a:pt x="78460" y="38100"/>
                </a:lnTo>
                <a:lnTo>
                  <a:pt x="119303" y="15239"/>
                </a:lnTo>
                <a:lnTo>
                  <a:pt x="155740" y="3810"/>
                </a:lnTo>
                <a:lnTo>
                  <a:pt x="165582" y="1269"/>
                </a:lnTo>
                <a:lnTo>
                  <a:pt x="175120" y="0"/>
                </a:lnTo>
                <a:lnTo>
                  <a:pt x="215277" y="0"/>
                </a:lnTo>
                <a:lnTo>
                  <a:pt x="225044" y="1269"/>
                </a:lnTo>
                <a:lnTo>
                  <a:pt x="234657" y="3810"/>
                </a:lnTo>
                <a:lnTo>
                  <a:pt x="244106" y="5080"/>
                </a:lnTo>
                <a:lnTo>
                  <a:pt x="253377" y="7619"/>
                </a:lnTo>
                <a:lnTo>
                  <a:pt x="256400" y="8889"/>
                </a:lnTo>
                <a:lnTo>
                  <a:pt x="185762" y="8889"/>
                </a:lnTo>
                <a:lnTo>
                  <a:pt x="176085" y="10160"/>
                </a:lnTo>
                <a:lnTo>
                  <a:pt x="176326" y="10160"/>
                </a:lnTo>
                <a:lnTo>
                  <a:pt x="166789" y="11430"/>
                </a:lnTo>
                <a:lnTo>
                  <a:pt x="167030" y="11430"/>
                </a:lnTo>
                <a:lnTo>
                  <a:pt x="157645" y="12700"/>
                </a:lnTo>
                <a:lnTo>
                  <a:pt x="157873" y="12700"/>
                </a:lnTo>
                <a:lnTo>
                  <a:pt x="148666" y="15239"/>
                </a:lnTo>
                <a:lnTo>
                  <a:pt x="148894" y="15239"/>
                </a:lnTo>
                <a:lnTo>
                  <a:pt x="139852" y="17780"/>
                </a:lnTo>
                <a:lnTo>
                  <a:pt x="140081" y="17780"/>
                </a:lnTo>
                <a:lnTo>
                  <a:pt x="131229" y="20319"/>
                </a:lnTo>
                <a:lnTo>
                  <a:pt x="131445" y="20319"/>
                </a:lnTo>
                <a:lnTo>
                  <a:pt x="125679" y="22860"/>
                </a:lnTo>
                <a:lnTo>
                  <a:pt x="123012" y="22860"/>
                </a:lnTo>
                <a:lnTo>
                  <a:pt x="114566" y="26669"/>
                </a:lnTo>
                <a:lnTo>
                  <a:pt x="114782" y="26669"/>
                </a:lnTo>
                <a:lnTo>
                  <a:pt x="106565" y="31750"/>
                </a:lnTo>
                <a:lnTo>
                  <a:pt x="106768" y="31750"/>
                </a:lnTo>
                <a:lnTo>
                  <a:pt x="98793" y="35560"/>
                </a:lnTo>
                <a:lnTo>
                  <a:pt x="98983" y="35560"/>
                </a:lnTo>
                <a:lnTo>
                  <a:pt x="91262" y="40639"/>
                </a:lnTo>
                <a:lnTo>
                  <a:pt x="91452" y="40639"/>
                </a:lnTo>
                <a:lnTo>
                  <a:pt x="83985" y="45719"/>
                </a:lnTo>
                <a:lnTo>
                  <a:pt x="84162" y="45719"/>
                </a:lnTo>
                <a:lnTo>
                  <a:pt x="76962" y="50800"/>
                </a:lnTo>
                <a:lnTo>
                  <a:pt x="77139" y="50800"/>
                </a:lnTo>
                <a:lnTo>
                  <a:pt x="70231" y="57150"/>
                </a:lnTo>
                <a:lnTo>
                  <a:pt x="70396" y="57150"/>
                </a:lnTo>
                <a:lnTo>
                  <a:pt x="63779" y="63500"/>
                </a:lnTo>
                <a:lnTo>
                  <a:pt x="63944" y="63500"/>
                </a:lnTo>
                <a:lnTo>
                  <a:pt x="57632" y="69850"/>
                </a:lnTo>
                <a:lnTo>
                  <a:pt x="57785" y="69850"/>
                </a:lnTo>
                <a:lnTo>
                  <a:pt x="51803" y="76200"/>
                </a:lnTo>
                <a:lnTo>
                  <a:pt x="51943" y="76200"/>
                </a:lnTo>
                <a:lnTo>
                  <a:pt x="46291" y="83819"/>
                </a:lnTo>
                <a:lnTo>
                  <a:pt x="46431" y="83819"/>
                </a:lnTo>
                <a:lnTo>
                  <a:pt x="41996" y="90169"/>
                </a:lnTo>
                <a:lnTo>
                  <a:pt x="41236" y="90169"/>
                </a:lnTo>
                <a:lnTo>
                  <a:pt x="36283" y="97789"/>
                </a:lnTo>
                <a:lnTo>
                  <a:pt x="36410" y="97789"/>
                </a:lnTo>
                <a:lnTo>
                  <a:pt x="32481" y="105410"/>
                </a:lnTo>
                <a:lnTo>
                  <a:pt x="31927" y="105410"/>
                </a:lnTo>
                <a:lnTo>
                  <a:pt x="27724" y="114300"/>
                </a:lnTo>
                <a:lnTo>
                  <a:pt x="24003" y="121919"/>
                </a:lnTo>
                <a:lnTo>
                  <a:pt x="20688" y="130810"/>
                </a:lnTo>
                <a:lnTo>
                  <a:pt x="17780" y="139700"/>
                </a:lnTo>
                <a:lnTo>
                  <a:pt x="15278" y="148589"/>
                </a:lnTo>
                <a:lnTo>
                  <a:pt x="13208" y="157480"/>
                </a:lnTo>
                <a:lnTo>
                  <a:pt x="11582" y="166369"/>
                </a:lnTo>
                <a:lnTo>
                  <a:pt x="10401" y="175260"/>
                </a:lnTo>
                <a:lnTo>
                  <a:pt x="9702" y="185419"/>
                </a:lnTo>
                <a:lnTo>
                  <a:pt x="9569" y="189230"/>
                </a:lnTo>
                <a:lnTo>
                  <a:pt x="9525" y="199389"/>
                </a:lnTo>
                <a:lnTo>
                  <a:pt x="9702" y="204469"/>
                </a:lnTo>
                <a:lnTo>
                  <a:pt x="10426" y="213360"/>
                </a:lnTo>
                <a:lnTo>
                  <a:pt x="11620" y="223519"/>
                </a:lnTo>
                <a:lnTo>
                  <a:pt x="11791" y="223519"/>
                </a:lnTo>
                <a:lnTo>
                  <a:pt x="13258" y="232410"/>
                </a:lnTo>
                <a:lnTo>
                  <a:pt x="15341" y="241300"/>
                </a:lnTo>
                <a:lnTo>
                  <a:pt x="17843" y="250189"/>
                </a:lnTo>
                <a:lnTo>
                  <a:pt x="20764" y="259080"/>
                </a:lnTo>
                <a:lnTo>
                  <a:pt x="21176" y="259080"/>
                </a:lnTo>
                <a:lnTo>
                  <a:pt x="24104" y="266700"/>
                </a:lnTo>
                <a:lnTo>
                  <a:pt x="27825" y="275589"/>
                </a:lnTo>
                <a:lnTo>
                  <a:pt x="31927" y="283210"/>
                </a:lnTo>
                <a:lnTo>
                  <a:pt x="36410" y="290830"/>
                </a:lnTo>
                <a:lnTo>
                  <a:pt x="36283" y="290830"/>
                </a:lnTo>
                <a:lnTo>
                  <a:pt x="41236" y="298450"/>
                </a:lnTo>
                <a:lnTo>
                  <a:pt x="46431" y="306069"/>
                </a:lnTo>
                <a:lnTo>
                  <a:pt x="46291" y="306069"/>
                </a:lnTo>
                <a:lnTo>
                  <a:pt x="51943" y="312419"/>
                </a:lnTo>
                <a:lnTo>
                  <a:pt x="51803" y="312419"/>
                </a:lnTo>
                <a:lnTo>
                  <a:pt x="57785" y="320039"/>
                </a:lnTo>
                <a:lnTo>
                  <a:pt x="57632" y="320039"/>
                </a:lnTo>
                <a:lnTo>
                  <a:pt x="63944" y="326389"/>
                </a:lnTo>
                <a:lnTo>
                  <a:pt x="63779" y="326389"/>
                </a:lnTo>
                <a:lnTo>
                  <a:pt x="70396" y="332739"/>
                </a:lnTo>
                <a:lnTo>
                  <a:pt x="71612" y="332739"/>
                </a:lnTo>
                <a:lnTo>
                  <a:pt x="77139" y="337819"/>
                </a:lnTo>
                <a:lnTo>
                  <a:pt x="76962" y="337819"/>
                </a:lnTo>
                <a:lnTo>
                  <a:pt x="84162" y="342900"/>
                </a:lnTo>
                <a:lnTo>
                  <a:pt x="83985" y="342900"/>
                </a:lnTo>
                <a:lnTo>
                  <a:pt x="91452" y="349250"/>
                </a:lnTo>
                <a:lnTo>
                  <a:pt x="93192" y="349250"/>
                </a:lnTo>
                <a:lnTo>
                  <a:pt x="98983" y="353060"/>
                </a:lnTo>
                <a:lnTo>
                  <a:pt x="98793" y="353060"/>
                </a:lnTo>
                <a:lnTo>
                  <a:pt x="106768" y="358139"/>
                </a:lnTo>
                <a:lnTo>
                  <a:pt x="106565" y="358139"/>
                </a:lnTo>
                <a:lnTo>
                  <a:pt x="114782" y="361950"/>
                </a:lnTo>
                <a:lnTo>
                  <a:pt x="114566" y="361950"/>
                </a:lnTo>
                <a:lnTo>
                  <a:pt x="123012" y="365760"/>
                </a:lnTo>
                <a:lnTo>
                  <a:pt x="122796" y="365760"/>
                </a:lnTo>
                <a:lnTo>
                  <a:pt x="131445" y="369569"/>
                </a:lnTo>
                <a:lnTo>
                  <a:pt x="131229" y="369569"/>
                </a:lnTo>
                <a:lnTo>
                  <a:pt x="140081" y="372110"/>
                </a:lnTo>
                <a:lnTo>
                  <a:pt x="139852" y="372110"/>
                </a:lnTo>
                <a:lnTo>
                  <a:pt x="148894" y="374650"/>
                </a:lnTo>
                <a:lnTo>
                  <a:pt x="148666" y="374650"/>
                </a:lnTo>
                <a:lnTo>
                  <a:pt x="157873" y="377189"/>
                </a:lnTo>
                <a:lnTo>
                  <a:pt x="157645" y="377189"/>
                </a:lnTo>
                <a:lnTo>
                  <a:pt x="167030" y="378460"/>
                </a:lnTo>
                <a:lnTo>
                  <a:pt x="166789" y="378460"/>
                </a:lnTo>
                <a:lnTo>
                  <a:pt x="176326" y="379730"/>
                </a:lnTo>
                <a:lnTo>
                  <a:pt x="190347" y="379730"/>
                </a:lnTo>
                <a:lnTo>
                  <a:pt x="195199" y="380983"/>
                </a:lnTo>
                <a:lnTo>
                  <a:pt x="253377" y="381000"/>
                </a:lnTo>
                <a:lnTo>
                  <a:pt x="234657" y="386080"/>
                </a:lnTo>
                <a:lnTo>
                  <a:pt x="205181" y="389889"/>
                </a:lnTo>
                <a:close/>
              </a:path>
              <a:path w="390525" h="389889">
                <a:moveTo>
                  <a:pt x="267601" y="24130"/>
                </a:moveTo>
                <a:lnTo>
                  <a:pt x="258953" y="20319"/>
                </a:lnTo>
                <a:lnTo>
                  <a:pt x="259168" y="20319"/>
                </a:lnTo>
                <a:lnTo>
                  <a:pt x="250317" y="17780"/>
                </a:lnTo>
                <a:lnTo>
                  <a:pt x="250545" y="17780"/>
                </a:lnTo>
                <a:lnTo>
                  <a:pt x="241503" y="15239"/>
                </a:lnTo>
                <a:lnTo>
                  <a:pt x="241731" y="15239"/>
                </a:lnTo>
                <a:lnTo>
                  <a:pt x="232524" y="12700"/>
                </a:lnTo>
                <a:lnTo>
                  <a:pt x="232752" y="12700"/>
                </a:lnTo>
                <a:lnTo>
                  <a:pt x="223367" y="11430"/>
                </a:lnTo>
                <a:lnTo>
                  <a:pt x="223608" y="11430"/>
                </a:lnTo>
                <a:lnTo>
                  <a:pt x="214071" y="10160"/>
                </a:lnTo>
                <a:lnTo>
                  <a:pt x="214312" y="10160"/>
                </a:lnTo>
                <a:lnTo>
                  <a:pt x="204635" y="8889"/>
                </a:lnTo>
                <a:lnTo>
                  <a:pt x="256400" y="8889"/>
                </a:lnTo>
                <a:lnTo>
                  <a:pt x="271310" y="15239"/>
                </a:lnTo>
                <a:lnTo>
                  <a:pt x="279958" y="19050"/>
                </a:lnTo>
                <a:lnTo>
                  <a:pt x="288378" y="22860"/>
                </a:lnTo>
                <a:lnTo>
                  <a:pt x="267385" y="22860"/>
                </a:lnTo>
                <a:lnTo>
                  <a:pt x="267601" y="24130"/>
                </a:lnTo>
                <a:close/>
              </a:path>
              <a:path w="390525" h="389889">
                <a:moveTo>
                  <a:pt x="122796" y="24130"/>
                </a:moveTo>
                <a:lnTo>
                  <a:pt x="123012" y="22860"/>
                </a:lnTo>
                <a:lnTo>
                  <a:pt x="125679" y="22860"/>
                </a:lnTo>
                <a:lnTo>
                  <a:pt x="122796" y="24130"/>
                </a:lnTo>
                <a:close/>
              </a:path>
              <a:path w="390525" h="389889">
                <a:moveTo>
                  <a:pt x="349288" y="91439"/>
                </a:moveTo>
                <a:lnTo>
                  <a:pt x="343966" y="83819"/>
                </a:lnTo>
                <a:lnTo>
                  <a:pt x="344106" y="83819"/>
                </a:lnTo>
                <a:lnTo>
                  <a:pt x="338455" y="76200"/>
                </a:lnTo>
                <a:lnTo>
                  <a:pt x="338594" y="76200"/>
                </a:lnTo>
                <a:lnTo>
                  <a:pt x="332613" y="69850"/>
                </a:lnTo>
                <a:lnTo>
                  <a:pt x="332765" y="69850"/>
                </a:lnTo>
                <a:lnTo>
                  <a:pt x="326453" y="63500"/>
                </a:lnTo>
                <a:lnTo>
                  <a:pt x="326618" y="63500"/>
                </a:lnTo>
                <a:lnTo>
                  <a:pt x="320001" y="57150"/>
                </a:lnTo>
                <a:lnTo>
                  <a:pt x="320167" y="57150"/>
                </a:lnTo>
                <a:lnTo>
                  <a:pt x="313258" y="50800"/>
                </a:lnTo>
                <a:lnTo>
                  <a:pt x="313436" y="50800"/>
                </a:lnTo>
                <a:lnTo>
                  <a:pt x="306235" y="45719"/>
                </a:lnTo>
                <a:lnTo>
                  <a:pt x="306412" y="45719"/>
                </a:lnTo>
                <a:lnTo>
                  <a:pt x="298945" y="40639"/>
                </a:lnTo>
                <a:lnTo>
                  <a:pt x="299135" y="40639"/>
                </a:lnTo>
                <a:lnTo>
                  <a:pt x="291414" y="35560"/>
                </a:lnTo>
                <a:lnTo>
                  <a:pt x="291604" y="35560"/>
                </a:lnTo>
                <a:lnTo>
                  <a:pt x="283629" y="31750"/>
                </a:lnTo>
                <a:lnTo>
                  <a:pt x="283832" y="31750"/>
                </a:lnTo>
                <a:lnTo>
                  <a:pt x="275615" y="26669"/>
                </a:lnTo>
                <a:lnTo>
                  <a:pt x="275831" y="26669"/>
                </a:lnTo>
                <a:lnTo>
                  <a:pt x="267385" y="22860"/>
                </a:lnTo>
                <a:lnTo>
                  <a:pt x="288378" y="22860"/>
                </a:lnTo>
                <a:lnTo>
                  <a:pt x="326567" y="50800"/>
                </a:lnTo>
                <a:lnTo>
                  <a:pt x="345948" y="71119"/>
                </a:lnTo>
                <a:lnTo>
                  <a:pt x="351739" y="77469"/>
                </a:lnTo>
                <a:lnTo>
                  <a:pt x="357174" y="85089"/>
                </a:lnTo>
                <a:lnTo>
                  <a:pt x="360070" y="90169"/>
                </a:lnTo>
                <a:lnTo>
                  <a:pt x="349161" y="90169"/>
                </a:lnTo>
                <a:lnTo>
                  <a:pt x="349288" y="91439"/>
                </a:lnTo>
                <a:close/>
              </a:path>
              <a:path w="390525" h="389889">
                <a:moveTo>
                  <a:pt x="41109" y="91439"/>
                </a:moveTo>
                <a:lnTo>
                  <a:pt x="41236" y="90169"/>
                </a:lnTo>
                <a:lnTo>
                  <a:pt x="41996" y="90169"/>
                </a:lnTo>
                <a:lnTo>
                  <a:pt x="41109" y="91439"/>
                </a:lnTo>
                <a:close/>
              </a:path>
              <a:path w="390525" h="389889">
                <a:moveTo>
                  <a:pt x="358571" y="106680"/>
                </a:moveTo>
                <a:lnTo>
                  <a:pt x="353987" y="97789"/>
                </a:lnTo>
                <a:lnTo>
                  <a:pt x="354114" y="97789"/>
                </a:lnTo>
                <a:lnTo>
                  <a:pt x="349161" y="90169"/>
                </a:lnTo>
                <a:lnTo>
                  <a:pt x="360070" y="90169"/>
                </a:lnTo>
                <a:lnTo>
                  <a:pt x="362242" y="93980"/>
                </a:lnTo>
                <a:lnTo>
                  <a:pt x="366839" y="101600"/>
                </a:lnTo>
                <a:lnTo>
                  <a:pt x="368733" y="105410"/>
                </a:lnTo>
                <a:lnTo>
                  <a:pt x="358470" y="105410"/>
                </a:lnTo>
                <a:lnTo>
                  <a:pt x="358571" y="106680"/>
                </a:lnTo>
                <a:close/>
              </a:path>
              <a:path w="390525" h="389889">
                <a:moveTo>
                  <a:pt x="31826" y="106680"/>
                </a:moveTo>
                <a:lnTo>
                  <a:pt x="31927" y="105410"/>
                </a:lnTo>
                <a:lnTo>
                  <a:pt x="32481" y="105410"/>
                </a:lnTo>
                <a:lnTo>
                  <a:pt x="31826" y="106680"/>
                </a:lnTo>
                <a:close/>
              </a:path>
              <a:path w="390525" h="389889">
                <a:moveTo>
                  <a:pt x="388345" y="223519"/>
                </a:moveTo>
                <a:lnTo>
                  <a:pt x="378777" y="223519"/>
                </a:lnTo>
                <a:lnTo>
                  <a:pt x="379996" y="213360"/>
                </a:lnTo>
                <a:lnTo>
                  <a:pt x="380707" y="204469"/>
                </a:lnTo>
                <a:lnTo>
                  <a:pt x="380873" y="199389"/>
                </a:lnTo>
                <a:lnTo>
                  <a:pt x="380873" y="189230"/>
                </a:lnTo>
                <a:lnTo>
                  <a:pt x="380695" y="185419"/>
                </a:lnTo>
                <a:lnTo>
                  <a:pt x="379971" y="175260"/>
                </a:lnTo>
                <a:lnTo>
                  <a:pt x="378777" y="166369"/>
                </a:lnTo>
                <a:lnTo>
                  <a:pt x="377139" y="157480"/>
                </a:lnTo>
                <a:lnTo>
                  <a:pt x="375056" y="148589"/>
                </a:lnTo>
                <a:lnTo>
                  <a:pt x="372554" y="139700"/>
                </a:lnTo>
                <a:lnTo>
                  <a:pt x="369633" y="130810"/>
                </a:lnTo>
                <a:lnTo>
                  <a:pt x="366293" y="121919"/>
                </a:lnTo>
                <a:lnTo>
                  <a:pt x="362572" y="114300"/>
                </a:lnTo>
                <a:lnTo>
                  <a:pt x="358470" y="105410"/>
                </a:lnTo>
                <a:lnTo>
                  <a:pt x="368733" y="105410"/>
                </a:lnTo>
                <a:lnTo>
                  <a:pt x="371259" y="110489"/>
                </a:lnTo>
                <a:lnTo>
                  <a:pt x="375158" y="118110"/>
                </a:lnTo>
                <a:lnTo>
                  <a:pt x="378650" y="127000"/>
                </a:lnTo>
                <a:lnTo>
                  <a:pt x="388226" y="165100"/>
                </a:lnTo>
                <a:lnTo>
                  <a:pt x="390398" y="189230"/>
                </a:lnTo>
                <a:lnTo>
                  <a:pt x="390398" y="199389"/>
                </a:lnTo>
                <a:lnTo>
                  <a:pt x="390194" y="204469"/>
                </a:lnTo>
                <a:lnTo>
                  <a:pt x="389445" y="214630"/>
                </a:lnTo>
                <a:lnTo>
                  <a:pt x="388345" y="223519"/>
                </a:lnTo>
                <a:close/>
              </a:path>
              <a:path w="390525" h="389889">
                <a:moveTo>
                  <a:pt x="9525" y="190500"/>
                </a:moveTo>
                <a:lnTo>
                  <a:pt x="9525" y="189230"/>
                </a:lnTo>
                <a:lnTo>
                  <a:pt x="9525" y="190500"/>
                </a:lnTo>
                <a:close/>
              </a:path>
              <a:path w="390525" h="389889">
                <a:moveTo>
                  <a:pt x="380873" y="190500"/>
                </a:moveTo>
                <a:lnTo>
                  <a:pt x="380828" y="189230"/>
                </a:lnTo>
                <a:lnTo>
                  <a:pt x="380873" y="190500"/>
                </a:lnTo>
                <a:close/>
              </a:path>
              <a:path w="390525" h="389889">
                <a:moveTo>
                  <a:pt x="11791" y="223519"/>
                </a:moveTo>
                <a:lnTo>
                  <a:pt x="11620" y="223519"/>
                </a:lnTo>
                <a:lnTo>
                  <a:pt x="11582" y="222250"/>
                </a:lnTo>
                <a:lnTo>
                  <a:pt x="11791" y="223519"/>
                </a:lnTo>
                <a:close/>
              </a:path>
              <a:path w="390525" h="389889">
                <a:moveTo>
                  <a:pt x="379452" y="259080"/>
                </a:moveTo>
                <a:lnTo>
                  <a:pt x="369633" y="259080"/>
                </a:lnTo>
                <a:lnTo>
                  <a:pt x="372618" y="250189"/>
                </a:lnTo>
                <a:lnTo>
                  <a:pt x="375119" y="241300"/>
                </a:lnTo>
                <a:lnTo>
                  <a:pt x="377190" y="232410"/>
                </a:lnTo>
                <a:lnTo>
                  <a:pt x="378815" y="222250"/>
                </a:lnTo>
                <a:lnTo>
                  <a:pt x="378777" y="223519"/>
                </a:lnTo>
                <a:lnTo>
                  <a:pt x="388345" y="223519"/>
                </a:lnTo>
                <a:lnTo>
                  <a:pt x="388188" y="224789"/>
                </a:lnTo>
                <a:lnTo>
                  <a:pt x="386473" y="233680"/>
                </a:lnTo>
                <a:lnTo>
                  <a:pt x="384276" y="243839"/>
                </a:lnTo>
                <a:lnTo>
                  <a:pt x="381647" y="252730"/>
                </a:lnTo>
                <a:lnTo>
                  <a:pt x="379452" y="259080"/>
                </a:lnTo>
                <a:close/>
              </a:path>
              <a:path w="390525" h="389889">
                <a:moveTo>
                  <a:pt x="21176" y="259080"/>
                </a:moveTo>
                <a:lnTo>
                  <a:pt x="20764" y="259080"/>
                </a:lnTo>
                <a:lnTo>
                  <a:pt x="20688" y="257810"/>
                </a:lnTo>
                <a:lnTo>
                  <a:pt x="21176" y="259080"/>
                </a:lnTo>
                <a:close/>
              </a:path>
              <a:path w="390525" h="389889">
                <a:moveTo>
                  <a:pt x="333184" y="332739"/>
                </a:moveTo>
                <a:lnTo>
                  <a:pt x="320001" y="332739"/>
                </a:lnTo>
                <a:lnTo>
                  <a:pt x="326618" y="326389"/>
                </a:lnTo>
                <a:lnTo>
                  <a:pt x="326453" y="326389"/>
                </a:lnTo>
                <a:lnTo>
                  <a:pt x="332765" y="320039"/>
                </a:lnTo>
                <a:lnTo>
                  <a:pt x="332613" y="320039"/>
                </a:lnTo>
                <a:lnTo>
                  <a:pt x="338594" y="312419"/>
                </a:lnTo>
                <a:lnTo>
                  <a:pt x="338455" y="312419"/>
                </a:lnTo>
                <a:lnTo>
                  <a:pt x="344106" y="306069"/>
                </a:lnTo>
                <a:lnTo>
                  <a:pt x="343966" y="306069"/>
                </a:lnTo>
                <a:lnTo>
                  <a:pt x="349288" y="298450"/>
                </a:lnTo>
                <a:lnTo>
                  <a:pt x="354114" y="290830"/>
                </a:lnTo>
                <a:lnTo>
                  <a:pt x="353987" y="290830"/>
                </a:lnTo>
                <a:lnTo>
                  <a:pt x="358571" y="283210"/>
                </a:lnTo>
                <a:lnTo>
                  <a:pt x="362673" y="275589"/>
                </a:lnTo>
                <a:lnTo>
                  <a:pt x="366395" y="266700"/>
                </a:lnTo>
                <a:lnTo>
                  <a:pt x="369709" y="257810"/>
                </a:lnTo>
                <a:lnTo>
                  <a:pt x="369633" y="259080"/>
                </a:lnTo>
                <a:lnTo>
                  <a:pt x="379452" y="259080"/>
                </a:lnTo>
                <a:lnTo>
                  <a:pt x="362127" y="295910"/>
                </a:lnTo>
                <a:lnTo>
                  <a:pt x="339661" y="326389"/>
                </a:lnTo>
                <a:lnTo>
                  <a:pt x="333184" y="332739"/>
                </a:lnTo>
                <a:close/>
              </a:path>
              <a:path w="390525" h="389889">
                <a:moveTo>
                  <a:pt x="71612" y="332739"/>
                </a:moveTo>
                <a:lnTo>
                  <a:pt x="70396" y="332739"/>
                </a:lnTo>
                <a:lnTo>
                  <a:pt x="70231" y="331469"/>
                </a:lnTo>
                <a:lnTo>
                  <a:pt x="71612" y="332739"/>
                </a:lnTo>
                <a:close/>
              </a:path>
              <a:path w="390525" h="389889">
                <a:moveTo>
                  <a:pt x="314888" y="349250"/>
                </a:moveTo>
                <a:lnTo>
                  <a:pt x="298945" y="349250"/>
                </a:lnTo>
                <a:lnTo>
                  <a:pt x="306412" y="342900"/>
                </a:lnTo>
                <a:lnTo>
                  <a:pt x="306235" y="342900"/>
                </a:lnTo>
                <a:lnTo>
                  <a:pt x="313436" y="337819"/>
                </a:lnTo>
                <a:lnTo>
                  <a:pt x="313258" y="337819"/>
                </a:lnTo>
                <a:lnTo>
                  <a:pt x="320167" y="331469"/>
                </a:lnTo>
                <a:lnTo>
                  <a:pt x="320001" y="332739"/>
                </a:lnTo>
                <a:lnTo>
                  <a:pt x="333184" y="332739"/>
                </a:lnTo>
                <a:lnTo>
                  <a:pt x="326402" y="339089"/>
                </a:lnTo>
                <a:lnTo>
                  <a:pt x="319316" y="345439"/>
                </a:lnTo>
                <a:lnTo>
                  <a:pt x="314888" y="349250"/>
                </a:lnTo>
                <a:close/>
              </a:path>
              <a:path w="390525" h="389889">
                <a:moveTo>
                  <a:pt x="93192" y="349250"/>
                </a:moveTo>
                <a:lnTo>
                  <a:pt x="91452" y="349250"/>
                </a:lnTo>
                <a:lnTo>
                  <a:pt x="91262" y="347980"/>
                </a:lnTo>
                <a:lnTo>
                  <a:pt x="93192" y="349250"/>
                </a:lnTo>
                <a:close/>
              </a:path>
              <a:path w="390525" h="389889">
                <a:moveTo>
                  <a:pt x="253377" y="381000"/>
                </a:moveTo>
                <a:lnTo>
                  <a:pt x="195262" y="381000"/>
                </a:lnTo>
                <a:lnTo>
                  <a:pt x="200050" y="379730"/>
                </a:lnTo>
                <a:lnTo>
                  <a:pt x="214071" y="379730"/>
                </a:lnTo>
                <a:lnTo>
                  <a:pt x="223608" y="378460"/>
                </a:lnTo>
                <a:lnTo>
                  <a:pt x="223367" y="378460"/>
                </a:lnTo>
                <a:lnTo>
                  <a:pt x="232752" y="377189"/>
                </a:lnTo>
                <a:lnTo>
                  <a:pt x="232524" y="377189"/>
                </a:lnTo>
                <a:lnTo>
                  <a:pt x="241731" y="374650"/>
                </a:lnTo>
                <a:lnTo>
                  <a:pt x="241503" y="374650"/>
                </a:lnTo>
                <a:lnTo>
                  <a:pt x="250545" y="372110"/>
                </a:lnTo>
                <a:lnTo>
                  <a:pt x="250317" y="372110"/>
                </a:lnTo>
                <a:lnTo>
                  <a:pt x="259168" y="369569"/>
                </a:lnTo>
                <a:lnTo>
                  <a:pt x="258953" y="369569"/>
                </a:lnTo>
                <a:lnTo>
                  <a:pt x="267601" y="365760"/>
                </a:lnTo>
                <a:lnTo>
                  <a:pt x="267385" y="365760"/>
                </a:lnTo>
                <a:lnTo>
                  <a:pt x="275831" y="361950"/>
                </a:lnTo>
                <a:lnTo>
                  <a:pt x="275615" y="361950"/>
                </a:lnTo>
                <a:lnTo>
                  <a:pt x="283832" y="358139"/>
                </a:lnTo>
                <a:lnTo>
                  <a:pt x="283629" y="358139"/>
                </a:lnTo>
                <a:lnTo>
                  <a:pt x="291604" y="353060"/>
                </a:lnTo>
                <a:lnTo>
                  <a:pt x="291414" y="353060"/>
                </a:lnTo>
                <a:lnTo>
                  <a:pt x="299135" y="347980"/>
                </a:lnTo>
                <a:lnTo>
                  <a:pt x="298945" y="349250"/>
                </a:lnTo>
                <a:lnTo>
                  <a:pt x="314888" y="349250"/>
                </a:lnTo>
                <a:lnTo>
                  <a:pt x="311937" y="351789"/>
                </a:lnTo>
                <a:lnTo>
                  <a:pt x="304279" y="356869"/>
                </a:lnTo>
                <a:lnTo>
                  <a:pt x="296354" y="361950"/>
                </a:lnTo>
                <a:lnTo>
                  <a:pt x="288378" y="365760"/>
                </a:lnTo>
                <a:lnTo>
                  <a:pt x="279755" y="370839"/>
                </a:lnTo>
                <a:lnTo>
                  <a:pt x="271094" y="374650"/>
                </a:lnTo>
                <a:lnTo>
                  <a:pt x="262229" y="378460"/>
                </a:lnTo>
                <a:lnTo>
                  <a:pt x="253377" y="381000"/>
                </a:lnTo>
                <a:close/>
              </a:path>
              <a:path w="390525" h="389889">
                <a:moveTo>
                  <a:pt x="195262" y="381000"/>
                </a:move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64540" y="1799544"/>
            <a:ext cx="379730" cy="1252855"/>
          </a:xfrm>
          <a:prstGeom prst="rect">
            <a:avLst/>
          </a:prstGeom>
        </p:spPr>
        <p:txBody>
          <a:bodyPr vert="horz" wrap="square" lIns="0" tIns="2266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85"/>
              </a:spcBef>
            </a:pPr>
            <a:r>
              <a:rPr sz="3200" dirty="0">
                <a:latin typeface="Tahoma"/>
                <a:cs typeface="Tahoma"/>
              </a:rPr>
              <a:t>A</a:t>
            </a:r>
            <a:endParaRPr sz="3200">
              <a:latin typeface="Tahoma"/>
              <a:cs typeface="Tahoma"/>
            </a:endParaRPr>
          </a:p>
          <a:p>
            <a:pPr marL="160655">
              <a:lnSpc>
                <a:spcPct val="100000"/>
              </a:lnSpc>
              <a:spcBef>
                <a:spcPts val="1260"/>
              </a:spcBef>
            </a:pPr>
            <a:r>
              <a:rPr sz="2400" dirty="0">
                <a:latin typeface="Tahoma"/>
                <a:cs typeface="Tahoma"/>
              </a:rPr>
              <a:t>H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09878" y="2436888"/>
            <a:ext cx="85725" cy="231775"/>
          </a:xfrm>
          <a:custGeom>
            <a:avLst/>
            <a:gdLst/>
            <a:ahLst/>
            <a:cxnLst/>
            <a:rect l="l" t="t" r="r" b="b"/>
            <a:pathLst>
              <a:path w="85725" h="231775">
                <a:moveTo>
                  <a:pt x="76200" y="231622"/>
                </a:moveTo>
                <a:lnTo>
                  <a:pt x="0" y="3022"/>
                </a:lnTo>
                <a:lnTo>
                  <a:pt x="9042" y="0"/>
                </a:lnTo>
                <a:lnTo>
                  <a:pt x="85242" y="228600"/>
                </a:lnTo>
                <a:lnTo>
                  <a:pt x="76200" y="2316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219200" y="2781300"/>
            <a:ext cx="914400" cy="76200"/>
          </a:xfrm>
          <a:custGeom>
            <a:avLst/>
            <a:gdLst/>
            <a:ahLst/>
            <a:cxnLst/>
            <a:rect l="l" t="t" r="r" b="b"/>
            <a:pathLst>
              <a:path w="914400" h="76200">
                <a:moveTo>
                  <a:pt x="838200" y="76200"/>
                </a:moveTo>
                <a:lnTo>
                  <a:pt x="838200" y="0"/>
                </a:lnTo>
                <a:lnTo>
                  <a:pt x="904875" y="33337"/>
                </a:lnTo>
                <a:lnTo>
                  <a:pt x="857250" y="33337"/>
                </a:lnTo>
                <a:lnTo>
                  <a:pt x="857250" y="42862"/>
                </a:lnTo>
                <a:lnTo>
                  <a:pt x="904875" y="42862"/>
                </a:lnTo>
                <a:lnTo>
                  <a:pt x="838200" y="76200"/>
                </a:lnTo>
                <a:close/>
              </a:path>
              <a:path w="914400" h="76200">
                <a:moveTo>
                  <a:pt x="838200" y="42862"/>
                </a:moveTo>
                <a:lnTo>
                  <a:pt x="0" y="42862"/>
                </a:lnTo>
                <a:lnTo>
                  <a:pt x="0" y="33337"/>
                </a:lnTo>
                <a:lnTo>
                  <a:pt x="838200" y="33337"/>
                </a:lnTo>
                <a:lnTo>
                  <a:pt x="838200" y="42862"/>
                </a:lnTo>
                <a:close/>
              </a:path>
              <a:path w="914400" h="76200">
                <a:moveTo>
                  <a:pt x="904875" y="42862"/>
                </a:moveTo>
                <a:lnTo>
                  <a:pt x="857250" y="42862"/>
                </a:lnTo>
                <a:lnTo>
                  <a:pt x="857250" y="33337"/>
                </a:lnTo>
                <a:lnTo>
                  <a:pt x="904875" y="33337"/>
                </a:lnTo>
                <a:lnTo>
                  <a:pt x="914400" y="38100"/>
                </a:lnTo>
                <a:lnTo>
                  <a:pt x="904875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429000" y="2705100"/>
            <a:ext cx="1219200" cy="76200"/>
          </a:xfrm>
          <a:custGeom>
            <a:avLst/>
            <a:gdLst/>
            <a:ahLst/>
            <a:cxnLst/>
            <a:rect l="l" t="t" r="r" b="b"/>
            <a:pathLst>
              <a:path w="1219200" h="76200">
                <a:moveTo>
                  <a:pt x="1143000" y="76200"/>
                </a:moveTo>
                <a:lnTo>
                  <a:pt x="1143000" y="0"/>
                </a:lnTo>
                <a:lnTo>
                  <a:pt x="1209675" y="33337"/>
                </a:lnTo>
                <a:lnTo>
                  <a:pt x="1162050" y="33337"/>
                </a:lnTo>
                <a:lnTo>
                  <a:pt x="1162050" y="42862"/>
                </a:lnTo>
                <a:lnTo>
                  <a:pt x="1209675" y="42862"/>
                </a:lnTo>
                <a:lnTo>
                  <a:pt x="1143000" y="76200"/>
                </a:lnTo>
                <a:close/>
              </a:path>
              <a:path w="1219200" h="76200">
                <a:moveTo>
                  <a:pt x="1143000" y="42862"/>
                </a:moveTo>
                <a:lnTo>
                  <a:pt x="0" y="42862"/>
                </a:lnTo>
                <a:lnTo>
                  <a:pt x="0" y="33337"/>
                </a:lnTo>
                <a:lnTo>
                  <a:pt x="1143000" y="33337"/>
                </a:lnTo>
                <a:lnTo>
                  <a:pt x="1143000" y="42862"/>
                </a:lnTo>
                <a:close/>
              </a:path>
              <a:path w="1219200" h="76200">
                <a:moveTo>
                  <a:pt x="1209675" y="42862"/>
                </a:moveTo>
                <a:lnTo>
                  <a:pt x="1162050" y="42862"/>
                </a:lnTo>
                <a:lnTo>
                  <a:pt x="1162050" y="33337"/>
                </a:lnTo>
                <a:lnTo>
                  <a:pt x="1209675" y="33337"/>
                </a:lnTo>
                <a:lnTo>
                  <a:pt x="1219200" y="38100"/>
                </a:lnTo>
                <a:lnTo>
                  <a:pt x="1209675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71</a:t>
            </a:fld>
            <a:endParaRPr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91540"/>
            <a:ext cx="50850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Lock </a:t>
            </a:r>
            <a:r>
              <a:rPr sz="3600" u="heavy" spc="-15" dirty="0">
                <a:uFill>
                  <a:solidFill>
                    <a:srgbClr val="000000"/>
                  </a:solidFill>
                </a:uFill>
              </a:rPr>
              <a:t>info for 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A</a:t>
            </a:r>
            <a:r>
              <a:rPr sz="3600" dirty="0"/>
              <a:t> -</a:t>
            </a:r>
            <a:r>
              <a:rPr sz="3600" spc="-20" dirty="0"/>
              <a:t> </a:t>
            </a:r>
            <a:r>
              <a:rPr sz="3600" spc="-5" dirty="0"/>
              <a:t>example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377690" y="2075690"/>
            <a:ext cx="447675" cy="30797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latin typeface="Tahoma"/>
                <a:cs typeface="Tahoma"/>
              </a:rPr>
              <a:t>t</a:t>
            </a:r>
            <a:r>
              <a:rPr sz="2000" spc="-40" dirty="0">
                <a:latin typeface="Tahoma"/>
                <a:cs typeface="Tahoma"/>
              </a:rPr>
              <a:t>r</a:t>
            </a:r>
            <a:r>
              <a:rPr sz="2000" spc="-5" dirty="0">
                <a:latin typeface="Tahoma"/>
                <a:cs typeface="Tahoma"/>
              </a:rPr>
              <a:t>a</a:t>
            </a:r>
            <a:r>
              <a:rPr sz="2000" dirty="0">
                <a:latin typeface="Tahoma"/>
                <a:cs typeface="Tahoma"/>
              </a:rPr>
              <a:t>n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04104" y="2075690"/>
            <a:ext cx="492125" cy="30797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latin typeface="Tahoma"/>
                <a:cs typeface="Tahoma"/>
              </a:rPr>
              <a:t>mo</a:t>
            </a:r>
            <a:r>
              <a:rPr sz="2000" dirty="0">
                <a:latin typeface="Tahoma"/>
                <a:cs typeface="Tahoma"/>
              </a:rPr>
              <a:t>d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08954" y="2075690"/>
            <a:ext cx="462915" cy="30797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2000" spc="-25" dirty="0">
                <a:latin typeface="Tahoma"/>
                <a:cs typeface="Tahoma"/>
              </a:rPr>
              <a:t>w</a:t>
            </a:r>
            <a:r>
              <a:rPr sz="2000" spc="-5" dirty="0">
                <a:latin typeface="Tahoma"/>
                <a:cs typeface="Tahoma"/>
              </a:rPr>
              <a:t>ai</a:t>
            </a:r>
            <a:r>
              <a:rPr sz="2000" dirty="0">
                <a:latin typeface="Tahoma"/>
                <a:cs typeface="Tahoma"/>
              </a:rPr>
              <a:t>t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70625" y="2075690"/>
            <a:ext cx="381000" cy="30797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latin typeface="Tahoma"/>
                <a:cs typeface="Tahoma"/>
              </a:rPr>
              <a:t>Nx</a:t>
            </a:r>
            <a:r>
              <a:rPr sz="2000" dirty="0">
                <a:latin typeface="Tahoma"/>
                <a:cs typeface="Tahoma"/>
              </a:rPr>
              <a:t>t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30365" y="2075690"/>
            <a:ext cx="544830" cy="30797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latin typeface="Tahoma"/>
                <a:cs typeface="Tahoma"/>
              </a:rPr>
              <a:t>T_li</a:t>
            </a:r>
            <a:r>
              <a:rPr sz="2000" dirty="0">
                <a:latin typeface="Tahoma"/>
                <a:cs typeface="Tahoma"/>
              </a:rPr>
              <a:t>n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61859" y="2063114"/>
            <a:ext cx="15240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ahoma"/>
                <a:cs typeface="Tahoma"/>
              </a:rPr>
              <a:t>k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60703" y="1990344"/>
            <a:ext cx="2209800" cy="1600200"/>
          </a:xfrm>
          <a:custGeom>
            <a:avLst/>
            <a:gdLst/>
            <a:ahLst/>
            <a:cxnLst/>
            <a:rect l="l" t="t" r="r" b="b"/>
            <a:pathLst>
              <a:path w="2209800" h="1600200">
                <a:moveTo>
                  <a:pt x="0" y="0"/>
                </a:moveTo>
                <a:lnTo>
                  <a:pt x="2209800" y="0"/>
                </a:lnTo>
                <a:lnTo>
                  <a:pt x="2209800" y="1600200"/>
                </a:lnTo>
                <a:lnTo>
                  <a:pt x="0" y="16002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55687" y="1985962"/>
            <a:ext cx="2219325" cy="1609725"/>
          </a:xfrm>
          <a:custGeom>
            <a:avLst/>
            <a:gdLst/>
            <a:ahLst/>
            <a:cxnLst/>
            <a:rect l="l" t="t" r="r" b="b"/>
            <a:pathLst>
              <a:path w="2219325" h="1609725">
                <a:moveTo>
                  <a:pt x="2219325" y="1609725"/>
                </a:moveTo>
                <a:lnTo>
                  <a:pt x="0" y="1609725"/>
                </a:lnTo>
                <a:lnTo>
                  <a:pt x="0" y="0"/>
                </a:lnTo>
                <a:lnTo>
                  <a:pt x="2219325" y="0"/>
                </a:lnTo>
                <a:lnTo>
                  <a:pt x="2219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600200"/>
                </a:lnTo>
                <a:lnTo>
                  <a:pt x="4762" y="1600200"/>
                </a:lnTo>
                <a:lnTo>
                  <a:pt x="9525" y="1604962"/>
                </a:lnTo>
                <a:lnTo>
                  <a:pt x="2219325" y="1604962"/>
                </a:lnTo>
                <a:lnTo>
                  <a:pt x="2219325" y="1609725"/>
                </a:lnTo>
                <a:close/>
              </a:path>
              <a:path w="2219325" h="1609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219325" h="1609725">
                <a:moveTo>
                  <a:pt x="2209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209800" y="4762"/>
                </a:lnTo>
                <a:lnTo>
                  <a:pt x="2209800" y="9525"/>
                </a:lnTo>
                <a:close/>
              </a:path>
              <a:path w="2219325" h="1609725">
                <a:moveTo>
                  <a:pt x="2209800" y="1604962"/>
                </a:moveTo>
                <a:lnTo>
                  <a:pt x="2209800" y="4762"/>
                </a:lnTo>
                <a:lnTo>
                  <a:pt x="2214562" y="9525"/>
                </a:lnTo>
                <a:lnTo>
                  <a:pt x="2219325" y="9525"/>
                </a:lnTo>
                <a:lnTo>
                  <a:pt x="2219325" y="1600200"/>
                </a:lnTo>
                <a:lnTo>
                  <a:pt x="2214562" y="1600200"/>
                </a:lnTo>
                <a:lnTo>
                  <a:pt x="2209800" y="1604962"/>
                </a:lnTo>
                <a:close/>
              </a:path>
              <a:path w="2219325" h="1609725">
                <a:moveTo>
                  <a:pt x="2219325" y="9525"/>
                </a:moveTo>
                <a:lnTo>
                  <a:pt x="2214562" y="9525"/>
                </a:lnTo>
                <a:lnTo>
                  <a:pt x="2209800" y="4762"/>
                </a:lnTo>
                <a:lnTo>
                  <a:pt x="2219325" y="4762"/>
                </a:lnTo>
                <a:lnTo>
                  <a:pt x="2219325" y="9525"/>
                </a:lnTo>
                <a:close/>
              </a:path>
              <a:path w="2219325" h="1609725">
                <a:moveTo>
                  <a:pt x="9525" y="1604962"/>
                </a:moveTo>
                <a:lnTo>
                  <a:pt x="4762" y="1600200"/>
                </a:lnTo>
                <a:lnTo>
                  <a:pt x="9525" y="1600200"/>
                </a:lnTo>
                <a:lnTo>
                  <a:pt x="9525" y="1604962"/>
                </a:lnTo>
                <a:close/>
              </a:path>
              <a:path w="2219325" h="1609725">
                <a:moveTo>
                  <a:pt x="2209800" y="1604962"/>
                </a:moveTo>
                <a:lnTo>
                  <a:pt x="9525" y="1604962"/>
                </a:lnTo>
                <a:lnTo>
                  <a:pt x="9525" y="1600200"/>
                </a:lnTo>
                <a:lnTo>
                  <a:pt x="2209800" y="1600200"/>
                </a:lnTo>
                <a:lnTo>
                  <a:pt x="2209800" y="1604962"/>
                </a:lnTo>
                <a:close/>
              </a:path>
              <a:path w="2219325" h="1609725">
                <a:moveTo>
                  <a:pt x="2219325" y="1604962"/>
                </a:moveTo>
                <a:lnTo>
                  <a:pt x="2209800" y="1604962"/>
                </a:lnTo>
                <a:lnTo>
                  <a:pt x="2214562" y="1600200"/>
                </a:lnTo>
                <a:lnTo>
                  <a:pt x="2219325" y="1600200"/>
                </a:lnTo>
                <a:lnTo>
                  <a:pt x="2219325" y="1604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39189" y="2045334"/>
            <a:ext cx="199453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Object:A  Group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mode:U  </a:t>
            </a:r>
            <a:r>
              <a:rPr sz="2400" spc="-15" dirty="0">
                <a:latin typeface="Tahoma"/>
                <a:cs typeface="Tahoma"/>
              </a:rPr>
              <a:t>Waiting:yes  </a:t>
            </a:r>
            <a:r>
              <a:rPr sz="2400" spc="-5" dirty="0">
                <a:latin typeface="Tahoma"/>
                <a:cs typeface="Tahoma"/>
              </a:rPr>
              <a:t>List: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08000" y="2184400"/>
            <a:ext cx="533400" cy="76200"/>
          </a:xfrm>
          <a:custGeom>
            <a:avLst/>
            <a:gdLst/>
            <a:ahLst/>
            <a:cxnLst/>
            <a:rect l="l" t="t" r="r" b="b"/>
            <a:pathLst>
              <a:path w="533400" h="76200">
                <a:moveTo>
                  <a:pt x="457200" y="76200"/>
                </a:moveTo>
                <a:lnTo>
                  <a:pt x="457200" y="0"/>
                </a:lnTo>
                <a:lnTo>
                  <a:pt x="523875" y="33337"/>
                </a:lnTo>
                <a:lnTo>
                  <a:pt x="476250" y="33337"/>
                </a:lnTo>
                <a:lnTo>
                  <a:pt x="476250" y="42862"/>
                </a:lnTo>
                <a:lnTo>
                  <a:pt x="523875" y="42862"/>
                </a:lnTo>
                <a:lnTo>
                  <a:pt x="457200" y="76200"/>
                </a:lnTo>
                <a:close/>
              </a:path>
              <a:path w="533400" h="76200">
                <a:moveTo>
                  <a:pt x="457200" y="42862"/>
                </a:moveTo>
                <a:lnTo>
                  <a:pt x="0" y="42862"/>
                </a:lnTo>
                <a:lnTo>
                  <a:pt x="0" y="33337"/>
                </a:lnTo>
                <a:lnTo>
                  <a:pt x="457200" y="33337"/>
                </a:lnTo>
                <a:lnTo>
                  <a:pt x="457200" y="42862"/>
                </a:lnTo>
                <a:close/>
              </a:path>
              <a:path w="533400" h="76200">
                <a:moveTo>
                  <a:pt x="523875" y="42862"/>
                </a:moveTo>
                <a:lnTo>
                  <a:pt x="476250" y="42862"/>
                </a:lnTo>
                <a:lnTo>
                  <a:pt x="476250" y="33337"/>
                </a:lnTo>
                <a:lnTo>
                  <a:pt x="523875" y="33337"/>
                </a:lnTo>
                <a:lnTo>
                  <a:pt x="533400" y="38100"/>
                </a:lnTo>
                <a:lnTo>
                  <a:pt x="523875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87011" y="2156460"/>
            <a:ext cx="609600" cy="533400"/>
          </a:xfrm>
          <a:custGeom>
            <a:avLst/>
            <a:gdLst/>
            <a:ahLst/>
            <a:cxnLst/>
            <a:rect l="l" t="t" r="r" b="b"/>
            <a:pathLst>
              <a:path w="609600" h="533400">
                <a:moveTo>
                  <a:pt x="0" y="0"/>
                </a:moveTo>
                <a:lnTo>
                  <a:pt x="609600" y="0"/>
                </a:lnTo>
                <a:lnTo>
                  <a:pt x="6096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81487" y="2151062"/>
            <a:ext cx="619125" cy="542925"/>
          </a:xfrm>
          <a:custGeom>
            <a:avLst/>
            <a:gdLst/>
            <a:ahLst/>
            <a:cxnLst/>
            <a:rect l="l" t="t" r="r" b="b"/>
            <a:pathLst>
              <a:path w="619125" h="542925">
                <a:moveTo>
                  <a:pt x="619125" y="542925"/>
                </a:moveTo>
                <a:lnTo>
                  <a:pt x="0" y="542925"/>
                </a:lnTo>
                <a:lnTo>
                  <a:pt x="0" y="0"/>
                </a:lnTo>
                <a:lnTo>
                  <a:pt x="619125" y="0"/>
                </a:lnTo>
                <a:lnTo>
                  <a:pt x="619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33400"/>
                </a:lnTo>
                <a:lnTo>
                  <a:pt x="4762" y="533400"/>
                </a:lnTo>
                <a:lnTo>
                  <a:pt x="9525" y="538162"/>
                </a:lnTo>
                <a:lnTo>
                  <a:pt x="619125" y="538162"/>
                </a:lnTo>
                <a:lnTo>
                  <a:pt x="619125" y="542925"/>
                </a:lnTo>
                <a:close/>
              </a:path>
              <a:path w="619125" h="542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19125" h="542925">
                <a:moveTo>
                  <a:pt x="609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09600" y="4762"/>
                </a:lnTo>
                <a:lnTo>
                  <a:pt x="609600" y="9525"/>
                </a:lnTo>
                <a:close/>
              </a:path>
              <a:path w="619125" h="542925">
                <a:moveTo>
                  <a:pt x="609600" y="538162"/>
                </a:moveTo>
                <a:lnTo>
                  <a:pt x="609600" y="4762"/>
                </a:lnTo>
                <a:lnTo>
                  <a:pt x="614362" y="9525"/>
                </a:lnTo>
                <a:lnTo>
                  <a:pt x="619125" y="9525"/>
                </a:lnTo>
                <a:lnTo>
                  <a:pt x="619125" y="533400"/>
                </a:lnTo>
                <a:lnTo>
                  <a:pt x="614362" y="533400"/>
                </a:lnTo>
                <a:lnTo>
                  <a:pt x="609600" y="538162"/>
                </a:lnTo>
                <a:close/>
              </a:path>
              <a:path w="619125" h="542925">
                <a:moveTo>
                  <a:pt x="619125" y="9525"/>
                </a:moveTo>
                <a:lnTo>
                  <a:pt x="614362" y="9525"/>
                </a:lnTo>
                <a:lnTo>
                  <a:pt x="609600" y="4762"/>
                </a:lnTo>
                <a:lnTo>
                  <a:pt x="619125" y="4762"/>
                </a:lnTo>
                <a:lnTo>
                  <a:pt x="619125" y="9525"/>
                </a:lnTo>
                <a:close/>
              </a:path>
              <a:path w="619125" h="542925">
                <a:moveTo>
                  <a:pt x="9525" y="538162"/>
                </a:moveTo>
                <a:lnTo>
                  <a:pt x="4762" y="533400"/>
                </a:lnTo>
                <a:lnTo>
                  <a:pt x="9525" y="533400"/>
                </a:lnTo>
                <a:lnTo>
                  <a:pt x="9525" y="538162"/>
                </a:lnTo>
                <a:close/>
              </a:path>
              <a:path w="619125" h="542925">
                <a:moveTo>
                  <a:pt x="609600" y="538162"/>
                </a:moveTo>
                <a:lnTo>
                  <a:pt x="9525" y="538162"/>
                </a:lnTo>
                <a:lnTo>
                  <a:pt x="9525" y="533400"/>
                </a:lnTo>
                <a:lnTo>
                  <a:pt x="609600" y="533400"/>
                </a:lnTo>
                <a:lnTo>
                  <a:pt x="609600" y="538162"/>
                </a:lnTo>
                <a:close/>
              </a:path>
              <a:path w="619125" h="542925">
                <a:moveTo>
                  <a:pt x="619125" y="538162"/>
                </a:moveTo>
                <a:lnTo>
                  <a:pt x="609600" y="538162"/>
                </a:lnTo>
                <a:lnTo>
                  <a:pt x="614362" y="533400"/>
                </a:lnTo>
                <a:lnTo>
                  <a:pt x="619125" y="533400"/>
                </a:lnTo>
                <a:lnTo>
                  <a:pt x="619125" y="538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406265" y="2225675"/>
            <a:ext cx="3702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T</a:t>
            </a:r>
            <a:r>
              <a:rPr sz="2400" dirty="0"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896611" y="2156460"/>
            <a:ext cx="609600" cy="533400"/>
          </a:xfrm>
          <a:custGeom>
            <a:avLst/>
            <a:gdLst/>
            <a:ahLst/>
            <a:cxnLst/>
            <a:rect l="l" t="t" r="r" b="b"/>
            <a:pathLst>
              <a:path w="609600" h="533400">
                <a:moveTo>
                  <a:pt x="0" y="0"/>
                </a:moveTo>
                <a:lnTo>
                  <a:pt x="609600" y="0"/>
                </a:lnTo>
                <a:lnTo>
                  <a:pt x="6096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891087" y="2151062"/>
            <a:ext cx="619125" cy="542925"/>
          </a:xfrm>
          <a:custGeom>
            <a:avLst/>
            <a:gdLst/>
            <a:ahLst/>
            <a:cxnLst/>
            <a:rect l="l" t="t" r="r" b="b"/>
            <a:pathLst>
              <a:path w="619125" h="542925">
                <a:moveTo>
                  <a:pt x="619125" y="542925"/>
                </a:moveTo>
                <a:lnTo>
                  <a:pt x="0" y="542925"/>
                </a:lnTo>
                <a:lnTo>
                  <a:pt x="0" y="0"/>
                </a:lnTo>
                <a:lnTo>
                  <a:pt x="619125" y="0"/>
                </a:lnTo>
                <a:lnTo>
                  <a:pt x="619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33400"/>
                </a:lnTo>
                <a:lnTo>
                  <a:pt x="4762" y="533400"/>
                </a:lnTo>
                <a:lnTo>
                  <a:pt x="9525" y="538162"/>
                </a:lnTo>
                <a:lnTo>
                  <a:pt x="619125" y="538162"/>
                </a:lnTo>
                <a:lnTo>
                  <a:pt x="619125" y="542925"/>
                </a:lnTo>
                <a:close/>
              </a:path>
              <a:path w="619125" h="542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19125" h="542925">
                <a:moveTo>
                  <a:pt x="609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09600" y="4762"/>
                </a:lnTo>
                <a:lnTo>
                  <a:pt x="609600" y="9525"/>
                </a:lnTo>
                <a:close/>
              </a:path>
              <a:path w="619125" h="542925">
                <a:moveTo>
                  <a:pt x="609600" y="538162"/>
                </a:moveTo>
                <a:lnTo>
                  <a:pt x="609600" y="4762"/>
                </a:lnTo>
                <a:lnTo>
                  <a:pt x="614362" y="9525"/>
                </a:lnTo>
                <a:lnTo>
                  <a:pt x="619125" y="9525"/>
                </a:lnTo>
                <a:lnTo>
                  <a:pt x="619125" y="533400"/>
                </a:lnTo>
                <a:lnTo>
                  <a:pt x="614362" y="533400"/>
                </a:lnTo>
                <a:lnTo>
                  <a:pt x="609600" y="538162"/>
                </a:lnTo>
                <a:close/>
              </a:path>
              <a:path w="619125" h="542925">
                <a:moveTo>
                  <a:pt x="619125" y="9525"/>
                </a:moveTo>
                <a:lnTo>
                  <a:pt x="614362" y="9525"/>
                </a:lnTo>
                <a:lnTo>
                  <a:pt x="609600" y="4762"/>
                </a:lnTo>
                <a:lnTo>
                  <a:pt x="619125" y="4762"/>
                </a:lnTo>
                <a:lnTo>
                  <a:pt x="619125" y="9525"/>
                </a:lnTo>
                <a:close/>
              </a:path>
              <a:path w="619125" h="542925">
                <a:moveTo>
                  <a:pt x="9525" y="538162"/>
                </a:moveTo>
                <a:lnTo>
                  <a:pt x="4762" y="533400"/>
                </a:lnTo>
                <a:lnTo>
                  <a:pt x="9525" y="533400"/>
                </a:lnTo>
                <a:lnTo>
                  <a:pt x="9525" y="538162"/>
                </a:lnTo>
                <a:close/>
              </a:path>
              <a:path w="619125" h="542925">
                <a:moveTo>
                  <a:pt x="609600" y="538162"/>
                </a:moveTo>
                <a:lnTo>
                  <a:pt x="9525" y="538162"/>
                </a:lnTo>
                <a:lnTo>
                  <a:pt x="9525" y="533400"/>
                </a:lnTo>
                <a:lnTo>
                  <a:pt x="609600" y="533400"/>
                </a:lnTo>
                <a:lnTo>
                  <a:pt x="609600" y="538162"/>
                </a:lnTo>
                <a:close/>
              </a:path>
              <a:path w="619125" h="542925">
                <a:moveTo>
                  <a:pt x="619125" y="538162"/>
                </a:moveTo>
                <a:lnTo>
                  <a:pt x="609600" y="538162"/>
                </a:lnTo>
                <a:lnTo>
                  <a:pt x="614362" y="533400"/>
                </a:lnTo>
                <a:lnTo>
                  <a:pt x="619125" y="533400"/>
                </a:lnTo>
                <a:lnTo>
                  <a:pt x="619125" y="538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506211" y="2156460"/>
            <a:ext cx="609600" cy="533400"/>
          </a:xfrm>
          <a:custGeom>
            <a:avLst/>
            <a:gdLst/>
            <a:ahLst/>
            <a:cxnLst/>
            <a:rect l="l" t="t" r="r" b="b"/>
            <a:pathLst>
              <a:path w="609600" h="533400">
                <a:moveTo>
                  <a:pt x="0" y="0"/>
                </a:moveTo>
                <a:lnTo>
                  <a:pt x="609600" y="0"/>
                </a:lnTo>
                <a:lnTo>
                  <a:pt x="6096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500687" y="2151062"/>
            <a:ext cx="619125" cy="542925"/>
          </a:xfrm>
          <a:custGeom>
            <a:avLst/>
            <a:gdLst/>
            <a:ahLst/>
            <a:cxnLst/>
            <a:rect l="l" t="t" r="r" b="b"/>
            <a:pathLst>
              <a:path w="619125" h="542925">
                <a:moveTo>
                  <a:pt x="619125" y="542925"/>
                </a:moveTo>
                <a:lnTo>
                  <a:pt x="0" y="542925"/>
                </a:lnTo>
                <a:lnTo>
                  <a:pt x="0" y="0"/>
                </a:lnTo>
                <a:lnTo>
                  <a:pt x="619125" y="0"/>
                </a:lnTo>
                <a:lnTo>
                  <a:pt x="619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33400"/>
                </a:lnTo>
                <a:lnTo>
                  <a:pt x="4762" y="533400"/>
                </a:lnTo>
                <a:lnTo>
                  <a:pt x="9525" y="538162"/>
                </a:lnTo>
                <a:lnTo>
                  <a:pt x="619125" y="538162"/>
                </a:lnTo>
                <a:lnTo>
                  <a:pt x="619125" y="542925"/>
                </a:lnTo>
                <a:close/>
              </a:path>
              <a:path w="619125" h="542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19125" h="542925">
                <a:moveTo>
                  <a:pt x="609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09600" y="4762"/>
                </a:lnTo>
                <a:lnTo>
                  <a:pt x="609600" y="9525"/>
                </a:lnTo>
                <a:close/>
              </a:path>
              <a:path w="619125" h="542925">
                <a:moveTo>
                  <a:pt x="609600" y="538162"/>
                </a:moveTo>
                <a:lnTo>
                  <a:pt x="609600" y="4762"/>
                </a:lnTo>
                <a:lnTo>
                  <a:pt x="614362" y="9525"/>
                </a:lnTo>
                <a:lnTo>
                  <a:pt x="619125" y="9525"/>
                </a:lnTo>
                <a:lnTo>
                  <a:pt x="619125" y="533400"/>
                </a:lnTo>
                <a:lnTo>
                  <a:pt x="614362" y="533400"/>
                </a:lnTo>
                <a:lnTo>
                  <a:pt x="609600" y="538162"/>
                </a:lnTo>
                <a:close/>
              </a:path>
              <a:path w="619125" h="542925">
                <a:moveTo>
                  <a:pt x="619125" y="9525"/>
                </a:moveTo>
                <a:lnTo>
                  <a:pt x="614362" y="9525"/>
                </a:lnTo>
                <a:lnTo>
                  <a:pt x="609600" y="4762"/>
                </a:lnTo>
                <a:lnTo>
                  <a:pt x="619125" y="4762"/>
                </a:lnTo>
                <a:lnTo>
                  <a:pt x="619125" y="9525"/>
                </a:lnTo>
                <a:close/>
              </a:path>
              <a:path w="619125" h="542925">
                <a:moveTo>
                  <a:pt x="9525" y="538162"/>
                </a:moveTo>
                <a:lnTo>
                  <a:pt x="4762" y="533400"/>
                </a:lnTo>
                <a:lnTo>
                  <a:pt x="9525" y="533400"/>
                </a:lnTo>
                <a:lnTo>
                  <a:pt x="9525" y="538162"/>
                </a:lnTo>
                <a:close/>
              </a:path>
              <a:path w="619125" h="542925">
                <a:moveTo>
                  <a:pt x="609600" y="538162"/>
                </a:moveTo>
                <a:lnTo>
                  <a:pt x="9525" y="538162"/>
                </a:lnTo>
                <a:lnTo>
                  <a:pt x="9525" y="533400"/>
                </a:lnTo>
                <a:lnTo>
                  <a:pt x="609600" y="533400"/>
                </a:lnTo>
                <a:lnTo>
                  <a:pt x="609600" y="538162"/>
                </a:lnTo>
                <a:close/>
              </a:path>
              <a:path w="619125" h="542925">
                <a:moveTo>
                  <a:pt x="619125" y="538162"/>
                </a:moveTo>
                <a:lnTo>
                  <a:pt x="609600" y="538162"/>
                </a:lnTo>
                <a:lnTo>
                  <a:pt x="614362" y="533400"/>
                </a:lnTo>
                <a:lnTo>
                  <a:pt x="619125" y="533400"/>
                </a:lnTo>
                <a:lnTo>
                  <a:pt x="619125" y="538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048884" y="1910714"/>
            <a:ext cx="118110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4800" baseline="-34722" dirty="0">
                <a:latin typeface="Tahoma"/>
                <a:cs typeface="Tahoma"/>
              </a:rPr>
              <a:t>S </a:t>
            </a:r>
            <a:r>
              <a:rPr sz="2000" dirty="0">
                <a:latin typeface="Tahoma"/>
                <a:cs typeface="Tahoma"/>
              </a:rPr>
              <a:t>e </a:t>
            </a:r>
            <a:r>
              <a:rPr sz="3600" baseline="-39351" dirty="0">
                <a:latin typeface="Tahoma"/>
                <a:cs typeface="Tahoma"/>
              </a:rPr>
              <a:t>no</a:t>
            </a:r>
            <a:r>
              <a:rPr sz="3600" spc="-307" baseline="-39351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?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115811" y="2156460"/>
            <a:ext cx="609600" cy="533400"/>
          </a:xfrm>
          <a:custGeom>
            <a:avLst/>
            <a:gdLst/>
            <a:ahLst/>
            <a:cxnLst/>
            <a:rect l="l" t="t" r="r" b="b"/>
            <a:pathLst>
              <a:path w="609600" h="533400">
                <a:moveTo>
                  <a:pt x="0" y="0"/>
                </a:moveTo>
                <a:lnTo>
                  <a:pt x="609599" y="0"/>
                </a:lnTo>
                <a:lnTo>
                  <a:pt x="609599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110287" y="2151062"/>
            <a:ext cx="619125" cy="542925"/>
          </a:xfrm>
          <a:custGeom>
            <a:avLst/>
            <a:gdLst/>
            <a:ahLst/>
            <a:cxnLst/>
            <a:rect l="l" t="t" r="r" b="b"/>
            <a:pathLst>
              <a:path w="619125" h="542925">
                <a:moveTo>
                  <a:pt x="619125" y="542925"/>
                </a:moveTo>
                <a:lnTo>
                  <a:pt x="0" y="542925"/>
                </a:lnTo>
                <a:lnTo>
                  <a:pt x="0" y="0"/>
                </a:lnTo>
                <a:lnTo>
                  <a:pt x="619125" y="0"/>
                </a:lnTo>
                <a:lnTo>
                  <a:pt x="619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33400"/>
                </a:lnTo>
                <a:lnTo>
                  <a:pt x="4762" y="533400"/>
                </a:lnTo>
                <a:lnTo>
                  <a:pt x="9525" y="538162"/>
                </a:lnTo>
                <a:lnTo>
                  <a:pt x="619125" y="538162"/>
                </a:lnTo>
                <a:lnTo>
                  <a:pt x="619125" y="542925"/>
                </a:lnTo>
                <a:close/>
              </a:path>
              <a:path w="619125" h="542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19125" h="542925">
                <a:moveTo>
                  <a:pt x="609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09600" y="4762"/>
                </a:lnTo>
                <a:lnTo>
                  <a:pt x="609600" y="9525"/>
                </a:lnTo>
                <a:close/>
              </a:path>
              <a:path w="619125" h="542925">
                <a:moveTo>
                  <a:pt x="609600" y="538162"/>
                </a:moveTo>
                <a:lnTo>
                  <a:pt x="609600" y="4762"/>
                </a:lnTo>
                <a:lnTo>
                  <a:pt x="614362" y="9525"/>
                </a:lnTo>
                <a:lnTo>
                  <a:pt x="619125" y="9525"/>
                </a:lnTo>
                <a:lnTo>
                  <a:pt x="619125" y="533400"/>
                </a:lnTo>
                <a:lnTo>
                  <a:pt x="614362" y="533400"/>
                </a:lnTo>
                <a:lnTo>
                  <a:pt x="609600" y="538162"/>
                </a:lnTo>
                <a:close/>
              </a:path>
              <a:path w="619125" h="542925">
                <a:moveTo>
                  <a:pt x="619125" y="9525"/>
                </a:moveTo>
                <a:lnTo>
                  <a:pt x="614362" y="9525"/>
                </a:lnTo>
                <a:lnTo>
                  <a:pt x="609600" y="4762"/>
                </a:lnTo>
                <a:lnTo>
                  <a:pt x="619125" y="4762"/>
                </a:lnTo>
                <a:lnTo>
                  <a:pt x="619125" y="9525"/>
                </a:lnTo>
                <a:close/>
              </a:path>
              <a:path w="619125" h="542925">
                <a:moveTo>
                  <a:pt x="9525" y="538162"/>
                </a:moveTo>
                <a:lnTo>
                  <a:pt x="4762" y="533400"/>
                </a:lnTo>
                <a:lnTo>
                  <a:pt x="9525" y="533400"/>
                </a:lnTo>
                <a:lnTo>
                  <a:pt x="9525" y="538162"/>
                </a:lnTo>
                <a:close/>
              </a:path>
              <a:path w="619125" h="542925">
                <a:moveTo>
                  <a:pt x="609600" y="538162"/>
                </a:moveTo>
                <a:lnTo>
                  <a:pt x="9525" y="538162"/>
                </a:lnTo>
                <a:lnTo>
                  <a:pt x="9525" y="533400"/>
                </a:lnTo>
                <a:lnTo>
                  <a:pt x="609600" y="533400"/>
                </a:lnTo>
                <a:lnTo>
                  <a:pt x="609600" y="538162"/>
                </a:lnTo>
                <a:close/>
              </a:path>
              <a:path w="619125" h="542925">
                <a:moveTo>
                  <a:pt x="619125" y="538162"/>
                </a:moveTo>
                <a:lnTo>
                  <a:pt x="609600" y="538162"/>
                </a:lnTo>
                <a:lnTo>
                  <a:pt x="614362" y="533400"/>
                </a:lnTo>
                <a:lnTo>
                  <a:pt x="619125" y="533400"/>
                </a:lnTo>
                <a:lnTo>
                  <a:pt x="619125" y="538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725411" y="2156460"/>
            <a:ext cx="609600" cy="533400"/>
          </a:xfrm>
          <a:custGeom>
            <a:avLst/>
            <a:gdLst/>
            <a:ahLst/>
            <a:cxnLst/>
            <a:rect l="l" t="t" r="r" b="b"/>
            <a:pathLst>
              <a:path w="609600" h="533400">
                <a:moveTo>
                  <a:pt x="0" y="0"/>
                </a:moveTo>
                <a:lnTo>
                  <a:pt x="609600" y="0"/>
                </a:lnTo>
                <a:lnTo>
                  <a:pt x="6096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719887" y="2151062"/>
            <a:ext cx="619125" cy="542925"/>
          </a:xfrm>
          <a:custGeom>
            <a:avLst/>
            <a:gdLst/>
            <a:ahLst/>
            <a:cxnLst/>
            <a:rect l="l" t="t" r="r" b="b"/>
            <a:pathLst>
              <a:path w="619125" h="542925">
                <a:moveTo>
                  <a:pt x="619125" y="542925"/>
                </a:moveTo>
                <a:lnTo>
                  <a:pt x="0" y="542925"/>
                </a:lnTo>
                <a:lnTo>
                  <a:pt x="0" y="0"/>
                </a:lnTo>
                <a:lnTo>
                  <a:pt x="619125" y="0"/>
                </a:lnTo>
                <a:lnTo>
                  <a:pt x="619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33400"/>
                </a:lnTo>
                <a:lnTo>
                  <a:pt x="4762" y="533400"/>
                </a:lnTo>
                <a:lnTo>
                  <a:pt x="9525" y="538162"/>
                </a:lnTo>
                <a:lnTo>
                  <a:pt x="619125" y="538162"/>
                </a:lnTo>
                <a:lnTo>
                  <a:pt x="619125" y="542925"/>
                </a:lnTo>
                <a:close/>
              </a:path>
              <a:path w="619125" h="542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19125" h="542925">
                <a:moveTo>
                  <a:pt x="609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09600" y="4762"/>
                </a:lnTo>
                <a:lnTo>
                  <a:pt x="609600" y="9525"/>
                </a:lnTo>
                <a:close/>
              </a:path>
              <a:path w="619125" h="542925">
                <a:moveTo>
                  <a:pt x="609600" y="538162"/>
                </a:moveTo>
                <a:lnTo>
                  <a:pt x="609600" y="4762"/>
                </a:lnTo>
                <a:lnTo>
                  <a:pt x="614362" y="9525"/>
                </a:lnTo>
                <a:lnTo>
                  <a:pt x="619125" y="9525"/>
                </a:lnTo>
                <a:lnTo>
                  <a:pt x="619125" y="533400"/>
                </a:lnTo>
                <a:lnTo>
                  <a:pt x="614362" y="533400"/>
                </a:lnTo>
                <a:lnTo>
                  <a:pt x="609600" y="538162"/>
                </a:lnTo>
                <a:close/>
              </a:path>
              <a:path w="619125" h="542925">
                <a:moveTo>
                  <a:pt x="619125" y="9525"/>
                </a:moveTo>
                <a:lnTo>
                  <a:pt x="614362" y="9525"/>
                </a:lnTo>
                <a:lnTo>
                  <a:pt x="609600" y="4762"/>
                </a:lnTo>
                <a:lnTo>
                  <a:pt x="619125" y="4762"/>
                </a:lnTo>
                <a:lnTo>
                  <a:pt x="619125" y="9525"/>
                </a:lnTo>
                <a:close/>
              </a:path>
              <a:path w="619125" h="542925">
                <a:moveTo>
                  <a:pt x="9525" y="538162"/>
                </a:moveTo>
                <a:lnTo>
                  <a:pt x="4762" y="533400"/>
                </a:lnTo>
                <a:lnTo>
                  <a:pt x="9525" y="533400"/>
                </a:lnTo>
                <a:lnTo>
                  <a:pt x="9525" y="538162"/>
                </a:lnTo>
                <a:close/>
              </a:path>
              <a:path w="619125" h="542925">
                <a:moveTo>
                  <a:pt x="609600" y="538162"/>
                </a:moveTo>
                <a:lnTo>
                  <a:pt x="9525" y="538162"/>
                </a:lnTo>
                <a:lnTo>
                  <a:pt x="9525" y="533400"/>
                </a:lnTo>
                <a:lnTo>
                  <a:pt x="609600" y="533400"/>
                </a:lnTo>
                <a:lnTo>
                  <a:pt x="609600" y="538162"/>
                </a:lnTo>
                <a:close/>
              </a:path>
              <a:path w="619125" h="542925">
                <a:moveTo>
                  <a:pt x="619125" y="538162"/>
                </a:moveTo>
                <a:lnTo>
                  <a:pt x="609600" y="538162"/>
                </a:lnTo>
                <a:lnTo>
                  <a:pt x="614362" y="533400"/>
                </a:lnTo>
                <a:lnTo>
                  <a:pt x="619125" y="533400"/>
                </a:lnTo>
                <a:lnTo>
                  <a:pt x="619125" y="538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334250" y="2155825"/>
            <a:ext cx="533400" cy="0"/>
          </a:xfrm>
          <a:custGeom>
            <a:avLst/>
            <a:gdLst/>
            <a:ahLst/>
            <a:cxnLst/>
            <a:rect l="l" t="t" r="r" b="b"/>
            <a:pathLst>
              <a:path w="533400">
                <a:moveTo>
                  <a:pt x="0" y="0"/>
                </a:moveTo>
                <a:lnTo>
                  <a:pt x="5334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334250" y="2689225"/>
            <a:ext cx="533400" cy="0"/>
          </a:xfrm>
          <a:custGeom>
            <a:avLst/>
            <a:gdLst/>
            <a:ahLst/>
            <a:cxnLst/>
            <a:rect l="l" t="t" r="r" b="b"/>
            <a:pathLst>
              <a:path w="533400">
                <a:moveTo>
                  <a:pt x="0" y="0"/>
                </a:moveTo>
                <a:lnTo>
                  <a:pt x="5334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287011" y="2994660"/>
            <a:ext cx="609600" cy="533400"/>
          </a:xfrm>
          <a:custGeom>
            <a:avLst/>
            <a:gdLst/>
            <a:ahLst/>
            <a:cxnLst/>
            <a:rect l="l" t="t" r="r" b="b"/>
            <a:pathLst>
              <a:path w="609600" h="533400">
                <a:moveTo>
                  <a:pt x="0" y="0"/>
                </a:moveTo>
                <a:lnTo>
                  <a:pt x="609600" y="0"/>
                </a:lnTo>
                <a:lnTo>
                  <a:pt x="6096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281487" y="2989262"/>
            <a:ext cx="619125" cy="542925"/>
          </a:xfrm>
          <a:custGeom>
            <a:avLst/>
            <a:gdLst/>
            <a:ahLst/>
            <a:cxnLst/>
            <a:rect l="l" t="t" r="r" b="b"/>
            <a:pathLst>
              <a:path w="619125" h="542925">
                <a:moveTo>
                  <a:pt x="619125" y="542925"/>
                </a:moveTo>
                <a:lnTo>
                  <a:pt x="0" y="542925"/>
                </a:lnTo>
                <a:lnTo>
                  <a:pt x="0" y="0"/>
                </a:lnTo>
                <a:lnTo>
                  <a:pt x="619125" y="0"/>
                </a:lnTo>
                <a:lnTo>
                  <a:pt x="619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33400"/>
                </a:lnTo>
                <a:lnTo>
                  <a:pt x="4762" y="533400"/>
                </a:lnTo>
                <a:lnTo>
                  <a:pt x="9525" y="538162"/>
                </a:lnTo>
                <a:lnTo>
                  <a:pt x="619125" y="538162"/>
                </a:lnTo>
                <a:lnTo>
                  <a:pt x="619125" y="542925"/>
                </a:lnTo>
                <a:close/>
              </a:path>
              <a:path w="619125" h="542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19125" h="542925">
                <a:moveTo>
                  <a:pt x="609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09600" y="4762"/>
                </a:lnTo>
                <a:lnTo>
                  <a:pt x="609600" y="9525"/>
                </a:lnTo>
                <a:close/>
              </a:path>
              <a:path w="619125" h="542925">
                <a:moveTo>
                  <a:pt x="609600" y="538162"/>
                </a:moveTo>
                <a:lnTo>
                  <a:pt x="609600" y="4762"/>
                </a:lnTo>
                <a:lnTo>
                  <a:pt x="614362" y="9525"/>
                </a:lnTo>
                <a:lnTo>
                  <a:pt x="619125" y="9525"/>
                </a:lnTo>
                <a:lnTo>
                  <a:pt x="619125" y="533400"/>
                </a:lnTo>
                <a:lnTo>
                  <a:pt x="614362" y="533400"/>
                </a:lnTo>
                <a:lnTo>
                  <a:pt x="609600" y="538162"/>
                </a:lnTo>
                <a:close/>
              </a:path>
              <a:path w="619125" h="542925">
                <a:moveTo>
                  <a:pt x="619125" y="9525"/>
                </a:moveTo>
                <a:lnTo>
                  <a:pt x="614362" y="9525"/>
                </a:lnTo>
                <a:lnTo>
                  <a:pt x="609600" y="4762"/>
                </a:lnTo>
                <a:lnTo>
                  <a:pt x="619125" y="4762"/>
                </a:lnTo>
                <a:lnTo>
                  <a:pt x="619125" y="9525"/>
                </a:lnTo>
                <a:close/>
              </a:path>
              <a:path w="619125" h="542925">
                <a:moveTo>
                  <a:pt x="9525" y="538162"/>
                </a:moveTo>
                <a:lnTo>
                  <a:pt x="4762" y="533400"/>
                </a:lnTo>
                <a:lnTo>
                  <a:pt x="9525" y="533400"/>
                </a:lnTo>
                <a:lnTo>
                  <a:pt x="9525" y="538162"/>
                </a:lnTo>
                <a:close/>
              </a:path>
              <a:path w="619125" h="542925">
                <a:moveTo>
                  <a:pt x="609600" y="538162"/>
                </a:moveTo>
                <a:lnTo>
                  <a:pt x="9525" y="538162"/>
                </a:lnTo>
                <a:lnTo>
                  <a:pt x="9525" y="533400"/>
                </a:lnTo>
                <a:lnTo>
                  <a:pt x="609600" y="533400"/>
                </a:lnTo>
                <a:lnTo>
                  <a:pt x="609600" y="538162"/>
                </a:lnTo>
                <a:close/>
              </a:path>
              <a:path w="619125" h="542925">
                <a:moveTo>
                  <a:pt x="619125" y="538162"/>
                </a:moveTo>
                <a:lnTo>
                  <a:pt x="609600" y="538162"/>
                </a:lnTo>
                <a:lnTo>
                  <a:pt x="614362" y="533400"/>
                </a:lnTo>
                <a:lnTo>
                  <a:pt x="619125" y="533400"/>
                </a:lnTo>
                <a:lnTo>
                  <a:pt x="619125" y="538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4406265" y="3063875"/>
            <a:ext cx="3702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T</a:t>
            </a:r>
            <a:r>
              <a:rPr sz="2400" dirty="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896611" y="2994660"/>
            <a:ext cx="609600" cy="533400"/>
          </a:xfrm>
          <a:custGeom>
            <a:avLst/>
            <a:gdLst/>
            <a:ahLst/>
            <a:cxnLst/>
            <a:rect l="l" t="t" r="r" b="b"/>
            <a:pathLst>
              <a:path w="609600" h="533400">
                <a:moveTo>
                  <a:pt x="0" y="0"/>
                </a:moveTo>
                <a:lnTo>
                  <a:pt x="609600" y="0"/>
                </a:lnTo>
                <a:lnTo>
                  <a:pt x="6096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891087" y="2989262"/>
            <a:ext cx="619125" cy="542925"/>
          </a:xfrm>
          <a:custGeom>
            <a:avLst/>
            <a:gdLst/>
            <a:ahLst/>
            <a:cxnLst/>
            <a:rect l="l" t="t" r="r" b="b"/>
            <a:pathLst>
              <a:path w="619125" h="542925">
                <a:moveTo>
                  <a:pt x="619125" y="542925"/>
                </a:moveTo>
                <a:lnTo>
                  <a:pt x="0" y="542925"/>
                </a:lnTo>
                <a:lnTo>
                  <a:pt x="0" y="0"/>
                </a:lnTo>
                <a:lnTo>
                  <a:pt x="619125" y="0"/>
                </a:lnTo>
                <a:lnTo>
                  <a:pt x="619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33400"/>
                </a:lnTo>
                <a:lnTo>
                  <a:pt x="4762" y="533400"/>
                </a:lnTo>
                <a:lnTo>
                  <a:pt x="9525" y="538162"/>
                </a:lnTo>
                <a:lnTo>
                  <a:pt x="619125" y="538162"/>
                </a:lnTo>
                <a:lnTo>
                  <a:pt x="619125" y="542925"/>
                </a:lnTo>
                <a:close/>
              </a:path>
              <a:path w="619125" h="542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19125" h="542925">
                <a:moveTo>
                  <a:pt x="609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09600" y="4762"/>
                </a:lnTo>
                <a:lnTo>
                  <a:pt x="609600" y="9525"/>
                </a:lnTo>
                <a:close/>
              </a:path>
              <a:path w="619125" h="542925">
                <a:moveTo>
                  <a:pt x="609600" y="538162"/>
                </a:moveTo>
                <a:lnTo>
                  <a:pt x="609600" y="4762"/>
                </a:lnTo>
                <a:lnTo>
                  <a:pt x="614362" y="9525"/>
                </a:lnTo>
                <a:lnTo>
                  <a:pt x="619125" y="9525"/>
                </a:lnTo>
                <a:lnTo>
                  <a:pt x="619125" y="533400"/>
                </a:lnTo>
                <a:lnTo>
                  <a:pt x="614362" y="533400"/>
                </a:lnTo>
                <a:lnTo>
                  <a:pt x="609600" y="538162"/>
                </a:lnTo>
                <a:close/>
              </a:path>
              <a:path w="619125" h="542925">
                <a:moveTo>
                  <a:pt x="619125" y="9525"/>
                </a:moveTo>
                <a:lnTo>
                  <a:pt x="614362" y="9525"/>
                </a:lnTo>
                <a:lnTo>
                  <a:pt x="609600" y="4762"/>
                </a:lnTo>
                <a:lnTo>
                  <a:pt x="619125" y="4762"/>
                </a:lnTo>
                <a:lnTo>
                  <a:pt x="619125" y="9525"/>
                </a:lnTo>
                <a:close/>
              </a:path>
              <a:path w="619125" h="542925">
                <a:moveTo>
                  <a:pt x="9525" y="538162"/>
                </a:moveTo>
                <a:lnTo>
                  <a:pt x="4762" y="533400"/>
                </a:lnTo>
                <a:lnTo>
                  <a:pt x="9525" y="533400"/>
                </a:lnTo>
                <a:lnTo>
                  <a:pt x="9525" y="538162"/>
                </a:lnTo>
                <a:close/>
              </a:path>
              <a:path w="619125" h="542925">
                <a:moveTo>
                  <a:pt x="609600" y="538162"/>
                </a:moveTo>
                <a:lnTo>
                  <a:pt x="9525" y="538162"/>
                </a:lnTo>
                <a:lnTo>
                  <a:pt x="9525" y="533400"/>
                </a:lnTo>
                <a:lnTo>
                  <a:pt x="609600" y="533400"/>
                </a:lnTo>
                <a:lnTo>
                  <a:pt x="609600" y="538162"/>
                </a:lnTo>
                <a:close/>
              </a:path>
              <a:path w="619125" h="542925">
                <a:moveTo>
                  <a:pt x="619125" y="538162"/>
                </a:moveTo>
                <a:lnTo>
                  <a:pt x="609600" y="538162"/>
                </a:lnTo>
                <a:lnTo>
                  <a:pt x="614362" y="533400"/>
                </a:lnTo>
                <a:lnTo>
                  <a:pt x="619125" y="533400"/>
                </a:lnTo>
                <a:lnTo>
                  <a:pt x="619125" y="538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5054600" y="3002914"/>
            <a:ext cx="2927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ahoma"/>
                <a:cs typeface="Tahoma"/>
              </a:rPr>
              <a:t>U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506211" y="2994660"/>
            <a:ext cx="609600" cy="533400"/>
          </a:xfrm>
          <a:custGeom>
            <a:avLst/>
            <a:gdLst/>
            <a:ahLst/>
            <a:cxnLst/>
            <a:rect l="l" t="t" r="r" b="b"/>
            <a:pathLst>
              <a:path w="609600" h="533400">
                <a:moveTo>
                  <a:pt x="0" y="0"/>
                </a:moveTo>
                <a:lnTo>
                  <a:pt x="609600" y="0"/>
                </a:lnTo>
                <a:lnTo>
                  <a:pt x="6096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500687" y="2989262"/>
            <a:ext cx="619125" cy="542925"/>
          </a:xfrm>
          <a:custGeom>
            <a:avLst/>
            <a:gdLst/>
            <a:ahLst/>
            <a:cxnLst/>
            <a:rect l="l" t="t" r="r" b="b"/>
            <a:pathLst>
              <a:path w="619125" h="542925">
                <a:moveTo>
                  <a:pt x="619125" y="542925"/>
                </a:moveTo>
                <a:lnTo>
                  <a:pt x="0" y="542925"/>
                </a:lnTo>
                <a:lnTo>
                  <a:pt x="0" y="0"/>
                </a:lnTo>
                <a:lnTo>
                  <a:pt x="619125" y="0"/>
                </a:lnTo>
                <a:lnTo>
                  <a:pt x="619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33400"/>
                </a:lnTo>
                <a:lnTo>
                  <a:pt x="4762" y="533400"/>
                </a:lnTo>
                <a:lnTo>
                  <a:pt x="9525" y="538162"/>
                </a:lnTo>
                <a:lnTo>
                  <a:pt x="619125" y="538162"/>
                </a:lnTo>
                <a:lnTo>
                  <a:pt x="619125" y="542925"/>
                </a:lnTo>
                <a:close/>
              </a:path>
              <a:path w="619125" h="542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19125" h="542925">
                <a:moveTo>
                  <a:pt x="609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09600" y="4762"/>
                </a:lnTo>
                <a:lnTo>
                  <a:pt x="609600" y="9525"/>
                </a:lnTo>
                <a:close/>
              </a:path>
              <a:path w="619125" h="542925">
                <a:moveTo>
                  <a:pt x="609600" y="538162"/>
                </a:moveTo>
                <a:lnTo>
                  <a:pt x="609600" y="4762"/>
                </a:lnTo>
                <a:lnTo>
                  <a:pt x="614362" y="9525"/>
                </a:lnTo>
                <a:lnTo>
                  <a:pt x="619125" y="9525"/>
                </a:lnTo>
                <a:lnTo>
                  <a:pt x="619125" y="533400"/>
                </a:lnTo>
                <a:lnTo>
                  <a:pt x="614362" y="533400"/>
                </a:lnTo>
                <a:lnTo>
                  <a:pt x="609600" y="538162"/>
                </a:lnTo>
                <a:close/>
              </a:path>
              <a:path w="619125" h="542925">
                <a:moveTo>
                  <a:pt x="619125" y="9525"/>
                </a:moveTo>
                <a:lnTo>
                  <a:pt x="614362" y="9525"/>
                </a:lnTo>
                <a:lnTo>
                  <a:pt x="609600" y="4762"/>
                </a:lnTo>
                <a:lnTo>
                  <a:pt x="619125" y="4762"/>
                </a:lnTo>
                <a:lnTo>
                  <a:pt x="619125" y="9525"/>
                </a:lnTo>
                <a:close/>
              </a:path>
              <a:path w="619125" h="542925">
                <a:moveTo>
                  <a:pt x="9525" y="538162"/>
                </a:moveTo>
                <a:lnTo>
                  <a:pt x="4762" y="533400"/>
                </a:lnTo>
                <a:lnTo>
                  <a:pt x="9525" y="533400"/>
                </a:lnTo>
                <a:lnTo>
                  <a:pt x="9525" y="538162"/>
                </a:lnTo>
                <a:close/>
              </a:path>
              <a:path w="619125" h="542925">
                <a:moveTo>
                  <a:pt x="609600" y="538162"/>
                </a:moveTo>
                <a:lnTo>
                  <a:pt x="9525" y="538162"/>
                </a:lnTo>
                <a:lnTo>
                  <a:pt x="9525" y="533400"/>
                </a:lnTo>
                <a:lnTo>
                  <a:pt x="609600" y="533400"/>
                </a:lnTo>
                <a:lnTo>
                  <a:pt x="609600" y="538162"/>
                </a:lnTo>
                <a:close/>
              </a:path>
              <a:path w="619125" h="542925">
                <a:moveTo>
                  <a:pt x="619125" y="538162"/>
                </a:moveTo>
                <a:lnTo>
                  <a:pt x="609600" y="538162"/>
                </a:lnTo>
                <a:lnTo>
                  <a:pt x="614362" y="533400"/>
                </a:lnTo>
                <a:lnTo>
                  <a:pt x="619125" y="533400"/>
                </a:lnTo>
                <a:lnTo>
                  <a:pt x="619125" y="538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5629275" y="3063875"/>
            <a:ext cx="3613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no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115811" y="2994660"/>
            <a:ext cx="609600" cy="533400"/>
          </a:xfrm>
          <a:custGeom>
            <a:avLst/>
            <a:gdLst/>
            <a:ahLst/>
            <a:cxnLst/>
            <a:rect l="l" t="t" r="r" b="b"/>
            <a:pathLst>
              <a:path w="609600" h="533400">
                <a:moveTo>
                  <a:pt x="0" y="0"/>
                </a:moveTo>
                <a:lnTo>
                  <a:pt x="609599" y="0"/>
                </a:lnTo>
                <a:lnTo>
                  <a:pt x="609599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110287" y="2989262"/>
            <a:ext cx="619125" cy="542925"/>
          </a:xfrm>
          <a:custGeom>
            <a:avLst/>
            <a:gdLst/>
            <a:ahLst/>
            <a:cxnLst/>
            <a:rect l="l" t="t" r="r" b="b"/>
            <a:pathLst>
              <a:path w="619125" h="542925">
                <a:moveTo>
                  <a:pt x="619125" y="542925"/>
                </a:moveTo>
                <a:lnTo>
                  <a:pt x="0" y="542925"/>
                </a:lnTo>
                <a:lnTo>
                  <a:pt x="0" y="0"/>
                </a:lnTo>
                <a:lnTo>
                  <a:pt x="619125" y="0"/>
                </a:lnTo>
                <a:lnTo>
                  <a:pt x="619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33400"/>
                </a:lnTo>
                <a:lnTo>
                  <a:pt x="4762" y="533400"/>
                </a:lnTo>
                <a:lnTo>
                  <a:pt x="9525" y="538162"/>
                </a:lnTo>
                <a:lnTo>
                  <a:pt x="619125" y="538162"/>
                </a:lnTo>
                <a:lnTo>
                  <a:pt x="619125" y="542925"/>
                </a:lnTo>
                <a:close/>
              </a:path>
              <a:path w="619125" h="542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19125" h="542925">
                <a:moveTo>
                  <a:pt x="609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09600" y="4762"/>
                </a:lnTo>
                <a:lnTo>
                  <a:pt x="609600" y="9525"/>
                </a:lnTo>
                <a:close/>
              </a:path>
              <a:path w="619125" h="542925">
                <a:moveTo>
                  <a:pt x="609600" y="538162"/>
                </a:moveTo>
                <a:lnTo>
                  <a:pt x="609600" y="4762"/>
                </a:lnTo>
                <a:lnTo>
                  <a:pt x="614362" y="9525"/>
                </a:lnTo>
                <a:lnTo>
                  <a:pt x="619125" y="9525"/>
                </a:lnTo>
                <a:lnTo>
                  <a:pt x="619125" y="533400"/>
                </a:lnTo>
                <a:lnTo>
                  <a:pt x="614362" y="533400"/>
                </a:lnTo>
                <a:lnTo>
                  <a:pt x="609600" y="538162"/>
                </a:lnTo>
                <a:close/>
              </a:path>
              <a:path w="619125" h="542925">
                <a:moveTo>
                  <a:pt x="619125" y="9525"/>
                </a:moveTo>
                <a:lnTo>
                  <a:pt x="614362" y="9525"/>
                </a:lnTo>
                <a:lnTo>
                  <a:pt x="609600" y="4762"/>
                </a:lnTo>
                <a:lnTo>
                  <a:pt x="619125" y="4762"/>
                </a:lnTo>
                <a:lnTo>
                  <a:pt x="619125" y="9525"/>
                </a:lnTo>
                <a:close/>
              </a:path>
              <a:path w="619125" h="542925">
                <a:moveTo>
                  <a:pt x="9525" y="538162"/>
                </a:moveTo>
                <a:lnTo>
                  <a:pt x="4762" y="533400"/>
                </a:lnTo>
                <a:lnTo>
                  <a:pt x="9525" y="533400"/>
                </a:lnTo>
                <a:lnTo>
                  <a:pt x="9525" y="538162"/>
                </a:lnTo>
                <a:close/>
              </a:path>
              <a:path w="619125" h="542925">
                <a:moveTo>
                  <a:pt x="609600" y="538162"/>
                </a:moveTo>
                <a:lnTo>
                  <a:pt x="9525" y="538162"/>
                </a:lnTo>
                <a:lnTo>
                  <a:pt x="9525" y="533400"/>
                </a:lnTo>
                <a:lnTo>
                  <a:pt x="609600" y="533400"/>
                </a:lnTo>
                <a:lnTo>
                  <a:pt x="609600" y="538162"/>
                </a:lnTo>
                <a:close/>
              </a:path>
              <a:path w="619125" h="542925">
                <a:moveTo>
                  <a:pt x="619125" y="538162"/>
                </a:moveTo>
                <a:lnTo>
                  <a:pt x="609600" y="538162"/>
                </a:lnTo>
                <a:lnTo>
                  <a:pt x="614362" y="533400"/>
                </a:lnTo>
                <a:lnTo>
                  <a:pt x="619125" y="533400"/>
                </a:lnTo>
                <a:lnTo>
                  <a:pt x="619125" y="538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725411" y="2994660"/>
            <a:ext cx="609600" cy="533400"/>
          </a:xfrm>
          <a:custGeom>
            <a:avLst/>
            <a:gdLst/>
            <a:ahLst/>
            <a:cxnLst/>
            <a:rect l="l" t="t" r="r" b="b"/>
            <a:pathLst>
              <a:path w="609600" h="533400">
                <a:moveTo>
                  <a:pt x="0" y="0"/>
                </a:moveTo>
                <a:lnTo>
                  <a:pt x="609600" y="0"/>
                </a:lnTo>
                <a:lnTo>
                  <a:pt x="6096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719887" y="2989262"/>
            <a:ext cx="619125" cy="542925"/>
          </a:xfrm>
          <a:custGeom>
            <a:avLst/>
            <a:gdLst/>
            <a:ahLst/>
            <a:cxnLst/>
            <a:rect l="l" t="t" r="r" b="b"/>
            <a:pathLst>
              <a:path w="619125" h="542925">
                <a:moveTo>
                  <a:pt x="619125" y="542925"/>
                </a:moveTo>
                <a:lnTo>
                  <a:pt x="0" y="542925"/>
                </a:lnTo>
                <a:lnTo>
                  <a:pt x="0" y="0"/>
                </a:lnTo>
                <a:lnTo>
                  <a:pt x="619125" y="0"/>
                </a:lnTo>
                <a:lnTo>
                  <a:pt x="619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33400"/>
                </a:lnTo>
                <a:lnTo>
                  <a:pt x="4762" y="533400"/>
                </a:lnTo>
                <a:lnTo>
                  <a:pt x="9525" y="538162"/>
                </a:lnTo>
                <a:lnTo>
                  <a:pt x="619125" y="538162"/>
                </a:lnTo>
                <a:lnTo>
                  <a:pt x="619125" y="542925"/>
                </a:lnTo>
                <a:close/>
              </a:path>
              <a:path w="619125" h="542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19125" h="542925">
                <a:moveTo>
                  <a:pt x="609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09600" y="4762"/>
                </a:lnTo>
                <a:lnTo>
                  <a:pt x="609600" y="9525"/>
                </a:lnTo>
                <a:close/>
              </a:path>
              <a:path w="619125" h="542925">
                <a:moveTo>
                  <a:pt x="609600" y="538162"/>
                </a:moveTo>
                <a:lnTo>
                  <a:pt x="609600" y="4762"/>
                </a:lnTo>
                <a:lnTo>
                  <a:pt x="614362" y="9525"/>
                </a:lnTo>
                <a:lnTo>
                  <a:pt x="619125" y="9525"/>
                </a:lnTo>
                <a:lnTo>
                  <a:pt x="619125" y="533400"/>
                </a:lnTo>
                <a:lnTo>
                  <a:pt x="614362" y="533400"/>
                </a:lnTo>
                <a:lnTo>
                  <a:pt x="609600" y="538162"/>
                </a:lnTo>
                <a:close/>
              </a:path>
              <a:path w="619125" h="542925">
                <a:moveTo>
                  <a:pt x="619125" y="9525"/>
                </a:moveTo>
                <a:lnTo>
                  <a:pt x="614362" y="9525"/>
                </a:lnTo>
                <a:lnTo>
                  <a:pt x="609600" y="4762"/>
                </a:lnTo>
                <a:lnTo>
                  <a:pt x="619125" y="4762"/>
                </a:lnTo>
                <a:lnTo>
                  <a:pt x="619125" y="9525"/>
                </a:lnTo>
                <a:close/>
              </a:path>
              <a:path w="619125" h="542925">
                <a:moveTo>
                  <a:pt x="9525" y="538162"/>
                </a:moveTo>
                <a:lnTo>
                  <a:pt x="4762" y="533400"/>
                </a:lnTo>
                <a:lnTo>
                  <a:pt x="9525" y="533400"/>
                </a:lnTo>
                <a:lnTo>
                  <a:pt x="9525" y="538162"/>
                </a:lnTo>
                <a:close/>
              </a:path>
              <a:path w="619125" h="542925">
                <a:moveTo>
                  <a:pt x="609600" y="538162"/>
                </a:moveTo>
                <a:lnTo>
                  <a:pt x="9525" y="538162"/>
                </a:lnTo>
                <a:lnTo>
                  <a:pt x="9525" y="533400"/>
                </a:lnTo>
                <a:lnTo>
                  <a:pt x="609600" y="533400"/>
                </a:lnTo>
                <a:lnTo>
                  <a:pt x="609600" y="538162"/>
                </a:lnTo>
                <a:close/>
              </a:path>
              <a:path w="619125" h="542925">
                <a:moveTo>
                  <a:pt x="619125" y="538162"/>
                </a:moveTo>
                <a:lnTo>
                  <a:pt x="609600" y="538162"/>
                </a:lnTo>
                <a:lnTo>
                  <a:pt x="614362" y="533400"/>
                </a:lnTo>
                <a:lnTo>
                  <a:pt x="619125" y="533400"/>
                </a:lnTo>
                <a:lnTo>
                  <a:pt x="619125" y="538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287011" y="3985259"/>
            <a:ext cx="609600" cy="533400"/>
          </a:xfrm>
          <a:custGeom>
            <a:avLst/>
            <a:gdLst/>
            <a:ahLst/>
            <a:cxnLst/>
            <a:rect l="l" t="t" r="r" b="b"/>
            <a:pathLst>
              <a:path w="609600" h="533400">
                <a:moveTo>
                  <a:pt x="0" y="0"/>
                </a:moveTo>
                <a:lnTo>
                  <a:pt x="609600" y="0"/>
                </a:lnTo>
                <a:lnTo>
                  <a:pt x="6096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281487" y="3979862"/>
            <a:ext cx="619125" cy="542925"/>
          </a:xfrm>
          <a:custGeom>
            <a:avLst/>
            <a:gdLst/>
            <a:ahLst/>
            <a:cxnLst/>
            <a:rect l="l" t="t" r="r" b="b"/>
            <a:pathLst>
              <a:path w="619125" h="542925">
                <a:moveTo>
                  <a:pt x="619125" y="542925"/>
                </a:moveTo>
                <a:lnTo>
                  <a:pt x="0" y="542925"/>
                </a:lnTo>
                <a:lnTo>
                  <a:pt x="0" y="0"/>
                </a:lnTo>
                <a:lnTo>
                  <a:pt x="619125" y="0"/>
                </a:lnTo>
                <a:lnTo>
                  <a:pt x="619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33400"/>
                </a:lnTo>
                <a:lnTo>
                  <a:pt x="4762" y="533400"/>
                </a:lnTo>
                <a:lnTo>
                  <a:pt x="9525" y="538162"/>
                </a:lnTo>
                <a:lnTo>
                  <a:pt x="619125" y="538162"/>
                </a:lnTo>
                <a:lnTo>
                  <a:pt x="619125" y="542925"/>
                </a:lnTo>
                <a:close/>
              </a:path>
              <a:path w="619125" h="542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19125" h="542925">
                <a:moveTo>
                  <a:pt x="609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09600" y="4762"/>
                </a:lnTo>
                <a:lnTo>
                  <a:pt x="609600" y="9525"/>
                </a:lnTo>
                <a:close/>
              </a:path>
              <a:path w="619125" h="542925">
                <a:moveTo>
                  <a:pt x="609600" y="538162"/>
                </a:moveTo>
                <a:lnTo>
                  <a:pt x="609600" y="4762"/>
                </a:lnTo>
                <a:lnTo>
                  <a:pt x="614362" y="9525"/>
                </a:lnTo>
                <a:lnTo>
                  <a:pt x="619125" y="9525"/>
                </a:lnTo>
                <a:lnTo>
                  <a:pt x="619125" y="533400"/>
                </a:lnTo>
                <a:lnTo>
                  <a:pt x="614362" y="533400"/>
                </a:lnTo>
                <a:lnTo>
                  <a:pt x="609600" y="538162"/>
                </a:lnTo>
                <a:close/>
              </a:path>
              <a:path w="619125" h="542925">
                <a:moveTo>
                  <a:pt x="619125" y="9525"/>
                </a:moveTo>
                <a:lnTo>
                  <a:pt x="614362" y="9525"/>
                </a:lnTo>
                <a:lnTo>
                  <a:pt x="609600" y="4762"/>
                </a:lnTo>
                <a:lnTo>
                  <a:pt x="619125" y="4762"/>
                </a:lnTo>
                <a:lnTo>
                  <a:pt x="619125" y="9525"/>
                </a:lnTo>
                <a:close/>
              </a:path>
              <a:path w="619125" h="542925">
                <a:moveTo>
                  <a:pt x="9525" y="538162"/>
                </a:moveTo>
                <a:lnTo>
                  <a:pt x="4762" y="533400"/>
                </a:lnTo>
                <a:lnTo>
                  <a:pt x="9525" y="533400"/>
                </a:lnTo>
                <a:lnTo>
                  <a:pt x="9525" y="538162"/>
                </a:lnTo>
                <a:close/>
              </a:path>
              <a:path w="619125" h="542925">
                <a:moveTo>
                  <a:pt x="609600" y="538162"/>
                </a:moveTo>
                <a:lnTo>
                  <a:pt x="9525" y="538162"/>
                </a:lnTo>
                <a:lnTo>
                  <a:pt x="9525" y="533400"/>
                </a:lnTo>
                <a:lnTo>
                  <a:pt x="609600" y="533400"/>
                </a:lnTo>
                <a:lnTo>
                  <a:pt x="609600" y="538162"/>
                </a:lnTo>
                <a:close/>
              </a:path>
              <a:path w="619125" h="542925">
                <a:moveTo>
                  <a:pt x="619125" y="538162"/>
                </a:moveTo>
                <a:lnTo>
                  <a:pt x="609600" y="538162"/>
                </a:lnTo>
                <a:lnTo>
                  <a:pt x="614362" y="533400"/>
                </a:lnTo>
                <a:lnTo>
                  <a:pt x="619125" y="533400"/>
                </a:lnTo>
                <a:lnTo>
                  <a:pt x="619125" y="538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4406265" y="4054475"/>
            <a:ext cx="3702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T</a:t>
            </a:r>
            <a:r>
              <a:rPr sz="2400" dirty="0">
                <a:latin typeface="Tahoma"/>
                <a:cs typeface="Tahoma"/>
              </a:rPr>
              <a:t>3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4896611" y="3985259"/>
            <a:ext cx="609600" cy="533400"/>
          </a:xfrm>
          <a:custGeom>
            <a:avLst/>
            <a:gdLst/>
            <a:ahLst/>
            <a:cxnLst/>
            <a:rect l="l" t="t" r="r" b="b"/>
            <a:pathLst>
              <a:path w="609600" h="533400">
                <a:moveTo>
                  <a:pt x="0" y="0"/>
                </a:moveTo>
                <a:lnTo>
                  <a:pt x="609600" y="0"/>
                </a:lnTo>
                <a:lnTo>
                  <a:pt x="6096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891087" y="3979862"/>
            <a:ext cx="619125" cy="542925"/>
          </a:xfrm>
          <a:custGeom>
            <a:avLst/>
            <a:gdLst/>
            <a:ahLst/>
            <a:cxnLst/>
            <a:rect l="l" t="t" r="r" b="b"/>
            <a:pathLst>
              <a:path w="619125" h="542925">
                <a:moveTo>
                  <a:pt x="619125" y="542925"/>
                </a:moveTo>
                <a:lnTo>
                  <a:pt x="0" y="542925"/>
                </a:lnTo>
                <a:lnTo>
                  <a:pt x="0" y="0"/>
                </a:lnTo>
                <a:lnTo>
                  <a:pt x="619125" y="0"/>
                </a:lnTo>
                <a:lnTo>
                  <a:pt x="619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33400"/>
                </a:lnTo>
                <a:lnTo>
                  <a:pt x="4762" y="533400"/>
                </a:lnTo>
                <a:lnTo>
                  <a:pt x="9525" y="538162"/>
                </a:lnTo>
                <a:lnTo>
                  <a:pt x="619125" y="538162"/>
                </a:lnTo>
                <a:lnTo>
                  <a:pt x="619125" y="542925"/>
                </a:lnTo>
                <a:close/>
              </a:path>
              <a:path w="619125" h="542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19125" h="542925">
                <a:moveTo>
                  <a:pt x="609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09600" y="4762"/>
                </a:lnTo>
                <a:lnTo>
                  <a:pt x="609600" y="9525"/>
                </a:lnTo>
                <a:close/>
              </a:path>
              <a:path w="619125" h="542925">
                <a:moveTo>
                  <a:pt x="609600" y="538162"/>
                </a:moveTo>
                <a:lnTo>
                  <a:pt x="609600" y="4762"/>
                </a:lnTo>
                <a:lnTo>
                  <a:pt x="614362" y="9525"/>
                </a:lnTo>
                <a:lnTo>
                  <a:pt x="619125" y="9525"/>
                </a:lnTo>
                <a:lnTo>
                  <a:pt x="619125" y="533400"/>
                </a:lnTo>
                <a:lnTo>
                  <a:pt x="614362" y="533400"/>
                </a:lnTo>
                <a:lnTo>
                  <a:pt x="609600" y="538162"/>
                </a:lnTo>
                <a:close/>
              </a:path>
              <a:path w="619125" h="542925">
                <a:moveTo>
                  <a:pt x="619125" y="9525"/>
                </a:moveTo>
                <a:lnTo>
                  <a:pt x="614362" y="9525"/>
                </a:lnTo>
                <a:lnTo>
                  <a:pt x="609600" y="4762"/>
                </a:lnTo>
                <a:lnTo>
                  <a:pt x="619125" y="4762"/>
                </a:lnTo>
                <a:lnTo>
                  <a:pt x="619125" y="9525"/>
                </a:lnTo>
                <a:close/>
              </a:path>
              <a:path w="619125" h="542925">
                <a:moveTo>
                  <a:pt x="9525" y="538162"/>
                </a:moveTo>
                <a:lnTo>
                  <a:pt x="4762" y="533400"/>
                </a:lnTo>
                <a:lnTo>
                  <a:pt x="9525" y="533400"/>
                </a:lnTo>
                <a:lnTo>
                  <a:pt x="9525" y="538162"/>
                </a:lnTo>
                <a:close/>
              </a:path>
              <a:path w="619125" h="542925">
                <a:moveTo>
                  <a:pt x="609600" y="538162"/>
                </a:moveTo>
                <a:lnTo>
                  <a:pt x="9525" y="538162"/>
                </a:lnTo>
                <a:lnTo>
                  <a:pt x="9525" y="533400"/>
                </a:lnTo>
                <a:lnTo>
                  <a:pt x="609600" y="533400"/>
                </a:lnTo>
                <a:lnTo>
                  <a:pt x="609600" y="538162"/>
                </a:lnTo>
                <a:close/>
              </a:path>
              <a:path w="619125" h="542925">
                <a:moveTo>
                  <a:pt x="619125" y="538162"/>
                </a:moveTo>
                <a:lnTo>
                  <a:pt x="609600" y="538162"/>
                </a:lnTo>
                <a:lnTo>
                  <a:pt x="614362" y="533400"/>
                </a:lnTo>
                <a:lnTo>
                  <a:pt x="619125" y="533400"/>
                </a:lnTo>
                <a:lnTo>
                  <a:pt x="619125" y="538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066423" y="4099318"/>
            <a:ext cx="297395" cy="3602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506211" y="3985259"/>
            <a:ext cx="609600" cy="533400"/>
          </a:xfrm>
          <a:custGeom>
            <a:avLst/>
            <a:gdLst/>
            <a:ahLst/>
            <a:cxnLst/>
            <a:rect l="l" t="t" r="r" b="b"/>
            <a:pathLst>
              <a:path w="609600" h="533400">
                <a:moveTo>
                  <a:pt x="0" y="0"/>
                </a:moveTo>
                <a:lnTo>
                  <a:pt x="609600" y="0"/>
                </a:lnTo>
                <a:lnTo>
                  <a:pt x="6096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500687" y="3979862"/>
            <a:ext cx="619125" cy="542925"/>
          </a:xfrm>
          <a:custGeom>
            <a:avLst/>
            <a:gdLst/>
            <a:ahLst/>
            <a:cxnLst/>
            <a:rect l="l" t="t" r="r" b="b"/>
            <a:pathLst>
              <a:path w="619125" h="542925">
                <a:moveTo>
                  <a:pt x="619125" y="542925"/>
                </a:moveTo>
                <a:lnTo>
                  <a:pt x="0" y="542925"/>
                </a:lnTo>
                <a:lnTo>
                  <a:pt x="0" y="0"/>
                </a:lnTo>
                <a:lnTo>
                  <a:pt x="619125" y="0"/>
                </a:lnTo>
                <a:lnTo>
                  <a:pt x="619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33400"/>
                </a:lnTo>
                <a:lnTo>
                  <a:pt x="4762" y="533400"/>
                </a:lnTo>
                <a:lnTo>
                  <a:pt x="9525" y="538162"/>
                </a:lnTo>
                <a:lnTo>
                  <a:pt x="619125" y="538162"/>
                </a:lnTo>
                <a:lnTo>
                  <a:pt x="619125" y="542925"/>
                </a:lnTo>
                <a:close/>
              </a:path>
              <a:path w="619125" h="542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19125" h="542925">
                <a:moveTo>
                  <a:pt x="609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09600" y="4762"/>
                </a:lnTo>
                <a:lnTo>
                  <a:pt x="609600" y="9525"/>
                </a:lnTo>
                <a:close/>
              </a:path>
              <a:path w="619125" h="542925">
                <a:moveTo>
                  <a:pt x="609600" y="538162"/>
                </a:moveTo>
                <a:lnTo>
                  <a:pt x="609600" y="4762"/>
                </a:lnTo>
                <a:lnTo>
                  <a:pt x="614362" y="9525"/>
                </a:lnTo>
                <a:lnTo>
                  <a:pt x="619125" y="9525"/>
                </a:lnTo>
                <a:lnTo>
                  <a:pt x="619125" y="533400"/>
                </a:lnTo>
                <a:lnTo>
                  <a:pt x="614362" y="533400"/>
                </a:lnTo>
                <a:lnTo>
                  <a:pt x="609600" y="538162"/>
                </a:lnTo>
                <a:close/>
              </a:path>
              <a:path w="619125" h="542925">
                <a:moveTo>
                  <a:pt x="619125" y="9525"/>
                </a:moveTo>
                <a:lnTo>
                  <a:pt x="614362" y="9525"/>
                </a:lnTo>
                <a:lnTo>
                  <a:pt x="609600" y="4762"/>
                </a:lnTo>
                <a:lnTo>
                  <a:pt x="619125" y="4762"/>
                </a:lnTo>
                <a:lnTo>
                  <a:pt x="619125" y="9525"/>
                </a:lnTo>
                <a:close/>
              </a:path>
              <a:path w="619125" h="542925">
                <a:moveTo>
                  <a:pt x="9525" y="538162"/>
                </a:moveTo>
                <a:lnTo>
                  <a:pt x="4762" y="533400"/>
                </a:lnTo>
                <a:lnTo>
                  <a:pt x="9525" y="533400"/>
                </a:lnTo>
                <a:lnTo>
                  <a:pt x="9525" y="538162"/>
                </a:lnTo>
                <a:close/>
              </a:path>
              <a:path w="619125" h="542925">
                <a:moveTo>
                  <a:pt x="609600" y="538162"/>
                </a:moveTo>
                <a:lnTo>
                  <a:pt x="9525" y="538162"/>
                </a:lnTo>
                <a:lnTo>
                  <a:pt x="9525" y="533400"/>
                </a:lnTo>
                <a:lnTo>
                  <a:pt x="609600" y="533400"/>
                </a:lnTo>
                <a:lnTo>
                  <a:pt x="609600" y="538162"/>
                </a:lnTo>
                <a:close/>
              </a:path>
              <a:path w="619125" h="542925">
                <a:moveTo>
                  <a:pt x="619125" y="538162"/>
                </a:moveTo>
                <a:lnTo>
                  <a:pt x="609600" y="538162"/>
                </a:lnTo>
                <a:lnTo>
                  <a:pt x="614362" y="533400"/>
                </a:lnTo>
                <a:lnTo>
                  <a:pt x="619125" y="533400"/>
                </a:lnTo>
                <a:lnTo>
                  <a:pt x="619125" y="538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6115811" y="3985259"/>
            <a:ext cx="609600" cy="533400"/>
          </a:xfrm>
          <a:custGeom>
            <a:avLst/>
            <a:gdLst/>
            <a:ahLst/>
            <a:cxnLst/>
            <a:rect l="l" t="t" r="r" b="b"/>
            <a:pathLst>
              <a:path w="609600" h="533400">
                <a:moveTo>
                  <a:pt x="0" y="0"/>
                </a:moveTo>
                <a:lnTo>
                  <a:pt x="609599" y="0"/>
                </a:lnTo>
                <a:lnTo>
                  <a:pt x="609599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110287" y="3979862"/>
            <a:ext cx="619125" cy="542925"/>
          </a:xfrm>
          <a:custGeom>
            <a:avLst/>
            <a:gdLst/>
            <a:ahLst/>
            <a:cxnLst/>
            <a:rect l="l" t="t" r="r" b="b"/>
            <a:pathLst>
              <a:path w="619125" h="542925">
                <a:moveTo>
                  <a:pt x="619125" y="542925"/>
                </a:moveTo>
                <a:lnTo>
                  <a:pt x="0" y="542925"/>
                </a:lnTo>
                <a:lnTo>
                  <a:pt x="0" y="0"/>
                </a:lnTo>
                <a:lnTo>
                  <a:pt x="619125" y="0"/>
                </a:lnTo>
                <a:lnTo>
                  <a:pt x="619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33400"/>
                </a:lnTo>
                <a:lnTo>
                  <a:pt x="4762" y="533400"/>
                </a:lnTo>
                <a:lnTo>
                  <a:pt x="9525" y="538162"/>
                </a:lnTo>
                <a:lnTo>
                  <a:pt x="619125" y="538162"/>
                </a:lnTo>
                <a:lnTo>
                  <a:pt x="619125" y="542925"/>
                </a:lnTo>
                <a:close/>
              </a:path>
              <a:path w="619125" h="542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19125" h="542925">
                <a:moveTo>
                  <a:pt x="609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09600" y="4762"/>
                </a:lnTo>
                <a:lnTo>
                  <a:pt x="609600" y="9525"/>
                </a:lnTo>
                <a:close/>
              </a:path>
              <a:path w="619125" h="542925">
                <a:moveTo>
                  <a:pt x="609600" y="538162"/>
                </a:moveTo>
                <a:lnTo>
                  <a:pt x="609600" y="4762"/>
                </a:lnTo>
                <a:lnTo>
                  <a:pt x="614362" y="9525"/>
                </a:lnTo>
                <a:lnTo>
                  <a:pt x="619125" y="9525"/>
                </a:lnTo>
                <a:lnTo>
                  <a:pt x="619125" y="533400"/>
                </a:lnTo>
                <a:lnTo>
                  <a:pt x="614362" y="533400"/>
                </a:lnTo>
                <a:lnTo>
                  <a:pt x="609600" y="538162"/>
                </a:lnTo>
                <a:close/>
              </a:path>
              <a:path w="619125" h="542925">
                <a:moveTo>
                  <a:pt x="619125" y="9525"/>
                </a:moveTo>
                <a:lnTo>
                  <a:pt x="614362" y="9525"/>
                </a:lnTo>
                <a:lnTo>
                  <a:pt x="609600" y="4762"/>
                </a:lnTo>
                <a:lnTo>
                  <a:pt x="619125" y="4762"/>
                </a:lnTo>
                <a:lnTo>
                  <a:pt x="619125" y="9525"/>
                </a:lnTo>
                <a:close/>
              </a:path>
              <a:path w="619125" h="542925">
                <a:moveTo>
                  <a:pt x="9525" y="538162"/>
                </a:moveTo>
                <a:lnTo>
                  <a:pt x="4762" y="533400"/>
                </a:lnTo>
                <a:lnTo>
                  <a:pt x="9525" y="533400"/>
                </a:lnTo>
                <a:lnTo>
                  <a:pt x="9525" y="538162"/>
                </a:lnTo>
                <a:close/>
              </a:path>
              <a:path w="619125" h="542925">
                <a:moveTo>
                  <a:pt x="609600" y="538162"/>
                </a:moveTo>
                <a:lnTo>
                  <a:pt x="9525" y="538162"/>
                </a:lnTo>
                <a:lnTo>
                  <a:pt x="9525" y="533400"/>
                </a:lnTo>
                <a:lnTo>
                  <a:pt x="609600" y="533400"/>
                </a:lnTo>
                <a:lnTo>
                  <a:pt x="609600" y="538162"/>
                </a:lnTo>
                <a:close/>
              </a:path>
              <a:path w="619125" h="542925">
                <a:moveTo>
                  <a:pt x="619125" y="538162"/>
                </a:moveTo>
                <a:lnTo>
                  <a:pt x="609600" y="538162"/>
                </a:lnTo>
                <a:lnTo>
                  <a:pt x="614362" y="533400"/>
                </a:lnTo>
                <a:lnTo>
                  <a:pt x="619125" y="533400"/>
                </a:lnTo>
                <a:lnTo>
                  <a:pt x="619125" y="538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5574665" y="4054475"/>
            <a:ext cx="9626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39775" algn="l"/>
              </a:tabLst>
            </a:pPr>
            <a:r>
              <a:rPr sz="2400" spc="-25" dirty="0">
                <a:latin typeface="Tahoma"/>
                <a:cs typeface="Tahoma"/>
              </a:rPr>
              <a:t>y</a:t>
            </a:r>
            <a:r>
              <a:rPr sz="2400" dirty="0">
                <a:latin typeface="Tahoma"/>
                <a:cs typeface="Tahoma"/>
              </a:rPr>
              <a:t>es	</a:t>
            </a:r>
            <a:r>
              <a:rPr sz="2400" i="1" dirty="0">
                <a:latin typeface="Symbol"/>
                <a:cs typeface="Symbol"/>
              </a:rPr>
              <a:t>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6725411" y="3985259"/>
            <a:ext cx="609600" cy="533400"/>
          </a:xfrm>
          <a:custGeom>
            <a:avLst/>
            <a:gdLst/>
            <a:ahLst/>
            <a:cxnLst/>
            <a:rect l="l" t="t" r="r" b="b"/>
            <a:pathLst>
              <a:path w="609600" h="533400">
                <a:moveTo>
                  <a:pt x="0" y="0"/>
                </a:moveTo>
                <a:lnTo>
                  <a:pt x="609600" y="0"/>
                </a:lnTo>
                <a:lnTo>
                  <a:pt x="6096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6719887" y="3979862"/>
            <a:ext cx="619125" cy="542925"/>
          </a:xfrm>
          <a:custGeom>
            <a:avLst/>
            <a:gdLst/>
            <a:ahLst/>
            <a:cxnLst/>
            <a:rect l="l" t="t" r="r" b="b"/>
            <a:pathLst>
              <a:path w="619125" h="542925">
                <a:moveTo>
                  <a:pt x="619125" y="542925"/>
                </a:moveTo>
                <a:lnTo>
                  <a:pt x="0" y="542925"/>
                </a:lnTo>
                <a:lnTo>
                  <a:pt x="0" y="0"/>
                </a:lnTo>
                <a:lnTo>
                  <a:pt x="619125" y="0"/>
                </a:lnTo>
                <a:lnTo>
                  <a:pt x="619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33400"/>
                </a:lnTo>
                <a:lnTo>
                  <a:pt x="4762" y="533400"/>
                </a:lnTo>
                <a:lnTo>
                  <a:pt x="9525" y="538162"/>
                </a:lnTo>
                <a:lnTo>
                  <a:pt x="619125" y="538162"/>
                </a:lnTo>
                <a:lnTo>
                  <a:pt x="619125" y="542925"/>
                </a:lnTo>
                <a:close/>
              </a:path>
              <a:path w="619125" h="542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19125" h="542925">
                <a:moveTo>
                  <a:pt x="609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09600" y="4762"/>
                </a:lnTo>
                <a:lnTo>
                  <a:pt x="609600" y="9525"/>
                </a:lnTo>
                <a:close/>
              </a:path>
              <a:path w="619125" h="542925">
                <a:moveTo>
                  <a:pt x="609600" y="538162"/>
                </a:moveTo>
                <a:lnTo>
                  <a:pt x="609600" y="4762"/>
                </a:lnTo>
                <a:lnTo>
                  <a:pt x="614362" y="9525"/>
                </a:lnTo>
                <a:lnTo>
                  <a:pt x="619125" y="9525"/>
                </a:lnTo>
                <a:lnTo>
                  <a:pt x="619125" y="533400"/>
                </a:lnTo>
                <a:lnTo>
                  <a:pt x="614362" y="533400"/>
                </a:lnTo>
                <a:lnTo>
                  <a:pt x="609600" y="538162"/>
                </a:lnTo>
                <a:close/>
              </a:path>
              <a:path w="619125" h="542925">
                <a:moveTo>
                  <a:pt x="619125" y="9525"/>
                </a:moveTo>
                <a:lnTo>
                  <a:pt x="614362" y="9525"/>
                </a:lnTo>
                <a:lnTo>
                  <a:pt x="609600" y="4762"/>
                </a:lnTo>
                <a:lnTo>
                  <a:pt x="619125" y="4762"/>
                </a:lnTo>
                <a:lnTo>
                  <a:pt x="619125" y="9525"/>
                </a:lnTo>
                <a:close/>
              </a:path>
              <a:path w="619125" h="542925">
                <a:moveTo>
                  <a:pt x="9525" y="538162"/>
                </a:moveTo>
                <a:lnTo>
                  <a:pt x="4762" y="533400"/>
                </a:lnTo>
                <a:lnTo>
                  <a:pt x="9525" y="533400"/>
                </a:lnTo>
                <a:lnTo>
                  <a:pt x="9525" y="538162"/>
                </a:lnTo>
                <a:close/>
              </a:path>
              <a:path w="619125" h="542925">
                <a:moveTo>
                  <a:pt x="609600" y="538162"/>
                </a:moveTo>
                <a:lnTo>
                  <a:pt x="9525" y="538162"/>
                </a:lnTo>
                <a:lnTo>
                  <a:pt x="9525" y="533400"/>
                </a:lnTo>
                <a:lnTo>
                  <a:pt x="609600" y="533400"/>
                </a:lnTo>
                <a:lnTo>
                  <a:pt x="609600" y="538162"/>
                </a:lnTo>
                <a:close/>
              </a:path>
              <a:path w="619125" h="542925">
                <a:moveTo>
                  <a:pt x="619125" y="538162"/>
                </a:moveTo>
                <a:lnTo>
                  <a:pt x="609600" y="538162"/>
                </a:lnTo>
                <a:lnTo>
                  <a:pt x="614362" y="533400"/>
                </a:lnTo>
                <a:lnTo>
                  <a:pt x="619125" y="533400"/>
                </a:lnTo>
                <a:lnTo>
                  <a:pt x="619125" y="538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7334250" y="2994025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>
                <a:moveTo>
                  <a:pt x="0" y="0"/>
                </a:moveTo>
                <a:lnTo>
                  <a:pt x="4572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7258050" y="3527425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>
                <a:moveTo>
                  <a:pt x="0" y="0"/>
                </a:moveTo>
                <a:lnTo>
                  <a:pt x="4572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7334250" y="3984625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>
                <a:moveTo>
                  <a:pt x="0" y="0"/>
                </a:moveTo>
                <a:lnTo>
                  <a:pt x="4572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334250" y="4518025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>
                <a:moveTo>
                  <a:pt x="0" y="0"/>
                </a:moveTo>
                <a:lnTo>
                  <a:pt x="4572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381750" y="2384425"/>
            <a:ext cx="76200" cy="533400"/>
          </a:xfrm>
          <a:custGeom>
            <a:avLst/>
            <a:gdLst/>
            <a:ahLst/>
            <a:cxnLst/>
            <a:rect l="l" t="t" r="r" b="b"/>
            <a:pathLst>
              <a:path w="76200" h="533400">
                <a:moveTo>
                  <a:pt x="42862" y="476250"/>
                </a:moveTo>
                <a:lnTo>
                  <a:pt x="33337" y="476250"/>
                </a:lnTo>
                <a:lnTo>
                  <a:pt x="33337" y="0"/>
                </a:lnTo>
                <a:lnTo>
                  <a:pt x="42862" y="0"/>
                </a:lnTo>
                <a:lnTo>
                  <a:pt x="42862" y="476250"/>
                </a:lnTo>
                <a:close/>
              </a:path>
              <a:path w="76200" h="533400">
                <a:moveTo>
                  <a:pt x="38100" y="533400"/>
                </a:moveTo>
                <a:lnTo>
                  <a:pt x="0" y="457200"/>
                </a:lnTo>
                <a:lnTo>
                  <a:pt x="33337" y="457200"/>
                </a:lnTo>
                <a:lnTo>
                  <a:pt x="33337" y="476250"/>
                </a:lnTo>
                <a:lnTo>
                  <a:pt x="66675" y="476250"/>
                </a:lnTo>
                <a:lnTo>
                  <a:pt x="38100" y="533400"/>
                </a:lnTo>
                <a:close/>
              </a:path>
              <a:path w="76200" h="533400">
                <a:moveTo>
                  <a:pt x="66675" y="476250"/>
                </a:moveTo>
                <a:lnTo>
                  <a:pt x="42862" y="476250"/>
                </a:lnTo>
                <a:lnTo>
                  <a:pt x="42862" y="457200"/>
                </a:lnTo>
                <a:lnTo>
                  <a:pt x="76200" y="457200"/>
                </a:lnTo>
                <a:lnTo>
                  <a:pt x="66675" y="476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6381750" y="3375025"/>
            <a:ext cx="76200" cy="533400"/>
          </a:xfrm>
          <a:custGeom>
            <a:avLst/>
            <a:gdLst/>
            <a:ahLst/>
            <a:cxnLst/>
            <a:rect l="l" t="t" r="r" b="b"/>
            <a:pathLst>
              <a:path w="76200" h="533400">
                <a:moveTo>
                  <a:pt x="42862" y="476250"/>
                </a:moveTo>
                <a:lnTo>
                  <a:pt x="33337" y="476250"/>
                </a:lnTo>
                <a:lnTo>
                  <a:pt x="33337" y="0"/>
                </a:lnTo>
                <a:lnTo>
                  <a:pt x="42862" y="0"/>
                </a:lnTo>
                <a:lnTo>
                  <a:pt x="42862" y="476250"/>
                </a:lnTo>
                <a:close/>
              </a:path>
              <a:path w="76200" h="533400">
                <a:moveTo>
                  <a:pt x="38100" y="533400"/>
                </a:moveTo>
                <a:lnTo>
                  <a:pt x="0" y="457200"/>
                </a:lnTo>
                <a:lnTo>
                  <a:pt x="33337" y="457200"/>
                </a:lnTo>
                <a:lnTo>
                  <a:pt x="33337" y="476250"/>
                </a:lnTo>
                <a:lnTo>
                  <a:pt x="66675" y="476250"/>
                </a:lnTo>
                <a:lnTo>
                  <a:pt x="38100" y="533400"/>
                </a:lnTo>
                <a:close/>
              </a:path>
              <a:path w="76200" h="533400">
                <a:moveTo>
                  <a:pt x="66675" y="476250"/>
                </a:moveTo>
                <a:lnTo>
                  <a:pt x="42862" y="476250"/>
                </a:lnTo>
                <a:lnTo>
                  <a:pt x="42862" y="457200"/>
                </a:lnTo>
                <a:lnTo>
                  <a:pt x="76200" y="457200"/>
                </a:lnTo>
                <a:lnTo>
                  <a:pt x="66675" y="476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029450" y="2460625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7029450" y="3298825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7029450" y="4365625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7029450" y="2803525"/>
            <a:ext cx="304800" cy="76200"/>
          </a:xfrm>
          <a:custGeom>
            <a:avLst/>
            <a:gdLst/>
            <a:ahLst/>
            <a:cxnLst/>
            <a:rect l="l" t="t" r="r" b="b"/>
            <a:pathLst>
              <a:path w="304800" h="76200">
                <a:moveTo>
                  <a:pt x="228600" y="76200"/>
                </a:moveTo>
                <a:lnTo>
                  <a:pt x="228600" y="0"/>
                </a:lnTo>
                <a:lnTo>
                  <a:pt x="295275" y="33337"/>
                </a:lnTo>
                <a:lnTo>
                  <a:pt x="247650" y="33337"/>
                </a:lnTo>
                <a:lnTo>
                  <a:pt x="247650" y="42862"/>
                </a:lnTo>
                <a:lnTo>
                  <a:pt x="295275" y="42862"/>
                </a:lnTo>
                <a:lnTo>
                  <a:pt x="228600" y="76200"/>
                </a:lnTo>
                <a:close/>
              </a:path>
              <a:path w="304800" h="76200">
                <a:moveTo>
                  <a:pt x="228600" y="42862"/>
                </a:moveTo>
                <a:lnTo>
                  <a:pt x="0" y="42862"/>
                </a:lnTo>
                <a:lnTo>
                  <a:pt x="0" y="33337"/>
                </a:lnTo>
                <a:lnTo>
                  <a:pt x="228600" y="33337"/>
                </a:lnTo>
                <a:lnTo>
                  <a:pt x="228600" y="42862"/>
                </a:lnTo>
                <a:close/>
              </a:path>
              <a:path w="304800" h="76200">
                <a:moveTo>
                  <a:pt x="295275" y="42862"/>
                </a:moveTo>
                <a:lnTo>
                  <a:pt x="247650" y="42862"/>
                </a:lnTo>
                <a:lnTo>
                  <a:pt x="247650" y="33337"/>
                </a:lnTo>
                <a:lnTo>
                  <a:pt x="295275" y="33337"/>
                </a:lnTo>
                <a:lnTo>
                  <a:pt x="304800" y="38100"/>
                </a:lnTo>
                <a:lnTo>
                  <a:pt x="295275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7029450" y="3641725"/>
            <a:ext cx="304800" cy="76200"/>
          </a:xfrm>
          <a:custGeom>
            <a:avLst/>
            <a:gdLst/>
            <a:ahLst/>
            <a:cxnLst/>
            <a:rect l="l" t="t" r="r" b="b"/>
            <a:pathLst>
              <a:path w="304800" h="76200">
                <a:moveTo>
                  <a:pt x="228600" y="76200"/>
                </a:moveTo>
                <a:lnTo>
                  <a:pt x="228600" y="0"/>
                </a:lnTo>
                <a:lnTo>
                  <a:pt x="295275" y="33337"/>
                </a:lnTo>
                <a:lnTo>
                  <a:pt x="247650" y="33337"/>
                </a:lnTo>
                <a:lnTo>
                  <a:pt x="247650" y="42862"/>
                </a:lnTo>
                <a:lnTo>
                  <a:pt x="295275" y="42862"/>
                </a:lnTo>
                <a:lnTo>
                  <a:pt x="228600" y="76200"/>
                </a:lnTo>
                <a:close/>
              </a:path>
              <a:path w="304800" h="76200">
                <a:moveTo>
                  <a:pt x="228600" y="42862"/>
                </a:moveTo>
                <a:lnTo>
                  <a:pt x="0" y="42862"/>
                </a:lnTo>
                <a:lnTo>
                  <a:pt x="0" y="33337"/>
                </a:lnTo>
                <a:lnTo>
                  <a:pt x="228600" y="33337"/>
                </a:lnTo>
                <a:lnTo>
                  <a:pt x="228600" y="42862"/>
                </a:lnTo>
                <a:close/>
              </a:path>
              <a:path w="304800" h="76200">
                <a:moveTo>
                  <a:pt x="295275" y="42862"/>
                </a:moveTo>
                <a:lnTo>
                  <a:pt x="247650" y="42862"/>
                </a:lnTo>
                <a:lnTo>
                  <a:pt x="247650" y="33337"/>
                </a:lnTo>
                <a:lnTo>
                  <a:pt x="295275" y="33337"/>
                </a:lnTo>
                <a:lnTo>
                  <a:pt x="304800" y="38100"/>
                </a:lnTo>
                <a:lnTo>
                  <a:pt x="295275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7029450" y="4708525"/>
            <a:ext cx="304800" cy="76200"/>
          </a:xfrm>
          <a:custGeom>
            <a:avLst/>
            <a:gdLst/>
            <a:ahLst/>
            <a:cxnLst/>
            <a:rect l="l" t="t" r="r" b="b"/>
            <a:pathLst>
              <a:path w="304800" h="76200">
                <a:moveTo>
                  <a:pt x="228600" y="76200"/>
                </a:moveTo>
                <a:lnTo>
                  <a:pt x="228600" y="0"/>
                </a:lnTo>
                <a:lnTo>
                  <a:pt x="295275" y="33337"/>
                </a:lnTo>
                <a:lnTo>
                  <a:pt x="247650" y="33337"/>
                </a:lnTo>
                <a:lnTo>
                  <a:pt x="247650" y="42862"/>
                </a:lnTo>
                <a:lnTo>
                  <a:pt x="295275" y="42862"/>
                </a:lnTo>
                <a:lnTo>
                  <a:pt x="228600" y="76200"/>
                </a:lnTo>
                <a:close/>
              </a:path>
              <a:path w="304800" h="76200">
                <a:moveTo>
                  <a:pt x="228600" y="42862"/>
                </a:moveTo>
                <a:lnTo>
                  <a:pt x="0" y="42862"/>
                </a:lnTo>
                <a:lnTo>
                  <a:pt x="0" y="33337"/>
                </a:lnTo>
                <a:lnTo>
                  <a:pt x="228600" y="33337"/>
                </a:lnTo>
                <a:lnTo>
                  <a:pt x="228600" y="42862"/>
                </a:lnTo>
                <a:close/>
              </a:path>
              <a:path w="304800" h="76200">
                <a:moveTo>
                  <a:pt x="295275" y="42862"/>
                </a:moveTo>
                <a:lnTo>
                  <a:pt x="247650" y="42862"/>
                </a:lnTo>
                <a:lnTo>
                  <a:pt x="247650" y="33337"/>
                </a:lnTo>
                <a:lnTo>
                  <a:pt x="295275" y="33337"/>
                </a:lnTo>
                <a:lnTo>
                  <a:pt x="304800" y="38100"/>
                </a:lnTo>
                <a:lnTo>
                  <a:pt x="295275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6862127" y="4822952"/>
            <a:ext cx="132207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8285" marR="5080" indent="-236220">
              <a:lnSpc>
                <a:spcPct val="125000"/>
              </a:lnSpc>
              <a:spcBef>
                <a:spcPts val="100"/>
              </a:spcBef>
            </a:pPr>
            <a:r>
              <a:rPr sz="2000" spc="-105" dirty="0">
                <a:latin typeface="Tahoma"/>
                <a:cs typeface="Tahoma"/>
              </a:rPr>
              <a:t>To </a:t>
            </a:r>
            <a:r>
              <a:rPr sz="2000" spc="-5" dirty="0">
                <a:latin typeface="Tahoma"/>
                <a:cs typeface="Tahoma"/>
              </a:rPr>
              <a:t>other </a:t>
            </a:r>
            <a:r>
              <a:rPr sz="2000" dirty="0">
                <a:latin typeface="Tahoma"/>
                <a:cs typeface="Tahoma"/>
              </a:rPr>
              <a:t>T3  </a:t>
            </a:r>
            <a:r>
              <a:rPr sz="2000" spc="-5" dirty="0">
                <a:latin typeface="Tahoma"/>
                <a:cs typeface="Tahoma"/>
              </a:rPr>
              <a:t>records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1928545" y="2442933"/>
            <a:ext cx="2332355" cy="966469"/>
          </a:xfrm>
          <a:custGeom>
            <a:avLst/>
            <a:gdLst/>
            <a:ahLst/>
            <a:cxnLst/>
            <a:rect l="l" t="t" r="r" b="b"/>
            <a:pathLst>
              <a:path w="2332354" h="966470">
                <a:moveTo>
                  <a:pt x="2255989" y="76200"/>
                </a:moveTo>
                <a:lnTo>
                  <a:pt x="2256218" y="0"/>
                </a:lnTo>
                <a:lnTo>
                  <a:pt x="2322159" y="33020"/>
                </a:lnTo>
                <a:lnTo>
                  <a:pt x="2275166" y="33020"/>
                </a:lnTo>
                <a:lnTo>
                  <a:pt x="2275141" y="41910"/>
                </a:lnTo>
                <a:lnTo>
                  <a:pt x="2324672" y="41910"/>
                </a:lnTo>
                <a:lnTo>
                  <a:pt x="2255989" y="76200"/>
                </a:lnTo>
                <a:close/>
              </a:path>
              <a:path w="2332354" h="966470">
                <a:moveTo>
                  <a:pt x="2097455" y="44450"/>
                </a:moveTo>
                <a:lnTo>
                  <a:pt x="1985733" y="44450"/>
                </a:lnTo>
                <a:lnTo>
                  <a:pt x="2032241" y="39370"/>
                </a:lnTo>
                <a:lnTo>
                  <a:pt x="2138197" y="33020"/>
                </a:lnTo>
                <a:lnTo>
                  <a:pt x="2256119" y="33020"/>
                </a:lnTo>
                <a:lnTo>
                  <a:pt x="2256092" y="41910"/>
                </a:lnTo>
                <a:lnTo>
                  <a:pt x="2179078" y="41910"/>
                </a:lnTo>
                <a:lnTo>
                  <a:pt x="2158746" y="43180"/>
                </a:lnTo>
                <a:lnTo>
                  <a:pt x="2118118" y="43180"/>
                </a:lnTo>
                <a:lnTo>
                  <a:pt x="2097455" y="44450"/>
                </a:lnTo>
                <a:close/>
              </a:path>
              <a:path w="2332354" h="966470">
                <a:moveTo>
                  <a:pt x="2324672" y="41910"/>
                </a:moveTo>
                <a:lnTo>
                  <a:pt x="2275141" y="41910"/>
                </a:lnTo>
                <a:lnTo>
                  <a:pt x="2275166" y="33020"/>
                </a:lnTo>
                <a:lnTo>
                  <a:pt x="2322159" y="33020"/>
                </a:lnTo>
                <a:lnTo>
                  <a:pt x="2332304" y="38100"/>
                </a:lnTo>
                <a:lnTo>
                  <a:pt x="2324672" y="41910"/>
                </a:lnTo>
                <a:close/>
              </a:path>
              <a:path w="2332354" h="966470">
                <a:moveTo>
                  <a:pt x="1660485" y="755650"/>
                </a:moveTo>
                <a:lnTo>
                  <a:pt x="1650669" y="755650"/>
                </a:lnTo>
                <a:lnTo>
                  <a:pt x="1652790" y="746760"/>
                </a:lnTo>
                <a:lnTo>
                  <a:pt x="1654733" y="737870"/>
                </a:lnTo>
                <a:lnTo>
                  <a:pt x="1656524" y="728980"/>
                </a:lnTo>
                <a:lnTo>
                  <a:pt x="1658175" y="720090"/>
                </a:lnTo>
                <a:lnTo>
                  <a:pt x="1659712" y="711200"/>
                </a:lnTo>
                <a:lnTo>
                  <a:pt x="1661121" y="701040"/>
                </a:lnTo>
                <a:lnTo>
                  <a:pt x="1663636" y="681990"/>
                </a:lnTo>
                <a:lnTo>
                  <a:pt x="1665782" y="662940"/>
                </a:lnTo>
                <a:lnTo>
                  <a:pt x="1667662" y="643890"/>
                </a:lnTo>
                <a:lnTo>
                  <a:pt x="1669338" y="624840"/>
                </a:lnTo>
                <a:lnTo>
                  <a:pt x="1672450" y="589280"/>
                </a:lnTo>
                <a:lnTo>
                  <a:pt x="1677708" y="544830"/>
                </a:lnTo>
                <a:lnTo>
                  <a:pt x="1687677" y="499110"/>
                </a:lnTo>
                <a:lnTo>
                  <a:pt x="1699602" y="450850"/>
                </a:lnTo>
                <a:lnTo>
                  <a:pt x="1703819" y="434340"/>
                </a:lnTo>
                <a:lnTo>
                  <a:pt x="1708200" y="417830"/>
                </a:lnTo>
                <a:lnTo>
                  <a:pt x="1712798" y="402590"/>
                </a:lnTo>
                <a:lnTo>
                  <a:pt x="1717636" y="387350"/>
                </a:lnTo>
                <a:lnTo>
                  <a:pt x="1722755" y="370840"/>
                </a:lnTo>
                <a:lnTo>
                  <a:pt x="1728190" y="355600"/>
                </a:lnTo>
                <a:lnTo>
                  <a:pt x="1733981" y="340360"/>
                </a:lnTo>
                <a:lnTo>
                  <a:pt x="1740154" y="325120"/>
                </a:lnTo>
                <a:lnTo>
                  <a:pt x="1746745" y="309880"/>
                </a:lnTo>
                <a:lnTo>
                  <a:pt x="1753793" y="293370"/>
                </a:lnTo>
                <a:lnTo>
                  <a:pt x="1761312" y="278130"/>
                </a:lnTo>
                <a:lnTo>
                  <a:pt x="1778825" y="243840"/>
                </a:lnTo>
                <a:lnTo>
                  <a:pt x="1788312" y="224790"/>
                </a:lnTo>
                <a:lnTo>
                  <a:pt x="1798358" y="205740"/>
                </a:lnTo>
                <a:lnTo>
                  <a:pt x="1809013" y="187960"/>
                </a:lnTo>
                <a:lnTo>
                  <a:pt x="1814601" y="177800"/>
                </a:lnTo>
                <a:lnTo>
                  <a:pt x="1838820" y="142240"/>
                </a:lnTo>
                <a:lnTo>
                  <a:pt x="1859076" y="116840"/>
                </a:lnTo>
                <a:lnTo>
                  <a:pt x="1866442" y="107950"/>
                </a:lnTo>
                <a:lnTo>
                  <a:pt x="1873935" y="100330"/>
                </a:lnTo>
                <a:lnTo>
                  <a:pt x="1881682" y="93980"/>
                </a:lnTo>
                <a:lnTo>
                  <a:pt x="1889696" y="86360"/>
                </a:lnTo>
                <a:lnTo>
                  <a:pt x="1924532" y="63500"/>
                </a:lnTo>
                <a:lnTo>
                  <a:pt x="1943658" y="54610"/>
                </a:lnTo>
                <a:lnTo>
                  <a:pt x="1948637" y="52070"/>
                </a:lnTo>
                <a:lnTo>
                  <a:pt x="1980082" y="44450"/>
                </a:lnTo>
                <a:lnTo>
                  <a:pt x="2097519" y="44450"/>
                </a:lnTo>
                <a:lnTo>
                  <a:pt x="2076500" y="45720"/>
                </a:lnTo>
                <a:lnTo>
                  <a:pt x="2055075" y="46990"/>
                </a:lnTo>
                <a:lnTo>
                  <a:pt x="2033054" y="49530"/>
                </a:lnTo>
                <a:lnTo>
                  <a:pt x="2010308" y="50800"/>
                </a:lnTo>
                <a:lnTo>
                  <a:pt x="1986724" y="53340"/>
                </a:lnTo>
                <a:lnTo>
                  <a:pt x="1981428" y="54610"/>
                </a:lnTo>
                <a:lnTo>
                  <a:pt x="1976437" y="54610"/>
                </a:lnTo>
                <a:lnTo>
                  <a:pt x="1971205" y="55880"/>
                </a:lnTo>
                <a:lnTo>
                  <a:pt x="1971357" y="55880"/>
                </a:lnTo>
                <a:lnTo>
                  <a:pt x="1966201" y="57150"/>
                </a:lnTo>
                <a:lnTo>
                  <a:pt x="1966353" y="57150"/>
                </a:lnTo>
                <a:lnTo>
                  <a:pt x="1961273" y="58420"/>
                </a:lnTo>
                <a:lnTo>
                  <a:pt x="1961426" y="58420"/>
                </a:lnTo>
                <a:lnTo>
                  <a:pt x="1956422" y="59690"/>
                </a:lnTo>
                <a:lnTo>
                  <a:pt x="1956574" y="59690"/>
                </a:lnTo>
                <a:lnTo>
                  <a:pt x="1951647" y="60960"/>
                </a:lnTo>
                <a:lnTo>
                  <a:pt x="1951786" y="60960"/>
                </a:lnTo>
                <a:lnTo>
                  <a:pt x="1946948" y="63500"/>
                </a:lnTo>
                <a:lnTo>
                  <a:pt x="1942312" y="64770"/>
                </a:lnTo>
                <a:lnTo>
                  <a:pt x="1942439" y="64770"/>
                </a:lnTo>
                <a:lnTo>
                  <a:pt x="1937740" y="67310"/>
                </a:lnTo>
                <a:lnTo>
                  <a:pt x="1937931" y="67310"/>
                </a:lnTo>
                <a:lnTo>
                  <a:pt x="1928748" y="71120"/>
                </a:lnTo>
                <a:lnTo>
                  <a:pt x="1928990" y="71120"/>
                </a:lnTo>
                <a:lnTo>
                  <a:pt x="1920087" y="76200"/>
                </a:lnTo>
                <a:lnTo>
                  <a:pt x="1920316" y="76200"/>
                </a:lnTo>
                <a:lnTo>
                  <a:pt x="1911680" y="81280"/>
                </a:lnTo>
                <a:lnTo>
                  <a:pt x="1911883" y="81280"/>
                </a:lnTo>
                <a:lnTo>
                  <a:pt x="1903526" y="87630"/>
                </a:lnTo>
                <a:lnTo>
                  <a:pt x="1903704" y="87630"/>
                </a:lnTo>
                <a:lnTo>
                  <a:pt x="1895614" y="93980"/>
                </a:lnTo>
                <a:lnTo>
                  <a:pt x="1895779" y="93980"/>
                </a:lnTo>
                <a:lnTo>
                  <a:pt x="1887931" y="100330"/>
                </a:lnTo>
                <a:lnTo>
                  <a:pt x="1888070" y="100330"/>
                </a:lnTo>
                <a:lnTo>
                  <a:pt x="1880476" y="107950"/>
                </a:lnTo>
                <a:lnTo>
                  <a:pt x="1873249" y="115570"/>
                </a:lnTo>
                <a:lnTo>
                  <a:pt x="1866226" y="123190"/>
                </a:lnTo>
                <a:lnTo>
                  <a:pt x="1859432" y="130810"/>
                </a:lnTo>
                <a:lnTo>
                  <a:pt x="1853784" y="138430"/>
                </a:lnTo>
                <a:lnTo>
                  <a:pt x="1852904" y="138430"/>
                </a:lnTo>
                <a:lnTo>
                  <a:pt x="1846427" y="147320"/>
                </a:lnTo>
                <a:lnTo>
                  <a:pt x="1840217" y="156210"/>
                </a:lnTo>
                <a:lnTo>
                  <a:pt x="1834197" y="165100"/>
                </a:lnTo>
                <a:lnTo>
                  <a:pt x="1828355" y="173990"/>
                </a:lnTo>
                <a:lnTo>
                  <a:pt x="1822691" y="182880"/>
                </a:lnTo>
                <a:lnTo>
                  <a:pt x="1817884" y="191770"/>
                </a:lnTo>
                <a:lnTo>
                  <a:pt x="1817243" y="191770"/>
                </a:lnTo>
                <a:lnTo>
                  <a:pt x="1806638" y="210820"/>
                </a:lnTo>
                <a:lnTo>
                  <a:pt x="1796707" y="229870"/>
                </a:lnTo>
                <a:lnTo>
                  <a:pt x="1787296" y="247650"/>
                </a:lnTo>
                <a:lnTo>
                  <a:pt x="1769821" y="283210"/>
                </a:lnTo>
                <a:lnTo>
                  <a:pt x="1762366" y="298450"/>
                </a:lnTo>
                <a:lnTo>
                  <a:pt x="1755419" y="313690"/>
                </a:lnTo>
                <a:lnTo>
                  <a:pt x="1748917" y="328930"/>
                </a:lnTo>
                <a:lnTo>
                  <a:pt x="1742833" y="344170"/>
                </a:lnTo>
                <a:lnTo>
                  <a:pt x="1737118" y="359410"/>
                </a:lnTo>
                <a:lnTo>
                  <a:pt x="1731746" y="374650"/>
                </a:lnTo>
                <a:lnTo>
                  <a:pt x="1726679" y="389890"/>
                </a:lnTo>
                <a:lnTo>
                  <a:pt x="1721891" y="405130"/>
                </a:lnTo>
                <a:lnTo>
                  <a:pt x="1717696" y="420370"/>
                </a:lnTo>
                <a:lnTo>
                  <a:pt x="1717370" y="420370"/>
                </a:lnTo>
                <a:lnTo>
                  <a:pt x="1713001" y="436880"/>
                </a:lnTo>
                <a:lnTo>
                  <a:pt x="1708823" y="452120"/>
                </a:lnTo>
                <a:lnTo>
                  <a:pt x="1704771" y="468630"/>
                </a:lnTo>
                <a:lnTo>
                  <a:pt x="1696948" y="501650"/>
                </a:lnTo>
                <a:lnTo>
                  <a:pt x="1689252" y="535940"/>
                </a:lnTo>
                <a:lnTo>
                  <a:pt x="1688109" y="541020"/>
                </a:lnTo>
                <a:lnTo>
                  <a:pt x="1687080" y="546100"/>
                </a:lnTo>
                <a:lnTo>
                  <a:pt x="1685362" y="558800"/>
                </a:lnTo>
                <a:lnTo>
                  <a:pt x="1685213" y="558800"/>
                </a:lnTo>
                <a:lnTo>
                  <a:pt x="1683499" y="574040"/>
                </a:lnTo>
                <a:lnTo>
                  <a:pt x="1681937" y="590550"/>
                </a:lnTo>
                <a:lnTo>
                  <a:pt x="1677136" y="645160"/>
                </a:lnTo>
                <a:lnTo>
                  <a:pt x="1673072" y="683260"/>
                </a:lnTo>
                <a:lnTo>
                  <a:pt x="1667548" y="721360"/>
                </a:lnTo>
                <a:lnTo>
                  <a:pt x="1665858" y="731520"/>
                </a:lnTo>
                <a:lnTo>
                  <a:pt x="1664030" y="740410"/>
                </a:lnTo>
                <a:lnTo>
                  <a:pt x="1662036" y="749300"/>
                </a:lnTo>
                <a:lnTo>
                  <a:pt x="1660485" y="755650"/>
                </a:lnTo>
                <a:close/>
              </a:path>
              <a:path w="2332354" h="966470">
                <a:moveTo>
                  <a:pt x="1852828" y="139700"/>
                </a:moveTo>
                <a:lnTo>
                  <a:pt x="1852904" y="138430"/>
                </a:lnTo>
                <a:lnTo>
                  <a:pt x="1853784" y="138430"/>
                </a:lnTo>
                <a:lnTo>
                  <a:pt x="1852828" y="139700"/>
                </a:lnTo>
                <a:close/>
              </a:path>
              <a:path w="2332354" h="966470">
                <a:moveTo>
                  <a:pt x="1817192" y="193040"/>
                </a:moveTo>
                <a:lnTo>
                  <a:pt x="1817243" y="191770"/>
                </a:lnTo>
                <a:lnTo>
                  <a:pt x="1817884" y="191770"/>
                </a:lnTo>
                <a:lnTo>
                  <a:pt x="1817192" y="193040"/>
                </a:lnTo>
                <a:close/>
              </a:path>
              <a:path w="2332354" h="966470">
                <a:moveTo>
                  <a:pt x="1717344" y="421640"/>
                </a:moveTo>
                <a:lnTo>
                  <a:pt x="1717370" y="420370"/>
                </a:lnTo>
                <a:lnTo>
                  <a:pt x="1717696" y="420370"/>
                </a:lnTo>
                <a:lnTo>
                  <a:pt x="1717344" y="421640"/>
                </a:lnTo>
                <a:close/>
              </a:path>
              <a:path w="2332354" h="966470">
                <a:moveTo>
                  <a:pt x="1685188" y="560070"/>
                </a:moveTo>
                <a:lnTo>
                  <a:pt x="1685213" y="558800"/>
                </a:lnTo>
                <a:lnTo>
                  <a:pt x="1685362" y="558800"/>
                </a:lnTo>
                <a:lnTo>
                  <a:pt x="1685188" y="560070"/>
                </a:lnTo>
                <a:close/>
              </a:path>
              <a:path w="2332354" h="966470">
                <a:moveTo>
                  <a:pt x="1566985" y="876957"/>
                </a:moveTo>
                <a:lnTo>
                  <a:pt x="1570570" y="872490"/>
                </a:lnTo>
                <a:lnTo>
                  <a:pt x="1574863" y="867410"/>
                </a:lnTo>
                <a:lnTo>
                  <a:pt x="1583766" y="857250"/>
                </a:lnTo>
                <a:lnTo>
                  <a:pt x="1602168" y="836930"/>
                </a:lnTo>
                <a:lnTo>
                  <a:pt x="1611261" y="828040"/>
                </a:lnTo>
                <a:lnTo>
                  <a:pt x="1619846" y="817880"/>
                </a:lnTo>
                <a:lnTo>
                  <a:pt x="1623834" y="812800"/>
                </a:lnTo>
                <a:lnTo>
                  <a:pt x="1627644" y="807720"/>
                </a:lnTo>
                <a:lnTo>
                  <a:pt x="1631213" y="802640"/>
                </a:lnTo>
                <a:lnTo>
                  <a:pt x="1634502" y="797560"/>
                </a:lnTo>
                <a:lnTo>
                  <a:pt x="1634362" y="797560"/>
                </a:lnTo>
                <a:lnTo>
                  <a:pt x="1637677" y="791210"/>
                </a:lnTo>
                <a:lnTo>
                  <a:pt x="1640636" y="784860"/>
                </a:lnTo>
                <a:lnTo>
                  <a:pt x="1643418" y="778510"/>
                </a:lnTo>
                <a:lnTo>
                  <a:pt x="1646021" y="770890"/>
                </a:lnTo>
                <a:lnTo>
                  <a:pt x="1648447" y="763270"/>
                </a:lnTo>
                <a:lnTo>
                  <a:pt x="1650695" y="754380"/>
                </a:lnTo>
                <a:lnTo>
                  <a:pt x="1650669" y="755650"/>
                </a:lnTo>
                <a:lnTo>
                  <a:pt x="1660485" y="755650"/>
                </a:lnTo>
                <a:lnTo>
                  <a:pt x="1646199" y="795020"/>
                </a:lnTo>
                <a:lnTo>
                  <a:pt x="1642630" y="802640"/>
                </a:lnTo>
                <a:lnTo>
                  <a:pt x="1639087" y="807720"/>
                </a:lnTo>
                <a:lnTo>
                  <a:pt x="1635290" y="814070"/>
                </a:lnTo>
                <a:lnTo>
                  <a:pt x="1631264" y="819150"/>
                </a:lnTo>
                <a:lnTo>
                  <a:pt x="1627022" y="824230"/>
                </a:lnTo>
                <a:lnTo>
                  <a:pt x="1618208" y="834390"/>
                </a:lnTo>
                <a:lnTo>
                  <a:pt x="1609077" y="844550"/>
                </a:lnTo>
                <a:lnTo>
                  <a:pt x="1590674" y="863600"/>
                </a:lnTo>
                <a:lnTo>
                  <a:pt x="1582026" y="873760"/>
                </a:lnTo>
                <a:lnTo>
                  <a:pt x="1580070" y="876300"/>
                </a:lnTo>
                <a:lnTo>
                  <a:pt x="1568843" y="876300"/>
                </a:lnTo>
                <a:lnTo>
                  <a:pt x="1566985" y="876957"/>
                </a:lnTo>
                <a:close/>
              </a:path>
              <a:path w="2332354" h="966470">
                <a:moveTo>
                  <a:pt x="1566494" y="877570"/>
                </a:moveTo>
                <a:lnTo>
                  <a:pt x="1566985" y="876957"/>
                </a:lnTo>
                <a:lnTo>
                  <a:pt x="1568843" y="876300"/>
                </a:lnTo>
                <a:lnTo>
                  <a:pt x="1566494" y="877570"/>
                </a:lnTo>
                <a:close/>
              </a:path>
              <a:path w="2332354" h="966470">
                <a:moveTo>
                  <a:pt x="1579029" y="877570"/>
                </a:moveTo>
                <a:lnTo>
                  <a:pt x="1566494" y="877570"/>
                </a:lnTo>
                <a:lnTo>
                  <a:pt x="1568843" y="876300"/>
                </a:lnTo>
                <a:lnTo>
                  <a:pt x="1580070" y="876300"/>
                </a:lnTo>
                <a:lnTo>
                  <a:pt x="1579029" y="877570"/>
                </a:lnTo>
                <a:close/>
              </a:path>
              <a:path w="2332354" h="966470">
                <a:moveTo>
                  <a:pt x="1576101" y="881380"/>
                </a:moveTo>
                <a:lnTo>
                  <a:pt x="1554492" y="881380"/>
                </a:lnTo>
                <a:lnTo>
                  <a:pt x="1566985" y="876957"/>
                </a:lnTo>
                <a:lnTo>
                  <a:pt x="1566494" y="877570"/>
                </a:lnTo>
                <a:lnTo>
                  <a:pt x="1579029" y="877570"/>
                </a:lnTo>
                <a:lnTo>
                  <a:pt x="1577987" y="878840"/>
                </a:lnTo>
                <a:lnTo>
                  <a:pt x="1576101" y="881380"/>
                </a:lnTo>
                <a:close/>
              </a:path>
              <a:path w="2332354" h="966470">
                <a:moveTo>
                  <a:pt x="1484566" y="910590"/>
                </a:moveTo>
                <a:lnTo>
                  <a:pt x="1452956" y="910590"/>
                </a:lnTo>
                <a:lnTo>
                  <a:pt x="1467383" y="906780"/>
                </a:lnTo>
                <a:lnTo>
                  <a:pt x="1481912" y="901700"/>
                </a:lnTo>
                <a:lnTo>
                  <a:pt x="1540154" y="885190"/>
                </a:lnTo>
                <a:lnTo>
                  <a:pt x="1554556" y="880110"/>
                </a:lnTo>
                <a:lnTo>
                  <a:pt x="1554492" y="881380"/>
                </a:lnTo>
                <a:lnTo>
                  <a:pt x="1576101" y="881380"/>
                </a:lnTo>
                <a:lnTo>
                  <a:pt x="1574114" y="883920"/>
                </a:lnTo>
                <a:lnTo>
                  <a:pt x="1573072" y="883920"/>
                </a:lnTo>
                <a:lnTo>
                  <a:pt x="1571764" y="885190"/>
                </a:lnTo>
                <a:lnTo>
                  <a:pt x="1557337" y="890270"/>
                </a:lnTo>
                <a:lnTo>
                  <a:pt x="1542808" y="894080"/>
                </a:lnTo>
                <a:lnTo>
                  <a:pt x="1484566" y="910590"/>
                </a:lnTo>
                <a:close/>
              </a:path>
              <a:path w="2332354" h="966470">
                <a:moveTo>
                  <a:pt x="1455877" y="920750"/>
                </a:moveTo>
                <a:lnTo>
                  <a:pt x="1317904" y="920750"/>
                </a:lnTo>
                <a:lnTo>
                  <a:pt x="1363306" y="916940"/>
                </a:lnTo>
                <a:lnTo>
                  <a:pt x="1408683" y="914400"/>
                </a:lnTo>
                <a:lnTo>
                  <a:pt x="1454048" y="910590"/>
                </a:lnTo>
                <a:lnTo>
                  <a:pt x="1484630" y="910590"/>
                </a:lnTo>
                <a:lnTo>
                  <a:pt x="1470164" y="915670"/>
                </a:lnTo>
                <a:lnTo>
                  <a:pt x="1455877" y="920750"/>
                </a:lnTo>
                <a:close/>
              </a:path>
              <a:path w="2332354" h="966470">
                <a:moveTo>
                  <a:pt x="533" y="966470"/>
                </a:moveTo>
                <a:lnTo>
                  <a:pt x="0" y="956310"/>
                </a:lnTo>
                <a:lnTo>
                  <a:pt x="45402" y="953770"/>
                </a:lnTo>
                <a:lnTo>
                  <a:pt x="90830" y="952500"/>
                </a:lnTo>
                <a:lnTo>
                  <a:pt x="136270" y="949960"/>
                </a:lnTo>
                <a:lnTo>
                  <a:pt x="181724" y="948690"/>
                </a:lnTo>
                <a:lnTo>
                  <a:pt x="227177" y="946150"/>
                </a:lnTo>
                <a:lnTo>
                  <a:pt x="318084" y="943610"/>
                </a:lnTo>
                <a:lnTo>
                  <a:pt x="363550" y="943610"/>
                </a:lnTo>
                <a:lnTo>
                  <a:pt x="454469" y="941070"/>
                </a:lnTo>
                <a:lnTo>
                  <a:pt x="727290" y="938530"/>
                </a:lnTo>
                <a:lnTo>
                  <a:pt x="818210" y="937260"/>
                </a:lnTo>
                <a:lnTo>
                  <a:pt x="909129" y="934720"/>
                </a:lnTo>
                <a:lnTo>
                  <a:pt x="954557" y="934720"/>
                </a:lnTo>
                <a:lnTo>
                  <a:pt x="1000010" y="933450"/>
                </a:lnTo>
                <a:lnTo>
                  <a:pt x="1045451" y="932180"/>
                </a:lnTo>
                <a:lnTo>
                  <a:pt x="1090879" y="930910"/>
                </a:lnTo>
                <a:lnTo>
                  <a:pt x="1136307" y="929640"/>
                </a:lnTo>
                <a:lnTo>
                  <a:pt x="1181722" y="927100"/>
                </a:lnTo>
                <a:lnTo>
                  <a:pt x="1227137" y="925830"/>
                </a:lnTo>
                <a:lnTo>
                  <a:pt x="1272539" y="923290"/>
                </a:lnTo>
                <a:lnTo>
                  <a:pt x="1317929" y="920750"/>
                </a:lnTo>
                <a:lnTo>
                  <a:pt x="1454784" y="920750"/>
                </a:lnTo>
                <a:lnTo>
                  <a:pt x="1409395" y="923290"/>
                </a:lnTo>
                <a:lnTo>
                  <a:pt x="1363954" y="927100"/>
                </a:lnTo>
                <a:lnTo>
                  <a:pt x="1182128" y="937260"/>
                </a:lnTo>
                <a:lnTo>
                  <a:pt x="909294" y="944880"/>
                </a:lnTo>
                <a:lnTo>
                  <a:pt x="545541" y="949960"/>
                </a:lnTo>
                <a:lnTo>
                  <a:pt x="454634" y="951230"/>
                </a:lnTo>
                <a:lnTo>
                  <a:pt x="363740" y="952500"/>
                </a:lnTo>
                <a:lnTo>
                  <a:pt x="318312" y="953770"/>
                </a:lnTo>
                <a:lnTo>
                  <a:pt x="272897" y="955040"/>
                </a:lnTo>
                <a:lnTo>
                  <a:pt x="227482" y="956310"/>
                </a:lnTo>
                <a:lnTo>
                  <a:pt x="182067" y="957580"/>
                </a:lnTo>
                <a:lnTo>
                  <a:pt x="136664" y="960120"/>
                </a:lnTo>
                <a:lnTo>
                  <a:pt x="91274" y="961390"/>
                </a:lnTo>
                <a:lnTo>
                  <a:pt x="45897" y="963930"/>
                </a:lnTo>
                <a:lnTo>
                  <a:pt x="533" y="9664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68" name="object 6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69" name="object 6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72</a:t>
            </a:fld>
            <a:endParaRPr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91540"/>
            <a:ext cx="61175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00250" algn="l"/>
                <a:tab pos="2791460" algn="l"/>
                <a:tab pos="5095240" algn="l"/>
              </a:tabLst>
            </a:pP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Wh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at a</a:t>
            </a:r>
            <a:r>
              <a:rPr sz="3600" u="heavy" spc="-25" dirty="0">
                <a:uFill>
                  <a:solidFill>
                    <a:srgbClr val="000000"/>
                  </a:solidFill>
                </a:uFill>
              </a:rPr>
              <a:t>r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e	t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h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e	obje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c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ts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 w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e	lo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c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k?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165340" y="3766185"/>
            <a:ext cx="21844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ahoma"/>
                <a:cs typeface="Tahoma"/>
              </a:rPr>
              <a:t>?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48511" y="1712976"/>
            <a:ext cx="1371600" cy="762000"/>
          </a:xfrm>
          <a:custGeom>
            <a:avLst/>
            <a:gdLst/>
            <a:ahLst/>
            <a:cxnLst/>
            <a:rect l="l" t="t" r="r" b="b"/>
            <a:pathLst>
              <a:path w="1371600" h="762000">
                <a:moveTo>
                  <a:pt x="0" y="0"/>
                </a:moveTo>
                <a:lnTo>
                  <a:pt x="1371600" y="0"/>
                </a:lnTo>
                <a:lnTo>
                  <a:pt x="13716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42987" y="1708150"/>
            <a:ext cx="1381125" cy="771525"/>
          </a:xfrm>
          <a:custGeom>
            <a:avLst/>
            <a:gdLst/>
            <a:ahLst/>
            <a:cxnLst/>
            <a:rect l="l" t="t" r="r" b="b"/>
            <a:pathLst>
              <a:path w="1381125" h="771525">
                <a:moveTo>
                  <a:pt x="1381125" y="771525"/>
                </a:moveTo>
                <a:lnTo>
                  <a:pt x="0" y="771525"/>
                </a:lnTo>
                <a:lnTo>
                  <a:pt x="0" y="0"/>
                </a:lnTo>
                <a:lnTo>
                  <a:pt x="1381125" y="0"/>
                </a:lnTo>
                <a:lnTo>
                  <a:pt x="1381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762000"/>
                </a:lnTo>
                <a:lnTo>
                  <a:pt x="4762" y="762000"/>
                </a:lnTo>
                <a:lnTo>
                  <a:pt x="9525" y="766762"/>
                </a:lnTo>
                <a:lnTo>
                  <a:pt x="1381125" y="766762"/>
                </a:lnTo>
                <a:lnTo>
                  <a:pt x="1381125" y="771525"/>
                </a:lnTo>
                <a:close/>
              </a:path>
              <a:path w="1381125" h="771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381125" h="771525">
                <a:moveTo>
                  <a:pt x="1371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371600" y="4762"/>
                </a:lnTo>
                <a:lnTo>
                  <a:pt x="1371600" y="9525"/>
                </a:lnTo>
                <a:close/>
              </a:path>
              <a:path w="1381125" h="771525">
                <a:moveTo>
                  <a:pt x="1371600" y="766762"/>
                </a:moveTo>
                <a:lnTo>
                  <a:pt x="1371600" y="4762"/>
                </a:lnTo>
                <a:lnTo>
                  <a:pt x="1376362" y="9525"/>
                </a:lnTo>
                <a:lnTo>
                  <a:pt x="1381125" y="9525"/>
                </a:lnTo>
                <a:lnTo>
                  <a:pt x="1381125" y="762000"/>
                </a:lnTo>
                <a:lnTo>
                  <a:pt x="1376362" y="762000"/>
                </a:lnTo>
                <a:lnTo>
                  <a:pt x="1371600" y="766762"/>
                </a:lnTo>
                <a:close/>
              </a:path>
              <a:path w="1381125" h="771525">
                <a:moveTo>
                  <a:pt x="1381125" y="9525"/>
                </a:moveTo>
                <a:lnTo>
                  <a:pt x="1376362" y="9525"/>
                </a:lnTo>
                <a:lnTo>
                  <a:pt x="1371600" y="4762"/>
                </a:lnTo>
                <a:lnTo>
                  <a:pt x="1381125" y="4762"/>
                </a:lnTo>
                <a:lnTo>
                  <a:pt x="1381125" y="9525"/>
                </a:lnTo>
                <a:close/>
              </a:path>
              <a:path w="1381125" h="771525">
                <a:moveTo>
                  <a:pt x="9525" y="766762"/>
                </a:moveTo>
                <a:lnTo>
                  <a:pt x="4762" y="762000"/>
                </a:lnTo>
                <a:lnTo>
                  <a:pt x="9525" y="762000"/>
                </a:lnTo>
                <a:lnTo>
                  <a:pt x="9525" y="766762"/>
                </a:lnTo>
                <a:close/>
              </a:path>
              <a:path w="1381125" h="771525">
                <a:moveTo>
                  <a:pt x="1371600" y="766762"/>
                </a:moveTo>
                <a:lnTo>
                  <a:pt x="9525" y="766762"/>
                </a:lnTo>
                <a:lnTo>
                  <a:pt x="9525" y="762000"/>
                </a:lnTo>
                <a:lnTo>
                  <a:pt x="1371600" y="762000"/>
                </a:lnTo>
                <a:lnTo>
                  <a:pt x="1371600" y="766762"/>
                </a:lnTo>
                <a:close/>
              </a:path>
              <a:path w="1381125" h="771525">
                <a:moveTo>
                  <a:pt x="1381125" y="766762"/>
                </a:moveTo>
                <a:lnTo>
                  <a:pt x="1371600" y="766762"/>
                </a:lnTo>
                <a:lnTo>
                  <a:pt x="1376362" y="762000"/>
                </a:lnTo>
                <a:lnTo>
                  <a:pt x="1381125" y="762000"/>
                </a:lnTo>
                <a:lnTo>
                  <a:pt x="1381125" y="766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48511" y="2474976"/>
            <a:ext cx="1371600" cy="762000"/>
          </a:xfrm>
          <a:custGeom>
            <a:avLst/>
            <a:gdLst/>
            <a:ahLst/>
            <a:cxnLst/>
            <a:rect l="l" t="t" r="r" b="b"/>
            <a:pathLst>
              <a:path w="1371600" h="762000">
                <a:moveTo>
                  <a:pt x="0" y="0"/>
                </a:moveTo>
                <a:lnTo>
                  <a:pt x="1371600" y="0"/>
                </a:lnTo>
                <a:lnTo>
                  <a:pt x="13716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42987" y="2470150"/>
            <a:ext cx="1381125" cy="771525"/>
          </a:xfrm>
          <a:custGeom>
            <a:avLst/>
            <a:gdLst/>
            <a:ahLst/>
            <a:cxnLst/>
            <a:rect l="l" t="t" r="r" b="b"/>
            <a:pathLst>
              <a:path w="1381125" h="771525">
                <a:moveTo>
                  <a:pt x="1381125" y="771525"/>
                </a:moveTo>
                <a:lnTo>
                  <a:pt x="0" y="771525"/>
                </a:lnTo>
                <a:lnTo>
                  <a:pt x="0" y="0"/>
                </a:lnTo>
                <a:lnTo>
                  <a:pt x="1381125" y="0"/>
                </a:lnTo>
                <a:lnTo>
                  <a:pt x="1381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762000"/>
                </a:lnTo>
                <a:lnTo>
                  <a:pt x="4762" y="762000"/>
                </a:lnTo>
                <a:lnTo>
                  <a:pt x="9525" y="766762"/>
                </a:lnTo>
                <a:lnTo>
                  <a:pt x="1381125" y="766762"/>
                </a:lnTo>
                <a:lnTo>
                  <a:pt x="1381125" y="771525"/>
                </a:lnTo>
                <a:close/>
              </a:path>
              <a:path w="1381125" h="771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381125" h="771525">
                <a:moveTo>
                  <a:pt x="1371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371600" y="4762"/>
                </a:lnTo>
                <a:lnTo>
                  <a:pt x="1371600" y="9525"/>
                </a:lnTo>
                <a:close/>
              </a:path>
              <a:path w="1381125" h="771525">
                <a:moveTo>
                  <a:pt x="1371600" y="766762"/>
                </a:moveTo>
                <a:lnTo>
                  <a:pt x="1371600" y="4762"/>
                </a:lnTo>
                <a:lnTo>
                  <a:pt x="1376362" y="9525"/>
                </a:lnTo>
                <a:lnTo>
                  <a:pt x="1381125" y="9525"/>
                </a:lnTo>
                <a:lnTo>
                  <a:pt x="1381125" y="762000"/>
                </a:lnTo>
                <a:lnTo>
                  <a:pt x="1376362" y="762000"/>
                </a:lnTo>
                <a:lnTo>
                  <a:pt x="1371600" y="766762"/>
                </a:lnTo>
                <a:close/>
              </a:path>
              <a:path w="1381125" h="771525">
                <a:moveTo>
                  <a:pt x="1381125" y="9525"/>
                </a:moveTo>
                <a:lnTo>
                  <a:pt x="1376362" y="9525"/>
                </a:lnTo>
                <a:lnTo>
                  <a:pt x="1371600" y="4762"/>
                </a:lnTo>
                <a:lnTo>
                  <a:pt x="1381125" y="4762"/>
                </a:lnTo>
                <a:lnTo>
                  <a:pt x="1381125" y="9525"/>
                </a:lnTo>
                <a:close/>
              </a:path>
              <a:path w="1381125" h="771525">
                <a:moveTo>
                  <a:pt x="9525" y="766762"/>
                </a:moveTo>
                <a:lnTo>
                  <a:pt x="4762" y="762000"/>
                </a:lnTo>
                <a:lnTo>
                  <a:pt x="9525" y="762000"/>
                </a:lnTo>
                <a:lnTo>
                  <a:pt x="9525" y="766762"/>
                </a:lnTo>
                <a:close/>
              </a:path>
              <a:path w="1381125" h="771525">
                <a:moveTo>
                  <a:pt x="1371600" y="766762"/>
                </a:moveTo>
                <a:lnTo>
                  <a:pt x="9525" y="766762"/>
                </a:lnTo>
                <a:lnTo>
                  <a:pt x="9525" y="762000"/>
                </a:lnTo>
                <a:lnTo>
                  <a:pt x="1371600" y="762000"/>
                </a:lnTo>
                <a:lnTo>
                  <a:pt x="1371600" y="766762"/>
                </a:lnTo>
                <a:close/>
              </a:path>
              <a:path w="1381125" h="771525">
                <a:moveTo>
                  <a:pt x="1381125" y="766762"/>
                </a:moveTo>
                <a:lnTo>
                  <a:pt x="1371600" y="766762"/>
                </a:lnTo>
                <a:lnTo>
                  <a:pt x="1376362" y="762000"/>
                </a:lnTo>
                <a:lnTo>
                  <a:pt x="1381125" y="762000"/>
                </a:lnTo>
                <a:lnTo>
                  <a:pt x="1381125" y="766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048511" y="1897062"/>
            <a:ext cx="1371600" cy="1153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45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ahoma"/>
                <a:cs typeface="Tahoma"/>
              </a:rPr>
              <a:t>Relation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550">
              <a:latin typeface="Tahoma"/>
              <a:cs typeface="Tahoma"/>
            </a:endParaRPr>
          </a:p>
          <a:p>
            <a:pPr marL="5715">
              <a:lnSpc>
                <a:spcPct val="100000"/>
              </a:lnSpc>
            </a:pPr>
            <a:r>
              <a:rPr sz="2400" spc="-10" dirty="0">
                <a:latin typeface="Tahoma"/>
                <a:cs typeface="Tahoma"/>
              </a:rPr>
              <a:t>Relation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48511" y="3236976"/>
            <a:ext cx="1371600" cy="2133600"/>
          </a:xfrm>
          <a:custGeom>
            <a:avLst/>
            <a:gdLst/>
            <a:ahLst/>
            <a:cxnLst/>
            <a:rect l="l" t="t" r="r" b="b"/>
            <a:pathLst>
              <a:path w="1371600" h="2133600">
                <a:moveTo>
                  <a:pt x="0" y="0"/>
                </a:moveTo>
                <a:lnTo>
                  <a:pt x="1371600" y="0"/>
                </a:lnTo>
                <a:lnTo>
                  <a:pt x="1371600" y="2133600"/>
                </a:lnTo>
                <a:lnTo>
                  <a:pt x="0" y="2133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42987" y="3232150"/>
            <a:ext cx="1381125" cy="2143125"/>
          </a:xfrm>
          <a:custGeom>
            <a:avLst/>
            <a:gdLst/>
            <a:ahLst/>
            <a:cxnLst/>
            <a:rect l="l" t="t" r="r" b="b"/>
            <a:pathLst>
              <a:path w="1381125" h="2143125">
                <a:moveTo>
                  <a:pt x="1381125" y="2143125"/>
                </a:moveTo>
                <a:lnTo>
                  <a:pt x="0" y="2143125"/>
                </a:lnTo>
                <a:lnTo>
                  <a:pt x="0" y="0"/>
                </a:lnTo>
                <a:lnTo>
                  <a:pt x="1381125" y="0"/>
                </a:lnTo>
                <a:lnTo>
                  <a:pt x="1381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133600"/>
                </a:lnTo>
                <a:lnTo>
                  <a:pt x="4762" y="2133600"/>
                </a:lnTo>
                <a:lnTo>
                  <a:pt x="9525" y="2138362"/>
                </a:lnTo>
                <a:lnTo>
                  <a:pt x="1381125" y="2138362"/>
                </a:lnTo>
                <a:lnTo>
                  <a:pt x="1381125" y="2143125"/>
                </a:lnTo>
                <a:close/>
              </a:path>
              <a:path w="1381125" h="2143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381125" h="2143125">
                <a:moveTo>
                  <a:pt x="1371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371600" y="4762"/>
                </a:lnTo>
                <a:lnTo>
                  <a:pt x="1371600" y="9525"/>
                </a:lnTo>
                <a:close/>
              </a:path>
              <a:path w="1381125" h="2143125">
                <a:moveTo>
                  <a:pt x="1371600" y="2138362"/>
                </a:moveTo>
                <a:lnTo>
                  <a:pt x="1371600" y="4762"/>
                </a:lnTo>
                <a:lnTo>
                  <a:pt x="1376362" y="9525"/>
                </a:lnTo>
                <a:lnTo>
                  <a:pt x="1381125" y="9525"/>
                </a:lnTo>
                <a:lnTo>
                  <a:pt x="1381125" y="2133600"/>
                </a:lnTo>
                <a:lnTo>
                  <a:pt x="1376362" y="2133600"/>
                </a:lnTo>
                <a:lnTo>
                  <a:pt x="1371600" y="2138362"/>
                </a:lnTo>
                <a:close/>
              </a:path>
              <a:path w="1381125" h="2143125">
                <a:moveTo>
                  <a:pt x="1381125" y="9525"/>
                </a:moveTo>
                <a:lnTo>
                  <a:pt x="1376362" y="9525"/>
                </a:lnTo>
                <a:lnTo>
                  <a:pt x="1371600" y="4762"/>
                </a:lnTo>
                <a:lnTo>
                  <a:pt x="1381125" y="4762"/>
                </a:lnTo>
                <a:lnTo>
                  <a:pt x="1381125" y="9525"/>
                </a:lnTo>
                <a:close/>
              </a:path>
              <a:path w="1381125" h="2143125">
                <a:moveTo>
                  <a:pt x="9525" y="2138362"/>
                </a:moveTo>
                <a:lnTo>
                  <a:pt x="4762" y="2133600"/>
                </a:lnTo>
                <a:lnTo>
                  <a:pt x="9525" y="2133600"/>
                </a:lnTo>
                <a:lnTo>
                  <a:pt x="9525" y="2138362"/>
                </a:lnTo>
                <a:close/>
              </a:path>
              <a:path w="1381125" h="2143125">
                <a:moveTo>
                  <a:pt x="1371600" y="2138362"/>
                </a:moveTo>
                <a:lnTo>
                  <a:pt x="9525" y="2138362"/>
                </a:lnTo>
                <a:lnTo>
                  <a:pt x="9525" y="2133600"/>
                </a:lnTo>
                <a:lnTo>
                  <a:pt x="1371600" y="2133600"/>
                </a:lnTo>
                <a:lnTo>
                  <a:pt x="1371600" y="2138362"/>
                </a:lnTo>
                <a:close/>
              </a:path>
              <a:path w="1381125" h="2143125">
                <a:moveTo>
                  <a:pt x="1381125" y="2138362"/>
                </a:moveTo>
                <a:lnTo>
                  <a:pt x="1371600" y="2138362"/>
                </a:lnTo>
                <a:lnTo>
                  <a:pt x="1376362" y="2133600"/>
                </a:lnTo>
                <a:lnTo>
                  <a:pt x="1381125" y="2133600"/>
                </a:lnTo>
                <a:lnTo>
                  <a:pt x="1381125" y="2138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612014" y="3696334"/>
            <a:ext cx="516890" cy="395605"/>
          </a:xfrm>
          <a:prstGeom prst="rect">
            <a:avLst/>
          </a:prstGeom>
        </p:spPr>
        <p:txBody>
          <a:bodyPr vert="vert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..</a:t>
            </a:r>
            <a:r>
              <a:rPr sz="3200" dirty="0">
                <a:latin typeface="Tahoma"/>
                <a:cs typeface="Tahoma"/>
              </a:rPr>
              <a:t>.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953511" y="1712976"/>
            <a:ext cx="1371600" cy="457200"/>
          </a:xfrm>
          <a:custGeom>
            <a:avLst/>
            <a:gdLst/>
            <a:ahLst/>
            <a:cxnLst/>
            <a:rect l="l" t="t" r="r" b="b"/>
            <a:pathLst>
              <a:path w="1371600" h="457200">
                <a:moveTo>
                  <a:pt x="0" y="0"/>
                </a:moveTo>
                <a:lnTo>
                  <a:pt x="1371600" y="0"/>
                </a:lnTo>
                <a:lnTo>
                  <a:pt x="13716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947987" y="1708150"/>
            <a:ext cx="1381125" cy="466725"/>
          </a:xfrm>
          <a:custGeom>
            <a:avLst/>
            <a:gdLst/>
            <a:ahLst/>
            <a:cxnLst/>
            <a:rect l="l" t="t" r="r" b="b"/>
            <a:pathLst>
              <a:path w="1381125" h="466725">
                <a:moveTo>
                  <a:pt x="1381125" y="466725"/>
                </a:moveTo>
                <a:lnTo>
                  <a:pt x="0" y="466725"/>
                </a:lnTo>
                <a:lnTo>
                  <a:pt x="0" y="0"/>
                </a:lnTo>
                <a:lnTo>
                  <a:pt x="1381125" y="0"/>
                </a:lnTo>
                <a:lnTo>
                  <a:pt x="1381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457200"/>
                </a:lnTo>
                <a:lnTo>
                  <a:pt x="4762" y="457200"/>
                </a:lnTo>
                <a:lnTo>
                  <a:pt x="9525" y="461962"/>
                </a:lnTo>
                <a:lnTo>
                  <a:pt x="1381125" y="461962"/>
                </a:lnTo>
                <a:lnTo>
                  <a:pt x="1381125" y="466725"/>
                </a:lnTo>
                <a:close/>
              </a:path>
              <a:path w="1381125" h="466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381125" h="466725">
                <a:moveTo>
                  <a:pt x="1371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371600" y="4762"/>
                </a:lnTo>
                <a:lnTo>
                  <a:pt x="1371600" y="9525"/>
                </a:lnTo>
                <a:close/>
              </a:path>
              <a:path w="1381125" h="466725">
                <a:moveTo>
                  <a:pt x="1371600" y="461962"/>
                </a:moveTo>
                <a:lnTo>
                  <a:pt x="1371600" y="4762"/>
                </a:lnTo>
                <a:lnTo>
                  <a:pt x="1376362" y="9525"/>
                </a:lnTo>
                <a:lnTo>
                  <a:pt x="1381125" y="9525"/>
                </a:lnTo>
                <a:lnTo>
                  <a:pt x="1381125" y="457200"/>
                </a:lnTo>
                <a:lnTo>
                  <a:pt x="1376362" y="457200"/>
                </a:lnTo>
                <a:lnTo>
                  <a:pt x="1371600" y="461962"/>
                </a:lnTo>
                <a:close/>
              </a:path>
              <a:path w="1381125" h="466725">
                <a:moveTo>
                  <a:pt x="1381125" y="9525"/>
                </a:moveTo>
                <a:lnTo>
                  <a:pt x="1376362" y="9525"/>
                </a:lnTo>
                <a:lnTo>
                  <a:pt x="1371600" y="4762"/>
                </a:lnTo>
                <a:lnTo>
                  <a:pt x="1381125" y="4762"/>
                </a:lnTo>
                <a:lnTo>
                  <a:pt x="1381125" y="9525"/>
                </a:lnTo>
                <a:close/>
              </a:path>
              <a:path w="1381125" h="466725">
                <a:moveTo>
                  <a:pt x="9525" y="461962"/>
                </a:moveTo>
                <a:lnTo>
                  <a:pt x="4762" y="457200"/>
                </a:lnTo>
                <a:lnTo>
                  <a:pt x="9525" y="457200"/>
                </a:lnTo>
                <a:lnTo>
                  <a:pt x="9525" y="461962"/>
                </a:lnTo>
                <a:close/>
              </a:path>
              <a:path w="1381125" h="466725">
                <a:moveTo>
                  <a:pt x="1371600" y="461962"/>
                </a:moveTo>
                <a:lnTo>
                  <a:pt x="9525" y="461962"/>
                </a:lnTo>
                <a:lnTo>
                  <a:pt x="9525" y="457200"/>
                </a:lnTo>
                <a:lnTo>
                  <a:pt x="1371600" y="457200"/>
                </a:lnTo>
                <a:lnTo>
                  <a:pt x="1371600" y="461962"/>
                </a:lnTo>
                <a:close/>
              </a:path>
              <a:path w="1381125" h="466725">
                <a:moveTo>
                  <a:pt x="1381125" y="461962"/>
                </a:moveTo>
                <a:lnTo>
                  <a:pt x="1371600" y="461962"/>
                </a:lnTo>
                <a:lnTo>
                  <a:pt x="1376362" y="457200"/>
                </a:lnTo>
                <a:lnTo>
                  <a:pt x="1381125" y="457200"/>
                </a:lnTo>
                <a:lnTo>
                  <a:pt x="1381125" y="461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953511" y="2170176"/>
            <a:ext cx="1371600" cy="457200"/>
          </a:xfrm>
          <a:custGeom>
            <a:avLst/>
            <a:gdLst/>
            <a:ahLst/>
            <a:cxnLst/>
            <a:rect l="l" t="t" r="r" b="b"/>
            <a:pathLst>
              <a:path w="1371600" h="457200">
                <a:moveTo>
                  <a:pt x="0" y="0"/>
                </a:moveTo>
                <a:lnTo>
                  <a:pt x="1371600" y="0"/>
                </a:lnTo>
                <a:lnTo>
                  <a:pt x="13716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947987" y="2165350"/>
            <a:ext cx="1381125" cy="466725"/>
          </a:xfrm>
          <a:custGeom>
            <a:avLst/>
            <a:gdLst/>
            <a:ahLst/>
            <a:cxnLst/>
            <a:rect l="l" t="t" r="r" b="b"/>
            <a:pathLst>
              <a:path w="1381125" h="466725">
                <a:moveTo>
                  <a:pt x="1381125" y="466725"/>
                </a:moveTo>
                <a:lnTo>
                  <a:pt x="0" y="466725"/>
                </a:lnTo>
                <a:lnTo>
                  <a:pt x="0" y="0"/>
                </a:lnTo>
                <a:lnTo>
                  <a:pt x="1381125" y="0"/>
                </a:lnTo>
                <a:lnTo>
                  <a:pt x="1381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457200"/>
                </a:lnTo>
                <a:lnTo>
                  <a:pt x="4762" y="457200"/>
                </a:lnTo>
                <a:lnTo>
                  <a:pt x="9525" y="461962"/>
                </a:lnTo>
                <a:lnTo>
                  <a:pt x="1381125" y="461962"/>
                </a:lnTo>
                <a:lnTo>
                  <a:pt x="1381125" y="466725"/>
                </a:lnTo>
                <a:close/>
              </a:path>
              <a:path w="1381125" h="466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381125" h="466725">
                <a:moveTo>
                  <a:pt x="1371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371600" y="4762"/>
                </a:lnTo>
                <a:lnTo>
                  <a:pt x="1371600" y="9525"/>
                </a:lnTo>
                <a:close/>
              </a:path>
              <a:path w="1381125" h="466725">
                <a:moveTo>
                  <a:pt x="1371600" y="461962"/>
                </a:moveTo>
                <a:lnTo>
                  <a:pt x="1371600" y="4762"/>
                </a:lnTo>
                <a:lnTo>
                  <a:pt x="1376362" y="9525"/>
                </a:lnTo>
                <a:lnTo>
                  <a:pt x="1381125" y="9525"/>
                </a:lnTo>
                <a:lnTo>
                  <a:pt x="1381125" y="457200"/>
                </a:lnTo>
                <a:lnTo>
                  <a:pt x="1376362" y="457200"/>
                </a:lnTo>
                <a:lnTo>
                  <a:pt x="1371600" y="461962"/>
                </a:lnTo>
                <a:close/>
              </a:path>
              <a:path w="1381125" h="466725">
                <a:moveTo>
                  <a:pt x="1381125" y="9525"/>
                </a:moveTo>
                <a:lnTo>
                  <a:pt x="1376362" y="9525"/>
                </a:lnTo>
                <a:lnTo>
                  <a:pt x="1371600" y="4762"/>
                </a:lnTo>
                <a:lnTo>
                  <a:pt x="1381125" y="4762"/>
                </a:lnTo>
                <a:lnTo>
                  <a:pt x="1381125" y="9525"/>
                </a:lnTo>
                <a:close/>
              </a:path>
              <a:path w="1381125" h="466725">
                <a:moveTo>
                  <a:pt x="9525" y="461962"/>
                </a:moveTo>
                <a:lnTo>
                  <a:pt x="4762" y="457200"/>
                </a:lnTo>
                <a:lnTo>
                  <a:pt x="9525" y="457200"/>
                </a:lnTo>
                <a:lnTo>
                  <a:pt x="9525" y="461962"/>
                </a:lnTo>
                <a:close/>
              </a:path>
              <a:path w="1381125" h="466725">
                <a:moveTo>
                  <a:pt x="1371600" y="461962"/>
                </a:moveTo>
                <a:lnTo>
                  <a:pt x="9525" y="461962"/>
                </a:lnTo>
                <a:lnTo>
                  <a:pt x="9525" y="457200"/>
                </a:lnTo>
                <a:lnTo>
                  <a:pt x="1371600" y="457200"/>
                </a:lnTo>
                <a:lnTo>
                  <a:pt x="1371600" y="461962"/>
                </a:lnTo>
                <a:close/>
              </a:path>
              <a:path w="1381125" h="466725">
                <a:moveTo>
                  <a:pt x="1381125" y="461962"/>
                </a:moveTo>
                <a:lnTo>
                  <a:pt x="1371600" y="461962"/>
                </a:lnTo>
                <a:lnTo>
                  <a:pt x="1376362" y="457200"/>
                </a:lnTo>
                <a:lnTo>
                  <a:pt x="1381125" y="457200"/>
                </a:lnTo>
                <a:lnTo>
                  <a:pt x="1381125" y="461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953511" y="2627376"/>
            <a:ext cx="1371600" cy="381000"/>
          </a:xfrm>
          <a:custGeom>
            <a:avLst/>
            <a:gdLst/>
            <a:ahLst/>
            <a:cxnLst/>
            <a:rect l="l" t="t" r="r" b="b"/>
            <a:pathLst>
              <a:path w="1371600" h="381000">
                <a:moveTo>
                  <a:pt x="0" y="0"/>
                </a:moveTo>
                <a:lnTo>
                  <a:pt x="1371600" y="0"/>
                </a:lnTo>
                <a:lnTo>
                  <a:pt x="13716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947987" y="2622550"/>
            <a:ext cx="1381125" cy="390525"/>
          </a:xfrm>
          <a:custGeom>
            <a:avLst/>
            <a:gdLst/>
            <a:ahLst/>
            <a:cxnLst/>
            <a:rect l="l" t="t" r="r" b="b"/>
            <a:pathLst>
              <a:path w="1381125" h="390525">
                <a:moveTo>
                  <a:pt x="1381125" y="390525"/>
                </a:moveTo>
                <a:lnTo>
                  <a:pt x="0" y="390525"/>
                </a:lnTo>
                <a:lnTo>
                  <a:pt x="0" y="0"/>
                </a:lnTo>
                <a:lnTo>
                  <a:pt x="1381125" y="0"/>
                </a:lnTo>
                <a:lnTo>
                  <a:pt x="1381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81000"/>
                </a:lnTo>
                <a:lnTo>
                  <a:pt x="4762" y="381000"/>
                </a:lnTo>
                <a:lnTo>
                  <a:pt x="9525" y="385762"/>
                </a:lnTo>
                <a:lnTo>
                  <a:pt x="1381125" y="385762"/>
                </a:lnTo>
                <a:lnTo>
                  <a:pt x="1381125" y="390525"/>
                </a:lnTo>
                <a:close/>
              </a:path>
              <a:path w="1381125" h="390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381125" h="390525">
                <a:moveTo>
                  <a:pt x="1371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371600" y="4762"/>
                </a:lnTo>
                <a:lnTo>
                  <a:pt x="1371600" y="9525"/>
                </a:lnTo>
                <a:close/>
              </a:path>
              <a:path w="1381125" h="390525">
                <a:moveTo>
                  <a:pt x="1371600" y="385762"/>
                </a:moveTo>
                <a:lnTo>
                  <a:pt x="1371600" y="4762"/>
                </a:lnTo>
                <a:lnTo>
                  <a:pt x="1376362" y="9525"/>
                </a:lnTo>
                <a:lnTo>
                  <a:pt x="1381125" y="9525"/>
                </a:lnTo>
                <a:lnTo>
                  <a:pt x="1381125" y="381000"/>
                </a:lnTo>
                <a:lnTo>
                  <a:pt x="1376362" y="381000"/>
                </a:lnTo>
                <a:lnTo>
                  <a:pt x="1371600" y="385762"/>
                </a:lnTo>
                <a:close/>
              </a:path>
              <a:path w="1381125" h="390525">
                <a:moveTo>
                  <a:pt x="1381125" y="9525"/>
                </a:moveTo>
                <a:lnTo>
                  <a:pt x="1376362" y="9525"/>
                </a:lnTo>
                <a:lnTo>
                  <a:pt x="1371600" y="4762"/>
                </a:lnTo>
                <a:lnTo>
                  <a:pt x="1381125" y="4762"/>
                </a:lnTo>
                <a:lnTo>
                  <a:pt x="1381125" y="9525"/>
                </a:lnTo>
                <a:close/>
              </a:path>
              <a:path w="1381125" h="390525">
                <a:moveTo>
                  <a:pt x="9525" y="385762"/>
                </a:moveTo>
                <a:lnTo>
                  <a:pt x="4762" y="381000"/>
                </a:lnTo>
                <a:lnTo>
                  <a:pt x="9525" y="381000"/>
                </a:lnTo>
                <a:lnTo>
                  <a:pt x="9525" y="385762"/>
                </a:lnTo>
                <a:close/>
              </a:path>
              <a:path w="1381125" h="390525">
                <a:moveTo>
                  <a:pt x="1371600" y="385762"/>
                </a:moveTo>
                <a:lnTo>
                  <a:pt x="9525" y="385762"/>
                </a:lnTo>
                <a:lnTo>
                  <a:pt x="9525" y="381000"/>
                </a:lnTo>
                <a:lnTo>
                  <a:pt x="1371600" y="381000"/>
                </a:lnTo>
                <a:lnTo>
                  <a:pt x="1371600" y="385762"/>
                </a:lnTo>
                <a:close/>
              </a:path>
              <a:path w="1381125" h="390525">
                <a:moveTo>
                  <a:pt x="1381125" y="385762"/>
                </a:moveTo>
                <a:lnTo>
                  <a:pt x="1371600" y="385762"/>
                </a:lnTo>
                <a:lnTo>
                  <a:pt x="1376362" y="381000"/>
                </a:lnTo>
                <a:lnTo>
                  <a:pt x="1381125" y="381000"/>
                </a:lnTo>
                <a:lnTo>
                  <a:pt x="1381125" y="385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953511" y="1653857"/>
            <a:ext cx="1371600" cy="135890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86055" marR="180340" algn="just">
              <a:lnSpc>
                <a:spcPct val="119800"/>
              </a:lnSpc>
              <a:spcBef>
                <a:spcPts val="250"/>
              </a:spcBef>
            </a:pPr>
            <a:r>
              <a:rPr sz="2400" spc="-50" dirty="0">
                <a:latin typeface="Tahoma"/>
                <a:cs typeface="Tahoma"/>
              </a:rPr>
              <a:t>Tuple</a:t>
            </a:r>
            <a:r>
              <a:rPr sz="2400" spc="-8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  </a:t>
            </a:r>
            <a:r>
              <a:rPr sz="2400" spc="-50" dirty="0">
                <a:latin typeface="Tahoma"/>
                <a:cs typeface="Tahoma"/>
              </a:rPr>
              <a:t>Tuple </a:t>
            </a:r>
            <a:r>
              <a:rPr sz="2400" dirty="0">
                <a:latin typeface="Tahoma"/>
                <a:cs typeface="Tahoma"/>
              </a:rPr>
              <a:t>B  </a:t>
            </a:r>
            <a:r>
              <a:rPr sz="2400" spc="-50" dirty="0">
                <a:latin typeface="Tahoma"/>
                <a:cs typeface="Tahoma"/>
              </a:rPr>
              <a:t>Tuple</a:t>
            </a:r>
            <a:r>
              <a:rPr sz="2400" spc="-8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953511" y="3008376"/>
            <a:ext cx="1371600" cy="2438400"/>
          </a:xfrm>
          <a:custGeom>
            <a:avLst/>
            <a:gdLst/>
            <a:ahLst/>
            <a:cxnLst/>
            <a:rect l="l" t="t" r="r" b="b"/>
            <a:pathLst>
              <a:path w="1371600" h="2438400">
                <a:moveTo>
                  <a:pt x="0" y="0"/>
                </a:moveTo>
                <a:lnTo>
                  <a:pt x="1371600" y="0"/>
                </a:lnTo>
                <a:lnTo>
                  <a:pt x="1371600" y="2438400"/>
                </a:lnTo>
                <a:lnTo>
                  <a:pt x="0" y="2438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947987" y="3003550"/>
            <a:ext cx="1381125" cy="2447925"/>
          </a:xfrm>
          <a:custGeom>
            <a:avLst/>
            <a:gdLst/>
            <a:ahLst/>
            <a:cxnLst/>
            <a:rect l="l" t="t" r="r" b="b"/>
            <a:pathLst>
              <a:path w="1381125" h="2447925">
                <a:moveTo>
                  <a:pt x="1381125" y="2447925"/>
                </a:moveTo>
                <a:lnTo>
                  <a:pt x="0" y="2447925"/>
                </a:lnTo>
                <a:lnTo>
                  <a:pt x="0" y="0"/>
                </a:lnTo>
                <a:lnTo>
                  <a:pt x="1381125" y="0"/>
                </a:lnTo>
                <a:lnTo>
                  <a:pt x="1381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438400"/>
                </a:lnTo>
                <a:lnTo>
                  <a:pt x="4762" y="2438400"/>
                </a:lnTo>
                <a:lnTo>
                  <a:pt x="9525" y="2443162"/>
                </a:lnTo>
                <a:lnTo>
                  <a:pt x="1381125" y="2443162"/>
                </a:lnTo>
                <a:lnTo>
                  <a:pt x="1381125" y="2447925"/>
                </a:lnTo>
                <a:close/>
              </a:path>
              <a:path w="1381125" h="2447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381125" h="2447925">
                <a:moveTo>
                  <a:pt x="1371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371600" y="4762"/>
                </a:lnTo>
                <a:lnTo>
                  <a:pt x="1371600" y="9525"/>
                </a:lnTo>
                <a:close/>
              </a:path>
              <a:path w="1381125" h="2447925">
                <a:moveTo>
                  <a:pt x="1371600" y="2443162"/>
                </a:moveTo>
                <a:lnTo>
                  <a:pt x="1371600" y="4762"/>
                </a:lnTo>
                <a:lnTo>
                  <a:pt x="1376362" y="9525"/>
                </a:lnTo>
                <a:lnTo>
                  <a:pt x="1381125" y="9525"/>
                </a:lnTo>
                <a:lnTo>
                  <a:pt x="1381125" y="2438400"/>
                </a:lnTo>
                <a:lnTo>
                  <a:pt x="1376362" y="2438400"/>
                </a:lnTo>
                <a:lnTo>
                  <a:pt x="1371600" y="2443162"/>
                </a:lnTo>
                <a:close/>
              </a:path>
              <a:path w="1381125" h="2447925">
                <a:moveTo>
                  <a:pt x="1381125" y="9525"/>
                </a:moveTo>
                <a:lnTo>
                  <a:pt x="1376362" y="9525"/>
                </a:lnTo>
                <a:lnTo>
                  <a:pt x="1371600" y="4762"/>
                </a:lnTo>
                <a:lnTo>
                  <a:pt x="1381125" y="4762"/>
                </a:lnTo>
                <a:lnTo>
                  <a:pt x="1381125" y="9525"/>
                </a:lnTo>
                <a:close/>
              </a:path>
              <a:path w="1381125" h="2447925">
                <a:moveTo>
                  <a:pt x="9525" y="2443162"/>
                </a:moveTo>
                <a:lnTo>
                  <a:pt x="4762" y="2438400"/>
                </a:lnTo>
                <a:lnTo>
                  <a:pt x="9525" y="2438400"/>
                </a:lnTo>
                <a:lnTo>
                  <a:pt x="9525" y="2443162"/>
                </a:lnTo>
                <a:close/>
              </a:path>
              <a:path w="1381125" h="2447925">
                <a:moveTo>
                  <a:pt x="1371600" y="2443162"/>
                </a:moveTo>
                <a:lnTo>
                  <a:pt x="9525" y="2443162"/>
                </a:lnTo>
                <a:lnTo>
                  <a:pt x="9525" y="2438400"/>
                </a:lnTo>
                <a:lnTo>
                  <a:pt x="1371600" y="2438400"/>
                </a:lnTo>
                <a:lnTo>
                  <a:pt x="1371600" y="2443162"/>
                </a:lnTo>
                <a:close/>
              </a:path>
              <a:path w="1381125" h="2447925">
                <a:moveTo>
                  <a:pt x="1381125" y="2443162"/>
                </a:moveTo>
                <a:lnTo>
                  <a:pt x="1371600" y="2443162"/>
                </a:lnTo>
                <a:lnTo>
                  <a:pt x="1376362" y="2438400"/>
                </a:lnTo>
                <a:lnTo>
                  <a:pt x="1381125" y="2438400"/>
                </a:lnTo>
                <a:lnTo>
                  <a:pt x="1381125" y="2443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517014" y="3772534"/>
            <a:ext cx="516890" cy="395605"/>
          </a:xfrm>
          <a:prstGeom prst="rect">
            <a:avLst/>
          </a:prstGeom>
        </p:spPr>
        <p:txBody>
          <a:bodyPr vert="vert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..</a:t>
            </a:r>
            <a:r>
              <a:rPr sz="3200" dirty="0">
                <a:latin typeface="Tahoma"/>
                <a:cs typeface="Tahoma"/>
              </a:rPr>
              <a:t>.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239511" y="1712976"/>
            <a:ext cx="1219200" cy="1295400"/>
          </a:xfrm>
          <a:custGeom>
            <a:avLst/>
            <a:gdLst/>
            <a:ahLst/>
            <a:cxnLst/>
            <a:rect l="l" t="t" r="r" b="b"/>
            <a:pathLst>
              <a:path w="1219200" h="1295400">
                <a:moveTo>
                  <a:pt x="0" y="0"/>
                </a:moveTo>
                <a:lnTo>
                  <a:pt x="1219200" y="0"/>
                </a:lnTo>
                <a:lnTo>
                  <a:pt x="12192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233987" y="1708150"/>
            <a:ext cx="1228725" cy="1304925"/>
          </a:xfrm>
          <a:custGeom>
            <a:avLst/>
            <a:gdLst/>
            <a:ahLst/>
            <a:cxnLst/>
            <a:rect l="l" t="t" r="r" b="b"/>
            <a:pathLst>
              <a:path w="1228725" h="1304925">
                <a:moveTo>
                  <a:pt x="1228725" y="1304925"/>
                </a:moveTo>
                <a:lnTo>
                  <a:pt x="0" y="1304925"/>
                </a:lnTo>
                <a:lnTo>
                  <a:pt x="0" y="0"/>
                </a:lnTo>
                <a:lnTo>
                  <a:pt x="1228725" y="0"/>
                </a:lnTo>
                <a:lnTo>
                  <a:pt x="1228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295400"/>
                </a:lnTo>
                <a:lnTo>
                  <a:pt x="4762" y="1295400"/>
                </a:lnTo>
                <a:lnTo>
                  <a:pt x="9525" y="1300162"/>
                </a:lnTo>
                <a:lnTo>
                  <a:pt x="1228725" y="1300162"/>
                </a:lnTo>
                <a:lnTo>
                  <a:pt x="1228725" y="1304925"/>
                </a:lnTo>
                <a:close/>
              </a:path>
              <a:path w="1228725" h="1304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28725" h="1304925">
                <a:moveTo>
                  <a:pt x="1219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19200" y="4762"/>
                </a:lnTo>
                <a:lnTo>
                  <a:pt x="1219200" y="9525"/>
                </a:lnTo>
                <a:close/>
              </a:path>
              <a:path w="1228725" h="1304925">
                <a:moveTo>
                  <a:pt x="1219200" y="1300162"/>
                </a:moveTo>
                <a:lnTo>
                  <a:pt x="1219200" y="4762"/>
                </a:lnTo>
                <a:lnTo>
                  <a:pt x="1223962" y="9525"/>
                </a:lnTo>
                <a:lnTo>
                  <a:pt x="1228725" y="9525"/>
                </a:lnTo>
                <a:lnTo>
                  <a:pt x="1228725" y="1295400"/>
                </a:lnTo>
                <a:lnTo>
                  <a:pt x="1223962" y="1295400"/>
                </a:lnTo>
                <a:lnTo>
                  <a:pt x="1219200" y="1300162"/>
                </a:lnTo>
                <a:close/>
              </a:path>
              <a:path w="1228725" h="1304925">
                <a:moveTo>
                  <a:pt x="1228725" y="9525"/>
                </a:moveTo>
                <a:lnTo>
                  <a:pt x="1223962" y="9525"/>
                </a:lnTo>
                <a:lnTo>
                  <a:pt x="1219200" y="4762"/>
                </a:lnTo>
                <a:lnTo>
                  <a:pt x="1228725" y="4762"/>
                </a:lnTo>
                <a:lnTo>
                  <a:pt x="1228725" y="9525"/>
                </a:lnTo>
                <a:close/>
              </a:path>
              <a:path w="1228725" h="1304925">
                <a:moveTo>
                  <a:pt x="9525" y="1300162"/>
                </a:moveTo>
                <a:lnTo>
                  <a:pt x="4762" y="1295400"/>
                </a:lnTo>
                <a:lnTo>
                  <a:pt x="9525" y="1295400"/>
                </a:lnTo>
                <a:lnTo>
                  <a:pt x="9525" y="1300162"/>
                </a:lnTo>
                <a:close/>
              </a:path>
              <a:path w="1228725" h="1304925">
                <a:moveTo>
                  <a:pt x="1219200" y="1300162"/>
                </a:moveTo>
                <a:lnTo>
                  <a:pt x="9525" y="1300162"/>
                </a:lnTo>
                <a:lnTo>
                  <a:pt x="9525" y="1295400"/>
                </a:lnTo>
                <a:lnTo>
                  <a:pt x="1219200" y="1295400"/>
                </a:lnTo>
                <a:lnTo>
                  <a:pt x="1219200" y="1300162"/>
                </a:lnTo>
                <a:close/>
              </a:path>
              <a:path w="1228725" h="1304925">
                <a:moveTo>
                  <a:pt x="1228725" y="1300162"/>
                </a:moveTo>
                <a:lnTo>
                  <a:pt x="1219200" y="1300162"/>
                </a:lnTo>
                <a:lnTo>
                  <a:pt x="1223962" y="1295400"/>
                </a:lnTo>
                <a:lnTo>
                  <a:pt x="1228725" y="1295400"/>
                </a:lnTo>
                <a:lnTo>
                  <a:pt x="1228725" y="1300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239511" y="3008376"/>
            <a:ext cx="1219200" cy="1295400"/>
          </a:xfrm>
          <a:custGeom>
            <a:avLst/>
            <a:gdLst/>
            <a:ahLst/>
            <a:cxnLst/>
            <a:rect l="l" t="t" r="r" b="b"/>
            <a:pathLst>
              <a:path w="1219200" h="1295400">
                <a:moveTo>
                  <a:pt x="0" y="0"/>
                </a:moveTo>
                <a:lnTo>
                  <a:pt x="1219200" y="0"/>
                </a:lnTo>
                <a:lnTo>
                  <a:pt x="12192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233987" y="3003550"/>
            <a:ext cx="1228725" cy="1304925"/>
          </a:xfrm>
          <a:custGeom>
            <a:avLst/>
            <a:gdLst/>
            <a:ahLst/>
            <a:cxnLst/>
            <a:rect l="l" t="t" r="r" b="b"/>
            <a:pathLst>
              <a:path w="1228725" h="1304925">
                <a:moveTo>
                  <a:pt x="1228725" y="1304925"/>
                </a:moveTo>
                <a:lnTo>
                  <a:pt x="0" y="1304925"/>
                </a:lnTo>
                <a:lnTo>
                  <a:pt x="0" y="0"/>
                </a:lnTo>
                <a:lnTo>
                  <a:pt x="1228725" y="0"/>
                </a:lnTo>
                <a:lnTo>
                  <a:pt x="1228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295400"/>
                </a:lnTo>
                <a:lnTo>
                  <a:pt x="4762" y="1295400"/>
                </a:lnTo>
                <a:lnTo>
                  <a:pt x="9525" y="1300162"/>
                </a:lnTo>
                <a:lnTo>
                  <a:pt x="1228725" y="1300162"/>
                </a:lnTo>
                <a:lnTo>
                  <a:pt x="1228725" y="1304925"/>
                </a:lnTo>
                <a:close/>
              </a:path>
              <a:path w="1228725" h="1304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28725" h="1304925">
                <a:moveTo>
                  <a:pt x="1219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19200" y="4762"/>
                </a:lnTo>
                <a:lnTo>
                  <a:pt x="1219200" y="9525"/>
                </a:lnTo>
                <a:close/>
              </a:path>
              <a:path w="1228725" h="1304925">
                <a:moveTo>
                  <a:pt x="1219200" y="1300162"/>
                </a:moveTo>
                <a:lnTo>
                  <a:pt x="1219200" y="4762"/>
                </a:lnTo>
                <a:lnTo>
                  <a:pt x="1223962" y="9525"/>
                </a:lnTo>
                <a:lnTo>
                  <a:pt x="1228725" y="9525"/>
                </a:lnTo>
                <a:lnTo>
                  <a:pt x="1228725" y="1295400"/>
                </a:lnTo>
                <a:lnTo>
                  <a:pt x="1223962" y="1295400"/>
                </a:lnTo>
                <a:lnTo>
                  <a:pt x="1219200" y="1300162"/>
                </a:lnTo>
                <a:close/>
              </a:path>
              <a:path w="1228725" h="1304925">
                <a:moveTo>
                  <a:pt x="1228725" y="9525"/>
                </a:moveTo>
                <a:lnTo>
                  <a:pt x="1223962" y="9525"/>
                </a:lnTo>
                <a:lnTo>
                  <a:pt x="1219200" y="4762"/>
                </a:lnTo>
                <a:lnTo>
                  <a:pt x="1228725" y="4762"/>
                </a:lnTo>
                <a:lnTo>
                  <a:pt x="1228725" y="9525"/>
                </a:lnTo>
                <a:close/>
              </a:path>
              <a:path w="1228725" h="1304925">
                <a:moveTo>
                  <a:pt x="9525" y="1300162"/>
                </a:moveTo>
                <a:lnTo>
                  <a:pt x="4762" y="1295400"/>
                </a:lnTo>
                <a:lnTo>
                  <a:pt x="9525" y="1295400"/>
                </a:lnTo>
                <a:lnTo>
                  <a:pt x="9525" y="1300162"/>
                </a:lnTo>
                <a:close/>
              </a:path>
              <a:path w="1228725" h="1304925">
                <a:moveTo>
                  <a:pt x="1219200" y="1300162"/>
                </a:moveTo>
                <a:lnTo>
                  <a:pt x="9525" y="1300162"/>
                </a:lnTo>
                <a:lnTo>
                  <a:pt x="9525" y="1295400"/>
                </a:lnTo>
                <a:lnTo>
                  <a:pt x="1219200" y="1295400"/>
                </a:lnTo>
                <a:lnTo>
                  <a:pt x="1219200" y="1300162"/>
                </a:lnTo>
                <a:close/>
              </a:path>
              <a:path w="1228725" h="1304925">
                <a:moveTo>
                  <a:pt x="1228725" y="1300162"/>
                </a:moveTo>
                <a:lnTo>
                  <a:pt x="1219200" y="1300162"/>
                </a:lnTo>
                <a:lnTo>
                  <a:pt x="1223962" y="1295400"/>
                </a:lnTo>
                <a:lnTo>
                  <a:pt x="1228725" y="1295400"/>
                </a:lnTo>
                <a:lnTo>
                  <a:pt x="1228725" y="1300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239511" y="1798002"/>
            <a:ext cx="1219200" cy="2418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350" marR="254635" indent="-635" algn="ctr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Disk  b</a:t>
            </a:r>
            <a:r>
              <a:rPr sz="2400" dirty="0">
                <a:latin typeface="Tahoma"/>
                <a:cs typeface="Tahoma"/>
              </a:rPr>
              <a:t>lo</a:t>
            </a:r>
            <a:r>
              <a:rPr sz="2400" spc="-5" dirty="0">
                <a:latin typeface="Tahoma"/>
                <a:cs typeface="Tahoma"/>
              </a:rPr>
              <a:t>c</a:t>
            </a:r>
            <a:r>
              <a:rPr sz="2400" dirty="0">
                <a:latin typeface="Tahoma"/>
                <a:cs typeface="Tahoma"/>
              </a:rPr>
              <a:t>k  A</a:t>
            </a:r>
            <a:endParaRPr sz="2400">
              <a:latin typeface="Tahoma"/>
              <a:cs typeface="Tahoma"/>
            </a:endParaRPr>
          </a:p>
          <a:p>
            <a:pPr marL="260350" marR="254635" indent="-635" algn="ctr">
              <a:lnSpc>
                <a:spcPct val="100000"/>
              </a:lnSpc>
              <a:spcBef>
                <a:spcPts val="1560"/>
              </a:spcBef>
            </a:pPr>
            <a:r>
              <a:rPr sz="2400" spc="-5" dirty="0">
                <a:latin typeface="Tahoma"/>
                <a:cs typeface="Tahoma"/>
              </a:rPr>
              <a:t>Disk  b</a:t>
            </a:r>
            <a:r>
              <a:rPr sz="2400" dirty="0">
                <a:latin typeface="Tahoma"/>
                <a:cs typeface="Tahoma"/>
              </a:rPr>
              <a:t>lo</a:t>
            </a:r>
            <a:r>
              <a:rPr sz="2400" spc="-5" dirty="0">
                <a:latin typeface="Tahoma"/>
                <a:cs typeface="Tahoma"/>
              </a:rPr>
              <a:t>c</a:t>
            </a:r>
            <a:r>
              <a:rPr sz="2400" dirty="0">
                <a:latin typeface="Tahoma"/>
                <a:cs typeface="Tahoma"/>
              </a:rPr>
              <a:t>k  B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239511" y="4303776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0" y="0"/>
                </a:moveTo>
                <a:lnTo>
                  <a:pt x="1219200" y="0"/>
                </a:lnTo>
                <a:lnTo>
                  <a:pt x="12192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233987" y="4298950"/>
            <a:ext cx="1228725" cy="1228725"/>
          </a:xfrm>
          <a:custGeom>
            <a:avLst/>
            <a:gdLst/>
            <a:ahLst/>
            <a:cxnLst/>
            <a:rect l="l" t="t" r="r" b="b"/>
            <a:pathLst>
              <a:path w="1228725" h="1228725">
                <a:moveTo>
                  <a:pt x="1228725" y="1228725"/>
                </a:moveTo>
                <a:lnTo>
                  <a:pt x="0" y="1228725"/>
                </a:lnTo>
                <a:lnTo>
                  <a:pt x="0" y="0"/>
                </a:lnTo>
                <a:lnTo>
                  <a:pt x="1228725" y="0"/>
                </a:lnTo>
                <a:lnTo>
                  <a:pt x="1228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219200"/>
                </a:lnTo>
                <a:lnTo>
                  <a:pt x="4762" y="1219200"/>
                </a:lnTo>
                <a:lnTo>
                  <a:pt x="9525" y="1223962"/>
                </a:lnTo>
                <a:lnTo>
                  <a:pt x="1228725" y="1223962"/>
                </a:lnTo>
                <a:lnTo>
                  <a:pt x="1228725" y="1228725"/>
                </a:lnTo>
                <a:close/>
              </a:path>
              <a:path w="1228725" h="1228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28725" h="1228725">
                <a:moveTo>
                  <a:pt x="1219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19200" y="4762"/>
                </a:lnTo>
                <a:lnTo>
                  <a:pt x="1219200" y="9525"/>
                </a:lnTo>
                <a:close/>
              </a:path>
              <a:path w="1228725" h="1228725">
                <a:moveTo>
                  <a:pt x="1219200" y="1223962"/>
                </a:moveTo>
                <a:lnTo>
                  <a:pt x="1219200" y="4762"/>
                </a:lnTo>
                <a:lnTo>
                  <a:pt x="1223962" y="9525"/>
                </a:lnTo>
                <a:lnTo>
                  <a:pt x="1228725" y="9525"/>
                </a:lnTo>
                <a:lnTo>
                  <a:pt x="1228725" y="1219200"/>
                </a:lnTo>
                <a:lnTo>
                  <a:pt x="1223962" y="1219200"/>
                </a:lnTo>
                <a:lnTo>
                  <a:pt x="1219200" y="1223962"/>
                </a:lnTo>
                <a:close/>
              </a:path>
              <a:path w="1228725" h="1228725">
                <a:moveTo>
                  <a:pt x="1228725" y="9525"/>
                </a:moveTo>
                <a:lnTo>
                  <a:pt x="1223962" y="9525"/>
                </a:lnTo>
                <a:lnTo>
                  <a:pt x="1219200" y="4762"/>
                </a:lnTo>
                <a:lnTo>
                  <a:pt x="1228725" y="4762"/>
                </a:lnTo>
                <a:lnTo>
                  <a:pt x="1228725" y="9525"/>
                </a:lnTo>
                <a:close/>
              </a:path>
              <a:path w="1228725" h="1228725">
                <a:moveTo>
                  <a:pt x="9525" y="1223962"/>
                </a:moveTo>
                <a:lnTo>
                  <a:pt x="4762" y="1219200"/>
                </a:lnTo>
                <a:lnTo>
                  <a:pt x="9525" y="1219200"/>
                </a:lnTo>
                <a:lnTo>
                  <a:pt x="9525" y="1223962"/>
                </a:lnTo>
                <a:close/>
              </a:path>
              <a:path w="1228725" h="1228725">
                <a:moveTo>
                  <a:pt x="1219200" y="1223962"/>
                </a:moveTo>
                <a:lnTo>
                  <a:pt x="9525" y="1223962"/>
                </a:lnTo>
                <a:lnTo>
                  <a:pt x="9525" y="1219200"/>
                </a:lnTo>
                <a:lnTo>
                  <a:pt x="1219200" y="1219200"/>
                </a:lnTo>
                <a:lnTo>
                  <a:pt x="1219200" y="1223962"/>
                </a:lnTo>
                <a:close/>
              </a:path>
              <a:path w="1228725" h="1228725">
                <a:moveTo>
                  <a:pt x="1228725" y="1223962"/>
                </a:moveTo>
                <a:lnTo>
                  <a:pt x="1219200" y="1223962"/>
                </a:lnTo>
                <a:lnTo>
                  <a:pt x="1223962" y="1219200"/>
                </a:lnTo>
                <a:lnTo>
                  <a:pt x="1228725" y="1219200"/>
                </a:lnTo>
                <a:lnTo>
                  <a:pt x="1228725" y="1223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5726814" y="4610734"/>
            <a:ext cx="516890" cy="395605"/>
          </a:xfrm>
          <a:prstGeom prst="rect">
            <a:avLst/>
          </a:prstGeom>
        </p:spPr>
        <p:txBody>
          <a:bodyPr vert="vert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..</a:t>
            </a:r>
            <a:r>
              <a:rPr sz="3200" dirty="0">
                <a:latin typeface="Tahoma"/>
                <a:cs typeface="Tahoma"/>
              </a:rPr>
              <a:t>.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73</a:t>
            </a:fld>
            <a:endParaRPr dirty="0"/>
          </a:p>
        </p:txBody>
      </p:sp>
      <p:sp>
        <p:nvSpPr>
          <p:cNvPr id="30" name="object 30"/>
          <p:cNvSpPr txBox="1"/>
          <p:nvPr/>
        </p:nvSpPr>
        <p:spPr>
          <a:xfrm>
            <a:off x="1504950" y="5534977"/>
            <a:ext cx="4762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ahoma"/>
                <a:cs typeface="Tahoma"/>
              </a:rPr>
              <a:t>DB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435350" y="5619115"/>
            <a:ext cx="4762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ahoma"/>
                <a:cs typeface="Tahoma"/>
              </a:rPr>
              <a:t>DB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584825" y="5688965"/>
            <a:ext cx="4762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ahoma"/>
                <a:cs typeface="Tahoma"/>
              </a:rPr>
              <a:t>DB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8490" y="761999"/>
            <a:ext cx="8102600" cy="4453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86995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Locking works in </a:t>
            </a:r>
            <a:r>
              <a:rPr sz="3200" spc="-15" dirty="0">
                <a:latin typeface="Tahoma"/>
                <a:cs typeface="Tahoma"/>
              </a:rPr>
              <a:t>any </a:t>
            </a:r>
            <a:r>
              <a:rPr sz="3200" spc="-5" dirty="0">
                <a:latin typeface="Tahoma"/>
                <a:cs typeface="Tahoma"/>
              </a:rPr>
              <a:t>case, but should 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choose </a:t>
            </a:r>
            <a:r>
              <a:rPr sz="3200" u="heavy" spc="-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small</a:t>
            </a:r>
            <a:r>
              <a:rPr sz="3200" spc="-5" dirty="0">
                <a:latin typeface="Tahoma"/>
                <a:cs typeface="Tahoma"/>
              </a:rPr>
              <a:t> or </a:t>
            </a:r>
            <a:r>
              <a:rPr sz="3200" u="heavy" spc="-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large</a:t>
            </a:r>
            <a:r>
              <a:rPr sz="3200" u="heavy" spc="-2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3200" u="heavy" spc="-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objects?</a:t>
            </a:r>
            <a:endParaRPr sz="3200">
              <a:latin typeface="Tahoma"/>
              <a:cs typeface="Tahoma"/>
            </a:endParaRPr>
          </a:p>
          <a:p>
            <a:pPr marL="398145" indent="-343535">
              <a:lnSpc>
                <a:spcPct val="100000"/>
              </a:lnSpc>
              <a:spcBef>
                <a:spcPts val="2620"/>
              </a:spcBef>
              <a:buChar char="•"/>
              <a:tabLst>
                <a:tab pos="398780" algn="l"/>
              </a:tabLst>
            </a:pPr>
            <a:r>
              <a:rPr sz="3200" spc="-5" dirty="0">
                <a:latin typeface="Tahoma"/>
                <a:cs typeface="Tahoma"/>
              </a:rPr>
              <a:t>If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lock </a:t>
            </a:r>
            <a:r>
              <a:rPr sz="3200" u="heavy" spc="-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large</a:t>
            </a:r>
            <a:r>
              <a:rPr sz="3200" spc="-5" dirty="0">
                <a:latin typeface="Tahoma"/>
                <a:cs typeface="Tahoma"/>
              </a:rPr>
              <a:t> objects </a:t>
            </a:r>
            <a:r>
              <a:rPr sz="3200" spc="-40" dirty="0">
                <a:latin typeface="Tahoma"/>
                <a:cs typeface="Tahoma"/>
              </a:rPr>
              <a:t>(e.g.,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Relations)</a:t>
            </a:r>
            <a:endParaRPr sz="3200">
              <a:latin typeface="Tahoma"/>
              <a:cs typeface="Tahoma"/>
            </a:endParaRPr>
          </a:p>
          <a:p>
            <a:pPr marL="798195" lvl="1" indent="-286385">
              <a:lnSpc>
                <a:spcPct val="100000"/>
              </a:lnSpc>
              <a:spcBef>
                <a:spcPts val="670"/>
              </a:spcBef>
              <a:buChar char="–"/>
              <a:tabLst>
                <a:tab pos="798830" algn="l"/>
              </a:tabLst>
            </a:pPr>
            <a:r>
              <a:rPr sz="2800" spc="-5" dirty="0">
                <a:latin typeface="Tahoma"/>
                <a:cs typeface="Tahoma"/>
              </a:rPr>
              <a:t>Need </a:t>
            </a:r>
            <a:r>
              <a:rPr sz="2800" spc="-15" dirty="0">
                <a:latin typeface="Tahoma"/>
                <a:cs typeface="Tahoma"/>
              </a:rPr>
              <a:t>few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locks</a:t>
            </a:r>
            <a:endParaRPr sz="2800">
              <a:latin typeface="Tahoma"/>
              <a:cs typeface="Tahoma"/>
            </a:endParaRPr>
          </a:p>
          <a:p>
            <a:pPr marL="798195" lvl="1" indent="-286385">
              <a:lnSpc>
                <a:spcPct val="100000"/>
              </a:lnSpc>
              <a:spcBef>
                <a:spcPts val="670"/>
              </a:spcBef>
              <a:buChar char="–"/>
              <a:tabLst>
                <a:tab pos="798830" algn="l"/>
              </a:tabLst>
            </a:pPr>
            <a:r>
              <a:rPr sz="2800" spc="-5" dirty="0">
                <a:latin typeface="Tahoma"/>
                <a:cs typeface="Tahoma"/>
              </a:rPr>
              <a:t>Low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concurrency</a:t>
            </a:r>
            <a:endParaRPr sz="2800">
              <a:latin typeface="Tahoma"/>
              <a:cs typeface="Tahoma"/>
            </a:endParaRPr>
          </a:p>
          <a:p>
            <a:pPr marL="398145" indent="-343535">
              <a:lnSpc>
                <a:spcPct val="100000"/>
              </a:lnSpc>
              <a:spcBef>
                <a:spcPts val="765"/>
              </a:spcBef>
              <a:buChar char="•"/>
              <a:tabLst>
                <a:tab pos="398780" algn="l"/>
              </a:tabLst>
            </a:pPr>
            <a:r>
              <a:rPr sz="3200" spc="-5" dirty="0">
                <a:latin typeface="Tahoma"/>
                <a:cs typeface="Tahoma"/>
              </a:rPr>
              <a:t>If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lock small objects </a:t>
            </a:r>
            <a:r>
              <a:rPr sz="3200" spc="-40" dirty="0">
                <a:latin typeface="Tahoma"/>
                <a:cs typeface="Tahoma"/>
              </a:rPr>
              <a:t>(e.g.,</a:t>
            </a:r>
            <a:r>
              <a:rPr sz="320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tuples,fields)</a:t>
            </a:r>
            <a:endParaRPr sz="3200">
              <a:latin typeface="Tahoma"/>
              <a:cs typeface="Tahoma"/>
            </a:endParaRPr>
          </a:p>
          <a:p>
            <a:pPr marL="798195" lvl="1" indent="-286385">
              <a:lnSpc>
                <a:spcPct val="100000"/>
              </a:lnSpc>
              <a:spcBef>
                <a:spcPts val="670"/>
              </a:spcBef>
              <a:buChar char="–"/>
              <a:tabLst>
                <a:tab pos="798830" algn="l"/>
              </a:tabLst>
            </a:pPr>
            <a:r>
              <a:rPr sz="2800" spc="-5" dirty="0">
                <a:latin typeface="Tahoma"/>
                <a:cs typeface="Tahoma"/>
              </a:rPr>
              <a:t>Need </a:t>
            </a:r>
            <a:r>
              <a:rPr sz="2800" spc="-10" dirty="0">
                <a:latin typeface="Tahoma"/>
                <a:cs typeface="Tahoma"/>
              </a:rPr>
              <a:t>more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locks</a:t>
            </a:r>
            <a:endParaRPr sz="2800">
              <a:latin typeface="Tahoma"/>
              <a:cs typeface="Tahoma"/>
            </a:endParaRPr>
          </a:p>
          <a:p>
            <a:pPr marL="798195" lvl="1" indent="-286385">
              <a:lnSpc>
                <a:spcPct val="100000"/>
              </a:lnSpc>
              <a:spcBef>
                <a:spcPts val="670"/>
              </a:spcBef>
              <a:buChar char="–"/>
              <a:tabLst>
                <a:tab pos="798830" algn="l"/>
              </a:tabLst>
            </a:pPr>
            <a:r>
              <a:rPr sz="2800" spc="-10" dirty="0">
                <a:latin typeface="Tahoma"/>
                <a:cs typeface="Tahoma"/>
              </a:rPr>
              <a:t>More</a:t>
            </a:r>
            <a:r>
              <a:rPr sz="2800" spc="-5" dirty="0">
                <a:latin typeface="Tahoma"/>
                <a:cs typeface="Tahoma"/>
              </a:rPr>
              <a:t> concurrency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74</a:t>
            </a:fld>
            <a:endParaRPr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91540"/>
            <a:ext cx="55118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90575" algn="l"/>
                <a:tab pos="2738120" algn="l"/>
              </a:tabLst>
            </a:pPr>
            <a:r>
              <a:rPr sz="3600" spc="-70" dirty="0"/>
              <a:t>We	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can</a:t>
            </a:r>
            <a:r>
              <a:rPr sz="3600" dirty="0"/>
              <a:t> </a:t>
            </a:r>
            <a:r>
              <a:rPr sz="3600" spc="-15" dirty="0"/>
              <a:t>have	</a:t>
            </a:r>
            <a:r>
              <a:rPr sz="3600" dirty="0"/>
              <a:t>it both</a:t>
            </a:r>
            <a:r>
              <a:rPr sz="3600" spc="-85" dirty="0"/>
              <a:t> </a:t>
            </a:r>
            <a:r>
              <a:rPr sz="3600" spc="-15" dirty="0"/>
              <a:t>ways!!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64540" y="1779587"/>
            <a:ext cx="741235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Ask </a:t>
            </a:r>
            <a:r>
              <a:rPr sz="3200" spc="-15" dirty="0">
                <a:latin typeface="Tahoma"/>
                <a:cs typeface="Tahoma"/>
              </a:rPr>
              <a:t>any </a:t>
            </a:r>
            <a:r>
              <a:rPr sz="3200" spc="-5" dirty="0">
                <a:latin typeface="Tahoma"/>
                <a:cs typeface="Tahoma"/>
              </a:rPr>
              <a:t>janitor to </a:t>
            </a:r>
            <a:r>
              <a:rPr sz="3200" spc="-10" dirty="0">
                <a:latin typeface="Tahoma"/>
                <a:cs typeface="Tahoma"/>
              </a:rPr>
              <a:t>give you </a:t>
            </a:r>
            <a:r>
              <a:rPr sz="3200" spc="-5" dirty="0">
                <a:latin typeface="Tahoma"/>
                <a:cs typeface="Tahoma"/>
              </a:rPr>
              <a:t>the</a:t>
            </a:r>
            <a:r>
              <a:rPr sz="3200" spc="2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solution...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71612" y="4449762"/>
            <a:ext cx="2514600" cy="0"/>
          </a:xfrm>
          <a:custGeom>
            <a:avLst/>
            <a:gdLst/>
            <a:ahLst/>
            <a:cxnLst/>
            <a:rect l="l" t="t" r="r" b="b"/>
            <a:pathLst>
              <a:path w="2514600">
                <a:moveTo>
                  <a:pt x="0" y="0"/>
                </a:moveTo>
                <a:lnTo>
                  <a:pt x="2514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19612" y="4449762"/>
            <a:ext cx="2514600" cy="0"/>
          </a:xfrm>
          <a:custGeom>
            <a:avLst/>
            <a:gdLst/>
            <a:ahLst/>
            <a:cxnLst/>
            <a:rect l="l" t="t" r="r" b="b"/>
            <a:pathLst>
              <a:path w="2514600">
                <a:moveTo>
                  <a:pt x="0" y="0"/>
                </a:moveTo>
                <a:lnTo>
                  <a:pt x="2514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05012" y="2544762"/>
            <a:ext cx="0" cy="1905000"/>
          </a:xfrm>
          <a:custGeom>
            <a:avLst/>
            <a:gdLst/>
            <a:ahLst/>
            <a:cxnLst/>
            <a:rect l="l" t="t" r="r" b="b"/>
            <a:pathLst>
              <a:path h="1905000">
                <a:moveTo>
                  <a:pt x="0" y="0"/>
                </a:moveTo>
                <a:lnTo>
                  <a:pt x="0" y="1905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577012" y="2544762"/>
            <a:ext cx="0" cy="1905000"/>
          </a:xfrm>
          <a:custGeom>
            <a:avLst/>
            <a:gdLst/>
            <a:ahLst/>
            <a:cxnLst/>
            <a:rect l="l" t="t" r="r" b="b"/>
            <a:pathLst>
              <a:path h="1905000">
                <a:moveTo>
                  <a:pt x="0" y="0"/>
                </a:moveTo>
                <a:lnTo>
                  <a:pt x="0" y="1905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005012" y="2544762"/>
            <a:ext cx="4572000" cy="0"/>
          </a:xfrm>
          <a:custGeom>
            <a:avLst/>
            <a:gdLst/>
            <a:ahLst/>
            <a:cxnLst/>
            <a:rect l="l" t="t" r="r" b="b"/>
            <a:pathLst>
              <a:path w="4572000">
                <a:moveTo>
                  <a:pt x="0" y="0"/>
                </a:moveTo>
                <a:lnTo>
                  <a:pt x="4572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690812" y="3306762"/>
            <a:ext cx="685800" cy="0"/>
          </a:xfrm>
          <a:custGeom>
            <a:avLst/>
            <a:gdLst/>
            <a:ahLst/>
            <a:cxnLst/>
            <a:rect l="l" t="t" r="r" b="b"/>
            <a:pathLst>
              <a:path w="685800">
                <a:moveTo>
                  <a:pt x="0" y="0"/>
                </a:moveTo>
                <a:lnTo>
                  <a:pt x="685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833812" y="3306762"/>
            <a:ext cx="685800" cy="0"/>
          </a:xfrm>
          <a:custGeom>
            <a:avLst/>
            <a:gdLst/>
            <a:ahLst/>
            <a:cxnLst/>
            <a:rect l="l" t="t" r="r" b="b"/>
            <a:pathLst>
              <a:path w="685800">
                <a:moveTo>
                  <a:pt x="0" y="0"/>
                </a:moveTo>
                <a:lnTo>
                  <a:pt x="685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976812" y="3306762"/>
            <a:ext cx="685800" cy="0"/>
          </a:xfrm>
          <a:custGeom>
            <a:avLst/>
            <a:gdLst/>
            <a:ahLst/>
            <a:cxnLst/>
            <a:rect l="l" t="t" r="r" b="b"/>
            <a:pathLst>
              <a:path w="685800">
                <a:moveTo>
                  <a:pt x="0" y="0"/>
                </a:moveTo>
                <a:lnTo>
                  <a:pt x="685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888240" y="3303041"/>
            <a:ext cx="387350" cy="312420"/>
          </a:xfrm>
          <a:custGeom>
            <a:avLst/>
            <a:gdLst/>
            <a:ahLst/>
            <a:cxnLst/>
            <a:rect l="l" t="t" r="r" b="b"/>
            <a:pathLst>
              <a:path w="387350" h="312420">
                <a:moveTo>
                  <a:pt x="5943" y="312242"/>
                </a:moveTo>
                <a:lnTo>
                  <a:pt x="0" y="304800"/>
                </a:lnTo>
                <a:lnTo>
                  <a:pt x="381000" y="0"/>
                </a:lnTo>
                <a:lnTo>
                  <a:pt x="386943" y="7442"/>
                </a:lnTo>
                <a:lnTo>
                  <a:pt x="5943" y="3122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592840" y="3303041"/>
            <a:ext cx="387350" cy="312420"/>
          </a:xfrm>
          <a:custGeom>
            <a:avLst/>
            <a:gdLst/>
            <a:ahLst/>
            <a:cxnLst/>
            <a:rect l="l" t="t" r="r" b="b"/>
            <a:pathLst>
              <a:path w="387350" h="312420">
                <a:moveTo>
                  <a:pt x="5943" y="312242"/>
                </a:moveTo>
                <a:lnTo>
                  <a:pt x="0" y="304800"/>
                </a:lnTo>
                <a:lnTo>
                  <a:pt x="381000" y="0"/>
                </a:lnTo>
                <a:lnTo>
                  <a:pt x="386943" y="7442"/>
                </a:lnTo>
                <a:lnTo>
                  <a:pt x="5943" y="3122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526040" y="3303041"/>
            <a:ext cx="387350" cy="312420"/>
          </a:xfrm>
          <a:custGeom>
            <a:avLst/>
            <a:gdLst/>
            <a:ahLst/>
            <a:cxnLst/>
            <a:rect l="l" t="t" r="r" b="b"/>
            <a:pathLst>
              <a:path w="387350" h="312420">
                <a:moveTo>
                  <a:pt x="5943" y="312242"/>
                </a:moveTo>
                <a:lnTo>
                  <a:pt x="0" y="304800"/>
                </a:lnTo>
                <a:lnTo>
                  <a:pt x="381000" y="0"/>
                </a:lnTo>
                <a:lnTo>
                  <a:pt x="386943" y="7442"/>
                </a:lnTo>
                <a:lnTo>
                  <a:pt x="5943" y="3122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383040" y="3303041"/>
            <a:ext cx="387350" cy="312420"/>
          </a:xfrm>
          <a:custGeom>
            <a:avLst/>
            <a:gdLst/>
            <a:ahLst/>
            <a:cxnLst/>
            <a:rect l="l" t="t" r="r" b="b"/>
            <a:pathLst>
              <a:path w="387350" h="312420">
                <a:moveTo>
                  <a:pt x="5943" y="312242"/>
                </a:moveTo>
                <a:lnTo>
                  <a:pt x="0" y="304800"/>
                </a:lnTo>
                <a:lnTo>
                  <a:pt x="381000" y="0"/>
                </a:lnTo>
                <a:lnTo>
                  <a:pt x="386943" y="7442"/>
                </a:lnTo>
                <a:lnTo>
                  <a:pt x="5943" y="3122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458912" y="4610735"/>
            <a:ext cx="558800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740150" algn="l"/>
                <a:tab pos="5574665" algn="l"/>
              </a:tabLst>
            </a:pPr>
            <a:r>
              <a:rPr sz="3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3200" u="sng" spc="-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hall	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75</a:t>
            </a:fld>
            <a:endParaRPr dirty="0"/>
          </a:p>
        </p:txBody>
      </p:sp>
      <p:sp>
        <p:nvSpPr>
          <p:cNvPr id="17" name="object 17"/>
          <p:cNvSpPr txBox="1"/>
          <p:nvPr/>
        </p:nvSpPr>
        <p:spPr>
          <a:xfrm>
            <a:off x="2005012" y="2544762"/>
            <a:ext cx="1066800" cy="7620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96850" rIns="0" bIns="0" rtlCol="0">
            <a:spAutoFit/>
          </a:bodyPr>
          <a:lstStyle/>
          <a:p>
            <a:pPr marL="190500">
              <a:lnSpc>
                <a:spcPct val="100000"/>
              </a:lnSpc>
              <a:spcBef>
                <a:spcPts val="1550"/>
              </a:spcBef>
            </a:pPr>
            <a:r>
              <a:rPr sz="2000" spc="-5" dirty="0">
                <a:latin typeface="Tahoma"/>
                <a:cs typeface="Tahoma"/>
              </a:rPr>
              <a:t>Stall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1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71812" y="2544762"/>
            <a:ext cx="1143000" cy="7620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96850" rIns="0" bIns="0" rtlCol="0">
            <a:spAutoFit/>
          </a:bodyPr>
          <a:lstStyle/>
          <a:p>
            <a:pPr marL="266700">
              <a:lnSpc>
                <a:spcPct val="100000"/>
              </a:lnSpc>
              <a:spcBef>
                <a:spcPts val="1550"/>
              </a:spcBef>
            </a:pPr>
            <a:r>
              <a:rPr sz="2000" spc="-5" dirty="0">
                <a:latin typeface="Tahoma"/>
                <a:cs typeface="Tahoma"/>
              </a:rPr>
              <a:t>Stall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14812" y="2544762"/>
            <a:ext cx="1066800" cy="7620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96850" rIns="0" bIns="0" rtlCol="0">
            <a:spAutoFit/>
          </a:bodyPr>
          <a:lstStyle/>
          <a:p>
            <a:pPr marL="190500">
              <a:lnSpc>
                <a:spcPct val="100000"/>
              </a:lnSpc>
              <a:spcBef>
                <a:spcPts val="1550"/>
              </a:spcBef>
            </a:pPr>
            <a:r>
              <a:rPr sz="2000" spc="-5" dirty="0">
                <a:latin typeface="Tahoma"/>
                <a:cs typeface="Tahoma"/>
              </a:rPr>
              <a:t>Stall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3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281612" y="2544762"/>
            <a:ext cx="1295400" cy="7620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96850" rIns="0" bIns="0" rtlCol="0">
            <a:spAutoFit/>
          </a:bodyPr>
          <a:lstStyle/>
          <a:p>
            <a:pPr marL="266700">
              <a:lnSpc>
                <a:spcPct val="100000"/>
              </a:lnSpc>
              <a:spcBef>
                <a:spcPts val="1550"/>
              </a:spcBef>
            </a:pPr>
            <a:r>
              <a:rPr sz="2000" spc="-5" dirty="0">
                <a:latin typeface="Tahoma"/>
                <a:cs typeface="Tahoma"/>
              </a:rPr>
              <a:t>Stall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4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841115" y="3850957"/>
            <a:ext cx="10280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5" dirty="0">
                <a:latin typeface="Tahoma"/>
                <a:cs typeface="Tahoma"/>
              </a:rPr>
              <a:t>r</a:t>
            </a:r>
            <a:r>
              <a:rPr sz="2000" spc="-5" dirty="0">
                <a:latin typeface="Tahoma"/>
                <a:cs typeface="Tahoma"/>
              </a:rPr>
              <a:t>e</a:t>
            </a:r>
            <a:r>
              <a:rPr sz="2000" dirty="0">
                <a:latin typeface="Tahoma"/>
                <a:cs typeface="Tahoma"/>
              </a:rPr>
              <a:t>s</a:t>
            </a:r>
            <a:r>
              <a:rPr sz="2000" spc="-5" dirty="0">
                <a:latin typeface="Tahoma"/>
                <a:cs typeface="Tahoma"/>
              </a:rPr>
              <a:t>t</a:t>
            </a:r>
            <a:r>
              <a:rPr sz="2000" spc="-15" dirty="0">
                <a:latin typeface="Tahoma"/>
                <a:cs typeface="Tahoma"/>
              </a:rPr>
              <a:t>r</a:t>
            </a:r>
            <a:r>
              <a:rPr sz="2000" spc="-5" dirty="0">
                <a:latin typeface="Tahoma"/>
                <a:cs typeface="Tahoma"/>
              </a:rPr>
              <a:t>oo</a:t>
            </a:r>
            <a:r>
              <a:rPr sz="2000" dirty="0">
                <a:latin typeface="Tahoma"/>
                <a:cs typeface="Tahoma"/>
              </a:rPr>
              <a:t>m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91540"/>
            <a:ext cx="17303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Example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3809517" y="1673644"/>
            <a:ext cx="49974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R</a:t>
            </a:r>
            <a:r>
              <a:rPr sz="3200" dirty="0">
                <a:latin typeface="Tahoma"/>
                <a:cs typeface="Tahoma"/>
              </a:rPr>
              <a:t>1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94612" y="2740444"/>
            <a:ext cx="30035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000" dirty="0">
                <a:latin typeface="Tahoma"/>
                <a:cs typeface="Tahoma"/>
              </a:rPr>
              <a:t>1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58875" y="1584325"/>
            <a:ext cx="4276598" cy="20662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899812" y="3045244"/>
            <a:ext cx="30035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000" dirty="0">
                <a:latin typeface="Tahoma"/>
                <a:cs typeface="Tahoma"/>
              </a:rPr>
              <a:t>3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340602" y="2727325"/>
            <a:ext cx="771271" cy="6946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576212" y="2816644"/>
            <a:ext cx="30035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000" dirty="0">
                <a:latin typeface="Tahoma"/>
                <a:cs typeface="Tahoma"/>
              </a:rPr>
              <a:t>4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438357" y="1813305"/>
            <a:ext cx="2137410" cy="923290"/>
          </a:xfrm>
          <a:custGeom>
            <a:avLst/>
            <a:gdLst/>
            <a:ahLst/>
            <a:cxnLst/>
            <a:rect l="l" t="t" r="r" b="b"/>
            <a:pathLst>
              <a:path w="2137409" h="923289">
                <a:moveTo>
                  <a:pt x="2133600" y="923163"/>
                </a:moveTo>
                <a:lnTo>
                  <a:pt x="0" y="8763"/>
                </a:lnTo>
                <a:lnTo>
                  <a:pt x="3759" y="0"/>
                </a:lnTo>
                <a:lnTo>
                  <a:pt x="2137359" y="914400"/>
                </a:lnTo>
                <a:lnTo>
                  <a:pt x="2133600" y="9231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071012" y="2759708"/>
            <a:ext cx="1000125" cy="1474470"/>
          </a:xfrm>
          <a:prstGeom prst="rect">
            <a:avLst/>
          </a:prstGeom>
        </p:spPr>
        <p:txBody>
          <a:bodyPr vert="horz" wrap="square" lIns="0" tIns="298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0"/>
              </a:spcBef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000" spc="-5" dirty="0"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  <a:p>
            <a:pPr marL="170815">
              <a:lnSpc>
                <a:spcPct val="100000"/>
              </a:lnSpc>
              <a:spcBef>
                <a:spcPts val="1960"/>
              </a:spcBef>
            </a:pPr>
            <a:r>
              <a:rPr sz="2800" spc="-5" dirty="0">
                <a:solidFill>
                  <a:srgbClr val="FF0000"/>
                </a:solidFill>
                <a:latin typeface="Tahoma"/>
                <a:cs typeface="Tahoma"/>
              </a:rPr>
              <a:t>T</a:t>
            </a:r>
            <a:r>
              <a:rPr sz="2000" spc="-5" dirty="0">
                <a:solidFill>
                  <a:srgbClr val="FF0000"/>
                </a:solidFill>
                <a:latin typeface="Tahoma"/>
                <a:cs typeface="Tahoma"/>
              </a:rPr>
              <a:t>1</a:t>
            </a:r>
            <a:r>
              <a:rPr sz="2800" spc="-5" dirty="0">
                <a:solidFill>
                  <a:srgbClr val="FF0000"/>
                </a:solidFill>
                <a:latin typeface="Tahoma"/>
                <a:cs typeface="Tahoma"/>
              </a:rPr>
              <a:t>(S)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050410" y="1341894"/>
            <a:ext cx="452120" cy="360045"/>
          </a:xfrm>
          <a:custGeom>
            <a:avLst/>
            <a:gdLst/>
            <a:ahLst/>
            <a:cxnLst/>
            <a:rect l="l" t="t" r="r" b="b"/>
            <a:pathLst>
              <a:path w="452120" h="360044">
                <a:moveTo>
                  <a:pt x="423949" y="57429"/>
                </a:moveTo>
                <a:lnTo>
                  <a:pt x="387375" y="57429"/>
                </a:lnTo>
                <a:lnTo>
                  <a:pt x="387527" y="28854"/>
                </a:lnTo>
                <a:lnTo>
                  <a:pt x="366206" y="28735"/>
                </a:lnTo>
                <a:lnTo>
                  <a:pt x="366585" y="0"/>
                </a:lnTo>
                <a:lnTo>
                  <a:pt x="451738" y="43992"/>
                </a:lnTo>
                <a:lnTo>
                  <a:pt x="423949" y="57429"/>
                </a:lnTo>
                <a:close/>
              </a:path>
              <a:path w="452120" h="360044">
                <a:moveTo>
                  <a:pt x="164996" y="114988"/>
                </a:moveTo>
                <a:lnTo>
                  <a:pt x="190602" y="83273"/>
                </a:lnTo>
                <a:lnTo>
                  <a:pt x="223138" y="58280"/>
                </a:lnTo>
                <a:lnTo>
                  <a:pt x="266801" y="39789"/>
                </a:lnTo>
                <a:lnTo>
                  <a:pt x="304990" y="32029"/>
                </a:lnTo>
                <a:lnTo>
                  <a:pt x="343471" y="28943"/>
                </a:lnTo>
                <a:lnTo>
                  <a:pt x="353313" y="28663"/>
                </a:lnTo>
                <a:lnTo>
                  <a:pt x="366206" y="28735"/>
                </a:lnTo>
                <a:lnTo>
                  <a:pt x="365830" y="57226"/>
                </a:lnTo>
                <a:lnTo>
                  <a:pt x="353631" y="57238"/>
                </a:lnTo>
                <a:lnTo>
                  <a:pt x="344974" y="57492"/>
                </a:lnTo>
                <a:lnTo>
                  <a:pt x="335279" y="57924"/>
                </a:lnTo>
                <a:lnTo>
                  <a:pt x="326148" y="58546"/>
                </a:lnTo>
                <a:lnTo>
                  <a:pt x="317157" y="59359"/>
                </a:lnTo>
                <a:lnTo>
                  <a:pt x="308330" y="60401"/>
                </a:lnTo>
                <a:lnTo>
                  <a:pt x="299643" y="61696"/>
                </a:lnTo>
                <a:lnTo>
                  <a:pt x="291134" y="63258"/>
                </a:lnTo>
                <a:lnTo>
                  <a:pt x="282816" y="65100"/>
                </a:lnTo>
                <a:lnTo>
                  <a:pt x="275351" y="67081"/>
                </a:lnTo>
                <a:lnTo>
                  <a:pt x="274675" y="67259"/>
                </a:lnTo>
                <a:lnTo>
                  <a:pt x="267420" y="69519"/>
                </a:lnTo>
                <a:lnTo>
                  <a:pt x="266725" y="69735"/>
                </a:lnTo>
                <a:lnTo>
                  <a:pt x="259714" y="72288"/>
                </a:lnTo>
                <a:lnTo>
                  <a:pt x="258978" y="72555"/>
                </a:lnTo>
                <a:lnTo>
                  <a:pt x="252201" y="75425"/>
                </a:lnTo>
                <a:lnTo>
                  <a:pt x="244867" y="78943"/>
                </a:lnTo>
                <a:lnTo>
                  <a:pt x="244106" y="79311"/>
                </a:lnTo>
                <a:lnTo>
                  <a:pt x="237740" y="82854"/>
                </a:lnTo>
                <a:lnTo>
                  <a:pt x="236981" y="83273"/>
                </a:lnTo>
                <a:lnTo>
                  <a:pt x="230815" y="87210"/>
                </a:lnTo>
                <a:lnTo>
                  <a:pt x="230073" y="87680"/>
                </a:lnTo>
                <a:lnTo>
                  <a:pt x="224080" y="92011"/>
                </a:lnTo>
                <a:lnTo>
                  <a:pt x="223354" y="92532"/>
                </a:lnTo>
                <a:lnTo>
                  <a:pt x="217552" y="97307"/>
                </a:lnTo>
                <a:lnTo>
                  <a:pt x="216852" y="97878"/>
                </a:lnTo>
                <a:lnTo>
                  <a:pt x="211203" y="103111"/>
                </a:lnTo>
                <a:lnTo>
                  <a:pt x="210540" y="103720"/>
                </a:lnTo>
                <a:lnTo>
                  <a:pt x="205054" y="109474"/>
                </a:lnTo>
                <a:lnTo>
                  <a:pt x="204444" y="110109"/>
                </a:lnTo>
                <a:lnTo>
                  <a:pt x="201562" y="113537"/>
                </a:lnTo>
                <a:lnTo>
                  <a:pt x="166928" y="113537"/>
                </a:lnTo>
                <a:lnTo>
                  <a:pt x="164996" y="114988"/>
                </a:lnTo>
                <a:close/>
              </a:path>
              <a:path w="452120" h="360044">
                <a:moveTo>
                  <a:pt x="387375" y="57429"/>
                </a:moveTo>
                <a:lnTo>
                  <a:pt x="365829" y="57307"/>
                </a:lnTo>
                <a:lnTo>
                  <a:pt x="366206" y="28735"/>
                </a:lnTo>
                <a:lnTo>
                  <a:pt x="387527" y="28854"/>
                </a:lnTo>
                <a:lnTo>
                  <a:pt x="387375" y="57429"/>
                </a:lnTo>
                <a:close/>
              </a:path>
              <a:path w="452120" h="360044">
                <a:moveTo>
                  <a:pt x="353681" y="57239"/>
                </a:moveTo>
                <a:lnTo>
                  <a:pt x="354126" y="57226"/>
                </a:lnTo>
                <a:lnTo>
                  <a:pt x="353681" y="57239"/>
                </a:lnTo>
                <a:close/>
              </a:path>
              <a:path w="452120" h="360044">
                <a:moveTo>
                  <a:pt x="365829" y="57307"/>
                </a:moveTo>
                <a:lnTo>
                  <a:pt x="353681" y="57239"/>
                </a:lnTo>
                <a:lnTo>
                  <a:pt x="354126" y="57226"/>
                </a:lnTo>
                <a:lnTo>
                  <a:pt x="365830" y="57226"/>
                </a:lnTo>
                <a:close/>
              </a:path>
              <a:path w="452120" h="360044">
                <a:moveTo>
                  <a:pt x="365455" y="85712"/>
                </a:moveTo>
                <a:lnTo>
                  <a:pt x="365829" y="57307"/>
                </a:lnTo>
                <a:lnTo>
                  <a:pt x="423949" y="57429"/>
                </a:lnTo>
                <a:lnTo>
                  <a:pt x="365455" y="85712"/>
                </a:lnTo>
                <a:close/>
              </a:path>
              <a:path w="452120" h="360044">
                <a:moveTo>
                  <a:pt x="344538" y="57505"/>
                </a:moveTo>
                <a:lnTo>
                  <a:pt x="344792" y="57492"/>
                </a:lnTo>
                <a:lnTo>
                  <a:pt x="344974" y="57492"/>
                </a:lnTo>
                <a:lnTo>
                  <a:pt x="344538" y="57505"/>
                </a:lnTo>
                <a:close/>
              </a:path>
              <a:path w="452120" h="360044">
                <a:moveTo>
                  <a:pt x="335383" y="57924"/>
                </a:moveTo>
                <a:lnTo>
                  <a:pt x="335572" y="57912"/>
                </a:lnTo>
                <a:lnTo>
                  <a:pt x="335383" y="57924"/>
                </a:lnTo>
                <a:close/>
              </a:path>
              <a:path w="452120" h="360044">
                <a:moveTo>
                  <a:pt x="326389" y="58530"/>
                </a:moveTo>
                <a:lnTo>
                  <a:pt x="326525" y="58521"/>
                </a:lnTo>
                <a:lnTo>
                  <a:pt x="326389" y="58530"/>
                </a:lnTo>
                <a:close/>
              </a:path>
              <a:path w="452120" h="360044">
                <a:moveTo>
                  <a:pt x="326208" y="58546"/>
                </a:moveTo>
                <a:lnTo>
                  <a:pt x="326389" y="58530"/>
                </a:lnTo>
                <a:lnTo>
                  <a:pt x="326208" y="58546"/>
                </a:lnTo>
                <a:close/>
              </a:path>
              <a:path w="452120" h="360044">
                <a:moveTo>
                  <a:pt x="317396" y="59338"/>
                </a:moveTo>
                <a:lnTo>
                  <a:pt x="317538" y="59321"/>
                </a:lnTo>
                <a:lnTo>
                  <a:pt x="317396" y="59338"/>
                </a:lnTo>
                <a:close/>
              </a:path>
              <a:path w="452120" h="360044">
                <a:moveTo>
                  <a:pt x="317213" y="59359"/>
                </a:moveTo>
                <a:lnTo>
                  <a:pt x="317396" y="59338"/>
                </a:lnTo>
                <a:lnTo>
                  <a:pt x="317213" y="59359"/>
                </a:lnTo>
                <a:close/>
              </a:path>
              <a:path w="452120" h="360044">
                <a:moveTo>
                  <a:pt x="308695" y="60358"/>
                </a:moveTo>
                <a:close/>
              </a:path>
              <a:path w="452120" h="360044">
                <a:moveTo>
                  <a:pt x="308406" y="60401"/>
                </a:moveTo>
                <a:lnTo>
                  <a:pt x="308695" y="60358"/>
                </a:lnTo>
                <a:lnTo>
                  <a:pt x="308406" y="60401"/>
                </a:lnTo>
                <a:close/>
              </a:path>
              <a:path w="452120" h="360044">
                <a:moveTo>
                  <a:pt x="299919" y="61655"/>
                </a:moveTo>
                <a:lnTo>
                  <a:pt x="300113" y="61620"/>
                </a:lnTo>
                <a:lnTo>
                  <a:pt x="299919" y="61655"/>
                </a:lnTo>
                <a:close/>
              </a:path>
              <a:path w="452120" h="360044">
                <a:moveTo>
                  <a:pt x="299696" y="61696"/>
                </a:moveTo>
                <a:lnTo>
                  <a:pt x="299919" y="61655"/>
                </a:lnTo>
                <a:lnTo>
                  <a:pt x="299696" y="61696"/>
                </a:lnTo>
                <a:close/>
              </a:path>
              <a:path w="452120" h="360044">
                <a:moveTo>
                  <a:pt x="291479" y="63195"/>
                </a:moveTo>
                <a:lnTo>
                  <a:pt x="291655" y="63157"/>
                </a:lnTo>
                <a:lnTo>
                  <a:pt x="291479" y="63195"/>
                </a:lnTo>
                <a:close/>
              </a:path>
              <a:path w="452120" h="360044">
                <a:moveTo>
                  <a:pt x="291193" y="63258"/>
                </a:moveTo>
                <a:lnTo>
                  <a:pt x="291479" y="63195"/>
                </a:lnTo>
                <a:lnTo>
                  <a:pt x="291193" y="63258"/>
                </a:lnTo>
                <a:close/>
              </a:path>
              <a:path w="452120" h="360044">
                <a:moveTo>
                  <a:pt x="283201" y="65015"/>
                </a:moveTo>
                <a:lnTo>
                  <a:pt x="283362" y="64973"/>
                </a:lnTo>
                <a:lnTo>
                  <a:pt x="283201" y="65015"/>
                </a:lnTo>
                <a:close/>
              </a:path>
              <a:path w="452120" h="360044">
                <a:moveTo>
                  <a:pt x="282879" y="65100"/>
                </a:moveTo>
                <a:lnTo>
                  <a:pt x="283201" y="65015"/>
                </a:lnTo>
                <a:lnTo>
                  <a:pt x="282879" y="65100"/>
                </a:lnTo>
                <a:close/>
              </a:path>
              <a:path w="452120" h="360044">
                <a:moveTo>
                  <a:pt x="274835" y="67217"/>
                </a:moveTo>
                <a:lnTo>
                  <a:pt x="275272" y="67081"/>
                </a:lnTo>
                <a:lnTo>
                  <a:pt x="274835" y="67217"/>
                </a:lnTo>
                <a:close/>
              </a:path>
              <a:path w="452120" h="360044">
                <a:moveTo>
                  <a:pt x="274699" y="67259"/>
                </a:moveTo>
                <a:lnTo>
                  <a:pt x="274835" y="67217"/>
                </a:lnTo>
                <a:lnTo>
                  <a:pt x="274699" y="67259"/>
                </a:lnTo>
                <a:close/>
              </a:path>
              <a:path w="452120" h="360044">
                <a:moveTo>
                  <a:pt x="266997" y="69651"/>
                </a:moveTo>
                <a:lnTo>
                  <a:pt x="267360" y="69519"/>
                </a:lnTo>
                <a:lnTo>
                  <a:pt x="266997" y="69651"/>
                </a:lnTo>
                <a:close/>
              </a:path>
              <a:path w="452120" h="360044">
                <a:moveTo>
                  <a:pt x="266764" y="69735"/>
                </a:moveTo>
                <a:lnTo>
                  <a:pt x="266997" y="69651"/>
                </a:lnTo>
                <a:lnTo>
                  <a:pt x="266764" y="69735"/>
                </a:lnTo>
                <a:close/>
              </a:path>
              <a:path w="452120" h="360044">
                <a:moveTo>
                  <a:pt x="259261" y="72452"/>
                </a:moveTo>
                <a:lnTo>
                  <a:pt x="259651" y="72288"/>
                </a:lnTo>
                <a:lnTo>
                  <a:pt x="259261" y="72452"/>
                </a:lnTo>
                <a:close/>
              </a:path>
              <a:path w="452120" h="360044">
                <a:moveTo>
                  <a:pt x="259018" y="72555"/>
                </a:moveTo>
                <a:lnTo>
                  <a:pt x="259261" y="72452"/>
                </a:lnTo>
                <a:lnTo>
                  <a:pt x="259018" y="72555"/>
                </a:lnTo>
                <a:close/>
              </a:path>
              <a:path w="452120" h="360044">
                <a:moveTo>
                  <a:pt x="251677" y="75645"/>
                </a:moveTo>
                <a:lnTo>
                  <a:pt x="252133" y="75425"/>
                </a:lnTo>
                <a:lnTo>
                  <a:pt x="251677" y="75645"/>
                </a:lnTo>
                <a:close/>
              </a:path>
              <a:path w="452120" h="360044">
                <a:moveTo>
                  <a:pt x="251477" y="75742"/>
                </a:moveTo>
                <a:lnTo>
                  <a:pt x="251677" y="75645"/>
                </a:lnTo>
                <a:lnTo>
                  <a:pt x="251477" y="75742"/>
                </a:lnTo>
                <a:close/>
              </a:path>
              <a:path w="452120" h="360044">
                <a:moveTo>
                  <a:pt x="244468" y="79136"/>
                </a:moveTo>
                <a:lnTo>
                  <a:pt x="244817" y="78943"/>
                </a:lnTo>
                <a:lnTo>
                  <a:pt x="244468" y="79136"/>
                </a:lnTo>
                <a:close/>
              </a:path>
              <a:path w="452120" h="360044">
                <a:moveTo>
                  <a:pt x="244151" y="79311"/>
                </a:moveTo>
                <a:lnTo>
                  <a:pt x="244468" y="79136"/>
                </a:lnTo>
                <a:lnTo>
                  <a:pt x="244151" y="79311"/>
                </a:lnTo>
                <a:close/>
              </a:path>
              <a:path w="452120" h="360044">
                <a:moveTo>
                  <a:pt x="237370" y="83059"/>
                </a:moveTo>
                <a:lnTo>
                  <a:pt x="237693" y="82854"/>
                </a:lnTo>
                <a:lnTo>
                  <a:pt x="237370" y="83059"/>
                </a:lnTo>
                <a:close/>
              </a:path>
              <a:path w="452120" h="360044">
                <a:moveTo>
                  <a:pt x="237031" y="83273"/>
                </a:moveTo>
                <a:lnTo>
                  <a:pt x="237370" y="83059"/>
                </a:lnTo>
                <a:lnTo>
                  <a:pt x="237031" y="83273"/>
                </a:lnTo>
                <a:close/>
              </a:path>
              <a:path w="452120" h="360044">
                <a:moveTo>
                  <a:pt x="230444" y="87445"/>
                </a:moveTo>
                <a:lnTo>
                  <a:pt x="230771" y="87210"/>
                </a:lnTo>
                <a:lnTo>
                  <a:pt x="230444" y="87445"/>
                </a:lnTo>
                <a:close/>
              </a:path>
              <a:path w="452120" h="360044">
                <a:moveTo>
                  <a:pt x="230116" y="87680"/>
                </a:moveTo>
                <a:lnTo>
                  <a:pt x="230444" y="87445"/>
                </a:lnTo>
                <a:lnTo>
                  <a:pt x="230116" y="87680"/>
                </a:lnTo>
                <a:close/>
              </a:path>
              <a:path w="452120" h="360044">
                <a:moveTo>
                  <a:pt x="223354" y="92532"/>
                </a:moveTo>
                <a:lnTo>
                  <a:pt x="224040" y="92011"/>
                </a:lnTo>
                <a:lnTo>
                  <a:pt x="223750" y="92248"/>
                </a:lnTo>
                <a:lnTo>
                  <a:pt x="223354" y="92532"/>
                </a:lnTo>
                <a:close/>
              </a:path>
              <a:path w="452120" h="360044">
                <a:moveTo>
                  <a:pt x="223750" y="92248"/>
                </a:moveTo>
                <a:lnTo>
                  <a:pt x="224040" y="92011"/>
                </a:lnTo>
                <a:lnTo>
                  <a:pt x="223750" y="92248"/>
                </a:lnTo>
                <a:close/>
              </a:path>
              <a:path w="452120" h="360044">
                <a:moveTo>
                  <a:pt x="223402" y="92532"/>
                </a:moveTo>
                <a:lnTo>
                  <a:pt x="223750" y="92248"/>
                </a:lnTo>
                <a:lnTo>
                  <a:pt x="223402" y="92532"/>
                </a:lnTo>
                <a:close/>
              </a:path>
              <a:path w="452120" h="360044">
                <a:moveTo>
                  <a:pt x="216852" y="97878"/>
                </a:moveTo>
                <a:lnTo>
                  <a:pt x="217512" y="97307"/>
                </a:lnTo>
                <a:lnTo>
                  <a:pt x="217199" y="97595"/>
                </a:lnTo>
                <a:lnTo>
                  <a:pt x="216852" y="97878"/>
                </a:lnTo>
                <a:close/>
              </a:path>
              <a:path w="452120" h="360044">
                <a:moveTo>
                  <a:pt x="217199" y="97595"/>
                </a:moveTo>
                <a:lnTo>
                  <a:pt x="217512" y="97307"/>
                </a:lnTo>
                <a:lnTo>
                  <a:pt x="217199" y="97595"/>
                </a:lnTo>
                <a:close/>
              </a:path>
              <a:path w="452120" h="360044">
                <a:moveTo>
                  <a:pt x="216891" y="97878"/>
                </a:moveTo>
                <a:lnTo>
                  <a:pt x="217199" y="97595"/>
                </a:lnTo>
                <a:lnTo>
                  <a:pt x="216891" y="97878"/>
                </a:lnTo>
                <a:close/>
              </a:path>
              <a:path w="452120" h="360044">
                <a:moveTo>
                  <a:pt x="210540" y="103720"/>
                </a:moveTo>
                <a:lnTo>
                  <a:pt x="211162" y="103111"/>
                </a:lnTo>
                <a:lnTo>
                  <a:pt x="210857" y="103429"/>
                </a:lnTo>
                <a:lnTo>
                  <a:pt x="210540" y="103720"/>
                </a:lnTo>
                <a:close/>
              </a:path>
              <a:path w="452120" h="360044">
                <a:moveTo>
                  <a:pt x="210857" y="103429"/>
                </a:moveTo>
                <a:lnTo>
                  <a:pt x="211162" y="103111"/>
                </a:lnTo>
                <a:lnTo>
                  <a:pt x="210857" y="103429"/>
                </a:lnTo>
                <a:close/>
              </a:path>
              <a:path w="452120" h="360044">
                <a:moveTo>
                  <a:pt x="210577" y="103720"/>
                </a:moveTo>
                <a:lnTo>
                  <a:pt x="210857" y="103429"/>
                </a:lnTo>
                <a:lnTo>
                  <a:pt x="210577" y="103720"/>
                </a:lnTo>
                <a:close/>
              </a:path>
              <a:path w="452120" h="360044">
                <a:moveTo>
                  <a:pt x="204444" y="110109"/>
                </a:moveTo>
                <a:lnTo>
                  <a:pt x="205016" y="109474"/>
                </a:lnTo>
                <a:lnTo>
                  <a:pt x="204722" y="109819"/>
                </a:lnTo>
                <a:lnTo>
                  <a:pt x="204444" y="110109"/>
                </a:lnTo>
                <a:close/>
              </a:path>
              <a:path w="452120" h="360044">
                <a:moveTo>
                  <a:pt x="204722" y="109819"/>
                </a:moveTo>
                <a:lnTo>
                  <a:pt x="205016" y="109474"/>
                </a:lnTo>
                <a:lnTo>
                  <a:pt x="204722" y="109819"/>
                </a:lnTo>
                <a:close/>
              </a:path>
              <a:path w="452120" h="360044">
                <a:moveTo>
                  <a:pt x="204476" y="110109"/>
                </a:moveTo>
                <a:lnTo>
                  <a:pt x="204722" y="109819"/>
                </a:lnTo>
                <a:lnTo>
                  <a:pt x="204476" y="110109"/>
                </a:lnTo>
                <a:close/>
              </a:path>
              <a:path w="452120" h="360044">
                <a:moveTo>
                  <a:pt x="163639" y="117017"/>
                </a:moveTo>
                <a:lnTo>
                  <a:pt x="164996" y="114988"/>
                </a:lnTo>
                <a:lnTo>
                  <a:pt x="166928" y="113537"/>
                </a:lnTo>
                <a:lnTo>
                  <a:pt x="163639" y="117017"/>
                </a:lnTo>
                <a:close/>
              </a:path>
              <a:path w="452120" h="360044">
                <a:moveTo>
                  <a:pt x="198602" y="117017"/>
                </a:moveTo>
                <a:lnTo>
                  <a:pt x="163639" y="117017"/>
                </a:lnTo>
                <a:lnTo>
                  <a:pt x="166928" y="113537"/>
                </a:lnTo>
                <a:lnTo>
                  <a:pt x="201562" y="113537"/>
                </a:lnTo>
                <a:lnTo>
                  <a:pt x="199102" y="116433"/>
                </a:lnTo>
                <a:lnTo>
                  <a:pt x="198602" y="117017"/>
                </a:lnTo>
                <a:close/>
              </a:path>
              <a:path w="452120" h="360044">
                <a:moveTo>
                  <a:pt x="27177" y="359575"/>
                </a:moveTo>
                <a:lnTo>
                  <a:pt x="0" y="350710"/>
                </a:lnTo>
                <a:lnTo>
                  <a:pt x="2844" y="341998"/>
                </a:lnTo>
                <a:lnTo>
                  <a:pt x="5854" y="333349"/>
                </a:lnTo>
                <a:lnTo>
                  <a:pt x="23266" y="290931"/>
                </a:lnTo>
                <a:lnTo>
                  <a:pt x="44790" y="249974"/>
                </a:lnTo>
                <a:lnTo>
                  <a:pt x="69786" y="211772"/>
                </a:lnTo>
                <a:lnTo>
                  <a:pt x="98666" y="175844"/>
                </a:lnTo>
                <a:lnTo>
                  <a:pt x="131165" y="142887"/>
                </a:lnTo>
                <a:lnTo>
                  <a:pt x="164996" y="114988"/>
                </a:lnTo>
                <a:lnTo>
                  <a:pt x="163639" y="117017"/>
                </a:lnTo>
                <a:lnTo>
                  <a:pt x="198602" y="117017"/>
                </a:lnTo>
                <a:lnTo>
                  <a:pt x="193360" y="124002"/>
                </a:lnTo>
                <a:lnTo>
                  <a:pt x="192862" y="124663"/>
                </a:lnTo>
                <a:lnTo>
                  <a:pt x="187388" y="132892"/>
                </a:lnTo>
                <a:lnTo>
                  <a:pt x="185889" y="134772"/>
                </a:lnTo>
                <a:lnTo>
                  <a:pt x="184099" y="136372"/>
                </a:lnTo>
                <a:lnTo>
                  <a:pt x="177126" y="141617"/>
                </a:lnTo>
                <a:lnTo>
                  <a:pt x="170014" y="147193"/>
                </a:lnTo>
                <a:lnTo>
                  <a:pt x="163543" y="152527"/>
                </a:lnTo>
                <a:lnTo>
                  <a:pt x="156694" y="158394"/>
                </a:lnTo>
                <a:lnTo>
                  <a:pt x="150455" y="163982"/>
                </a:lnTo>
                <a:lnTo>
                  <a:pt x="143878" y="170103"/>
                </a:lnTo>
                <a:lnTo>
                  <a:pt x="137667" y="176161"/>
                </a:lnTo>
                <a:lnTo>
                  <a:pt x="131597" y="182333"/>
                </a:lnTo>
                <a:lnTo>
                  <a:pt x="125641" y="188633"/>
                </a:lnTo>
                <a:lnTo>
                  <a:pt x="119826" y="195046"/>
                </a:lnTo>
                <a:lnTo>
                  <a:pt x="114134" y="201574"/>
                </a:lnTo>
                <a:lnTo>
                  <a:pt x="108585" y="208216"/>
                </a:lnTo>
                <a:lnTo>
                  <a:pt x="103176" y="214960"/>
                </a:lnTo>
                <a:lnTo>
                  <a:pt x="97891" y="221805"/>
                </a:lnTo>
                <a:lnTo>
                  <a:pt x="92750" y="228765"/>
                </a:lnTo>
                <a:lnTo>
                  <a:pt x="87744" y="235813"/>
                </a:lnTo>
                <a:lnTo>
                  <a:pt x="82883" y="242963"/>
                </a:lnTo>
                <a:lnTo>
                  <a:pt x="78125" y="250266"/>
                </a:lnTo>
                <a:lnTo>
                  <a:pt x="73573" y="257543"/>
                </a:lnTo>
                <a:lnTo>
                  <a:pt x="69127" y="264960"/>
                </a:lnTo>
                <a:lnTo>
                  <a:pt x="64820" y="272465"/>
                </a:lnTo>
                <a:lnTo>
                  <a:pt x="60668" y="280047"/>
                </a:lnTo>
                <a:lnTo>
                  <a:pt x="42059" y="319049"/>
                </a:lnTo>
                <a:lnTo>
                  <a:pt x="29855" y="351358"/>
                </a:lnTo>
                <a:lnTo>
                  <a:pt x="27177" y="359575"/>
                </a:lnTo>
                <a:close/>
              </a:path>
              <a:path w="452120" h="360044">
                <a:moveTo>
                  <a:pt x="198837" y="116745"/>
                </a:moveTo>
                <a:lnTo>
                  <a:pt x="199072" y="116433"/>
                </a:lnTo>
                <a:lnTo>
                  <a:pt x="198837" y="116745"/>
                </a:lnTo>
                <a:close/>
              </a:path>
              <a:path w="452120" h="360044">
                <a:moveTo>
                  <a:pt x="198583" y="117081"/>
                </a:moveTo>
                <a:lnTo>
                  <a:pt x="198837" y="116745"/>
                </a:lnTo>
                <a:lnTo>
                  <a:pt x="198583" y="117081"/>
                </a:lnTo>
                <a:close/>
              </a:path>
              <a:path w="452120" h="360044">
                <a:moveTo>
                  <a:pt x="193111" y="124333"/>
                </a:moveTo>
                <a:lnTo>
                  <a:pt x="193332" y="124002"/>
                </a:lnTo>
                <a:lnTo>
                  <a:pt x="193111" y="124333"/>
                </a:lnTo>
                <a:close/>
              </a:path>
              <a:path w="452120" h="360044">
                <a:moveTo>
                  <a:pt x="192890" y="124663"/>
                </a:moveTo>
                <a:lnTo>
                  <a:pt x="193111" y="124333"/>
                </a:lnTo>
                <a:lnTo>
                  <a:pt x="192890" y="124663"/>
                </a:lnTo>
                <a:close/>
              </a:path>
              <a:path w="452120" h="360044">
                <a:moveTo>
                  <a:pt x="176872" y="141808"/>
                </a:moveTo>
                <a:lnTo>
                  <a:pt x="177114" y="141617"/>
                </a:lnTo>
                <a:lnTo>
                  <a:pt x="176872" y="141808"/>
                </a:lnTo>
                <a:close/>
              </a:path>
              <a:path w="452120" h="360044">
                <a:moveTo>
                  <a:pt x="170229" y="147024"/>
                </a:moveTo>
                <a:close/>
              </a:path>
              <a:path w="452120" h="360044">
                <a:moveTo>
                  <a:pt x="170024" y="147193"/>
                </a:moveTo>
                <a:lnTo>
                  <a:pt x="170229" y="147024"/>
                </a:lnTo>
                <a:lnTo>
                  <a:pt x="170024" y="147193"/>
                </a:lnTo>
                <a:close/>
              </a:path>
              <a:path w="452120" h="360044">
                <a:moveTo>
                  <a:pt x="163296" y="152730"/>
                </a:moveTo>
                <a:lnTo>
                  <a:pt x="163525" y="152527"/>
                </a:lnTo>
                <a:lnTo>
                  <a:pt x="163296" y="152730"/>
                </a:lnTo>
                <a:close/>
              </a:path>
              <a:path w="452120" h="360044">
                <a:moveTo>
                  <a:pt x="156734" y="158358"/>
                </a:moveTo>
                <a:lnTo>
                  <a:pt x="156921" y="158191"/>
                </a:lnTo>
                <a:lnTo>
                  <a:pt x="156734" y="158358"/>
                </a:lnTo>
                <a:close/>
              </a:path>
              <a:path w="452120" h="360044">
                <a:moveTo>
                  <a:pt x="156694" y="158394"/>
                </a:moveTo>
                <a:close/>
              </a:path>
              <a:path w="452120" h="360044">
                <a:moveTo>
                  <a:pt x="150228" y="164185"/>
                </a:moveTo>
                <a:lnTo>
                  <a:pt x="150444" y="163982"/>
                </a:lnTo>
                <a:lnTo>
                  <a:pt x="150228" y="164185"/>
                </a:lnTo>
                <a:close/>
              </a:path>
              <a:path w="452120" h="360044">
                <a:moveTo>
                  <a:pt x="144048" y="169945"/>
                </a:moveTo>
                <a:close/>
              </a:path>
              <a:path w="452120" h="360044">
                <a:moveTo>
                  <a:pt x="143885" y="170103"/>
                </a:moveTo>
                <a:lnTo>
                  <a:pt x="144048" y="169945"/>
                </a:lnTo>
                <a:lnTo>
                  <a:pt x="143885" y="170103"/>
                </a:lnTo>
                <a:close/>
              </a:path>
              <a:path w="452120" h="360044">
                <a:moveTo>
                  <a:pt x="137683" y="176161"/>
                </a:moveTo>
                <a:lnTo>
                  <a:pt x="137883" y="175958"/>
                </a:lnTo>
                <a:lnTo>
                  <a:pt x="137683" y="176161"/>
                </a:lnTo>
                <a:close/>
              </a:path>
              <a:path w="452120" h="360044">
                <a:moveTo>
                  <a:pt x="131608" y="182333"/>
                </a:moveTo>
                <a:lnTo>
                  <a:pt x="131800" y="182130"/>
                </a:lnTo>
                <a:lnTo>
                  <a:pt x="131608" y="182333"/>
                </a:lnTo>
                <a:close/>
              </a:path>
              <a:path w="452120" h="360044">
                <a:moveTo>
                  <a:pt x="125813" y="188450"/>
                </a:moveTo>
                <a:close/>
              </a:path>
              <a:path w="452120" h="360044">
                <a:moveTo>
                  <a:pt x="125648" y="188633"/>
                </a:moveTo>
                <a:lnTo>
                  <a:pt x="125813" y="188450"/>
                </a:lnTo>
                <a:lnTo>
                  <a:pt x="125648" y="188633"/>
                </a:lnTo>
                <a:close/>
              </a:path>
              <a:path w="452120" h="360044">
                <a:moveTo>
                  <a:pt x="119881" y="194984"/>
                </a:moveTo>
                <a:lnTo>
                  <a:pt x="120014" y="194830"/>
                </a:lnTo>
                <a:lnTo>
                  <a:pt x="119881" y="194984"/>
                </a:lnTo>
                <a:close/>
              </a:path>
              <a:path w="452120" h="360044">
                <a:moveTo>
                  <a:pt x="119826" y="195046"/>
                </a:moveTo>
                <a:close/>
              </a:path>
              <a:path w="452120" h="360044">
                <a:moveTo>
                  <a:pt x="114144" y="201574"/>
                </a:moveTo>
                <a:lnTo>
                  <a:pt x="114325" y="201358"/>
                </a:lnTo>
                <a:lnTo>
                  <a:pt x="114144" y="201574"/>
                </a:lnTo>
                <a:close/>
              </a:path>
              <a:path w="452120" h="360044">
                <a:moveTo>
                  <a:pt x="108755" y="208012"/>
                </a:moveTo>
                <a:close/>
              </a:path>
              <a:path w="452120" h="360044">
                <a:moveTo>
                  <a:pt x="108591" y="208216"/>
                </a:moveTo>
                <a:lnTo>
                  <a:pt x="108755" y="208012"/>
                </a:lnTo>
                <a:lnTo>
                  <a:pt x="108591" y="208216"/>
                </a:lnTo>
                <a:close/>
              </a:path>
              <a:path w="452120" h="360044">
                <a:moveTo>
                  <a:pt x="103208" y="214917"/>
                </a:moveTo>
                <a:lnTo>
                  <a:pt x="103352" y="214731"/>
                </a:lnTo>
                <a:lnTo>
                  <a:pt x="103208" y="214917"/>
                </a:lnTo>
                <a:close/>
              </a:path>
              <a:path w="452120" h="360044">
                <a:moveTo>
                  <a:pt x="103176" y="214960"/>
                </a:moveTo>
                <a:close/>
              </a:path>
              <a:path w="452120" h="360044">
                <a:moveTo>
                  <a:pt x="97909" y="221805"/>
                </a:moveTo>
                <a:lnTo>
                  <a:pt x="98069" y="221589"/>
                </a:lnTo>
                <a:lnTo>
                  <a:pt x="97909" y="221805"/>
                </a:lnTo>
                <a:close/>
              </a:path>
              <a:path w="452120" h="360044">
                <a:moveTo>
                  <a:pt x="92812" y="228677"/>
                </a:moveTo>
                <a:lnTo>
                  <a:pt x="92913" y="228536"/>
                </a:lnTo>
                <a:lnTo>
                  <a:pt x="92812" y="228677"/>
                </a:lnTo>
                <a:close/>
              </a:path>
              <a:path w="452120" h="360044">
                <a:moveTo>
                  <a:pt x="92750" y="228765"/>
                </a:moveTo>
                <a:close/>
              </a:path>
              <a:path w="452120" h="360044">
                <a:moveTo>
                  <a:pt x="87753" y="235813"/>
                </a:moveTo>
                <a:lnTo>
                  <a:pt x="87909" y="235584"/>
                </a:lnTo>
                <a:lnTo>
                  <a:pt x="87753" y="235813"/>
                </a:lnTo>
                <a:close/>
              </a:path>
              <a:path w="452120" h="360044">
                <a:moveTo>
                  <a:pt x="82957" y="242850"/>
                </a:moveTo>
                <a:close/>
              </a:path>
              <a:path w="452120" h="360044">
                <a:moveTo>
                  <a:pt x="82883" y="242963"/>
                </a:moveTo>
                <a:close/>
              </a:path>
              <a:path w="452120" h="360044">
                <a:moveTo>
                  <a:pt x="78190" y="250162"/>
                </a:moveTo>
                <a:lnTo>
                  <a:pt x="78308" y="249974"/>
                </a:lnTo>
                <a:lnTo>
                  <a:pt x="78190" y="250162"/>
                </a:lnTo>
                <a:close/>
              </a:path>
              <a:path w="452120" h="360044">
                <a:moveTo>
                  <a:pt x="78157" y="250215"/>
                </a:moveTo>
                <a:close/>
              </a:path>
              <a:path w="452120" h="360044">
                <a:moveTo>
                  <a:pt x="73633" y="257443"/>
                </a:moveTo>
                <a:lnTo>
                  <a:pt x="73710" y="257314"/>
                </a:lnTo>
                <a:lnTo>
                  <a:pt x="73633" y="257443"/>
                </a:lnTo>
                <a:close/>
              </a:path>
              <a:path w="452120" h="360044">
                <a:moveTo>
                  <a:pt x="73573" y="257543"/>
                </a:moveTo>
                <a:close/>
              </a:path>
              <a:path w="452120" h="360044">
                <a:moveTo>
                  <a:pt x="69155" y="264911"/>
                </a:moveTo>
                <a:lnTo>
                  <a:pt x="69265" y="264718"/>
                </a:lnTo>
                <a:lnTo>
                  <a:pt x="69155" y="264911"/>
                </a:lnTo>
                <a:close/>
              </a:path>
              <a:path w="452120" h="360044">
                <a:moveTo>
                  <a:pt x="69127" y="264960"/>
                </a:moveTo>
                <a:close/>
              </a:path>
              <a:path w="452120" h="360044">
                <a:moveTo>
                  <a:pt x="64828" y="272465"/>
                </a:moveTo>
                <a:lnTo>
                  <a:pt x="64960" y="272224"/>
                </a:lnTo>
                <a:lnTo>
                  <a:pt x="64828" y="272465"/>
                </a:lnTo>
                <a:close/>
              </a:path>
              <a:path w="452120" h="360044">
                <a:moveTo>
                  <a:pt x="60679" y="280026"/>
                </a:moveTo>
                <a:lnTo>
                  <a:pt x="60794" y="279806"/>
                </a:lnTo>
                <a:lnTo>
                  <a:pt x="60679" y="280026"/>
                </a:lnTo>
                <a:close/>
              </a:path>
              <a:path w="452120" h="360044">
                <a:moveTo>
                  <a:pt x="60668" y="280047"/>
                </a:moveTo>
                <a:close/>
              </a:path>
              <a:path w="452120" h="360044">
                <a:moveTo>
                  <a:pt x="56654" y="287705"/>
                </a:moveTo>
                <a:lnTo>
                  <a:pt x="56768" y="287464"/>
                </a:lnTo>
                <a:lnTo>
                  <a:pt x="56654" y="287705"/>
                </a:lnTo>
                <a:close/>
              </a:path>
              <a:path w="452120" h="360044">
                <a:moveTo>
                  <a:pt x="52781" y="295440"/>
                </a:moveTo>
                <a:lnTo>
                  <a:pt x="52895" y="295198"/>
                </a:lnTo>
                <a:lnTo>
                  <a:pt x="52781" y="295440"/>
                </a:lnTo>
                <a:close/>
              </a:path>
              <a:path w="452120" h="360044">
                <a:moveTo>
                  <a:pt x="49157" y="303034"/>
                </a:moveTo>
                <a:close/>
              </a:path>
              <a:path w="452120" h="360044">
                <a:moveTo>
                  <a:pt x="49064" y="303237"/>
                </a:moveTo>
                <a:lnTo>
                  <a:pt x="49157" y="303034"/>
                </a:lnTo>
                <a:lnTo>
                  <a:pt x="49064" y="303237"/>
                </a:lnTo>
                <a:close/>
              </a:path>
              <a:path w="452120" h="360044">
                <a:moveTo>
                  <a:pt x="45488" y="311111"/>
                </a:moveTo>
                <a:lnTo>
                  <a:pt x="45592" y="310870"/>
                </a:lnTo>
                <a:lnTo>
                  <a:pt x="45488" y="311111"/>
                </a:lnTo>
                <a:close/>
              </a:path>
              <a:path w="452120" h="360044">
                <a:moveTo>
                  <a:pt x="42062" y="319049"/>
                </a:moveTo>
                <a:lnTo>
                  <a:pt x="42163" y="318795"/>
                </a:lnTo>
                <a:lnTo>
                  <a:pt x="42062" y="319049"/>
                </a:lnTo>
                <a:close/>
              </a:path>
              <a:path w="452120" h="360044">
                <a:moveTo>
                  <a:pt x="38780" y="327037"/>
                </a:moveTo>
                <a:lnTo>
                  <a:pt x="38874" y="326796"/>
                </a:lnTo>
                <a:lnTo>
                  <a:pt x="38780" y="327037"/>
                </a:lnTo>
                <a:close/>
              </a:path>
              <a:path w="452120" h="360044">
                <a:moveTo>
                  <a:pt x="35657" y="335066"/>
                </a:moveTo>
                <a:lnTo>
                  <a:pt x="35737" y="334848"/>
                </a:lnTo>
                <a:lnTo>
                  <a:pt x="35657" y="335066"/>
                </a:lnTo>
                <a:close/>
              </a:path>
              <a:path w="452120" h="360044">
                <a:moveTo>
                  <a:pt x="35649" y="335089"/>
                </a:moveTo>
                <a:close/>
              </a:path>
              <a:path w="452120" h="360044">
                <a:moveTo>
                  <a:pt x="32689" y="343170"/>
                </a:moveTo>
                <a:lnTo>
                  <a:pt x="32765" y="342950"/>
                </a:lnTo>
                <a:lnTo>
                  <a:pt x="32689" y="343170"/>
                </a:lnTo>
                <a:close/>
              </a:path>
              <a:path w="452120" h="360044">
                <a:moveTo>
                  <a:pt x="32677" y="343204"/>
                </a:moveTo>
                <a:close/>
              </a:path>
              <a:path w="452120" h="360044">
                <a:moveTo>
                  <a:pt x="29855" y="351358"/>
                </a:moveTo>
                <a:lnTo>
                  <a:pt x="29933" y="351116"/>
                </a:lnTo>
                <a:lnTo>
                  <a:pt x="29855" y="35135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929059" y="3448621"/>
            <a:ext cx="268605" cy="625475"/>
          </a:xfrm>
          <a:custGeom>
            <a:avLst/>
            <a:gdLst/>
            <a:ahLst/>
            <a:cxnLst/>
            <a:rect l="l" t="t" r="r" b="b"/>
            <a:pathLst>
              <a:path w="268605" h="625475">
                <a:moveTo>
                  <a:pt x="29597" y="273837"/>
                </a:moveTo>
                <a:lnTo>
                  <a:pt x="1007" y="273837"/>
                </a:lnTo>
                <a:lnTo>
                  <a:pt x="550" y="266166"/>
                </a:lnTo>
                <a:lnTo>
                  <a:pt x="0" y="260134"/>
                </a:lnTo>
                <a:lnTo>
                  <a:pt x="4" y="256247"/>
                </a:lnTo>
                <a:lnTo>
                  <a:pt x="4525" y="223265"/>
                </a:lnTo>
                <a:lnTo>
                  <a:pt x="13047" y="158927"/>
                </a:lnTo>
                <a:lnTo>
                  <a:pt x="20299" y="111251"/>
                </a:lnTo>
                <a:lnTo>
                  <a:pt x="29494" y="63652"/>
                </a:lnTo>
                <a:lnTo>
                  <a:pt x="41724" y="15748"/>
                </a:lnTo>
                <a:lnTo>
                  <a:pt x="46537" y="0"/>
                </a:lnTo>
                <a:lnTo>
                  <a:pt x="73867" y="8381"/>
                </a:lnTo>
                <a:lnTo>
                  <a:pt x="69047" y="24117"/>
                </a:lnTo>
                <a:lnTo>
                  <a:pt x="64757" y="39458"/>
                </a:lnTo>
                <a:lnTo>
                  <a:pt x="54111" y="85420"/>
                </a:lnTo>
                <a:lnTo>
                  <a:pt x="45930" y="131699"/>
                </a:lnTo>
                <a:lnTo>
                  <a:pt x="37083" y="194729"/>
                </a:lnTo>
                <a:lnTo>
                  <a:pt x="32834" y="227139"/>
                </a:lnTo>
                <a:lnTo>
                  <a:pt x="28766" y="256908"/>
                </a:lnTo>
                <a:lnTo>
                  <a:pt x="28389" y="256908"/>
                </a:lnTo>
                <a:lnTo>
                  <a:pt x="28325" y="260134"/>
                </a:lnTo>
                <a:lnTo>
                  <a:pt x="28681" y="260134"/>
                </a:lnTo>
                <a:lnTo>
                  <a:pt x="29074" y="264464"/>
                </a:lnTo>
                <a:lnTo>
                  <a:pt x="29544" y="272440"/>
                </a:lnTo>
                <a:lnTo>
                  <a:pt x="29597" y="273837"/>
                </a:lnTo>
                <a:close/>
              </a:path>
              <a:path w="268605" h="625475">
                <a:moveTo>
                  <a:pt x="69107" y="23904"/>
                </a:moveTo>
                <a:lnTo>
                  <a:pt x="69143" y="23774"/>
                </a:lnTo>
                <a:lnTo>
                  <a:pt x="69107" y="23904"/>
                </a:lnTo>
                <a:close/>
              </a:path>
              <a:path w="268605" h="625475">
                <a:moveTo>
                  <a:pt x="69047" y="24117"/>
                </a:moveTo>
                <a:lnTo>
                  <a:pt x="69107" y="23904"/>
                </a:lnTo>
                <a:lnTo>
                  <a:pt x="69047" y="24117"/>
                </a:lnTo>
                <a:close/>
              </a:path>
              <a:path w="268605" h="625475">
                <a:moveTo>
                  <a:pt x="64761" y="39458"/>
                </a:moveTo>
                <a:lnTo>
                  <a:pt x="64838" y="39141"/>
                </a:lnTo>
                <a:lnTo>
                  <a:pt x="64761" y="39458"/>
                </a:lnTo>
                <a:close/>
              </a:path>
              <a:path w="268605" h="625475">
                <a:moveTo>
                  <a:pt x="60926" y="54525"/>
                </a:moveTo>
                <a:close/>
              </a:path>
              <a:path w="268605" h="625475">
                <a:moveTo>
                  <a:pt x="60868" y="54775"/>
                </a:moveTo>
                <a:lnTo>
                  <a:pt x="60926" y="54525"/>
                </a:lnTo>
                <a:lnTo>
                  <a:pt x="60868" y="54775"/>
                </a:lnTo>
                <a:close/>
              </a:path>
              <a:path w="268605" h="625475">
                <a:moveTo>
                  <a:pt x="57385" y="69862"/>
                </a:moveTo>
                <a:close/>
              </a:path>
              <a:path w="268605" h="625475">
                <a:moveTo>
                  <a:pt x="57337" y="70091"/>
                </a:moveTo>
                <a:lnTo>
                  <a:pt x="57385" y="69862"/>
                </a:lnTo>
                <a:lnTo>
                  <a:pt x="57337" y="70091"/>
                </a:lnTo>
                <a:close/>
              </a:path>
              <a:path w="268605" h="625475">
                <a:moveTo>
                  <a:pt x="54156" y="85181"/>
                </a:moveTo>
                <a:close/>
              </a:path>
              <a:path w="268605" h="625475">
                <a:moveTo>
                  <a:pt x="54111" y="85420"/>
                </a:moveTo>
                <a:lnTo>
                  <a:pt x="54156" y="85181"/>
                </a:lnTo>
                <a:lnTo>
                  <a:pt x="54111" y="85420"/>
                </a:lnTo>
                <a:close/>
              </a:path>
              <a:path w="268605" h="625475">
                <a:moveTo>
                  <a:pt x="51160" y="100784"/>
                </a:moveTo>
                <a:lnTo>
                  <a:pt x="51198" y="100571"/>
                </a:lnTo>
                <a:lnTo>
                  <a:pt x="51160" y="100784"/>
                </a:lnTo>
                <a:close/>
              </a:path>
              <a:path w="268605" h="625475">
                <a:moveTo>
                  <a:pt x="51160" y="100787"/>
                </a:moveTo>
                <a:close/>
              </a:path>
              <a:path w="268605" h="625475">
                <a:moveTo>
                  <a:pt x="48449" y="116204"/>
                </a:moveTo>
                <a:lnTo>
                  <a:pt x="48480" y="116014"/>
                </a:lnTo>
                <a:lnTo>
                  <a:pt x="48449" y="116204"/>
                </a:lnTo>
                <a:close/>
              </a:path>
              <a:path w="268605" h="625475">
                <a:moveTo>
                  <a:pt x="45930" y="131699"/>
                </a:moveTo>
                <a:lnTo>
                  <a:pt x="45953" y="131546"/>
                </a:lnTo>
                <a:lnTo>
                  <a:pt x="45930" y="131699"/>
                </a:lnTo>
                <a:close/>
              </a:path>
              <a:path w="268605" h="625475">
                <a:moveTo>
                  <a:pt x="43578" y="147269"/>
                </a:moveTo>
                <a:close/>
              </a:path>
              <a:path w="268605" h="625475">
                <a:moveTo>
                  <a:pt x="41343" y="162953"/>
                </a:moveTo>
                <a:close/>
              </a:path>
              <a:path w="268605" h="625475">
                <a:moveTo>
                  <a:pt x="4513" y="223354"/>
                </a:moveTo>
                <a:close/>
              </a:path>
              <a:path w="268605" h="625475">
                <a:moveTo>
                  <a:pt x="28325" y="260134"/>
                </a:moveTo>
                <a:lnTo>
                  <a:pt x="28389" y="256908"/>
                </a:lnTo>
                <a:lnTo>
                  <a:pt x="28475" y="257860"/>
                </a:lnTo>
                <a:lnTo>
                  <a:pt x="28415" y="259473"/>
                </a:lnTo>
                <a:lnTo>
                  <a:pt x="28325" y="260134"/>
                </a:lnTo>
                <a:close/>
              </a:path>
              <a:path w="268605" h="625475">
                <a:moveTo>
                  <a:pt x="28539" y="258567"/>
                </a:moveTo>
                <a:lnTo>
                  <a:pt x="28389" y="256908"/>
                </a:lnTo>
                <a:lnTo>
                  <a:pt x="28766" y="256908"/>
                </a:lnTo>
                <a:lnTo>
                  <a:pt x="28539" y="258567"/>
                </a:lnTo>
                <a:close/>
              </a:path>
              <a:path w="268605" h="625475">
                <a:moveTo>
                  <a:pt x="28681" y="260134"/>
                </a:moveTo>
                <a:lnTo>
                  <a:pt x="28325" y="260134"/>
                </a:lnTo>
                <a:lnTo>
                  <a:pt x="28539" y="258567"/>
                </a:lnTo>
                <a:lnTo>
                  <a:pt x="28681" y="260134"/>
                </a:lnTo>
                <a:close/>
              </a:path>
              <a:path w="268605" h="625475">
                <a:moveTo>
                  <a:pt x="576" y="266598"/>
                </a:moveTo>
                <a:lnTo>
                  <a:pt x="537" y="266166"/>
                </a:lnTo>
                <a:lnTo>
                  <a:pt x="576" y="266598"/>
                </a:lnTo>
                <a:close/>
              </a:path>
              <a:path w="268605" h="625475">
                <a:moveTo>
                  <a:pt x="29879" y="281660"/>
                </a:moveTo>
                <a:lnTo>
                  <a:pt x="1300" y="281660"/>
                </a:lnTo>
                <a:lnTo>
                  <a:pt x="1005" y="273800"/>
                </a:lnTo>
                <a:lnTo>
                  <a:pt x="29597" y="273837"/>
                </a:lnTo>
                <a:lnTo>
                  <a:pt x="29862" y="280822"/>
                </a:lnTo>
                <a:lnTo>
                  <a:pt x="29879" y="281660"/>
                </a:lnTo>
                <a:close/>
              </a:path>
              <a:path w="268605" h="625475">
                <a:moveTo>
                  <a:pt x="30044" y="290029"/>
                </a:moveTo>
                <a:lnTo>
                  <a:pt x="1477" y="290029"/>
                </a:lnTo>
                <a:lnTo>
                  <a:pt x="1287" y="281431"/>
                </a:lnTo>
                <a:lnTo>
                  <a:pt x="1300" y="281660"/>
                </a:lnTo>
                <a:lnTo>
                  <a:pt x="29879" y="281660"/>
                </a:lnTo>
                <a:lnTo>
                  <a:pt x="30044" y="290029"/>
                </a:lnTo>
                <a:close/>
              </a:path>
              <a:path w="268605" h="625475">
                <a:moveTo>
                  <a:pt x="88763" y="547344"/>
                </a:moveTo>
                <a:lnTo>
                  <a:pt x="53103" y="526923"/>
                </a:lnTo>
                <a:lnTo>
                  <a:pt x="28046" y="494703"/>
                </a:lnTo>
                <a:lnTo>
                  <a:pt x="13238" y="456323"/>
                </a:lnTo>
                <a:lnTo>
                  <a:pt x="5313" y="413257"/>
                </a:lnTo>
                <a:lnTo>
                  <a:pt x="2201" y="369925"/>
                </a:lnTo>
                <a:lnTo>
                  <a:pt x="1592" y="308076"/>
                </a:lnTo>
                <a:lnTo>
                  <a:pt x="1465" y="289813"/>
                </a:lnTo>
                <a:lnTo>
                  <a:pt x="1477" y="290029"/>
                </a:lnTo>
                <a:lnTo>
                  <a:pt x="30044" y="290029"/>
                </a:lnTo>
                <a:lnTo>
                  <a:pt x="30167" y="327698"/>
                </a:lnTo>
                <a:lnTo>
                  <a:pt x="30291" y="348310"/>
                </a:lnTo>
                <a:lnTo>
                  <a:pt x="30757" y="368693"/>
                </a:lnTo>
                <a:lnTo>
                  <a:pt x="31198" y="379107"/>
                </a:lnTo>
                <a:lnTo>
                  <a:pt x="31825" y="389470"/>
                </a:lnTo>
                <a:lnTo>
                  <a:pt x="32677" y="400088"/>
                </a:lnTo>
                <a:lnTo>
                  <a:pt x="33695" y="409917"/>
                </a:lnTo>
                <a:lnTo>
                  <a:pt x="34998" y="419900"/>
                </a:lnTo>
                <a:lnTo>
                  <a:pt x="36588" y="429666"/>
                </a:lnTo>
                <a:lnTo>
                  <a:pt x="38475" y="439153"/>
                </a:lnTo>
                <a:lnTo>
                  <a:pt x="40681" y="448322"/>
                </a:lnTo>
                <a:lnTo>
                  <a:pt x="43231" y="457111"/>
                </a:lnTo>
                <a:lnTo>
                  <a:pt x="43438" y="457822"/>
                </a:lnTo>
                <a:lnTo>
                  <a:pt x="46148" y="465493"/>
                </a:lnTo>
                <a:lnTo>
                  <a:pt x="46423" y="466280"/>
                </a:lnTo>
                <a:lnTo>
                  <a:pt x="49511" y="473646"/>
                </a:lnTo>
                <a:lnTo>
                  <a:pt x="49775" y="474281"/>
                </a:lnTo>
                <a:lnTo>
                  <a:pt x="51503" y="477888"/>
                </a:lnTo>
                <a:lnTo>
                  <a:pt x="53184" y="481101"/>
                </a:lnTo>
                <a:lnTo>
                  <a:pt x="55161" y="484631"/>
                </a:lnTo>
                <a:lnTo>
                  <a:pt x="57249" y="488022"/>
                </a:lnTo>
                <a:lnTo>
                  <a:pt x="59435" y="491274"/>
                </a:lnTo>
                <a:lnTo>
                  <a:pt x="61728" y="494398"/>
                </a:lnTo>
                <a:lnTo>
                  <a:pt x="64119" y="497370"/>
                </a:lnTo>
                <a:lnTo>
                  <a:pt x="64533" y="497878"/>
                </a:lnTo>
                <a:lnTo>
                  <a:pt x="66621" y="500202"/>
                </a:lnTo>
                <a:lnTo>
                  <a:pt x="67073" y="500710"/>
                </a:lnTo>
                <a:lnTo>
                  <a:pt x="69254" y="502907"/>
                </a:lnTo>
                <a:lnTo>
                  <a:pt x="71986" y="505460"/>
                </a:lnTo>
                <a:lnTo>
                  <a:pt x="72496" y="505929"/>
                </a:lnTo>
                <a:lnTo>
                  <a:pt x="74845" y="507873"/>
                </a:lnTo>
                <a:lnTo>
                  <a:pt x="75312" y="508266"/>
                </a:lnTo>
                <a:lnTo>
                  <a:pt x="77848" y="510133"/>
                </a:lnTo>
                <a:lnTo>
                  <a:pt x="80989" y="512267"/>
                </a:lnTo>
                <a:lnTo>
                  <a:pt x="81576" y="512660"/>
                </a:lnTo>
                <a:lnTo>
                  <a:pt x="84272" y="514248"/>
                </a:lnTo>
                <a:lnTo>
                  <a:pt x="84891" y="514616"/>
                </a:lnTo>
                <a:lnTo>
                  <a:pt x="87696" y="516077"/>
                </a:lnTo>
                <a:lnTo>
                  <a:pt x="88345" y="516420"/>
                </a:lnTo>
                <a:lnTo>
                  <a:pt x="91330" y="517766"/>
                </a:lnTo>
                <a:lnTo>
                  <a:pt x="91965" y="518058"/>
                </a:lnTo>
                <a:lnTo>
                  <a:pt x="95126" y="519302"/>
                </a:lnTo>
                <a:lnTo>
                  <a:pt x="95762" y="519556"/>
                </a:lnTo>
                <a:lnTo>
                  <a:pt x="99737" y="520890"/>
                </a:lnTo>
                <a:lnTo>
                  <a:pt x="101439" y="521601"/>
                </a:lnTo>
                <a:lnTo>
                  <a:pt x="103039" y="522516"/>
                </a:lnTo>
                <a:lnTo>
                  <a:pt x="111490" y="528129"/>
                </a:lnTo>
                <a:lnTo>
                  <a:pt x="120491" y="533882"/>
                </a:lnTo>
                <a:lnTo>
                  <a:pt x="130044" y="539724"/>
                </a:lnTo>
                <a:lnTo>
                  <a:pt x="140053" y="545566"/>
                </a:lnTo>
                <a:lnTo>
                  <a:pt x="141393" y="546315"/>
                </a:lnTo>
                <a:lnTo>
                  <a:pt x="87215" y="546315"/>
                </a:lnTo>
                <a:lnTo>
                  <a:pt x="88763" y="547344"/>
                </a:lnTo>
                <a:close/>
              </a:path>
              <a:path w="268605" h="625475">
                <a:moveTo>
                  <a:pt x="1592" y="308178"/>
                </a:moveTo>
                <a:close/>
              </a:path>
              <a:path w="268605" h="625475">
                <a:moveTo>
                  <a:pt x="30167" y="327698"/>
                </a:moveTo>
                <a:close/>
              </a:path>
              <a:path w="268605" h="625475">
                <a:moveTo>
                  <a:pt x="30286" y="348132"/>
                </a:moveTo>
                <a:lnTo>
                  <a:pt x="30281" y="347891"/>
                </a:lnTo>
                <a:lnTo>
                  <a:pt x="30286" y="348132"/>
                </a:lnTo>
                <a:close/>
              </a:path>
              <a:path w="268605" h="625475">
                <a:moveTo>
                  <a:pt x="38547" y="439515"/>
                </a:moveTo>
                <a:lnTo>
                  <a:pt x="38460" y="439153"/>
                </a:lnTo>
                <a:lnTo>
                  <a:pt x="38547" y="439515"/>
                </a:lnTo>
                <a:close/>
              </a:path>
              <a:path w="268605" h="625475">
                <a:moveTo>
                  <a:pt x="40855" y="448957"/>
                </a:moveTo>
                <a:lnTo>
                  <a:pt x="40736" y="448552"/>
                </a:lnTo>
                <a:lnTo>
                  <a:pt x="40855" y="448957"/>
                </a:lnTo>
                <a:close/>
              </a:path>
              <a:path w="268605" h="625475">
                <a:moveTo>
                  <a:pt x="43470" y="457822"/>
                </a:moveTo>
                <a:lnTo>
                  <a:pt x="43275" y="457260"/>
                </a:lnTo>
                <a:lnTo>
                  <a:pt x="43470" y="457822"/>
                </a:lnTo>
                <a:close/>
              </a:path>
              <a:path w="268605" h="625475">
                <a:moveTo>
                  <a:pt x="46304" y="465939"/>
                </a:moveTo>
                <a:lnTo>
                  <a:pt x="46118" y="465493"/>
                </a:lnTo>
                <a:lnTo>
                  <a:pt x="46304" y="465939"/>
                </a:lnTo>
                <a:close/>
              </a:path>
              <a:path w="268605" h="625475">
                <a:moveTo>
                  <a:pt x="46446" y="466280"/>
                </a:moveTo>
                <a:lnTo>
                  <a:pt x="46304" y="465939"/>
                </a:lnTo>
                <a:lnTo>
                  <a:pt x="46446" y="466280"/>
                </a:lnTo>
                <a:close/>
              </a:path>
              <a:path w="268605" h="625475">
                <a:moveTo>
                  <a:pt x="49622" y="473912"/>
                </a:moveTo>
                <a:lnTo>
                  <a:pt x="49496" y="473646"/>
                </a:lnTo>
                <a:lnTo>
                  <a:pt x="49622" y="473912"/>
                </a:lnTo>
                <a:close/>
              </a:path>
              <a:path w="268605" h="625475">
                <a:moveTo>
                  <a:pt x="49796" y="474281"/>
                </a:moveTo>
                <a:lnTo>
                  <a:pt x="49622" y="473912"/>
                </a:lnTo>
                <a:lnTo>
                  <a:pt x="49796" y="474281"/>
                </a:lnTo>
                <a:close/>
              </a:path>
              <a:path w="268605" h="625475">
                <a:moveTo>
                  <a:pt x="51523" y="477888"/>
                </a:moveTo>
                <a:lnTo>
                  <a:pt x="51287" y="477431"/>
                </a:lnTo>
                <a:lnTo>
                  <a:pt x="51523" y="477888"/>
                </a:lnTo>
                <a:close/>
              </a:path>
              <a:path w="268605" h="625475">
                <a:moveTo>
                  <a:pt x="53374" y="481468"/>
                </a:moveTo>
                <a:lnTo>
                  <a:pt x="53166" y="481101"/>
                </a:lnTo>
                <a:lnTo>
                  <a:pt x="53374" y="481468"/>
                </a:lnTo>
                <a:close/>
              </a:path>
              <a:path w="268605" h="625475">
                <a:moveTo>
                  <a:pt x="57445" y="488339"/>
                </a:moveTo>
                <a:lnTo>
                  <a:pt x="57230" y="488022"/>
                </a:lnTo>
                <a:lnTo>
                  <a:pt x="57445" y="488339"/>
                </a:lnTo>
                <a:close/>
              </a:path>
              <a:path w="268605" h="625475">
                <a:moveTo>
                  <a:pt x="59650" y="491591"/>
                </a:moveTo>
                <a:lnTo>
                  <a:pt x="59415" y="491274"/>
                </a:lnTo>
                <a:lnTo>
                  <a:pt x="59650" y="491591"/>
                </a:lnTo>
                <a:close/>
              </a:path>
              <a:path w="268605" h="625475">
                <a:moveTo>
                  <a:pt x="62000" y="494765"/>
                </a:moveTo>
                <a:lnTo>
                  <a:pt x="61701" y="494398"/>
                </a:lnTo>
                <a:lnTo>
                  <a:pt x="62000" y="494765"/>
                </a:lnTo>
                <a:close/>
              </a:path>
              <a:path w="268605" h="625475">
                <a:moveTo>
                  <a:pt x="64316" y="497612"/>
                </a:moveTo>
                <a:lnTo>
                  <a:pt x="64101" y="497370"/>
                </a:lnTo>
                <a:lnTo>
                  <a:pt x="64316" y="497612"/>
                </a:lnTo>
                <a:close/>
              </a:path>
              <a:path w="268605" h="625475">
                <a:moveTo>
                  <a:pt x="64553" y="497878"/>
                </a:moveTo>
                <a:lnTo>
                  <a:pt x="64316" y="497612"/>
                </a:lnTo>
                <a:lnTo>
                  <a:pt x="64553" y="497878"/>
                </a:lnTo>
                <a:close/>
              </a:path>
              <a:path w="268605" h="625475">
                <a:moveTo>
                  <a:pt x="66797" y="500400"/>
                </a:moveTo>
                <a:lnTo>
                  <a:pt x="66603" y="500202"/>
                </a:lnTo>
                <a:lnTo>
                  <a:pt x="66797" y="500400"/>
                </a:lnTo>
                <a:close/>
              </a:path>
              <a:path w="268605" h="625475">
                <a:moveTo>
                  <a:pt x="67101" y="500710"/>
                </a:moveTo>
                <a:lnTo>
                  <a:pt x="66797" y="500400"/>
                </a:lnTo>
                <a:lnTo>
                  <a:pt x="67101" y="500710"/>
                </a:lnTo>
                <a:close/>
              </a:path>
              <a:path w="268605" h="625475">
                <a:moveTo>
                  <a:pt x="69584" y="503244"/>
                </a:moveTo>
                <a:lnTo>
                  <a:pt x="69219" y="502907"/>
                </a:lnTo>
                <a:lnTo>
                  <a:pt x="69584" y="503244"/>
                </a:lnTo>
                <a:close/>
              </a:path>
              <a:path w="268605" h="625475">
                <a:moveTo>
                  <a:pt x="72222" y="505677"/>
                </a:moveTo>
                <a:lnTo>
                  <a:pt x="71962" y="505460"/>
                </a:lnTo>
                <a:lnTo>
                  <a:pt x="72222" y="505677"/>
                </a:lnTo>
                <a:close/>
              </a:path>
              <a:path w="268605" h="625475">
                <a:moveTo>
                  <a:pt x="72524" y="505929"/>
                </a:moveTo>
                <a:lnTo>
                  <a:pt x="72222" y="505677"/>
                </a:lnTo>
                <a:lnTo>
                  <a:pt x="72524" y="505929"/>
                </a:lnTo>
                <a:close/>
              </a:path>
              <a:path w="268605" h="625475">
                <a:moveTo>
                  <a:pt x="75054" y="508047"/>
                </a:moveTo>
                <a:lnTo>
                  <a:pt x="74820" y="507873"/>
                </a:lnTo>
                <a:lnTo>
                  <a:pt x="75054" y="508047"/>
                </a:lnTo>
                <a:close/>
              </a:path>
              <a:path w="268605" h="625475">
                <a:moveTo>
                  <a:pt x="75432" y="508330"/>
                </a:moveTo>
                <a:lnTo>
                  <a:pt x="75054" y="508047"/>
                </a:lnTo>
                <a:lnTo>
                  <a:pt x="75432" y="508330"/>
                </a:lnTo>
                <a:close/>
              </a:path>
              <a:path w="268605" h="625475">
                <a:moveTo>
                  <a:pt x="78233" y="510420"/>
                </a:moveTo>
                <a:lnTo>
                  <a:pt x="77804" y="510133"/>
                </a:lnTo>
                <a:lnTo>
                  <a:pt x="78233" y="510420"/>
                </a:lnTo>
                <a:close/>
              </a:path>
              <a:path w="268605" h="625475">
                <a:moveTo>
                  <a:pt x="81364" y="512518"/>
                </a:moveTo>
                <a:lnTo>
                  <a:pt x="80941" y="512267"/>
                </a:lnTo>
                <a:lnTo>
                  <a:pt x="81364" y="512518"/>
                </a:lnTo>
                <a:close/>
              </a:path>
              <a:path w="268605" h="625475">
                <a:moveTo>
                  <a:pt x="81603" y="512660"/>
                </a:moveTo>
                <a:lnTo>
                  <a:pt x="81364" y="512518"/>
                </a:lnTo>
                <a:lnTo>
                  <a:pt x="81603" y="512660"/>
                </a:lnTo>
                <a:close/>
              </a:path>
              <a:path w="268605" h="625475">
                <a:moveTo>
                  <a:pt x="84596" y="514441"/>
                </a:moveTo>
                <a:lnTo>
                  <a:pt x="84231" y="514248"/>
                </a:lnTo>
                <a:lnTo>
                  <a:pt x="84596" y="514441"/>
                </a:lnTo>
                <a:close/>
              </a:path>
              <a:path w="268605" h="625475">
                <a:moveTo>
                  <a:pt x="84928" y="514616"/>
                </a:moveTo>
                <a:lnTo>
                  <a:pt x="84596" y="514441"/>
                </a:lnTo>
                <a:lnTo>
                  <a:pt x="84928" y="514616"/>
                </a:lnTo>
                <a:close/>
              </a:path>
              <a:path w="268605" h="625475">
                <a:moveTo>
                  <a:pt x="87941" y="516206"/>
                </a:moveTo>
                <a:lnTo>
                  <a:pt x="87660" y="516077"/>
                </a:lnTo>
                <a:lnTo>
                  <a:pt x="87941" y="516206"/>
                </a:lnTo>
                <a:close/>
              </a:path>
              <a:path w="268605" h="625475">
                <a:moveTo>
                  <a:pt x="88405" y="516420"/>
                </a:moveTo>
                <a:lnTo>
                  <a:pt x="87941" y="516206"/>
                </a:lnTo>
                <a:lnTo>
                  <a:pt x="88405" y="516420"/>
                </a:lnTo>
                <a:close/>
              </a:path>
              <a:path w="268605" h="625475">
                <a:moveTo>
                  <a:pt x="91666" y="517920"/>
                </a:moveTo>
                <a:lnTo>
                  <a:pt x="91279" y="517766"/>
                </a:lnTo>
                <a:lnTo>
                  <a:pt x="91666" y="517920"/>
                </a:lnTo>
                <a:close/>
              </a:path>
              <a:path w="268605" h="625475">
                <a:moveTo>
                  <a:pt x="92010" y="518058"/>
                </a:moveTo>
                <a:lnTo>
                  <a:pt x="91666" y="517920"/>
                </a:lnTo>
                <a:lnTo>
                  <a:pt x="92010" y="518058"/>
                </a:lnTo>
                <a:close/>
              </a:path>
              <a:path w="268605" h="625475">
                <a:moveTo>
                  <a:pt x="95482" y="519445"/>
                </a:moveTo>
                <a:lnTo>
                  <a:pt x="95064" y="519302"/>
                </a:lnTo>
                <a:lnTo>
                  <a:pt x="95482" y="519445"/>
                </a:lnTo>
                <a:close/>
              </a:path>
              <a:path w="268605" h="625475">
                <a:moveTo>
                  <a:pt x="95811" y="519556"/>
                </a:moveTo>
                <a:lnTo>
                  <a:pt x="95482" y="519445"/>
                </a:lnTo>
                <a:lnTo>
                  <a:pt x="95811" y="519556"/>
                </a:lnTo>
                <a:close/>
              </a:path>
              <a:path w="268605" h="625475">
                <a:moveTo>
                  <a:pt x="266252" y="602640"/>
                </a:moveTo>
                <a:lnTo>
                  <a:pt x="201706" y="602640"/>
                </a:lnTo>
                <a:lnTo>
                  <a:pt x="209745" y="575221"/>
                </a:lnTo>
                <a:lnTo>
                  <a:pt x="188555" y="569009"/>
                </a:lnTo>
                <a:lnTo>
                  <a:pt x="195140" y="542201"/>
                </a:lnTo>
                <a:lnTo>
                  <a:pt x="266252" y="602640"/>
                </a:lnTo>
                <a:close/>
              </a:path>
              <a:path w="268605" h="625475">
                <a:moveTo>
                  <a:pt x="90517" y="547941"/>
                </a:moveTo>
                <a:lnTo>
                  <a:pt x="88763" y="547344"/>
                </a:lnTo>
                <a:lnTo>
                  <a:pt x="87215" y="546315"/>
                </a:lnTo>
                <a:lnTo>
                  <a:pt x="90517" y="547941"/>
                </a:lnTo>
                <a:close/>
              </a:path>
              <a:path w="268605" h="625475">
                <a:moveTo>
                  <a:pt x="144314" y="547941"/>
                </a:moveTo>
                <a:lnTo>
                  <a:pt x="90517" y="547941"/>
                </a:lnTo>
                <a:lnTo>
                  <a:pt x="87215" y="546315"/>
                </a:lnTo>
                <a:lnTo>
                  <a:pt x="141393" y="546315"/>
                </a:lnTo>
                <a:lnTo>
                  <a:pt x="144314" y="547941"/>
                </a:lnTo>
                <a:close/>
              </a:path>
              <a:path w="268605" h="625475">
                <a:moveTo>
                  <a:pt x="181733" y="596785"/>
                </a:moveTo>
                <a:lnTo>
                  <a:pt x="136821" y="576465"/>
                </a:lnTo>
                <a:lnTo>
                  <a:pt x="95876" y="552068"/>
                </a:lnTo>
                <a:lnTo>
                  <a:pt x="88763" y="547344"/>
                </a:lnTo>
                <a:lnTo>
                  <a:pt x="90517" y="547941"/>
                </a:lnTo>
                <a:lnTo>
                  <a:pt x="144314" y="547941"/>
                </a:lnTo>
                <a:lnTo>
                  <a:pt x="150429" y="551345"/>
                </a:lnTo>
                <a:lnTo>
                  <a:pt x="161108" y="556971"/>
                </a:lnTo>
                <a:lnTo>
                  <a:pt x="172035" y="562381"/>
                </a:lnTo>
                <a:lnTo>
                  <a:pt x="181862" y="566940"/>
                </a:lnTo>
                <a:lnTo>
                  <a:pt x="181500" y="566940"/>
                </a:lnTo>
                <a:lnTo>
                  <a:pt x="183481" y="567689"/>
                </a:lnTo>
                <a:lnTo>
                  <a:pt x="184056" y="567689"/>
                </a:lnTo>
                <a:lnTo>
                  <a:pt x="188555" y="569009"/>
                </a:lnTo>
                <a:lnTo>
                  <a:pt x="181733" y="596785"/>
                </a:lnTo>
                <a:close/>
              </a:path>
              <a:path w="268605" h="625475">
                <a:moveTo>
                  <a:pt x="183481" y="567689"/>
                </a:moveTo>
                <a:lnTo>
                  <a:pt x="181500" y="566940"/>
                </a:lnTo>
                <a:lnTo>
                  <a:pt x="182488" y="567230"/>
                </a:lnTo>
                <a:lnTo>
                  <a:pt x="183481" y="567689"/>
                </a:lnTo>
                <a:close/>
              </a:path>
              <a:path w="268605" h="625475">
                <a:moveTo>
                  <a:pt x="182488" y="567230"/>
                </a:moveTo>
                <a:lnTo>
                  <a:pt x="181500" y="566940"/>
                </a:lnTo>
                <a:lnTo>
                  <a:pt x="181862" y="566940"/>
                </a:lnTo>
                <a:lnTo>
                  <a:pt x="182488" y="567230"/>
                </a:lnTo>
                <a:close/>
              </a:path>
              <a:path w="268605" h="625475">
                <a:moveTo>
                  <a:pt x="184056" y="567689"/>
                </a:moveTo>
                <a:lnTo>
                  <a:pt x="183481" y="567689"/>
                </a:lnTo>
                <a:lnTo>
                  <a:pt x="182488" y="567230"/>
                </a:lnTo>
                <a:lnTo>
                  <a:pt x="184056" y="567689"/>
                </a:lnTo>
                <a:close/>
              </a:path>
              <a:path w="268605" h="625475">
                <a:moveTo>
                  <a:pt x="201706" y="602640"/>
                </a:moveTo>
                <a:lnTo>
                  <a:pt x="181733" y="596785"/>
                </a:lnTo>
                <a:lnTo>
                  <a:pt x="188555" y="569009"/>
                </a:lnTo>
                <a:lnTo>
                  <a:pt x="209745" y="575221"/>
                </a:lnTo>
                <a:lnTo>
                  <a:pt x="201706" y="602640"/>
                </a:lnTo>
                <a:close/>
              </a:path>
              <a:path w="268605" h="625475">
                <a:moveTo>
                  <a:pt x="174693" y="625449"/>
                </a:moveTo>
                <a:lnTo>
                  <a:pt x="181733" y="596785"/>
                </a:lnTo>
                <a:lnTo>
                  <a:pt x="201706" y="602640"/>
                </a:lnTo>
                <a:lnTo>
                  <a:pt x="266252" y="602640"/>
                </a:lnTo>
                <a:lnTo>
                  <a:pt x="268165" y="604265"/>
                </a:lnTo>
                <a:lnTo>
                  <a:pt x="174693" y="6254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567872" y="1112519"/>
            <a:ext cx="217932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0000"/>
                </a:solidFill>
                <a:latin typeface="Tahoma"/>
                <a:cs typeface="Tahoma"/>
              </a:rPr>
              <a:t>T</a:t>
            </a:r>
            <a:r>
              <a:rPr sz="2000" spc="-5" dirty="0">
                <a:solidFill>
                  <a:srgbClr val="FF0000"/>
                </a:solidFill>
                <a:latin typeface="Tahoma"/>
                <a:cs typeface="Tahoma"/>
              </a:rPr>
              <a:t>1</a:t>
            </a:r>
            <a:r>
              <a:rPr sz="2800" spc="-5" dirty="0">
                <a:solidFill>
                  <a:srgbClr val="FF0000"/>
                </a:solidFill>
                <a:latin typeface="Tahoma"/>
                <a:cs typeface="Tahoma"/>
              </a:rPr>
              <a:t>(IS) </a:t>
            </a:r>
            <a:r>
              <a:rPr sz="4200" spc="-7" baseline="-4960" dirty="0">
                <a:solidFill>
                  <a:srgbClr val="3333CC"/>
                </a:solidFill>
                <a:latin typeface="Tahoma"/>
                <a:cs typeface="Tahoma"/>
              </a:rPr>
              <a:t>,</a:t>
            </a:r>
            <a:r>
              <a:rPr sz="4200" spc="15" baseline="-4960" dirty="0">
                <a:solidFill>
                  <a:srgbClr val="3333CC"/>
                </a:solidFill>
                <a:latin typeface="Tahoma"/>
                <a:cs typeface="Tahoma"/>
              </a:rPr>
              <a:t> </a:t>
            </a:r>
            <a:r>
              <a:rPr sz="4200" spc="-7" baseline="-4960" dirty="0">
                <a:solidFill>
                  <a:srgbClr val="3333CC"/>
                </a:solidFill>
                <a:latin typeface="Tahoma"/>
                <a:cs typeface="Tahoma"/>
              </a:rPr>
              <a:t>T</a:t>
            </a:r>
            <a:r>
              <a:rPr sz="3000" spc="-7" baseline="-6944" dirty="0">
                <a:solidFill>
                  <a:srgbClr val="3333CC"/>
                </a:solidFill>
                <a:latin typeface="Tahoma"/>
                <a:cs typeface="Tahoma"/>
              </a:rPr>
              <a:t>2</a:t>
            </a:r>
            <a:r>
              <a:rPr sz="4200" spc="-7" baseline="-4960" dirty="0">
                <a:solidFill>
                  <a:srgbClr val="3333CC"/>
                </a:solidFill>
                <a:latin typeface="Tahoma"/>
                <a:cs typeface="Tahoma"/>
              </a:rPr>
              <a:t>(S)</a:t>
            </a:r>
            <a:endParaRPr sz="4200" baseline="-496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76</a:t>
            </a:fld>
            <a:endParaRPr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91540"/>
            <a:ext cx="17303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Example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3809517" y="1673644"/>
            <a:ext cx="49974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R</a:t>
            </a:r>
            <a:r>
              <a:rPr sz="3200" dirty="0">
                <a:latin typeface="Tahoma"/>
                <a:cs typeface="Tahoma"/>
              </a:rPr>
              <a:t>1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94612" y="2740444"/>
            <a:ext cx="30035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000" dirty="0">
                <a:latin typeface="Tahoma"/>
                <a:cs typeface="Tahoma"/>
              </a:rPr>
              <a:t>1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58875" y="1584325"/>
            <a:ext cx="4276598" cy="20662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899812" y="3045244"/>
            <a:ext cx="30035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000" dirty="0">
                <a:latin typeface="Tahoma"/>
                <a:cs typeface="Tahoma"/>
              </a:rPr>
              <a:t>3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340602" y="2727325"/>
            <a:ext cx="771271" cy="6946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576212" y="2816644"/>
            <a:ext cx="30035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000" dirty="0">
                <a:latin typeface="Tahoma"/>
                <a:cs typeface="Tahoma"/>
              </a:rPr>
              <a:t>4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438357" y="1813305"/>
            <a:ext cx="2137410" cy="923290"/>
          </a:xfrm>
          <a:custGeom>
            <a:avLst/>
            <a:gdLst/>
            <a:ahLst/>
            <a:cxnLst/>
            <a:rect l="l" t="t" r="r" b="b"/>
            <a:pathLst>
              <a:path w="2137409" h="923289">
                <a:moveTo>
                  <a:pt x="2133600" y="923163"/>
                </a:moveTo>
                <a:lnTo>
                  <a:pt x="0" y="8763"/>
                </a:lnTo>
                <a:lnTo>
                  <a:pt x="3759" y="0"/>
                </a:lnTo>
                <a:lnTo>
                  <a:pt x="2137359" y="914400"/>
                </a:lnTo>
                <a:lnTo>
                  <a:pt x="2133600" y="9231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071012" y="2759708"/>
            <a:ext cx="1000125" cy="1474470"/>
          </a:xfrm>
          <a:prstGeom prst="rect">
            <a:avLst/>
          </a:prstGeom>
        </p:spPr>
        <p:txBody>
          <a:bodyPr vert="horz" wrap="square" lIns="0" tIns="298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0"/>
              </a:spcBef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000" spc="-5" dirty="0"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  <a:p>
            <a:pPr marL="170815">
              <a:lnSpc>
                <a:spcPct val="100000"/>
              </a:lnSpc>
              <a:spcBef>
                <a:spcPts val="1960"/>
              </a:spcBef>
            </a:pPr>
            <a:r>
              <a:rPr sz="2800" spc="-5" dirty="0">
                <a:solidFill>
                  <a:srgbClr val="FF0000"/>
                </a:solidFill>
                <a:latin typeface="Tahoma"/>
                <a:cs typeface="Tahoma"/>
              </a:rPr>
              <a:t>T</a:t>
            </a:r>
            <a:r>
              <a:rPr sz="2000" spc="-5" dirty="0">
                <a:solidFill>
                  <a:srgbClr val="FF0000"/>
                </a:solidFill>
                <a:latin typeface="Tahoma"/>
                <a:cs typeface="Tahoma"/>
              </a:rPr>
              <a:t>1</a:t>
            </a:r>
            <a:r>
              <a:rPr sz="2800" spc="-5" dirty="0">
                <a:solidFill>
                  <a:srgbClr val="FF0000"/>
                </a:solidFill>
                <a:latin typeface="Tahoma"/>
                <a:cs typeface="Tahoma"/>
              </a:rPr>
              <a:t>(S)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050410" y="1341894"/>
            <a:ext cx="452120" cy="360045"/>
          </a:xfrm>
          <a:custGeom>
            <a:avLst/>
            <a:gdLst/>
            <a:ahLst/>
            <a:cxnLst/>
            <a:rect l="l" t="t" r="r" b="b"/>
            <a:pathLst>
              <a:path w="452120" h="360044">
                <a:moveTo>
                  <a:pt x="423949" y="57429"/>
                </a:moveTo>
                <a:lnTo>
                  <a:pt x="387375" y="57429"/>
                </a:lnTo>
                <a:lnTo>
                  <a:pt x="387527" y="28854"/>
                </a:lnTo>
                <a:lnTo>
                  <a:pt x="366206" y="28735"/>
                </a:lnTo>
                <a:lnTo>
                  <a:pt x="366585" y="0"/>
                </a:lnTo>
                <a:lnTo>
                  <a:pt x="451738" y="43992"/>
                </a:lnTo>
                <a:lnTo>
                  <a:pt x="423949" y="57429"/>
                </a:lnTo>
                <a:close/>
              </a:path>
              <a:path w="452120" h="360044">
                <a:moveTo>
                  <a:pt x="164996" y="114988"/>
                </a:moveTo>
                <a:lnTo>
                  <a:pt x="190602" y="83273"/>
                </a:lnTo>
                <a:lnTo>
                  <a:pt x="223138" y="58280"/>
                </a:lnTo>
                <a:lnTo>
                  <a:pt x="266801" y="39789"/>
                </a:lnTo>
                <a:lnTo>
                  <a:pt x="304990" y="32029"/>
                </a:lnTo>
                <a:lnTo>
                  <a:pt x="343471" y="28943"/>
                </a:lnTo>
                <a:lnTo>
                  <a:pt x="353313" y="28663"/>
                </a:lnTo>
                <a:lnTo>
                  <a:pt x="366206" y="28735"/>
                </a:lnTo>
                <a:lnTo>
                  <a:pt x="365830" y="57226"/>
                </a:lnTo>
                <a:lnTo>
                  <a:pt x="353631" y="57238"/>
                </a:lnTo>
                <a:lnTo>
                  <a:pt x="344974" y="57492"/>
                </a:lnTo>
                <a:lnTo>
                  <a:pt x="335279" y="57924"/>
                </a:lnTo>
                <a:lnTo>
                  <a:pt x="326148" y="58546"/>
                </a:lnTo>
                <a:lnTo>
                  <a:pt x="317157" y="59359"/>
                </a:lnTo>
                <a:lnTo>
                  <a:pt x="308330" y="60401"/>
                </a:lnTo>
                <a:lnTo>
                  <a:pt x="299643" y="61696"/>
                </a:lnTo>
                <a:lnTo>
                  <a:pt x="291134" y="63258"/>
                </a:lnTo>
                <a:lnTo>
                  <a:pt x="282816" y="65100"/>
                </a:lnTo>
                <a:lnTo>
                  <a:pt x="275351" y="67081"/>
                </a:lnTo>
                <a:lnTo>
                  <a:pt x="274675" y="67259"/>
                </a:lnTo>
                <a:lnTo>
                  <a:pt x="267420" y="69519"/>
                </a:lnTo>
                <a:lnTo>
                  <a:pt x="266725" y="69735"/>
                </a:lnTo>
                <a:lnTo>
                  <a:pt x="259714" y="72288"/>
                </a:lnTo>
                <a:lnTo>
                  <a:pt x="258978" y="72555"/>
                </a:lnTo>
                <a:lnTo>
                  <a:pt x="252201" y="75425"/>
                </a:lnTo>
                <a:lnTo>
                  <a:pt x="244867" y="78943"/>
                </a:lnTo>
                <a:lnTo>
                  <a:pt x="244106" y="79311"/>
                </a:lnTo>
                <a:lnTo>
                  <a:pt x="237740" y="82854"/>
                </a:lnTo>
                <a:lnTo>
                  <a:pt x="236981" y="83273"/>
                </a:lnTo>
                <a:lnTo>
                  <a:pt x="230815" y="87210"/>
                </a:lnTo>
                <a:lnTo>
                  <a:pt x="230073" y="87680"/>
                </a:lnTo>
                <a:lnTo>
                  <a:pt x="224080" y="92011"/>
                </a:lnTo>
                <a:lnTo>
                  <a:pt x="223354" y="92532"/>
                </a:lnTo>
                <a:lnTo>
                  <a:pt x="217552" y="97307"/>
                </a:lnTo>
                <a:lnTo>
                  <a:pt x="216852" y="97878"/>
                </a:lnTo>
                <a:lnTo>
                  <a:pt x="211203" y="103111"/>
                </a:lnTo>
                <a:lnTo>
                  <a:pt x="210540" y="103720"/>
                </a:lnTo>
                <a:lnTo>
                  <a:pt x="205054" y="109474"/>
                </a:lnTo>
                <a:lnTo>
                  <a:pt x="204444" y="110109"/>
                </a:lnTo>
                <a:lnTo>
                  <a:pt x="201562" y="113537"/>
                </a:lnTo>
                <a:lnTo>
                  <a:pt x="166928" y="113537"/>
                </a:lnTo>
                <a:lnTo>
                  <a:pt x="164996" y="114988"/>
                </a:lnTo>
                <a:close/>
              </a:path>
              <a:path w="452120" h="360044">
                <a:moveTo>
                  <a:pt x="387375" y="57429"/>
                </a:moveTo>
                <a:lnTo>
                  <a:pt x="365829" y="57307"/>
                </a:lnTo>
                <a:lnTo>
                  <a:pt x="366206" y="28735"/>
                </a:lnTo>
                <a:lnTo>
                  <a:pt x="387527" y="28854"/>
                </a:lnTo>
                <a:lnTo>
                  <a:pt x="387375" y="57429"/>
                </a:lnTo>
                <a:close/>
              </a:path>
              <a:path w="452120" h="360044">
                <a:moveTo>
                  <a:pt x="353681" y="57239"/>
                </a:moveTo>
                <a:lnTo>
                  <a:pt x="354126" y="57226"/>
                </a:lnTo>
                <a:lnTo>
                  <a:pt x="353681" y="57239"/>
                </a:lnTo>
                <a:close/>
              </a:path>
              <a:path w="452120" h="360044">
                <a:moveTo>
                  <a:pt x="365829" y="57307"/>
                </a:moveTo>
                <a:lnTo>
                  <a:pt x="353681" y="57239"/>
                </a:lnTo>
                <a:lnTo>
                  <a:pt x="354126" y="57226"/>
                </a:lnTo>
                <a:lnTo>
                  <a:pt x="365830" y="57226"/>
                </a:lnTo>
                <a:close/>
              </a:path>
              <a:path w="452120" h="360044">
                <a:moveTo>
                  <a:pt x="365455" y="85712"/>
                </a:moveTo>
                <a:lnTo>
                  <a:pt x="365829" y="57307"/>
                </a:lnTo>
                <a:lnTo>
                  <a:pt x="423949" y="57429"/>
                </a:lnTo>
                <a:lnTo>
                  <a:pt x="365455" y="85712"/>
                </a:lnTo>
                <a:close/>
              </a:path>
              <a:path w="452120" h="360044">
                <a:moveTo>
                  <a:pt x="344538" y="57505"/>
                </a:moveTo>
                <a:lnTo>
                  <a:pt x="344792" y="57492"/>
                </a:lnTo>
                <a:lnTo>
                  <a:pt x="344974" y="57492"/>
                </a:lnTo>
                <a:lnTo>
                  <a:pt x="344538" y="57505"/>
                </a:lnTo>
                <a:close/>
              </a:path>
              <a:path w="452120" h="360044">
                <a:moveTo>
                  <a:pt x="335383" y="57924"/>
                </a:moveTo>
                <a:lnTo>
                  <a:pt x="335572" y="57912"/>
                </a:lnTo>
                <a:lnTo>
                  <a:pt x="335383" y="57924"/>
                </a:lnTo>
                <a:close/>
              </a:path>
              <a:path w="452120" h="360044">
                <a:moveTo>
                  <a:pt x="326389" y="58530"/>
                </a:moveTo>
                <a:lnTo>
                  <a:pt x="326525" y="58521"/>
                </a:lnTo>
                <a:lnTo>
                  <a:pt x="326389" y="58530"/>
                </a:lnTo>
                <a:close/>
              </a:path>
              <a:path w="452120" h="360044">
                <a:moveTo>
                  <a:pt x="326208" y="58546"/>
                </a:moveTo>
                <a:lnTo>
                  <a:pt x="326389" y="58530"/>
                </a:lnTo>
                <a:lnTo>
                  <a:pt x="326208" y="58546"/>
                </a:lnTo>
                <a:close/>
              </a:path>
              <a:path w="452120" h="360044">
                <a:moveTo>
                  <a:pt x="317396" y="59338"/>
                </a:moveTo>
                <a:lnTo>
                  <a:pt x="317538" y="59321"/>
                </a:lnTo>
                <a:lnTo>
                  <a:pt x="317396" y="59338"/>
                </a:lnTo>
                <a:close/>
              </a:path>
              <a:path w="452120" h="360044">
                <a:moveTo>
                  <a:pt x="317213" y="59359"/>
                </a:moveTo>
                <a:lnTo>
                  <a:pt x="317396" y="59338"/>
                </a:lnTo>
                <a:lnTo>
                  <a:pt x="317213" y="59359"/>
                </a:lnTo>
                <a:close/>
              </a:path>
              <a:path w="452120" h="360044">
                <a:moveTo>
                  <a:pt x="308695" y="60358"/>
                </a:moveTo>
                <a:close/>
              </a:path>
              <a:path w="452120" h="360044">
                <a:moveTo>
                  <a:pt x="308406" y="60401"/>
                </a:moveTo>
                <a:lnTo>
                  <a:pt x="308695" y="60358"/>
                </a:lnTo>
                <a:lnTo>
                  <a:pt x="308406" y="60401"/>
                </a:lnTo>
                <a:close/>
              </a:path>
              <a:path w="452120" h="360044">
                <a:moveTo>
                  <a:pt x="299919" y="61655"/>
                </a:moveTo>
                <a:lnTo>
                  <a:pt x="300113" y="61620"/>
                </a:lnTo>
                <a:lnTo>
                  <a:pt x="299919" y="61655"/>
                </a:lnTo>
                <a:close/>
              </a:path>
              <a:path w="452120" h="360044">
                <a:moveTo>
                  <a:pt x="299696" y="61696"/>
                </a:moveTo>
                <a:lnTo>
                  <a:pt x="299919" y="61655"/>
                </a:lnTo>
                <a:lnTo>
                  <a:pt x="299696" y="61696"/>
                </a:lnTo>
                <a:close/>
              </a:path>
              <a:path w="452120" h="360044">
                <a:moveTo>
                  <a:pt x="291479" y="63195"/>
                </a:moveTo>
                <a:lnTo>
                  <a:pt x="291655" y="63157"/>
                </a:lnTo>
                <a:lnTo>
                  <a:pt x="291479" y="63195"/>
                </a:lnTo>
                <a:close/>
              </a:path>
              <a:path w="452120" h="360044">
                <a:moveTo>
                  <a:pt x="291193" y="63258"/>
                </a:moveTo>
                <a:lnTo>
                  <a:pt x="291479" y="63195"/>
                </a:lnTo>
                <a:lnTo>
                  <a:pt x="291193" y="63258"/>
                </a:lnTo>
                <a:close/>
              </a:path>
              <a:path w="452120" h="360044">
                <a:moveTo>
                  <a:pt x="283201" y="65015"/>
                </a:moveTo>
                <a:lnTo>
                  <a:pt x="283362" y="64973"/>
                </a:lnTo>
                <a:lnTo>
                  <a:pt x="283201" y="65015"/>
                </a:lnTo>
                <a:close/>
              </a:path>
              <a:path w="452120" h="360044">
                <a:moveTo>
                  <a:pt x="282879" y="65100"/>
                </a:moveTo>
                <a:lnTo>
                  <a:pt x="283201" y="65015"/>
                </a:lnTo>
                <a:lnTo>
                  <a:pt x="282879" y="65100"/>
                </a:lnTo>
                <a:close/>
              </a:path>
              <a:path w="452120" h="360044">
                <a:moveTo>
                  <a:pt x="274835" y="67217"/>
                </a:moveTo>
                <a:lnTo>
                  <a:pt x="275272" y="67081"/>
                </a:lnTo>
                <a:lnTo>
                  <a:pt x="274835" y="67217"/>
                </a:lnTo>
                <a:close/>
              </a:path>
              <a:path w="452120" h="360044">
                <a:moveTo>
                  <a:pt x="274699" y="67259"/>
                </a:moveTo>
                <a:lnTo>
                  <a:pt x="274835" y="67217"/>
                </a:lnTo>
                <a:lnTo>
                  <a:pt x="274699" y="67259"/>
                </a:lnTo>
                <a:close/>
              </a:path>
              <a:path w="452120" h="360044">
                <a:moveTo>
                  <a:pt x="266997" y="69651"/>
                </a:moveTo>
                <a:lnTo>
                  <a:pt x="267360" y="69519"/>
                </a:lnTo>
                <a:lnTo>
                  <a:pt x="266997" y="69651"/>
                </a:lnTo>
                <a:close/>
              </a:path>
              <a:path w="452120" h="360044">
                <a:moveTo>
                  <a:pt x="266764" y="69735"/>
                </a:moveTo>
                <a:lnTo>
                  <a:pt x="266997" y="69651"/>
                </a:lnTo>
                <a:lnTo>
                  <a:pt x="266764" y="69735"/>
                </a:lnTo>
                <a:close/>
              </a:path>
              <a:path w="452120" h="360044">
                <a:moveTo>
                  <a:pt x="259261" y="72452"/>
                </a:moveTo>
                <a:lnTo>
                  <a:pt x="259651" y="72288"/>
                </a:lnTo>
                <a:lnTo>
                  <a:pt x="259261" y="72452"/>
                </a:lnTo>
                <a:close/>
              </a:path>
              <a:path w="452120" h="360044">
                <a:moveTo>
                  <a:pt x="259018" y="72555"/>
                </a:moveTo>
                <a:lnTo>
                  <a:pt x="259261" y="72452"/>
                </a:lnTo>
                <a:lnTo>
                  <a:pt x="259018" y="72555"/>
                </a:lnTo>
                <a:close/>
              </a:path>
              <a:path w="452120" h="360044">
                <a:moveTo>
                  <a:pt x="251677" y="75645"/>
                </a:moveTo>
                <a:lnTo>
                  <a:pt x="252133" y="75425"/>
                </a:lnTo>
                <a:lnTo>
                  <a:pt x="251677" y="75645"/>
                </a:lnTo>
                <a:close/>
              </a:path>
              <a:path w="452120" h="360044">
                <a:moveTo>
                  <a:pt x="251477" y="75742"/>
                </a:moveTo>
                <a:lnTo>
                  <a:pt x="251677" y="75645"/>
                </a:lnTo>
                <a:lnTo>
                  <a:pt x="251477" y="75742"/>
                </a:lnTo>
                <a:close/>
              </a:path>
              <a:path w="452120" h="360044">
                <a:moveTo>
                  <a:pt x="244468" y="79136"/>
                </a:moveTo>
                <a:lnTo>
                  <a:pt x="244817" y="78943"/>
                </a:lnTo>
                <a:lnTo>
                  <a:pt x="244468" y="79136"/>
                </a:lnTo>
                <a:close/>
              </a:path>
              <a:path w="452120" h="360044">
                <a:moveTo>
                  <a:pt x="244151" y="79311"/>
                </a:moveTo>
                <a:lnTo>
                  <a:pt x="244468" y="79136"/>
                </a:lnTo>
                <a:lnTo>
                  <a:pt x="244151" y="79311"/>
                </a:lnTo>
                <a:close/>
              </a:path>
              <a:path w="452120" h="360044">
                <a:moveTo>
                  <a:pt x="237370" y="83059"/>
                </a:moveTo>
                <a:lnTo>
                  <a:pt x="237693" y="82854"/>
                </a:lnTo>
                <a:lnTo>
                  <a:pt x="237370" y="83059"/>
                </a:lnTo>
                <a:close/>
              </a:path>
              <a:path w="452120" h="360044">
                <a:moveTo>
                  <a:pt x="237031" y="83273"/>
                </a:moveTo>
                <a:lnTo>
                  <a:pt x="237370" y="83059"/>
                </a:lnTo>
                <a:lnTo>
                  <a:pt x="237031" y="83273"/>
                </a:lnTo>
                <a:close/>
              </a:path>
              <a:path w="452120" h="360044">
                <a:moveTo>
                  <a:pt x="230444" y="87445"/>
                </a:moveTo>
                <a:lnTo>
                  <a:pt x="230771" y="87210"/>
                </a:lnTo>
                <a:lnTo>
                  <a:pt x="230444" y="87445"/>
                </a:lnTo>
                <a:close/>
              </a:path>
              <a:path w="452120" h="360044">
                <a:moveTo>
                  <a:pt x="230116" y="87680"/>
                </a:moveTo>
                <a:lnTo>
                  <a:pt x="230444" y="87445"/>
                </a:lnTo>
                <a:lnTo>
                  <a:pt x="230116" y="87680"/>
                </a:lnTo>
                <a:close/>
              </a:path>
              <a:path w="452120" h="360044">
                <a:moveTo>
                  <a:pt x="223354" y="92532"/>
                </a:moveTo>
                <a:lnTo>
                  <a:pt x="224040" y="92011"/>
                </a:lnTo>
                <a:lnTo>
                  <a:pt x="223750" y="92248"/>
                </a:lnTo>
                <a:lnTo>
                  <a:pt x="223354" y="92532"/>
                </a:lnTo>
                <a:close/>
              </a:path>
              <a:path w="452120" h="360044">
                <a:moveTo>
                  <a:pt x="223750" y="92248"/>
                </a:moveTo>
                <a:lnTo>
                  <a:pt x="224040" y="92011"/>
                </a:lnTo>
                <a:lnTo>
                  <a:pt x="223750" y="92248"/>
                </a:lnTo>
                <a:close/>
              </a:path>
              <a:path w="452120" h="360044">
                <a:moveTo>
                  <a:pt x="223402" y="92532"/>
                </a:moveTo>
                <a:lnTo>
                  <a:pt x="223750" y="92248"/>
                </a:lnTo>
                <a:lnTo>
                  <a:pt x="223402" y="92532"/>
                </a:lnTo>
                <a:close/>
              </a:path>
              <a:path w="452120" h="360044">
                <a:moveTo>
                  <a:pt x="216852" y="97878"/>
                </a:moveTo>
                <a:lnTo>
                  <a:pt x="217512" y="97307"/>
                </a:lnTo>
                <a:lnTo>
                  <a:pt x="217199" y="97595"/>
                </a:lnTo>
                <a:lnTo>
                  <a:pt x="216852" y="97878"/>
                </a:lnTo>
                <a:close/>
              </a:path>
              <a:path w="452120" h="360044">
                <a:moveTo>
                  <a:pt x="217199" y="97595"/>
                </a:moveTo>
                <a:lnTo>
                  <a:pt x="217512" y="97307"/>
                </a:lnTo>
                <a:lnTo>
                  <a:pt x="217199" y="97595"/>
                </a:lnTo>
                <a:close/>
              </a:path>
              <a:path w="452120" h="360044">
                <a:moveTo>
                  <a:pt x="216891" y="97878"/>
                </a:moveTo>
                <a:lnTo>
                  <a:pt x="217199" y="97595"/>
                </a:lnTo>
                <a:lnTo>
                  <a:pt x="216891" y="97878"/>
                </a:lnTo>
                <a:close/>
              </a:path>
              <a:path w="452120" h="360044">
                <a:moveTo>
                  <a:pt x="210540" y="103720"/>
                </a:moveTo>
                <a:lnTo>
                  <a:pt x="211162" y="103111"/>
                </a:lnTo>
                <a:lnTo>
                  <a:pt x="210857" y="103429"/>
                </a:lnTo>
                <a:lnTo>
                  <a:pt x="210540" y="103720"/>
                </a:lnTo>
                <a:close/>
              </a:path>
              <a:path w="452120" h="360044">
                <a:moveTo>
                  <a:pt x="210857" y="103429"/>
                </a:moveTo>
                <a:lnTo>
                  <a:pt x="211162" y="103111"/>
                </a:lnTo>
                <a:lnTo>
                  <a:pt x="210857" y="103429"/>
                </a:lnTo>
                <a:close/>
              </a:path>
              <a:path w="452120" h="360044">
                <a:moveTo>
                  <a:pt x="210577" y="103720"/>
                </a:moveTo>
                <a:lnTo>
                  <a:pt x="210857" y="103429"/>
                </a:lnTo>
                <a:lnTo>
                  <a:pt x="210577" y="103720"/>
                </a:lnTo>
                <a:close/>
              </a:path>
              <a:path w="452120" h="360044">
                <a:moveTo>
                  <a:pt x="204444" y="110109"/>
                </a:moveTo>
                <a:lnTo>
                  <a:pt x="205016" y="109474"/>
                </a:lnTo>
                <a:lnTo>
                  <a:pt x="204722" y="109819"/>
                </a:lnTo>
                <a:lnTo>
                  <a:pt x="204444" y="110109"/>
                </a:lnTo>
                <a:close/>
              </a:path>
              <a:path w="452120" h="360044">
                <a:moveTo>
                  <a:pt x="204722" y="109819"/>
                </a:moveTo>
                <a:lnTo>
                  <a:pt x="205016" y="109474"/>
                </a:lnTo>
                <a:lnTo>
                  <a:pt x="204722" y="109819"/>
                </a:lnTo>
                <a:close/>
              </a:path>
              <a:path w="452120" h="360044">
                <a:moveTo>
                  <a:pt x="204476" y="110109"/>
                </a:moveTo>
                <a:lnTo>
                  <a:pt x="204722" y="109819"/>
                </a:lnTo>
                <a:lnTo>
                  <a:pt x="204476" y="110109"/>
                </a:lnTo>
                <a:close/>
              </a:path>
              <a:path w="452120" h="360044">
                <a:moveTo>
                  <a:pt x="163639" y="117017"/>
                </a:moveTo>
                <a:lnTo>
                  <a:pt x="164996" y="114988"/>
                </a:lnTo>
                <a:lnTo>
                  <a:pt x="166928" y="113537"/>
                </a:lnTo>
                <a:lnTo>
                  <a:pt x="163639" y="117017"/>
                </a:lnTo>
                <a:close/>
              </a:path>
              <a:path w="452120" h="360044">
                <a:moveTo>
                  <a:pt x="198602" y="117017"/>
                </a:moveTo>
                <a:lnTo>
                  <a:pt x="163639" y="117017"/>
                </a:lnTo>
                <a:lnTo>
                  <a:pt x="166928" y="113537"/>
                </a:lnTo>
                <a:lnTo>
                  <a:pt x="201562" y="113537"/>
                </a:lnTo>
                <a:lnTo>
                  <a:pt x="199102" y="116433"/>
                </a:lnTo>
                <a:lnTo>
                  <a:pt x="198602" y="117017"/>
                </a:lnTo>
                <a:close/>
              </a:path>
              <a:path w="452120" h="360044">
                <a:moveTo>
                  <a:pt x="27177" y="359575"/>
                </a:moveTo>
                <a:lnTo>
                  <a:pt x="0" y="350710"/>
                </a:lnTo>
                <a:lnTo>
                  <a:pt x="2844" y="341998"/>
                </a:lnTo>
                <a:lnTo>
                  <a:pt x="5854" y="333349"/>
                </a:lnTo>
                <a:lnTo>
                  <a:pt x="23266" y="290931"/>
                </a:lnTo>
                <a:lnTo>
                  <a:pt x="44790" y="249974"/>
                </a:lnTo>
                <a:lnTo>
                  <a:pt x="69786" y="211772"/>
                </a:lnTo>
                <a:lnTo>
                  <a:pt x="98666" y="175844"/>
                </a:lnTo>
                <a:lnTo>
                  <a:pt x="131165" y="142887"/>
                </a:lnTo>
                <a:lnTo>
                  <a:pt x="164996" y="114988"/>
                </a:lnTo>
                <a:lnTo>
                  <a:pt x="163639" y="117017"/>
                </a:lnTo>
                <a:lnTo>
                  <a:pt x="198602" y="117017"/>
                </a:lnTo>
                <a:lnTo>
                  <a:pt x="193360" y="124002"/>
                </a:lnTo>
                <a:lnTo>
                  <a:pt x="192862" y="124663"/>
                </a:lnTo>
                <a:lnTo>
                  <a:pt x="187388" y="132892"/>
                </a:lnTo>
                <a:lnTo>
                  <a:pt x="185889" y="134772"/>
                </a:lnTo>
                <a:lnTo>
                  <a:pt x="184099" y="136372"/>
                </a:lnTo>
                <a:lnTo>
                  <a:pt x="177126" y="141617"/>
                </a:lnTo>
                <a:lnTo>
                  <a:pt x="170014" y="147193"/>
                </a:lnTo>
                <a:lnTo>
                  <a:pt x="163543" y="152527"/>
                </a:lnTo>
                <a:lnTo>
                  <a:pt x="156694" y="158394"/>
                </a:lnTo>
                <a:lnTo>
                  <a:pt x="150455" y="163982"/>
                </a:lnTo>
                <a:lnTo>
                  <a:pt x="143878" y="170103"/>
                </a:lnTo>
                <a:lnTo>
                  <a:pt x="137667" y="176161"/>
                </a:lnTo>
                <a:lnTo>
                  <a:pt x="131597" y="182333"/>
                </a:lnTo>
                <a:lnTo>
                  <a:pt x="125641" y="188633"/>
                </a:lnTo>
                <a:lnTo>
                  <a:pt x="119826" y="195046"/>
                </a:lnTo>
                <a:lnTo>
                  <a:pt x="114134" y="201574"/>
                </a:lnTo>
                <a:lnTo>
                  <a:pt x="108585" y="208216"/>
                </a:lnTo>
                <a:lnTo>
                  <a:pt x="103176" y="214960"/>
                </a:lnTo>
                <a:lnTo>
                  <a:pt x="97891" y="221805"/>
                </a:lnTo>
                <a:lnTo>
                  <a:pt x="92750" y="228765"/>
                </a:lnTo>
                <a:lnTo>
                  <a:pt x="87744" y="235813"/>
                </a:lnTo>
                <a:lnTo>
                  <a:pt x="82883" y="242963"/>
                </a:lnTo>
                <a:lnTo>
                  <a:pt x="78125" y="250266"/>
                </a:lnTo>
                <a:lnTo>
                  <a:pt x="73573" y="257543"/>
                </a:lnTo>
                <a:lnTo>
                  <a:pt x="69127" y="264960"/>
                </a:lnTo>
                <a:lnTo>
                  <a:pt x="64820" y="272465"/>
                </a:lnTo>
                <a:lnTo>
                  <a:pt x="60668" y="280047"/>
                </a:lnTo>
                <a:lnTo>
                  <a:pt x="42059" y="319049"/>
                </a:lnTo>
                <a:lnTo>
                  <a:pt x="29855" y="351358"/>
                </a:lnTo>
                <a:lnTo>
                  <a:pt x="27177" y="359575"/>
                </a:lnTo>
                <a:close/>
              </a:path>
              <a:path w="452120" h="360044">
                <a:moveTo>
                  <a:pt x="198837" y="116745"/>
                </a:moveTo>
                <a:lnTo>
                  <a:pt x="199072" y="116433"/>
                </a:lnTo>
                <a:lnTo>
                  <a:pt x="198837" y="116745"/>
                </a:lnTo>
                <a:close/>
              </a:path>
              <a:path w="452120" h="360044">
                <a:moveTo>
                  <a:pt x="198583" y="117081"/>
                </a:moveTo>
                <a:lnTo>
                  <a:pt x="198837" y="116745"/>
                </a:lnTo>
                <a:lnTo>
                  <a:pt x="198583" y="117081"/>
                </a:lnTo>
                <a:close/>
              </a:path>
              <a:path w="452120" h="360044">
                <a:moveTo>
                  <a:pt x="193111" y="124333"/>
                </a:moveTo>
                <a:lnTo>
                  <a:pt x="193332" y="124002"/>
                </a:lnTo>
                <a:lnTo>
                  <a:pt x="193111" y="124333"/>
                </a:lnTo>
                <a:close/>
              </a:path>
              <a:path w="452120" h="360044">
                <a:moveTo>
                  <a:pt x="192890" y="124663"/>
                </a:moveTo>
                <a:lnTo>
                  <a:pt x="193111" y="124333"/>
                </a:lnTo>
                <a:lnTo>
                  <a:pt x="192890" y="124663"/>
                </a:lnTo>
                <a:close/>
              </a:path>
              <a:path w="452120" h="360044">
                <a:moveTo>
                  <a:pt x="176872" y="141808"/>
                </a:moveTo>
                <a:lnTo>
                  <a:pt x="177114" y="141617"/>
                </a:lnTo>
                <a:lnTo>
                  <a:pt x="176872" y="141808"/>
                </a:lnTo>
                <a:close/>
              </a:path>
              <a:path w="452120" h="360044">
                <a:moveTo>
                  <a:pt x="170229" y="147024"/>
                </a:moveTo>
                <a:close/>
              </a:path>
              <a:path w="452120" h="360044">
                <a:moveTo>
                  <a:pt x="170024" y="147193"/>
                </a:moveTo>
                <a:lnTo>
                  <a:pt x="170229" y="147024"/>
                </a:lnTo>
                <a:lnTo>
                  <a:pt x="170024" y="147193"/>
                </a:lnTo>
                <a:close/>
              </a:path>
              <a:path w="452120" h="360044">
                <a:moveTo>
                  <a:pt x="163296" y="152730"/>
                </a:moveTo>
                <a:lnTo>
                  <a:pt x="163525" y="152527"/>
                </a:lnTo>
                <a:lnTo>
                  <a:pt x="163296" y="152730"/>
                </a:lnTo>
                <a:close/>
              </a:path>
              <a:path w="452120" h="360044">
                <a:moveTo>
                  <a:pt x="156734" y="158358"/>
                </a:moveTo>
                <a:lnTo>
                  <a:pt x="156921" y="158191"/>
                </a:lnTo>
                <a:lnTo>
                  <a:pt x="156734" y="158358"/>
                </a:lnTo>
                <a:close/>
              </a:path>
              <a:path w="452120" h="360044">
                <a:moveTo>
                  <a:pt x="156694" y="158394"/>
                </a:moveTo>
                <a:close/>
              </a:path>
              <a:path w="452120" h="360044">
                <a:moveTo>
                  <a:pt x="150228" y="164185"/>
                </a:moveTo>
                <a:lnTo>
                  <a:pt x="150444" y="163982"/>
                </a:lnTo>
                <a:lnTo>
                  <a:pt x="150228" y="164185"/>
                </a:lnTo>
                <a:close/>
              </a:path>
              <a:path w="452120" h="360044">
                <a:moveTo>
                  <a:pt x="144048" y="169945"/>
                </a:moveTo>
                <a:close/>
              </a:path>
              <a:path w="452120" h="360044">
                <a:moveTo>
                  <a:pt x="143885" y="170103"/>
                </a:moveTo>
                <a:lnTo>
                  <a:pt x="144048" y="169945"/>
                </a:lnTo>
                <a:lnTo>
                  <a:pt x="143885" y="170103"/>
                </a:lnTo>
                <a:close/>
              </a:path>
              <a:path w="452120" h="360044">
                <a:moveTo>
                  <a:pt x="137683" y="176161"/>
                </a:moveTo>
                <a:lnTo>
                  <a:pt x="137883" y="175958"/>
                </a:lnTo>
                <a:lnTo>
                  <a:pt x="137683" y="176161"/>
                </a:lnTo>
                <a:close/>
              </a:path>
              <a:path w="452120" h="360044">
                <a:moveTo>
                  <a:pt x="131608" y="182333"/>
                </a:moveTo>
                <a:lnTo>
                  <a:pt x="131800" y="182130"/>
                </a:lnTo>
                <a:lnTo>
                  <a:pt x="131608" y="182333"/>
                </a:lnTo>
                <a:close/>
              </a:path>
              <a:path w="452120" h="360044">
                <a:moveTo>
                  <a:pt x="125813" y="188450"/>
                </a:moveTo>
                <a:close/>
              </a:path>
              <a:path w="452120" h="360044">
                <a:moveTo>
                  <a:pt x="125648" y="188633"/>
                </a:moveTo>
                <a:lnTo>
                  <a:pt x="125813" y="188450"/>
                </a:lnTo>
                <a:lnTo>
                  <a:pt x="125648" y="188633"/>
                </a:lnTo>
                <a:close/>
              </a:path>
              <a:path w="452120" h="360044">
                <a:moveTo>
                  <a:pt x="119881" y="194984"/>
                </a:moveTo>
                <a:lnTo>
                  <a:pt x="120014" y="194830"/>
                </a:lnTo>
                <a:lnTo>
                  <a:pt x="119881" y="194984"/>
                </a:lnTo>
                <a:close/>
              </a:path>
              <a:path w="452120" h="360044">
                <a:moveTo>
                  <a:pt x="119826" y="195046"/>
                </a:moveTo>
                <a:close/>
              </a:path>
              <a:path w="452120" h="360044">
                <a:moveTo>
                  <a:pt x="114144" y="201574"/>
                </a:moveTo>
                <a:lnTo>
                  <a:pt x="114325" y="201358"/>
                </a:lnTo>
                <a:lnTo>
                  <a:pt x="114144" y="201574"/>
                </a:lnTo>
                <a:close/>
              </a:path>
              <a:path w="452120" h="360044">
                <a:moveTo>
                  <a:pt x="108755" y="208012"/>
                </a:moveTo>
                <a:close/>
              </a:path>
              <a:path w="452120" h="360044">
                <a:moveTo>
                  <a:pt x="108591" y="208216"/>
                </a:moveTo>
                <a:lnTo>
                  <a:pt x="108755" y="208012"/>
                </a:lnTo>
                <a:lnTo>
                  <a:pt x="108591" y="208216"/>
                </a:lnTo>
                <a:close/>
              </a:path>
              <a:path w="452120" h="360044">
                <a:moveTo>
                  <a:pt x="103208" y="214917"/>
                </a:moveTo>
                <a:lnTo>
                  <a:pt x="103352" y="214731"/>
                </a:lnTo>
                <a:lnTo>
                  <a:pt x="103208" y="214917"/>
                </a:lnTo>
                <a:close/>
              </a:path>
              <a:path w="452120" h="360044">
                <a:moveTo>
                  <a:pt x="103176" y="214960"/>
                </a:moveTo>
                <a:close/>
              </a:path>
              <a:path w="452120" h="360044">
                <a:moveTo>
                  <a:pt x="97909" y="221805"/>
                </a:moveTo>
                <a:lnTo>
                  <a:pt x="98069" y="221589"/>
                </a:lnTo>
                <a:lnTo>
                  <a:pt x="97909" y="221805"/>
                </a:lnTo>
                <a:close/>
              </a:path>
              <a:path w="452120" h="360044">
                <a:moveTo>
                  <a:pt x="92812" y="228677"/>
                </a:moveTo>
                <a:lnTo>
                  <a:pt x="92913" y="228536"/>
                </a:lnTo>
                <a:lnTo>
                  <a:pt x="92812" y="228677"/>
                </a:lnTo>
                <a:close/>
              </a:path>
              <a:path w="452120" h="360044">
                <a:moveTo>
                  <a:pt x="92750" y="228765"/>
                </a:moveTo>
                <a:close/>
              </a:path>
              <a:path w="452120" h="360044">
                <a:moveTo>
                  <a:pt x="87753" y="235813"/>
                </a:moveTo>
                <a:lnTo>
                  <a:pt x="87909" y="235584"/>
                </a:lnTo>
                <a:lnTo>
                  <a:pt x="87753" y="235813"/>
                </a:lnTo>
                <a:close/>
              </a:path>
              <a:path w="452120" h="360044">
                <a:moveTo>
                  <a:pt x="82957" y="242850"/>
                </a:moveTo>
                <a:close/>
              </a:path>
              <a:path w="452120" h="360044">
                <a:moveTo>
                  <a:pt x="82883" y="242963"/>
                </a:moveTo>
                <a:close/>
              </a:path>
              <a:path w="452120" h="360044">
                <a:moveTo>
                  <a:pt x="78190" y="250162"/>
                </a:moveTo>
                <a:lnTo>
                  <a:pt x="78308" y="249974"/>
                </a:lnTo>
                <a:lnTo>
                  <a:pt x="78190" y="250162"/>
                </a:lnTo>
                <a:close/>
              </a:path>
              <a:path w="452120" h="360044">
                <a:moveTo>
                  <a:pt x="78157" y="250215"/>
                </a:moveTo>
                <a:close/>
              </a:path>
              <a:path w="452120" h="360044">
                <a:moveTo>
                  <a:pt x="73633" y="257443"/>
                </a:moveTo>
                <a:lnTo>
                  <a:pt x="73710" y="257314"/>
                </a:lnTo>
                <a:lnTo>
                  <a:pt x="73633" y="257443"/>
                </a:lnTo>
                <a:close/>
              </a:path>
              <a:path w="452120" h="360044">
                <a:moveTo>
                  <a:pt x="73573" y="257543"/>
                </a:moveTo>
                <a:close/>
              </a:path>
              <a:path w="452120" h="360044">
                <a:moveTo>
                  <a:pt x="69155" y="264911"/>
                </a:moveTo>
                <a:lnTo>
                  <a:pt x="69265" y="264718"/>
                </a:lnTo>
                <a:lnTo>
                  <a:pt x="69155" y="264911"/>
                </a:lnTo>
                <a:close/>
              </a:path>
              <a:path w="452120" h="360044">
                <a:moveTo>
                  <a:pt x="69127" y="264960"/>
                </a:moveTo>
                <a:close/>
              </a:path>
              <a:path w="452120" h="360044">
                <a:moveTo>
                  <a:pt x="64828" y="272465"/>
                </a:moveTo>
                <a:lnTo>
                  <a:pt x="64960" y="272224"/>
                </a:lnTo>
                <a:lnTo>
                  <a:pt x="64828" y="272465"/>
                </a:lnTo>
                <a:close/>
              </a:path>
              <a:path w="452120" h="360044">
                <a:moveTo>
                  <a:pt x="60679" y="280026"/>
                </a:moveTo>
                <a:lnTo>
                  <a:pt x="60794" y="279806"/>
                </a:lnTo>
                <a:lnTo>
                  <a:pt x="60679" y="280026"/>
                </a:lnTo>
                <a:close/>
              </a:path>
              <a:path w="452120" h="360044">
                <a:moveTo>
                  <a:pt x="60668" y="280047"/>
                </a:moveTo>
                <a:close/>
              </a:path>
              <a:path w="452120" h="360044">
                <a:moveTo>
                  <a:pt x="56654" y="287705"/>
                </a:moveTo>
                <a:lnTo>
                  <a:pt x="56768" y="287464"/>
                </a:lnTo>
                <a:lnTo>
                  <a:pt x="56654" y="287705"/>
                </a:lnTo>
                <a:close/>
              </a:path>
              <a:path w="452120" h="360044">
                <a:moveTo>
                  <a:pt x="52781" y="295440"/>
                </a:moveTo>
                <a:lnTo>
                  <a:pt x="52895" y="295198"/>
                </a:lnTo>
                <a:lnTo>
                  <a:pt x="52781" y="295440"/>
                </a:lnTo>
                <a:close/>
              </a:path>
              <a:path w="452120" h="360044">
                <a:moveTo>
                  <a:pt x="49157" y="303034"/>
                </a:moveTo>
                <a:close/>
              </a:path>
              <a:path w="452120" h="360044">
                <a:moveTo>
                  <a:pt x="49064" y="303237"/>
                </a:moveTo>
                <a:lnTo>
                  <a:pt x="49157" y="303034"/>
                </a:lnTo>
                <a:lnTo>
                  <a:pt x="49064" y="303237"/>
                </a:lnTo>
                <a:close/>
              </a:path>
              <a:path w="452120" h="360044">
                <a:moveTo>
                  <a:pt x="45488" y="311111"/>
                </a:moveTo>
                <a:lnTo>
                  <a:pt x="45592" y="310870"/>
                </a:lnTo>
                <a:lnTo>
                  <a:pt x="45488" y="311111"/>
                </a:lnTo>
                <a:close/>
              </a:path>
              <a:path w="452120" h="360044">
                <a:moveTo>
                  <a:pt x="42062" y="319049"/>
                </a:moveTo>
                <a:lnTo>
                  <a:pt x="42163" y="318795"/>
                </a:lnTo>
                <a:lnTo>
                  <a:pt x="42062" y="319049"/>
                </a:lnTo>
                <a:close/>
              </a:path>
              <a:path w="452120" h="360044">
                <a:moveTo>
                  <a:pt x="38780" y="327037"/>
                </a:moveTo>
                <a:lnTo>
                  <a:pt x="38874" y="326796"/>
                </a:lnTo>
                <a:lnTo>
                  <a:pt x="38780" y="327037"/>
                </a:lnTo>
                <a:close/>
              </a:path>
              <a:path w="452120" h="360044">
                <a:moveTo>
                  <a:pt x="35657" y="335066"/>
                </a:moveTo>
                <a:lnTo>
                  <a:pt x="35737" y="334848"/>
                </a:lnTo>
                <a:lnTo>
                  <a:pt x="35657" y="335066"/>
                </a:lnTo>
                <a:close/>
              </a:path>
              <a:path w="452120" h="360044">
                <a:moveTo>
                  <a:pt x="35649" y="335089"/>
                </a:moveTo>
                <a:close/>
              </a:path>
              <a:path w="452120" h="360044">
                <a:moveTo>
                  <a:pt x="32689" y="343170"/>
                </a:moveTo>
                <a:lnTo>
                  <a:pt x="32765" y="342950"/>
                </a:lnTo>
                <a:lnTo>
                  <a:pt x="32689" y="343170"/>
                </a:lnTo>
                <a:close/>
              </a:path>
              <a:path w="452120" h="360044">
                <a:moveTo>
                  <a:pt x="32677" y="343204"/>
                </a:moveTo>
                <a:close/>
              </a:path>
              <a:path w="452120" h="360044">
                <a:moveTo>
                  <a:pt x="29855" y="351358"/>
                </a:moveTo>
                <a:lnTo>
                  <a:pt x="29933" y="351116"/>
                </a:lnTo>
                <a:lnTo>
                  <a:pt x="29855" y="35135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929059" y="3448621"/>
            <a:ext cx="268605" cy="625475"/>
          </a:xfrm>
          <a:custGeom>
            <a:avLst/>
            <a:gdLst/>
            <a:ahLst/>
            <a:cxnLst/>
            <a:rect l="l" t="t" r="r" b="b"/>
            <a:pathLst>
              <a:path w="268605" h="625475">
                <a:moveTo>
                  <a:pt x="29597" y="273837"/>
                </a:moveTo>
                <a:lnTo>
                  <a:pt x="1007" y="273837"/>
                </a:lnTo>
                <a:lnTo>
                  <a:pt x="550" y="266166"/>
                </a:lnTo>
                <a:lnTo>
                  <a:pt x="0" y="260134"/>
                </a:lnTo>
                <a:lnTo>
                  <a:pt x="4" y="256247"/>
                </a:lnTo>
                <a:lnTo>
                  <a:pt x="4525" y="223265"/>
                </a:lnTo>
                <a:lnTo>
                  <a:pt x="13047" y="158927"/>
                </a:lnTo>
                <a:lnTo>
                  <a:pt x="20299" y="111251"/>
                </a:lnTo>
                <a:lnTo>
                  <a:pt x="29494" y="63652"/>
                </a:lnTo>
                <a:lnTo>
                  <a:pt x="41724" y="15748"/>
                </a:lnTo>
                <a:lnTo>
                  <a:pt x="46537" y="0"/>
                </a:lnTo>
                <a:lnTo>
                  <a:pt x="73867" y="8381"/>
                </a:lnTo>
                <a:lnTo>
                  <a:pt x="69047" y="24117"/>
                </a:lnTo>
                <a:lnTo>
                  <a:pt x="64757" y="39458"/>
                </a:lnTo>
                <a:lnTo>
                  <a:pt x="54111" y="85420"/>
                </a:lnTo>
                <a:lnTo>
                  <a:pt x="45930" y="131699"/>
                </a:lnTo>
                <a:lnTo>
                  <a:pt x="37083" y="194729"/>
                </a:lnTo>
                <a:lnTo>
                  <a:pt x="32834" y="227139"/>
                </a:lnTo>
                <a:lnTo>
                  <a:pt x="28766" y="256908"/>
                </a:lnTo>
                <a:lnTo>
                  <a:pt x="28389" y="256908"/>
                </a:lnTo>
                <a:lnTo>
                  <a:pt x="28325" y="260134"/>
                </a:lnTo>
                <a:lnTo>
                  <a:pt x="28681" y="260134"/>
                </a:lnTo>
                <a:lnTo>
                  <a:pt x="29074" y="264464"/>
                </a:lnTo>
                <a:lnTo>
                  <a:pt x="29544" y="272440"/>
                </a:lnTo>
                <a:lnTo>
                  <a:pt x="29597" y="273837"/>
                </a:lnTo>
                <a:close/>
              </a:path>
              <a:path w="268605" h="625475">
                <a:moveTo>
                  <a:pt x="69107" y="23904"/>
                </a:moveTo>
                <a:lnTo>
                  <a:pt x="69143" y="23774"/>
                </a:lnTo>
                <a:lnTo>
                  <a:pt x="69107" y="23904"/>
                </a:lnTo>
                <a:close/>
              </a:path>
              <a:path w="268605" h="625475">
                <a:moveTo>
                  <a:pt x="69047" y="24117"/>
                </a:moveTo>
                <a:lnTo>
                  <a:pt x="69107" y="23904"/>
                </a:lnTo>
                <a:lnTo>
                  <a:pt x="69047" y="24117"/>
                </a:lnTo>
                <a:close/>
              </a:path>
              <a:path w="268605" h="625475">
                <a:moveTo>
                  <a:pt x="64761" y="39458"/>
                </a:moveTo>
                <a:lnTo>
                  <a:pt x="64838" y="39141"/>
                </a:lnTo>
                <a:lnTo>
                  <a:pt x="64761" y="39458"/>
                </a:lnTo>
                <a:close/>
              </a:path>
              <a:path w="268605" h="625475">
                <a:moveTo>
                  <a:pt x="60926" y="54525"/>
                </a:moveTo>
                <a:close/>
              </a:path>
              <a:path w="268605" h="625475">
                <a:moveTo>
                  <a:pt x="60868" y="54775"/>
                </a:moveTo>
                <a:lnTo>
                  <a:pt x="60926" y="54525"/>
                </a:lnTo>
                <a:lnTo>
                  <a:pt x="60868" y="54775"/>
                </a:lnTo>
                <a:close/>
              </a:path>
              <a:path w="268605" h="625475">
                <a:moveTo>
                  <a:pt x="57385" y="69862"/>
                </a:moveTo>
                <a:close/>
              </a:path>
              <a:path w="268605" h="625475">
                <a:moveTo>
                  <a:pt x="57337" y="70091"/>
                </a:moveTo>
                <a:lnTo>
                  <a:pt x="57385" y="69862"/>
                </a:lnTo>
                <a:lnTo>
                  <a:pt x="57337" y="70091"/>
                </a:lnTo>
                <a:close/>
              </a:path>
              <a:path w="268605" h="625475">
                <a:moveTo>
                  <a:pt x="54156" y="85181"/>
                </a:moveTo>
                <a:close/>
              </a:path>
              <a:path w="268605" h="625475">
                <a:moveTo>
                  <a:pt x="54111" y="85420"/>
                </a:moveTo>
                <a:lnTo>
                  <a:pt x="54156" y="85181"/>
                </a:lnTo>
                <a:lnTo>
                  <a:pt x="54111" y="85420"/>
                </a:lnTo>
                <a:close/>
              </a:path>
              <a:path w="268605" h="625475">
                <a:moveTo>
                  <a:pt x="51160" y="100784"/>
                </a:moveTo>
                <a:lnTo>
                  <a:pt x="51198" y="100571"/>
                </a:lnTo>
                <a:lnTo>
                  <a:pt x="51160" y="100784"/>
                </a:lnTo>
                <a:close/>
              </a:path>
              <a:path w="268605" h="625475">
                <a:moveTo>
                  <a:pt x="51160" y="100787"/>
                </a:moveTo>
                <a:close/>
              </a:path>
              <a:path w="268605" h="625475">
                <a:moveTo>
                  <a:pt x="48449" y="116204"/>
                </a:moveTo>
                <a:lnTo>
                  <a:pt x="48480" y="116014"/>
                </a:lnTo>
                <a:lnTo>
                  <a:pt x="48449" y="116204"/>
                </a:lnTo>
                <a:close/>
              </a:path>
              <a:path w="268605" h="625475">
                <a:moveTo>
                  <a:pt x="45930" y="131699"/>
                </a:moveTo>
                <a:lnTo>
                  <a:pt x="45953" y="131546"/>
                </a:lnTo>
                <a:lnTo>
                  <a:pt x="45930" y="131699"/>
                </a:lnTo>
                <a:close/>
              </a:path>
              <a:path w="268605" h="625475">
                <a:moveTo>
                  <a:pt x="43578" y="147269"/>
                </a:moveTo>
                <a:close/>
              </a:path>
              <a:path w="268605" h="625475">
                <a:moveTo>
                  <a:pt x="41343" y="162953"/>
                </a:moveTo>
                <a:close/>
              </a:path>
              <a:path w="268605" h="625475">
                <a:moveTo>
                  <a:pt x="4513" y="223354"/>
                </a:moveTo>
                <a:close/>
              </a:path>
              <a:path w="268605" h="625475">
                <a:moveTo>
                  <a:pt x="28325" y="260134"/>
                </a:moveTo>
                <a:lnTo>
                  <a:pt x="28389" y="256908"/>
                </a:lnTo>
                <a:lnTo>
                  <a:pt x="28475" y="257860"/>
                </a:lnTo>
                <a:lnTo>
                  <a:pt x="28415" y="259473"/>
                </a:lnTo>
                <a:lnTo>
                  <a:pt x="28325" y="260134"/>
                </a:lnTo>
                <a:close/>
              </a:path>
              <a:path w="268605" h="625475">
                <a:moveTo>
                  <a:pt x="28539" y="258567"/>
                </a:moveTo>
                <a:lnTo>
                  <a:pt x="28389" y="256908"/>
                </a:lnTo>
                <a:lnTo>
                  <a:pt x="28766" y="256908"/>
                </a:lnTo>
                <a:lnTo>
                  <a:pt x="28539" y="258567"/>
                </a:lnTo>
                <a:close/>
              </a:path>
              <a:path w="268605" h="625475">
                <a:moveTo>
                  <a:pt x="28681" y="260134"/>
                </a:moveTo>
                <a:lnTo>
                  <a:pt x="28325" y="260134"/>
                </a:lnTo>
                <a:lnTo>
                  <a:pt x="28539" y="258567"/>
                </a:lnTo>
                <a:lnTo>
                  <a:pt x="28681" y="260134"/>
                </a:lnTo>
                <a:close/>
              </a:path>
              <a:path w="268605" h="625475">
                <a:moveTo>
                  <a:pt x="576" y="266598"/>
                </a:moveTo>
                <a:lnTo>
                  <a:pt x="537" y="266166"/>
                </a:lnTo>
                <a:lnTo>
                  <a:pt x="576" y="266598"/>
                </a:lnTo>
                <a:close/>
              </a:path>
              <a:path w="268605" h="625475">
                <a:moveTo>
                  <a:pt x="29879" y="281660"/>
                </a:moveTo>
                <a:lnTo>
                  <a:pt x="1300" y="281660"/>
                </a:lnTo>
                <a:lnTo>
                  <a:pt x="1005" y="273800"/>
                </a:lnTo>
                <a:lnTo>
                  <a:pt x="29597" y="273837"/>
                </a:lnTo>
                <a:lnTo>
                  <a:pt x="29862" y="280822"/>
                </a:lnTo>
                <a:lnTo>
                  <a:pt x="29879" y="281660"/>
                </a:lnTo>
                <a:close/>
              </a:path>
              <a:path w="268605" h="625475">
                <a:moveTo>
                  <a:pt x="30044" y="290029"/>
                </a:moveTo>
                <a:lnTo>
                  <a:pt x="1477" y="290029"/>
                </a:lnTo>
                <a:lnTo>
                  <a:pt x="1287" y="281431"/>
                </a:lnTo>
                <a:lnTo>
                  <a:pt x="1300" y="281660"/>
                </a:lnTo>
                <a:lnTo>
                  <a:pt x="29879" y="281660"/>
                </a:lnTo>
                <a:lnTo>
                  <a:pt x="30044" y="290029"/>
                </a:lnTo>
                <a:close/>
              </a:path>
              <a:path w="268605" h="625475">
                <a:moveTo>
                  <a:pt x="88763" y="547344"/>
                </a:moveTo>
                <a:lnTo>
                  <a:pt x="53103" y="526923"/>
                </a:lnTo>
                <a:lnTo>
                  <a:pt x="28046" y="494703"/>
                </a:lnTo>
                <a:lnTo>
                  <a:pt x="13238" y="456323"/>
                </a:lnTo>
                <a:lnTo>
                  <a:pt x="5313" y="413257"/>
                </a:lnTo>
                <a:lnTo>
                  <a:pt x="2201" y="369925"/>
                </a:lnTo>
                <a:lnTo>
                  <a:pt x="1592" y="308076"/>
                </a:lnTo>
                <a:lnTo>
                  <a:pt x="1465" y="289813"/>
                </a:lnTo>
                <a:lnTo>
                  <a:pt x="1477" y="290029"/>
                </a:lnTo>
                <a:lnTo>
                  <a:pt x="30044" y="290029"/>
                </a:lnTo>
                <a:lnTo>
                  <a:pt x="30167" y="327698"/>
                </a:lnTo>
                <a:lnTo>
                  <a:pt x="30291" y="348310"/>
                </a:lnTo>
                <a:lnTo>
                  <a:pt x="30757" y="368693"/>
                </a:lnTo>
                <a:lnTo>
                  <a:pt x="31198" y="379107"/>
                </a:lnTo>
                <a:lnTo>
                  <a:pt x="31825" y="389470"/>
                </a:lnTo>
                <a:lnTo>
                  <a:pt x="32677" y="400088"/>
                </a:lnTo>
                <a:lnTo>
                  <a:pt x="33695" y="409917"/>
                </a:lnTo>
                <a:lnTo>
                  <a:pt x="34998" y="419900"/>
                </a:lnTo>
                <a:lnTo>
                  <a:pt x="36588" y="429666"/>
                </a:lnTo>
                <a:lnTo>
                  <a:pt x="38475" y="439153"/>
                </a:lnTo>
                <a:lnTo>
                  <a:pt x="40681" y="448322"/>
                </a:lnTo>
                <a:lnTo>
                  <a:pt x="43231" y="457111"/>
                </a:lnTo>
                <a:lnTo>
                  <a:pt x="43438" y="457822"/>
                </a:lnTo>
                <a:lnTo>
                  <a:pt x="46148" y="465493"/>
                </a:lnTo>
                <a:lnTo>
                  <a:pt x="46423" y="466280"/>
                </a:lnTo>
                <a:lnTo>
                  <a:pt x="49511" y="473646"/>
                </a:lnTo>
                <a:lnTo>
                  <a:pt x="49775" y="474281"/>
                </a:lnTo>
                <a:lnTo>
                  <a:pt x="51503" y="477888"/>
                </a:lnTo>
                <a:lnTo>
                  <a:pt x="53184" y="481101"/>
                </a:lnTo>
                <a:lnTo>
                  <a:pt x="55161" y="484631"/>
                </a:lnTo>
                <a:lnTo>
                  <a:pt x="57249" y="488022"/>
                </a:lnTo>
                <a:lnTo>
                  <a:pt x="59435" y="491274"/>
                </a:lnTo>
                <a:lnTo>
                  <a:pt x="61728" y="494398"/>
                </a:lnTo>
                <a:lnTo>
                  <a:pt x="64119" y="497370"/>
                </a:lnTo>
                <a:lnTo>
                  <a:pt x="64533" y="497878"/>
                </a:lnTo>
                <a:lnTo>
                  <a:pt x="66621" y="500202"/>
                </a:lnTo>
                <a:lnTo>
                  <a:pt x="67073" y="500710"/>
                </a:lnTo>
                <a:lnTo>
                  <a:pt x="69254" y="502907"/>
                </a:lnTo>
                <a:lnTo>
                  <a:pt x="71986" y="505460"/>
                </a:lnTo>
                <a:lnTo>
                  <a:pt x="72496" y="505929"/>
                </a:lnTo>
                <a:lnTo>
                  <a:pt x="74845" y="507873"/>
                </a:lnTo>
                <a:lnTo>
                  <a:pt x="75312" y="508266"/>
                </a:lnTo>
                <a:lnTo>
                  <a:pt x="77848" y="510133"/>
                </a:lnTo>
                <a:lnTo>
                  <a:pt x="80989" y="512267"/>
                </a:lnTo>
                <a:lnTo>
                  <a:pt x="81576" y="512660"/>
                </a:lnTo>
                <a:lnTo>
                  <a:pt x="84272" y="514248"/>
                </a:lnTo>
                <a:lnTo>
                  <a:pt x="84891" y="514616"/>
                </a:lnTo>
                <a:lnTo>
                  <a:pt x="87696" y="516077"/>
                </a:lnTo>
                <a:lnTo>
                  <a:pt x="88345" y="516420"/>
                </a:lnTo>
                <a:lnTo>
                  <a:pt x="91330" y="517766"/>
                </a:lnTo>
                <a:lnTo>
                  <a:pt x="91965" y="518058"/>
                </a:lnTo>
                <a:lnTo>
                  <a:pt x="95126" y="519302"/>
                </a:lnTo>
                <a:lnTo>
                  <a:pt x="95762" y="519556"/>
                </a:lnTo>
                <a:lnTo>
                  <a:pt x="99737" y="520890"/>
                </a:lnTo>
                <a:lnTo>
                  <a:pt x="101439" y="521601"/>
                </a:lnTo>
                <a:lnTo>
                  <a:pt x="103039" y="522516"/>
                </a:lnTo>
                <a:lnTo>
                  <a:pt x="111490" y="528129"/>
                </a:lnTo>
                <a:lnTo>
                  <a:pt x="120491" y="533882"/>
                </a:lnTo>
                <a:lnTo>
                  <a:pt x="130044" y="539724"/>
                </a:lnTo>
                <a:lnTo>
                  <a:pt x="140053" y="545566"/>
                </a:lnTo>
                <a:lnTo>
                  <a:pt x="141393" y="546315"/>
                </a:lnTo>
                <a:lnTo>
                  <a:pt x="87215" y="546315"/>
                </a:lnTo>
                <a:lnTo>
                  <a:pt x="88763" y="547344"/>
                </a:lnTo>
                <a:close/>
              </a:path>
              <a:path w="268605" h="625475">
                <a:moveTo>
                  <a:pt x="1592" y="308178"/>
                </a:moveTo>
                <a:close/>
              </a:path>
              <a:path w="268605" h="625475">
                <a:moveTo>
                  <a:pt x="30167" y="327698"/>
                </a:moveTo>
                <a:close/>
              </a:path>
              <a:path w="268605" h="625475">
                <a:moveTo>
                  <a:pt x="30286" y="348132"/>
                </a:moveTo>
                <a:lnTo>
                  <a:pt x="30281" y="347891"/>
                </a:lnTo>
                <a:lnTo>
                  <a:pt x="30286" y="348132"/>
                </a:lnTo>
                <a:close/>
              </a:path>
              <a:path w="268605" h="625475">
                <a:moveTo>
                  <a:pt x="38547" y="439515"/>
                </a:moveTo>
                <a:lnTo>
                  <a:pt x="38460" y="439153"/>
                </a:lnTo>
                <a:lnTo>
                  <a:pt x="38547" y="439515"/>
                </a:lnTo>
                <a:close/>
              </a:path>
              <a:path w="268605" h="625475">
                <a:moveTo>
                  <a:pt x="40855" y="448957"/>
                </a:moveTo>
                <a:lnTo>
                  <a:pt x="40736" y="448552"/>
                </a:lnTo>
                <a:lnTo>
                  <a:pt x="40855" y="448957"/>
                </a:lnTo>
                <a:close/>
              </a:path>
              <a:path w="268605" h="625475">
                <a:moveTo>
                  <a:pt x="43470" y="457822"/>
                </a:moveTo>
                <a:lnTo>
                  <a:pt x="43275" y="457260"/>
                </a:lnTo>
                <a:lnTo>
                  <a:pt x="43470" y="457822"/>
                </a:lnTo>
                <a:close/>
              </a:path>
              <a:path w="268605" h="625475">
                <a:moveTo>
                  <a:pt x="46304" y="465939"/>
                </a:moveTo>
                <a:lnTo>
                  <a:pt x="46118" y="465493"/>
                </a:lnTo>
                <a:lnTo>
                  <a:pt x="46304" y="465939"/>
                </a:lnTo>
                <a:close/>
              </a:path>
              <a:path w="268605" h="625475">
                <a:moveTo>
                  <a:pt x="46446" y="466280"/>
                </a:moveTo>
                <a:lnTo>
                  <a:pt x="46304" y="465939"/>
                </a:lnTo>
                <a:lnTo>
                  <a:pt x="46446" y="466280"/>
                </a:lnTo>
                <a:close/>
              </a:path>
              <a:path w="268605" h="625475">
                <a:moveTo>
                  <a:pt x="49622" y="473912"/>
                </a:moveTo>
                <a:lnTo>
                  <a:pt x="49496" y="473646"/>
                </a:lnTo>
                <a:lnTo>
                  <a:pt x="49622" y="473912"/>
                </a:lnTo>
                <a:close/>
              </a:path>
              <a:path w="268605" h="625475">
                <a:moveTo>
                  <a:pt x="49796" y="474281"/>
                </a:moveTo>
                <a:lnTo>
                  <a:pt x="49622" y="473912"/>
                </a:lnTo>
                <a:lnTo>
                  <a:pt x="49796" y="474281"/>
                </a:lnTo>
                <a:close/>
              </a:path>
              <a:path w="268605" h="625475">
                <a:moveTo>
                  <a:pt x="51523" y="477888"/>
                </a:moveTo>
                <a:lnTo>
                  <a:pt x="51287" y="477431"/>
                </a:lnTo>
                <a:lnTo>
                  <a:pt x="51523" y="477888"/>
                </a:lnTo>
                <a:close/>
              </a:path>
              <a:path w="268605" h="625475">
                <a:moveTo>
                  <a:pt x="53374" y="481468"/>
                </a:moveTo>
                <a:lnTo>
                  <a:pt x="53166" y="481101"/>
                </a:lnTo>
                <a:lnTo>
                  <a:pt x="53374" y="481468"/>
                </a:lnTo>
                <a:close/>
              </a:path>
              <a:path w="268605" h="625475">
                <a:moveTo>
                  <a:pt x="57445" y="488339"/>
                </a:moveTo>
                <a:lnTo>
                  <a:pt x="57230" y="488022"/>
                </a:lnTo>
                <a:lnTo>
                  <a:pt x="57445" y="488339"/>
                </a:lnTo>
                <a:close/>
              </a:path>
              <a:path w="268605" h="625475">
                <a:moveTo>
                  <a:pt x="59650" y="491591"/>
                </a:moveTo>
                <a:lnTo>
                  <a:pt x="59415" y="491274"/>
                </a:lnTo>
                <a:lnTo>
                  <a:pt x="59650" y="491591"/>
                </a:lnTo>
                <a:close/>
              </a:path>
              <a:path w="268605" h="625475">
                <a:moveTo>
                  <a:pt x="62000" y="494765"/>
                </a:moveTo>
                <a:lnTo>
                  <a:pt x="61701" y="494398"/>
                </a:lnTo>
                <a:lnTo>
                  <a:pt x="62000" y="494765"/>
                </a:lnTo>
                <a:close/>
              </a:path>
              <a:path w="268605" h="625475">
                <a:moveTo>
                  <a:pt x="64316" y="497612"/>
                </a:moveTo>
                <a:lnTo>
                  <a:pt x="64101" y="497370"/>
                </a:lnTo>
                <a:lnTo>
                  <a:pt x="64316" y="497612"/>
                </a:lnTo>
                <a:close/>
              </a:path>
              <a:path w="268605" h="625475">
                <a:moveTo>
                  <a:pt x="64553" y="497878"/>
                </a:moveTo>
                <a:lnTo>
                  <a:pt x="64316" y="497612"/>
                </a:lnTo>
                <a:lnTo>
                  <a:pt x="64553" y="497878"/>
                </a:lnTo>
                <a:close/>
              </a:path>
              <a:path w="268605" h="625475">
                <a:moveTo>
                  <a:pt x="66797" y="500400"/>
                </a:moveTo>
                <a:lnTo>
                  <a:pt x="66603" y="500202"/>
                </a:lnTo>
                <a:lnTo>
                  <a:pt x="66797" y="500400"/>
                </a:lnTo>
                <a:close/>
              </a:path>
              <a:path w="268605" h="625475">
                <a:moveTo>
                  <a:pt x="67101" y="500710"/>
                </a:moveTo>
                <a:lnTo>
                  <a:pt x="66797" y="500400"/>
                </a:lnTo>
                <a:lnTo>
                  <a:pt x="67101" y="500710"/>
                </a:lnTo>
                <a:close/>
              </a:path>
              <a:path w="268605" h="625475">
                <a:moveTo>
                  <a:pt x="69584" y="503244"/>
                </a:moveTo>
                <a:lnTo>
                  <a:pt x="69219" y="502907"/>
                </a:lnTo>
                <a:lnTo>
                  <a:pt x="69584" y="503244"/>
                </a:lnTo>
                <a:close/>
              </a:path>
              <a:path w="268605" h="625475">
                <a:moveTo>
                  <a:pt x="72222" y="505677"/>
                </a:moveTo>
                <a:lnTo>
                  <a:pt x="71962" y="505460"/>
                </a:lnTo>
                <a:lnTo>
                  <a:pt x="72222" y="505677"/>
                </a:lnTo>
                <a:close/>
              </a:path>
              <a:path w="268605" h="625475">
                <a:moveTo>
                  <a:pt x="72524" y="505929"/>
                </a:moveTo>
                <a:lnTo>
                  <a:pt x="72222" y="505677"/>
                </a:lnTo>
                <a:lnTo>
                  <a:pt x="72524" y="505929"/>
                </a:lnTo>
                <a:close/>
              </a:path>
              <a:path w="268605" h="625475">
                <a:moveTo>
                  <a:pt x="75054" y="508047"/>
                </a:moveTo>
                <a:lnTo>
                  <a:pt x="74820" y="507873"/>
                </a:lnTo>
                <a:lnTo>
                  <a:pt x="75054" y="508047"/>
                </a:lnTo>
                <a:close/>
              </a:path>
              <a:path w="268605" h="625475">
                <a:moveTo>
                  <a:pt x="75432" y="508330"/>
                </a:moveTo>
                <a:lnTo>
                  <a:pt x="75054" y="508047"/>
                </a:lnTo>
                <a:lnTo>
                  <a:pt x="75432" y="508330"/>
                </a:lnTo>
                <a:close/>
              </a:path>
              <a:path w="268605" h="625475">
                <a:moveTo>
                  <a:pt x="78233" y="510420"/>
                </a:moveTo>
                <a:lnTo>
                  <a:pt x="77804" y="510133"/>
                </a:lnTo>
                <a:lnTo>
                  <a:pt x="78233" y="510420"/>
                </a:lnTo>
                <a:close/>
              </a:path>
              <a:path w="268605" h="625475">
                <a:moveTo>
                  <a:pt x="81364" y="512518"/>
                </a:moveTo>
                <a:lnTo>
                  <a:pt x="80941" y="512267"/>
                </a:lnTo>
                <a:lnTo>
                  <a:pt x="81364" y="512518"/>
                </a:lnTo>
                <a:close/>
              </a:path>
              <a:path w="268605" h="625475">
                <a:moveTo>
                  <a:pt x="81603" y="512660"/>
                </a:moveTo>
                <a:lnTo>
                  <a:pt x="81364" y="512518"/>
                </a:lnTo>
                <a:lnTo>
                  <a:pt x="81603" y="512660"/>
                </a:lnTo>
                <a:close/>
              </a:path>
              <a:path w="268605" h="625475">
                <a:moveTo>
                  <a:pt x="84596" y="514441"/>
                </a:moveTo>
                <a:lnTo>
                  <a:pt x="84231" y="514248"/>
                </a:lnTo>
                <a:lnTo>
                  <a:pt x="84596" y="514441"/>
                </a:lnTo>
                <a:close/>
              </a:path>
              <a:path w="268605" h="625475">
                <a:moveTo>
                  <a:pt x="84928" y="514616"/>
                </a:moveTo>
                <a:lnTo>
                  <a:pt x="84596" y="514441"/>
                </a:lnTo>
                <a:lnTo>
                  <a:pt x="84928" y="514616"/>
                </a:lnTo>
                <a:close/>
              </a:path>
              <a:path w="268605" h="625475">
                <a:moveTo>
                  <a:pt x="87941" y="516206"/>
                </a:moveTo>
                <a:lnTo>
                  <a:pt x="87660" y="516077"/>
                </a:lnTo>
                <a:lnTo>
                  <a:pt x="87941" y="516206"/>
                </a:lnTo>
                <a:close/>
              </a:path>
              <a:path w="268605" h="625475">
                <a:moveTo>
                  <a:pt x="88405" y="516420"/>
                </a:moveTo>
                <a:lnTo>
                  <a:pt x="87941" y="516206"/>
                </a:lnTo>
                <a:lnTo>
                  <a:pt x="88405" y="516420"/>
                </a:lnTo>
                <a:close/>
              </a:path>
              <a:path w="268605" h="625475">
                <a:moveTo>
                  <a:pt x="91666" y="517920"/>
                </a:moveTo>
                <a:lnTo>
                  <a:pt x="91279" y="517766"/>
                </a:lnTo>
                <a:lnTo>
                  <a:pt x="91666" y="517920"/>
                </a:lnTo>
                <a:close/>
              </a:path>
              <a:path w="268605" h="625475">
                <a:moveTo>
                  <a:pt x="92010" y="518058"/>
                </a:moveTo>
                <a:lnTo>
                  <a:pt x="91666" y="517920"/>
                </a:lnTo>
                <a:lnTo>
                  <a:pt x="92010" y="518058"/>
                </a:lnTo>
                <a:close/>
              </a:path>
              <a:path w="268605" h="625475">
                <a:moveTo>
                  <a:pt x="95482" y="519445"/>
                </a:moveTo>
                <a:lnTo>
                  <a:pt x="95064" y="519302"/>
                </a:lnTo>
                <a:lnTo>
                  <a:pt x="95482" y="519445"/>
                </a:lnTo>
                <a:close/>
              </a:path>
              <a:path w="268605" h="625475">
                <a:moveTo>
                  <a:pt x="95811" y="519556"/>
                </a:moveTo>
                <a:lnTo>
                  <a:pt x="95482" y="519445"/>
                </a:lnTo>
                <a:lnTo>
                  <a:pt x="95811" y="519556"/>
                </a:lnTo>
                <a:close/>
              </a:path>
              <a:path w="268605" h="625475">
                <a:moveTo>
                  <a:pt x="266252" y="602640"/>
                </a:moveTo>
                <a:lnTo>
                  <a:pt x="201706" y="602640"/>
                </a:lnTo>
                <a:lnTo>
                  <a:pt x="209745" y="575221"/>
                </a:lnTo>
                <a:lnTo>
                  <a:pt x="188555" y="569009"/>
                </a:lnTo>
                <a:lnTo>
                  <a:pt x="195140" y="542201"/>
                </a:lnTo>
                <a:lnTo>
                  <a:pt x="266252" y="602640"/>
                </a:lnTo>
                <a:close/>
              </a:path>
              <a:path w="268605" h="625475">
                <a:moveTo>
                  <a:pt x="90517" y="547941"/>
                </a:moveTo>
                <a:lnTo>
                  <a:pt x="88763" y="547344"/>
                </a:lnTo>
                <a:lnTo>
                  <a:pt x="87215" y="546315"/>
                </a:lnTo>
                <a:lnTo>
                  <a:pt x="90517" y="547941"/>
                </a:lnTo>
                <a:close/>
              </a:path>
              <a:path w="268605" h="625475">
                <a:moveTo>
                  <a:pt x="144314" y="547941"/>
                </a:moveTo>
                <a:lnTo>
                  <a:pt x="90517" y="547941"/>
                </a:lnTo>
                <a:lnTo>
                  <a:pt x="87215" y="546315"/>
                </a:lnTo>
                <a:lnTo>
                  <a:pt x="141393" y="546315"/>
                </a:lnTo>
                <a:lnTo>
                  <a:pt x="144314" y="547941"/>
                </a:lnTo>
                <a:close/>
              </a:path>
              <a:path w="268605" h="625475">
                <a:moveTo>
                  <a:pt x="181733" y="596785"/>
                </a:moveTo>
                <a:lnTo>
                  <a:pt x="136821" y="576465"/>
                </a:lnTo>
                <a:lnTo>
                  <a:pt x="95876" y="552068"/>
                </a:lnTo>
                <a:lnTo>
                  <a:pt x="88763" y="547344"/>
                </a:lnTo>
                <a:lnTo>
                  <a:pt x="90517" y="547941"/>
                </a:lnTo>
                <a:lnTo>
                  <a:pt x="144314" y="547941"/>
                </a:lnTo>
                <a:lnTo>
                  <a:pt x="150429" y="551345"/>
                </a:lnTo>
                <a:lnTo>
                  <a:pt x="161108" y="556971"/>
                </a:lnTo>
                <a:lnTo>
                  <a:pt x="172035" y="562381"/>
                </a:lnTo>
                <a:lnTo>
                  <a:pt x="181862" y="566940"/>
                </a:lnTo>
                <a:lnTo>
                  <a:pt x="181500" y="566940"/>
                </a:lnTo>
                <a:lnTo>
                  <a:pt x="183481" y="567689"/>
                </a:lnTo>
                <a:lnTo>
                  <a:pt x="184056" y="567689"/>
                </a:lnTo>
                <a:lnTo>
                  <a:pt x="188555" y="569009"/>
                </a:lnTo>
                <a:lnTo>
                  <a:pt x="181733" y="596785"/>
                </a:lnTo>
                <a:close/>
              </a:path>
              <a:path w="268605" h="625475">
                <a:moveTo>
                  <a:pt x="183481" y="567689"/>
                </a:moveTo>
                <a:lnTo>
                  <a:pt x="181500" y="566940"/>
                </a:lnTo>
                <a:lnTo>
                  <a:pt x="182488" y="567230"/>
                </a:lnTo>
                <a:lnTo>
                  <a:pt x="183481" y="567689"/>
                </a:lnTo>
                <a:close/>
              </a:path>
              <a:path w="268605" h="625475">
                <a:moveTo>
                  <a:pt x="182488" y="567230"/>
                </a:moveTo>
                <a:lnTo>
                  <a:pt x="181500" y="566940"/>
                </a:lnTo>
                <a:lnTo>
                  <a:pt x="181862" y="566940"/>
                </a:lnTo>
                <a:lnTo>
                  <a:pt x="182488" y="567230"/>
                </a:lnTo>
                <a:close/>
              </a:path>
              <a:path w="268605" h="625475">
                <a:moveTo>
                  <a:pt x="184056" y="567689"/>
                </a:moveTo>
                <a:lnTo>
                  <a:pt x="183481" y="567689"/>
                </a:lnTo>
                <a:lnTo>
                  <a:pt x="182488" y="567230"/>
                </a:lnTo>
                <a:lnTo>
                  <a:pt x="184056" y="567689"/>
                </a:lnTo>
                <a:close/>
              </a:path>
              <a:path w="268605" h="625475">
                <a:moveTo>
                  <a:pt x="201706" y="602640"/>
                </a:moveTo>
                <a:lnTo>
                  <a:pt x="181733" y="596785"/>
                </a:lnTo>
                <a:lnTo>
                  <a:pt x="188555" y="569009"/>
                </a:lnTo>
                <a:lnTo>
                  <a:pt x="209745" y="575221"/>
                </a:lnTo>
                <a:lnTo>
                  <a:pt x="201706" y="602640"/>
                </a:lnTo>
                <a:close/>
              </a:path>
              <a:path w="268605" h="625475">
                <a:moveTo>
                  <a:pt x="174693" y="625449"/>
                </a:moveTo>
                <a:lnTo>
                  <a:pt x="181733" y="596785"/>
                </a:lnTo>
                <a:lnTo>
                  <a:pt x="201706" y="602640"/>
                </a:lnTo>
                <a:lnTo>
                  <a:pt x="266252" y="602640"/>
                </a:lnTo>
                <a:lnTo>
                  <a:pt x="268165" y="604265"/>
                </a:lnTo>
                <a:lnTo>
                  <a:pt x="174693" y="6254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593272" y="1131569"/>
            <a:ext cx="228917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200" spc="-7" baseline="2976" dirty="0">
                <a:solidFill>
                  <a:srgbClr val="FF0000"/>
                </a:solidFill>
                <a:latin typeface="Tahoma"/>
                <a:cs typeface="Tahoma"/>
              </a:rPr>
              <a:t>T</a:t>
            </a:r>
            <a:r>
              <a:rPr sz="3000" spc="-7" baseline="4166" dirty="0">
                <a:solidFill>
                  <a:srgbClr val="FF0000"/>
                </a:solidFill>
                <a:latin typeface="Tahoma"/>
                <a:cs typeface="Tahoma"/>
              </a:rPr>
              <a:t>1</a:t>
            </a:r>
            <a:r>
              <a:rPr sz="4200" spc="-7" baseline="2976" dirty="0">
                <a:solidFill>
                  <a:srgbClr val="FF0000"/>
                </a:solidFill>
                <a:latin typeface="Tahoma"/>
                <a:cs typeface="Tahoma"/>
              </a:rPr>
              <a:t>(IS) </a:t>
            </a:r>
            <a:r>
              <a:rPr sz="2800" spc="-5" dirty="0">
                <a:solidFill>
                  <a:srgbClr val="3333CC"/>
                </a:solidFill>
                <a:latin typeface="Tahoma"/>
                <a:cs typeface="Tahoma"/>
              </a:rPr>
              <a:t>,</a:t>
            </a:r>
            <a:r>
              <a:rPr sz="2800" spc="155" dirty="0">
                <a:solidFill>
                  <a:srgbClr val="3333CC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3333CC"/>
                </a:solidFill>
                <a:latin typeface="Tahoma"/>
                <a:cs typeface="Tahoma"/>
              </a:rPr>
              <a:t>T</a:t>
            </a:r>
            <a:r>
              <a:rPr sz="2000" spc="-5" dirty="0">
                <a:solidFill>
                  <a:srgbClr val="3333CC"/>
                </a:solidFill>
                <a:latin typeface="Tahoma"/>
                <a:cs typeface="Tahoma"/>
              </a:rPr>
              <a:t>2</a:t>
            </a:r>
            <a:r>
              <a:rPr sz="2800" spc="-5" dirty="0">
                <a:solidFill>
                  <a:srgbClr val="3333CC"/>
                </a:solidFill>
                <a:latin typeface="Tahoma"/>
                <a:cs typeface="Tahoma"/>
              </a:rPr>
              <a:t>(IX)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88647" y="3741420"/>
            <a:ext cx="982344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3333CC"/>
                </a:solidFill>
                <a:latin typeface="Tahoma"/>
                <a:cs typeface="Tahoma"/>
              </a:rPr>
              <a:t>T</a:t>
            </a:r>
            <a:r>
              <a:rPr sz="2000" spc="-5" dirty="0">
                <a:solidFill>
                  <a:srgbClr val="3333CC"/>
                </a:solidFill>
                <a:latin typeface="Tahoma"/>
                <a:cs typeface="Tahoma"/>
              </a:rPr>
              <a:t>2</a:t>
            </a:r>
            <a:r>
              <a:rPr sz="2800" spc="-5" dirty="0">
                <a:solidFill>
                  <a:srgbClr val="3333CC"/>
                </a:solidFill>
                <a:latin typeface="Tahoma"/>
                <a:cs typeface="Tahoma"/>
              </a:rPr>
              <a:t>(IX)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696075" y="3104159"/>
            <a:ext cx="498449" cy="9448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77</a:t>
            </a:fld>
            <a:endParaRPr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91540"/>
            <a:ext cx="38855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23389" algn="l"/>
              </a:tabLst>
            </a:pPr>
            <a:r>
              <a:rPr sz="3600" u="heavy" dirty="0">
                <a:uFill>
                  <a:solidFill>
                    <a:srgbClr val="000000"/>
                  </a:solidFill>
                </a:uFill>
              </a:rPr>
              <a:t>Multiple	</a:t>
            </a:r>
            <a:r>
              <a:rPr sz="3600" u="heavy" spc="-15" dirty="0">
                <a:uFill>
                  <a:solidFill>
                    <a:srgbClr val="000000"/>
                  </a:solidFill>
                </a:uFill>
              </a:rPr>
              <a:t>granularity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64540" y="1849755"/>
            <a:ext cx="10572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Com</a:t>
            </a:r>
            <a:r>
              <a:rPr sz="3200" dirty="0">
                <a:latin typeface="Tahoma"/>
                <a:cs typeface="Tahoma"/>
              </a:rPr>
              <a:t>p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74440" y="2454076"/>
            <a:ext cx="379095" cy="49149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3200" spc="-5" dirty="0">
                <a:latin typeface="Tahoma"/>
                <a:cs typeface="Tahoma"/>
              </a:rPr>
              <a:t>I</a:t>
            </a:r>
            <a:r>
              <a:rPr sz="3200" dirty="0">
                <a:latin typeface="Tahoma"/>
                <a:cs typeface="Tahoma"/>
              </a:rPr>
              <a:t>S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33900" y="2454076"/>
            <a:ext cx="388620" cy="49149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3200" spc="-5" dirty="0">
                <a:latin typeface="Tahoma"/>
                <a:cs typeface="Tahoma"/>
              </a:rPr>
              <a:t>I</a:t>
            </a:r>
            <a:r>
              <a:rPr sz="3200" dirty="0">
                <a:latin typeface="Tahoma"/>
                <a:cs typeface="Tahoma"/>
              </a:rPr>
              <a:t>X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75884" y="2454076"/>
            <a:ext cx="227329" cy="49149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3200" dirty="0">
                <a:latin typeface="Tahoma"/>
                <a:cs typeface="Tahoma"/>
              </a:rPr>
              <a:t>S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83579" y="2454076"/>
            <a:ext cx="379095" cy="49149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3200" spc="-5" dirty="0">
                <a:latin typeface="Tahoma"/>
                <a:cs typeface="Tahoma"/>
              </a:rPr>
              <a:t>S</a:t>
            </a:r>
            <a:r>
              <a:rPr sz="3200" dirty="0">
                <a:latin typeface="Tahoma"/>
                <a:cs typeface="Tahoma"/>
              </a:rPr>
              <a:t>I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22140" y="1746377"/>
            <a:ext cx="1989455" cy="1209040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3200" spc="-10" dirty="0">
                <a:latin typeface="Tahoma"/>
                <a:cs typeface="Tahoma"/>
              </a:rPr>
              <a:t>Requestor</a:t>
            </a:r>
            <a:endParaRPr sz="3200">
              <a:latin typeface="Tahoma"/>
              <a:cs typeface="Tahoma"/>
            </a:endParaRPr>
          </a:p>
          <a:p>
            <a:pPr marR="5080" algn="r">
              <a:lnSpc>
                <a:spcPct val="100000"/>
              </a:lnSpc>
              <a:spcBef>
                <a:spcPts val="819"/>
              </a:spcBef>
            </a:pPr>
            <a:r>
              <a:rPr sz="3200" dirty="0">
                <a:latin typeface="Tahoma"/>
                <a:cs typeface="Tahoma"/>
              </a:rPr>
              <a:t>X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52259" y="2454076"/>
            <a:ext cx="236854" cy="49149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3200" dirty="0">
                <a:latin typeface="Tahoma"/>
                <a:cs typeface="Tahoma"/>
              </a:rPr>
              <a:t>X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26539" y="2936367"/>
            <a:ext cx="1979295" cy="3129280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869"/>
              </a:spcBef>
            </a:pPr>
            <a:r>
              <a:rPr sz="3200" spc="-5" dirty="0">
                <a:latin typeface="Tahoma"/>
                <a:cs typeface="Tahoma"/>
              </a:rPr>
              <a:t>I</a:t>
            </a:r>
            <a:r>
              <a:rPr sz="3200" dirty="0">
                <a:latin typeface="Tahoma"/>
                <a:cs typeface="Tahoma"/>
              </a:rPr>
              <a:t>S</a:t>
            </a:r>
            <a:endParaRPr sz="3200">
              <a:latin typeface="Tahoma"/>
              <a:cs typeface="Tahoma"/>
            </a:endParaRPr>
          </a:p>
          <a:p>
            <a:pPr marR="15240" algn="r">
              <a:lnSpc>
                <a:spcPct val="100000"/>
              </a:lnSpc>
              <a:spcBef>
                <a:spcPts val="775"/>
              </a:spcBef>
              <a:tabLst>
                <a:tab pos="1553845" algn="l"/>
              </a:tabLst>
            </a:pPr>
            <a:r>
              <a:rPr sz="3200" spc="-5" dirty="0">
                <a:latin typeface="Tahoma"/>
                <a:cs typeface="Tahoma"/>
              </a:rPr>
              <a:t>Holde</a:t>
            </a:r>
            <a:r>
              <a:rPr sz="3200" dirty="0">
                <a:latin typeface="Tahoma"/>
                <a:cs typeface="Tahoma"/>
              </a:rPr>
              <a:t>r	</a:t>
            </a:r>
            <a:r>
              <a:rPr sz="3200" spc="-5" dirty="0">
                <a:latin typeface="Tahoma"/>
                <a:cs typeface="Tahoma"/>
              </a:rPr>
              <a:t>I</a:t>
            </a:r>
            <a:r>
              <a:rPr sz="3200" dirty="0">
                <a:latin typeface="Tahoma"/>
                <a:cs typeface="Tahoma"/>
              </a:rPr>
              <a:t>X</a:t>
            </a:r>
            <a:endParaRPr sz="3200">
              <a:latin typeface="Tahoma"/>
              <a:cs typeface="Tahoma"/>
            </a:endParaRPr>
          </a:p>
          <a:p>
            <a:pPr marR="30480" algn="r">
              <a:lnSpc>
                <a:spcPct val="100000"/>
              </a:lnSpc>
              <a:spcBef>
                <a:spcPts val="755"/>
              </a:spcBef>
            </a:pPr>
            <a:r>
              <a:rPr sz="3200" dirty="0">
                <a:latin typeface="Tahoma"/>
                <a:cs typeface="Tahoma"/>
              </a:rPr>
              <a:t>S</a:t>
            </a:r>
            <a:endParaRPr sz="3200">
              <a:latin typeface="Tahoma"/>
              <a:cs typeface="Tahoma"/>
            </a:endParaRPr>
          </a:p>
          <a:p>
            <a:pPr marR="22225" algn="r">
              <a:lnSpc>
                <a:spcPct val="100000"/>
              </a:lnSpc>
              <a:spcBef>
                <a:spcPts val="1405"/>
              </a:spcBef>
            </a:pPr>
            <a:r>
              <a:rPr sz="3200" spc="-5" dirty="0">
                <a:latin typeface="Tahoma"/>
                <a:cs typeface="Tahoma"/>
              </a:rPr>
              <a:t>SI</a:t>
            </a:r>
            <a:r>
              <a:rPr sz="3200" dirty="0">
                <a:latin typeface="Tahoma"/>
                <a:cs typeface="Tahoma"/>
              </a:rPr>
              <a:t>X</a:t>
            </a:r>
            <a:endParaRPr sz="3200">
              <a:latin typeface="Tahoma"/>
              <a:cs typeface="Tahoma"/>
            </a:endParaRPr>
          </a:p>
          <a:p>
            <a:pPr marR="19685" algn="r">
              <a:lnSpc>
                <a:spcPct val="100000"/>
              </a:lnSpc>
              <a:spcBef>
                <a:spcPts val="1530"/>
              </a:spcBef>
            </a:pPr>
            <a:r>
              <a:rPr sz="3200" dirty="0">
                <a:latin typeface="Tahoma"/>
                <a:cs typeface="Tahoma"/>
              </a:rPr>
              <a:t>X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589020" y="2511551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0" y="0"/>
                </a:moveTo>
                <a:lnTo>
                  <a:pt x="685800" y="0"/>
                </a:lnTo>
                <a:lnTo>
                  <a:pt x="685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584575" y="2506662"/>
            <a:ext cx="695325" cy="619125"/>
          </a:xfrm>
          <a:custGeom>
            <a:avLst/>
            <a:gdLst/>
            <a:ahLst/>
            <a:cxnLst/>
            <a:rect l="l" t="t" r="r" b="b"/>
            <a:pathLst>
              <a:path w="695325" h="619125">
                <a:moveTo>
                  <a:pt x="6953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695325" y="614362"/>
                </a:lnTo>
                <a:lnTo>
                  <a:pt x="695325" y="619125"/>
                </a:lnTo>
                <a:close/>
              </a:path>
              <a:path w="6953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6191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609600"/>
                </a:lnTo>
                <a:lnTo>
                  <a:pt x="690562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685800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614362"/>
                </a:moveTo>
                <a:lnTo>
                  <a:pt x="685800" y="614362"/>
                </a:lnTo>
                <a:lnTo>
                  <a:pt x="690562" y="609600"/>
                </a:lnTo>
                <a:lnTo>
                  <a:pt x="695325" y="609600"/>
                </a:lnTo>
                <a:lnTo>
                  <a:pt x="6953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74820" y="2511551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0" y="0"/>
                </a:moveTo>
                <a:lnTo>
                  <a:pt x="685800" y="0"/>
                </a:lnTo>
                <a:lnTo>
                  <a:pt x="685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70375" y="2506662"/>
            <a:ext cx="695325" cy="619125"/>
          </a:xfrm>
          <a:custGeom>
            <a:avLst/>
            <a:gdLst/>
            <a:ahLst/>
            <a:cxnLst/>
            <a:rect l="l" t="t" r="r" b="b"/>
            <a:pathLst>
              <a:path w="695325" h="619125">
                <a:moveTo>
                  <a:pt x="6953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695325" y="614362"/>
                </a:lnTo>
                <a:lnTo>
                  <a:pt x="695325" y="619125"/>
                </a:lnTo>
                <a:close/>
              </a:path>
              <a:path w="6953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6191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609600"/>
                </a:lnTo>
                <a:lnTo>
                  <a:pt x="690562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685800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614362"/>
                </a:moveTo>
                <a:lnTo>
                  <a:pt x="685800" y="614362"/>
                </a:lnTo>
                <a:lnTo>
                  <a:pt x="690562" y="609600"/>
                </a:lnTo>
                <a:lnTo>
                  <a:pt x="695325" y="609600"/>
                </a:lnTo>
                <a:lnTo>
                  <a:pt x="6953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960620" y="2511551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0" y="0"/>
                </a:moveTo>
                <a:lnTo>
                  <a:pt x="685800" y="0"/>
                </a:lnTo>
                <a:lnTo>
                  <a:pt x="685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956175" y="2506662"/>
            <a:ext cx="695325" cy="619125"/>
          </a:xfrm>
          <a:custGeom>
            <a:avLst/>
            <a:gdLst/>
            <a:ahLst/>
            <a:cxnLst/>
            <a:rect l="l" t="t" r="r" b="b"/>
            <a:pathLst>
              <a:path w="695325" h="619125">
                <a:moveTo>
                  <a:pt x="6953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695325" y="614362"/>
                </a:lnTo>
                <a:lnTo>
                  <a:pt x="695325" y="619125"/>
                </a:lnTo>
                <a:close/>
              </a:path>
              <a:path w="6953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6191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609600"/>
                </a:lnTo>
                <a:lnTo>
                  <a:pt x="690562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685800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614362"/>
                </a:moveTo>
                <a:lnTo>
                  <a:pt x="685800" y="614362"/>
                </a:lnTo>
                <a:lnTo>
                  <a:pt x="690562" y="609600"/>
                </a:lnTo>
                <a:lnTo>
                  <a:pt x="695325" y="609600"/>
                </a:lnTo>
                <a:lnTo>
                  <a:pt x="6953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646420" y="2511551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0" y="0"/>
                </a:moveTo>
                <a:lnTo>
                  <a:pt x="685800" y="0"/>
                </a:lnTo>
                <a:lnTo>
                  <a:pt x="685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641975" y="2506662"/>
            <a:ext cx="695325" cy="619125"/>
          </a:xfrm>
          <a:custGeom>
            <a:avLst/>
            <a:gdLst/>
            <a:ahLst/>
            <a:cxnLst/>
            <a:rect l="l" t="t" r="r" b="b"/>
            <a:pathLst>
              <a:path w="695325" h="619125">
                <a:moveTo>
                  <a:pt x="6953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695325" y="614362"/>
                </a:lnTo>
                <a:lnTo>
                  <a:pt x="695325" y="619125"/>
                </a:lnTo>
                <a:close/>
              </a:path>
              <a:path w="6953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6191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609600"/>
                </a:lnTo>
                <a:lnTo>
                  <a:pt x="690562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685800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614362"/>
                </a:moveTo>
                <a:lnTo>
                  <a:pt x="685800" y="614362"/>
                </a:lnTo>
                <a:lnTo>
                  <a:pt x="690562" y="609600"/>
                </a:lnTo>
                <a:lnTo>
                  <a:pt x="695325" y="609600"/>
                </a:lnTo>
                <a:lnTo>
                  <a:pt x="6953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332220" y="2511551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0" y="0"/>
                </a:moveTo>
                <a:lnTo>
                  <a:pt x="685800" y="0"/>
                </a:lnTo>
                <a:lnTo>
                  <a:pt x="685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327775" y="2506662"/>
            <a:ext cx="695325" cy="619125"/>
          </a:xfrm>
          <a:custGeom>
            <a:avLst/>
            <a:gdLst/>
            <a:ahLst/>
            <a:cxnLst/>
            <a:rect l="l" t="t" r="r" b="b"/>
            <a:pathLst>
              <a:path w="695325" h="619125">
                <a:moveTo>
                  <a:pt x="6953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695325" y="614362"/>
                </a:lnTo>
                <a:lnTo>
                  <a:pt x="695325" y="619125"/>
                </a:lnTo>
                <a:close/>
              </a:path>
              <a:path w="6953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6191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609600"/>
                </a:lnTo>
                <a:lnTo>
                  <a:pt x="690562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685800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614362"/>
                </a:moveTo>
                <a:lnTo>
                  <a:pt x="685800" y="614362"/>
                </a:lnTo>
                <a:lnTo>
                  <a:pt x="690562" y="609600"/>
                </a:lnTo>
                <a:lnTo>
                  <a:pt x="695325" y="609600"/>
                </a:lnTo>
                <a:lnTo>
                  <a:pt x="6953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332220" y="3121151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0" y="0"/>
                </a:moveTo>
                <a:lnTo>
                  <a:pt x="685800" y="0"/>
                </a:lnTo>
                <a:lnTo>
                  <a:pt x="685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327775" y="3116262"/>
            <a:ext cx="695325" cy="619125"/>
          </a:xfrm>
          <a:custGeom>
            <a:avLst/>
            <a:gdLst/>
            <a:ahLst/>
            <a:cxnLst/>
            <a:rect l="l" t="t" r="r" b="b"/>
            <a:pathLst>
              <a:path w="695325" h="619125">
                <a:moveTo>
                  <a:pt x="6953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695325" y="614362"/>
                </a:lnTo>
                <a:lnTo>
                  <a:pt x="695325" y="619125"/>
                </a:lnTo>
                <a:close/>
              </a:path>
              <a:path w="6953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6191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609600"/>
                </a:lnTo>
                <a:lnTo>
                  <a:pt x="690562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685800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614362"/>
                </a:moveTo>
                <a:lnTo>
                  <a:pt x="685800" y="614362"/>
                </a:lnTo>
                <a:lnTo>
                  <a:pt x="690562" y="609600"/>
                </a:lnTo>
                <a:lnTo>
                  <a:pt x="695325" y="609600"/>
                </a:lnTo>
                <a:lnTo>
                  <a:pt x="6953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332220" y="3730752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0" y="0"/>
                </a:moveTo>
                <a:lnTo>
                  <a:pt x="685800" y="0"/>
                </a:lnTo>
                <a:lnTo>
                  <a:pt x="685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327775" y="3725862"/>
            <a:ext cx="695325" cy="619125"/>
          </a:xfrm>
          <a:custGeom>
            <a:avLst/>
            <a:gdLst/>
            <a:ahLst/>
            <a:cxnLst/>
            <a:rect l="l" t="t" r="r" b="b"/>
            <a:pathLst>
              <a:path w="695325" h="619125">
                <a:moveTo>
                  <a:pt x="6953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695325" y="614362"/>
                </a:lnTo>
                <a:lnTo>
                  <a:pt x="695325" y="619125"/>
                </a:lnTo>
                <a:close/>
              </a:path>
              <a:path w="6953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6191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609600"/>
                </a:lnTo>
                <a:lnTo>
                  <a:pt x="690562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685800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614362"/>
                </a:moveTo>
                <a:lnTo>
                  <a:pt x="685800" y="614362"/>
                </a:lnTo>
                <a:lnTo>
                  <a:pt x="690562" y="609600"/>
                </a:lnTo>
                <a:lnTo>
                  <a:pt x="695325" y="609600"/>
                </a:lnTo>
                <a:lnTo>
                  <a:pt x="6953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332220" y="4340352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0" y="0"/>
                </a:moveTo>
                <a:lnTo>
                  <a:pt x="685800" y="0"/>
                </a:lnTo>
                <a:lnTo>
                  <a:pt x="685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327775" y="4335462"/>
            <a:ext cx="695325" cy="619125"/>
          </a:xfrm>
          <a:custGeom>
            <a:avLst/>
            <a:gdLst/>
            <a:ahLst/>
            <a:cxnLst/>
            <a:rect l="l" t="t" r="r" b="b"/>
            <a:pathLst>
              <a:path w="695325" h="619125">
                <a:moveTo>
                  <a:pt x="6953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695325" y="614362"/>
                </a:lnTo>
                <a:lnTo>
                  <a:pt x="695325" y="619125"/>
                </a:lnTo>
                <a:close/>
              </a:path>
              <a:path w="6953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6191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609600"/>
                </a:lnTo>
                <a:lnTo>
                  <a:pt x="690562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685800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614362"/>
                </a:moveTo>
                <a:lnTo>
                  <a:pt x="685800" y="614362"/>
                </a:lnTo>
                <a:lnTo>
                  <a:pt x="690562" y="609600"/>
                </a:lnTo>
                <a:lnTo>
                  <a:pt x="695325" y="609600"/>
                </a:lnTo>
                <a:lnTo>
                  <a:pt x="6953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332220" y="4949952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0" y="0"/>
                </a:moveTo>
                <a:lnTo>
                  <a:pt x="685800" y="0"/>
                </a:lnTo>
                <a:lnTo>
                  <a:pt x="685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327775" y="4945062"/>
            <a:ext cx="695325" cy="619125"/>
          </a:xfrm>
          <a:custGeom>
            <a:avLst/>
            <a:gdLst/>
            <a:ahLst/>
            <a:cxnLst/>
            <a:rect l="l" t="t" r="r" b="b"/>
            <a:pathLst>
              <a:path w="695325" h="619125">
                <a:moveTo>
                  <a:pt x="6953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695325" y="614362"/>
                </a:lnTo>
                <a:lnTo>
                  <a:pt x="695325" y="619125"/>
                </a:lnTo>
                <a:close/>
              </a:path>
              <a:path w="6953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6191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609600"/>
                </a:lnTo>
                <a:lnTo>
                  <a:pt x="690562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685800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614362"/>
                </a:moveTo>
                <a:lnTo>
                  <a:pt x="685800" y="614362"/>
                </a:lnTo>
                <a:lnTo>
                  <a:pt x="690562" y="609600"/>
                </a:lnTo>
                <a:lnTo>
                  <a:pt x="695325" y="609600"/>
                </a:lnTo>
                <a:lnTo>
                  <a:pt x="6953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646420" y="4949952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0" y="0"/>
                </a:moveTo>
                <a:lnTo>
                  <a:pt x="685800" y="0"/>
                </a:lnTo>
                <a:lnTo>
                  <a:pt x="685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641975" y="4945062"/>
            <a:ext cx="695325" cy="619125"/>
          </a:xfrm>
          <a:custGeom>
            <a:avLst/>
            <a:gdLst/>
            <a:ahLst/>
            <a:cxnLst/>
            <a:rect l="l" t="t" r="r" b="b"/>
            <a:pathLst>
              <a:path w="695325" h="619125">
                <a:moveTo>
                  <a:pt x="6953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695325" y="614362"/>
                </a:lnTo>
                <a:lnTo>
                  <a:pt x="695325" y="619125"/>
                </a:lnTo>
                <a:close/>
              </a:path>
              <a:path w="6953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6191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609600"/>
                </a:lnTo>
                <a:lnTo>
                  <a:pt x="690562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685800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614362"/>
                </a:moveTo>
                <a:lnTo>
                  <a:pt x="685800" y="614362"/>
                </a:lnTo>
                <a:lnTo>
                  <a:pt x="690562" y="609600"/>
                </a:lnTo>
                <a:lnTo>
                  <a:pt x="695325" y="609600"/>
                </a:lnTo>
                <a:lnTo>
                  <a:pt x="6953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960620" y="4949952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0" y="0"/>
                </a:moveTo>
                <a:lnTo>
                  <a:pt x="685800" y="0"/>
                </a:lnTo>
                <a:lnTo>
                  <a:pt x="685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956175" y="4945062"/>
            <a:ext cx="695325" cy="619125"/>
          </a:xfrm>
          <a:custGeom>
            <a:avLst/>
            <a:gdLst/>
            <a:ahLst/>
            <a:cxnLst/>
            <a:rect l="l" t="t" r="r" b="b"/>
            <a:pathLst>
              <a:path w="695325" h="619125">
                <a:moveTo>
                  <a:pt x="6953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695325" y="614362"/>
                </a:lnTo>
                <a:lnTo>
                  <a:pt x="695325" y="619125"/>
                </a:lnTo>
                <a:close/>
              </a:path>
              <a:path w="6953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6191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609600"/>
                </a:lnTo>
                <a:lnTo>
                  <a:pt x="690562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685800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614362"/>
                </a:moveTo>
                <a:lnTo>
                  <a:pt x="685800" y="614362"/>
                </a:lnTo>
                <a:lnTo>
                  <a:pt x="690562" y="609600"/>
                </a:lnTo>
                <a:lnTo>
                  <a:pt x="695325" y="609600"/>
                </a:lnTo>
                <a:lnTo>
                  <a:pt x="6953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274820" y="4949952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0" y="0"/>
                </a:moveTo>
                <a:lnTo>
                  <a:pt x="685800" y="0"/>
                </a:lnTo>
                <a:lnTo>
                  <a:pt x="685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270375" y="4945062"/>
            <a:ext cx="695325" cy="619125"/>
          </a:xfrm>
          <a:custGeom>
            <a:avLst/>
            <a:gdLst/>
            <a:ahLst/>
            <a:cxnLst/>
            <a:rect l="l" t="t" r="r" b="b"/>
            <a:pathLst>
              <a:path w="695325" h="619125">
                <a:moveTo>
                  <a:pt x="6953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695325" y="614362"/>
                </a:lnTo>
                <a:lnTo>
                  <a:pt x="695325" y="619125"/>
                </a:lnTo>
                <a:close/>
              </a:path>
              <a:path w="6953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6191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609600"/>
                </a:lnTo>
                <a:lnTo>
                  <a:pt x="690562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685800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614362"/>
                </a:moveTo>
                <a:lnTo>
                  <a:pt x="685800" y="614362"/>
                </a:lnTo>
                <a:lnTo>
                  <a:pt x="690562" y="609600"/>
                </a:lnTo>
                <a:lnTo>
                  <a:pt x="695325" y="609600"/>
                </a:lnTo>
                <a:lnTo>
                  <a:pt x="6953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589020" y="4949952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0" y="0"/>
                </a:moveTo>
                <a:lnTo>
                  <a:pt x="685800" y="0"/>
                </a:lnTo>
                <a:lnTo>
                  <a:pt x="685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584575" y="4945062"/>
            <a:ext cx="695325" cy="619125"/>
          </a:xfrm>
          <a:custGeom>
            <a:avLst/>
            <a:gdLst/>
            <a:ahLst/>
            <a:cxnLst/>
            <a:rect l="l" t="t" r="r" b="b"/>
            <a:pathLst>
              <a:path w="695325" h="619125">
                <a:moveTo>
                  <a:pt x="6953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695325" y="614362"/>
                </a:lnTo>
                <a:lnTo>
                  <a:pt x="695325" y="619125"/>
                </a:lnTo>
                <a:close/>
              </a:path>
              <a:path w="6953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6191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609600"/>
                </a:lnTo>
                <a:lnTo>
                  <a:pt x="690562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685800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614362"/>
                </a:moveTo>
                <a:lnTo>
                  <a:pt x="685800" y="614362"/>
                </a:lnTo>
                <a:lnTo>
                  <a:pt x="690562" y="609600"/>
                </a:lnTo>
                <a:lnTo>
                  <a:pt x="695325" y="609600"/>
                </a:lnTo>
                <a:lnTo>
                  <a:pt x="6953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646420" y="4340352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0" y="0"/>
                </a:moveTo>
                <a:lnTo>
                  <a:pt x="685800" y="0"/>
                </a:lnTo>
                <a:lnTo>
                  <a:pt x="685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641975" y="4335462"/>
            <a:ext cx="695325" cy="619125"/>
          </a:xfrm>
          <a:custGeom>
            <a:avLst/>
            <a:gdLst/>
            <a:ahLst/>
            <a:cxnLst/>
            <a:rect l="l" t="t" r="r" b="b"/>
            <a:pathLst>
              <a:path w="695325" h="619125">
                <a:moveTo>
                  <a:pt x="6953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695325" y="614362"/>
                </a:lnTo>
                <a:lnTo>
                  <a:pt x="695325" y="619125"/>
                </a:lnTo>
                <a:close/>
              </a:path>
              <a:path w="6953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6191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609600"/>
                </a:lnTo>
                <a:lnTo>
                  <a:pt x="690562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685800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614362"/>
                </a:moveTo>
                <a:lnTo>
                  <a:pt x="685800" y="614362"/>
                </a:lnTo>
                <a:lnTo>
                  <a:pt x="690562" y="609600"/>
                </a:lnTo>
                <a:lnTo>
                  <a:pt x="695325" y="609600"/>
                </a:lnTo>
                <a:lnTo>
                  <a:pt x="6953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960620" y="4340352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0" y="0"/>
                </a:moveTo>
                <a:lnTo>
                  <a:pt x="685800" y="0"/>
                </a:lnTo>
                <a:lnTo>
                  <a:pt x="685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956175" y="4335462"/>
            <a:ext cx="695325" cy="619125"/>
          </a:xfrm>
          <a:custGeom>
            <a:avLst/>
            <a:gdLst/>
            <a:ahLst/>
            <a:cxnLst/>
            <a:rect l="l" t="t" r="r" b="b"/>
            <a:pathLst>
              <a:path w="695325" h="619125">
                <a:moveTo>
                  <a:pt x="6953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695325" y="614362"/>
                </a:lnTo>
                <a:lnTo>
                  <a:pt x="695325" y="619125"/>
                </a:lnTo>
                <a:close/>
              </a:path>
              <a:path w="6953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6191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609600"/>
                </a:lnTo>
                <a:lnTo>
                  <a:pt x="690562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685800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614362"/>
                </a:moveTo>
                <a:lnTo>
                  <a:pt x="685800" y="614362"/>
                </a:lnTo>
                <a:lnTo>
                  <a:pt x="690562" y="609600"/>
                </a:lnTo>
                <a:lnTo>
                  <a:pt x="695325" y="609600"/>
                </a:lnTo>
                <a:lnTo>
                  <a:pt x="6953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274820" y="4340352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0" y="0"/>
                </a:moveTo>
                <a:lnTo>
                  <a:pt x="685800" y="0"/>
                </a:lnTo>
                <a:lnTo>
                  <a:pt x="685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270375" y="4335462"/>
            <a:ext cx="695325" cy="619125"/>
          </a:xfrm>
          <a:custGeom>
            <a:avLst/>
            <a:gdLst/>
            <a:ahLst/>
            <a:cxnLst/>
            <a:rect l="l" t="t" r="r" b="b"/>
            <a:pathLst>
              <a:path w="695325" h="619125">
                <a:moveTo>
                  <a:pt x="6953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695325" y="614362"/>
                </a:lnTo>
                <a:lnTo>
                  <a:pt x="695325" y="619125"/>
                </a:lnTo>
                <a:close/>
              </a:path>
              <a:path w="6953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6191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609600"/>
                </a:lnTo>
                <a:lnTo>
                  <a:pt x="690562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685800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614362"/>
                </a:moveTo>
                <a:lnTo>
                  <a:pt x="685800" y="614362"/>
                </a:lnTo>
                <a:lnTo>
                  <a:pt x="690562" y="609600"/>
                </a:lnTo>
                <a:lnTo>
                  <a:pt x="695325" y="609600"/>
                </a:lnTo>
                <a:lnTo>
                  <a:pt x="6953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589020" y="4340352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0" y="0"/>
                </a:moveTo>
                <a:lnTo>
                  <a:pt x="685800" y="0"/>
                </a:lnTo>
                <a:lnTo>
                  <a:pt x="685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584575" y="4335462"/>
            <a:ext cx="695325" cy="619125"/>
          </a:xfrm>
          <a:custGeom>
            <a:avLst/>
            <a:gdLst/>
            <a:ahLst/>
            <a:cxnLst/>
            <a:rect l="l" t="t" r="r" b="b"/>
            <a:pathLst>
              <a:path w="695325" h="619125">
                <a:moveTo>
                  <a:pt x="6953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695325" y="614362"/>
                </a:lnTo>
                <a:lnTo>
                  <a:pt x="695325" y="619125"/>
                </a:lnTo>
                <a:close/>
              </a:path>
              <a:path w="6953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6191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609600"/>
                </a:lnTo>
                <a:lnTo>
                  <a:pt x="690562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685800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614362"/>
                </a:moveTo>
                <a:lnTo>
                  <a:pt x="685800" y="614362"/>
                </a:lnTo>
                <a:lnTo>
                  <a:pt x="690562" y="609600"/>
                </a:lnTo>
                <a:lnTo>
                  <a:pt x="695325" y="609600"/>
                </a:lnTo>
                <a:lnTo>
                  <a:pt x="6953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646420" y="3730752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0" y="0"/>
                </a:moveTo>
                <a:lnTo>
                  <a:pt x="685800" y="0"/>
                </a:lnTo>
                <a:lnTo>
                  <a:pt x="685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641975" y="3725862"/>
            <a:ext cx="695325" cy="619125"/>
          </a:xfrm>
          <a:custGeom>
            <a:avLst/>
            <a:gdLst/>
            <a:ahLst/>
            <a:cxnLst/>
            <a:rect l="l" t="t" r="r" b="b"/>
            <a:pathLst>
              <a:path w="695325" h="619125">
                <a:moveTo>
                  <a:pt x="6953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695325" y="614362"/>
                </a:lnTo>
                <a:lnTo>
                  <a:pt x="695325" y="619125"/>
                </a:lnTo>
                <a:close/>
              </a:path>
              <a:path w="6953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6191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609600"/>
                </a:lnTo>
                <a:lnTo>
                  <a:pt x="690562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685800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614362"/>
                </a:moveTo>
                <a:lnTo>
                  <a:pt x="685800" y="614362"/>
                </a:lnTo>
                <a:lnTo>
                  <a:pt x="690562" y="609600"/>
                </a:lnTo>
                <a:lnTo>
                  <a:pt x="695325" y="609600"/>
                </a:lnTo>
                <a:lnTo>
                  <a:pt x="6953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960620" y="3730752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0" y="0"/>
                </a:moveTo>
                <a:lnTo>
                  <a:pt x="685800" y="0"/>
                </a:lnTo>
                <a:lnTo>
                  <a:pt x="685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956175" y="3725862"/>
            <a:ext cx="695325" cy="619125"/>
          </a:xfrm>
          <a:custGeom>
            <a:avLst/>
            <a:gdLst/>
            <a:ahLst/>
            <a:cxnLst/>
            <a:rect l="l" t="t" r="r" b="b"/>
            <a:pathLst>
              <a:path w="695325" h="619125">
                <a:moveTo>
                  <a:pt x="6953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695325" y="614362"/>
                </a:lnTo>
                <a:lnTo>
                  <a:pt x="695325" y="619125"/>
                </a:lnTo>
                <a:close/>
              </a:path>
              <a:path w="6953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6191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609600"/>
                </a:lnTo>
                <a:lnTo>
                  <a:pt x="690562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685800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614362"/>
                </a:moveTo>
                <a:lnTo>
                  <a:pt x="685800" y="614362"/>
                </a:lnTo>
                <a:lnTo>
                  <a:pt x="690562" y="609600"/>
                </a:lnTo>
                <a:lnTo>
                  <a:pt x="695325" y="609600"/>
                </a:lnTo>
                <a:lnTo>
                  <a:pt x="6953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274820" y="3730752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0" y="0"/>
                </a:moveTo>
                <a:lnTo>
                  <a:pt x="685800" y="0"/>
                </a:lnTo>
                <a:lnTo>
                  <a:pt x="685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270375" y="3725862"/>
            <a:ext cx="695325" cy="619125"/>
          </a:xfrm>
          <a:custGeom>
            <a:avLst/>
            <a:gdLst/>
            <a:ahLst/>
            <a:cxnLst/>
            <a:rect l="l" t="t" r="r" b="b"/>
            <a:pathLst>
              <a:path w="695325" h="619125">
                <a:moveTo>
                  <a:pt x="6953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695325" y="614362"/>
                </a:lnTo>
                <a:lnTo>
                  <a:pt x="695325" y="619125"/>
                </a:lnTo>
                <a:close/>
              </a:path>
              <a:path w="6953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6191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609600"/>
                </a:lnTo>
                <a:lnTo>
                  <a:pt x="690562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685800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614362"/>
                </a:moveTo>
                <a:lnTo>
                  <a:pt x="685800" y="614362"/>
                </a:lnTo>
                <a:lnTo>
                  <a:pt x="690562" y="609600"/>
                </a:lnTo>
                <a:lnTo>
                  <a:pt x="695325" y="609600"/>
                </a:lnTo>
                <a:lnTo>
                  <a:pt x="6953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589020" y="3730752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0" y="0"/>
                </a:moveTo>
                <a:lnTo>
                  <a:pt x="685800" y="0"/>
                </a:lnTo>
                <a:lnTo>
                  <a:pt x="685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584575" y="3725862"/>
            <a:ext cx="695325" cy="619125"/>
          </a:xfrm>
          <a:custGeom>
            <a:avLst/>
            <a:gdLst/>
            <a:ahLst/>
            <a:cxnLst/>
            <a:rect l="l" t="t" r="r" b="b"/>
            <a:pathLst>
              <a:path w="695325" h="619125">
                <a:moveTo>
                  <a:pt x="6953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695325" y="614362"/>
                </a:lnTo>
                <a:lnTo>
                  <a:pt x="695325" y="619125"/>
                </a:lnTo>
                <a:close/>
              </a:path>
              <a:path w="6953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6191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609600"/>
                </a:lnTo>
                <a:lnTo>
                  <a:pt x="690562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685800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614362"/>
                </a:moveTo>
                <a:lnTo>
                  <a:pt x="685800" y="614362"/>
                </a:lnTo>
                <a:lnTo>
                  <a:pt x="690562" y="609600"/>
                </a:lnTo>
                <a:lnTo>
                  <a:pt x="695325" y="609600"/>
                </a:lnTo>
                <a:lnTo>
                  <a:pt x="6953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5646420" y="3121151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0" y="0"/>
                </a:moveTo>
                <a:lnTo>
                  <a:pt x="685800" y="0"/>
                </a:lnTo>
                <a:lnTo>
                  <a:pt x="685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5641975" y="3116262"/>
            <a:ext cx="695325" cy="619125"/>
          </a:xfrm>
          <a:custGeom>
            <a:avLst/>
            <a:gdLst/>
            <a:ahLst/>
            <a:cxnLst/>
            <a:rect l="l" t="t" r="r" b="b"/>
            <a:pathLst>
              <a:path w="695325" h="619125">
                <a:moveTo>
                  <a:pt x="6953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695325" y="614362"/>
                </a:lnTo>
                <a:lnTo>
                  <a:pt x="695325" y="619125"/>
                </a:lnTo>
                <a:close/>
              </a:path>
              <a:path w="6953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6191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609600"/>
                </a:lnTo>
                <a:lnTo>
                  <a:pt x="690562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685800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614362"/>
                </a:moveTo>
                <a:lnTo>
                  <a:pt x="685800" y="614362"/>
                </a:lnTo>
                <a:lnTo>
                  <a:pt x="690562" y="609600"/>
                </a:lnTo>
                <a:lnTo>
                  <a:pt x="695325" y="609600"/>
                </a:lnTo>
                <a:lnTo>
                  <a:pt x="6953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4960620" y="3121151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0" y="0"/>
                </a:moveTo>
                <a:lnTo>
                  <a:pt x="685800" y="0"/>
                </a:lnTo>
                <a:lnTo>
                  <a:pt x="685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956175" y="3116262"/>
            <a:ext cx="695325" cy="619125"/>
          </a:xfrm>
          <a:custGeom>
            <a:avLst/>
            <a:gdLst/>
            <a:ahLst/>
            <a:cxnLst/>
            <a:rect l="l" t="t" r="r" b="b"/>
            <a:pathLst>
              <a:path w="695325" h="619125">
                <a:moveTo>
                  <a:pt x="6953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695325" y="614362"/>
                </a:lnTo>
                <a:lnTo>
                  <a:pt x="695325" y="619125"/>
                </a:lnTo>
                <a:close/>
              </a:path>
              <a:path w="6953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6191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609600"/>
                </a:lnTo>
                <a:lnTo>
                  <a:pt x="690562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685800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614362"/>
                </a:moveTo>
                <a:lnTo>
                  <a:pt x="685800" y="614362"/>
                </a:lnTo>
                <a:lnTo>
                  <a:pt x="690562" y="609600"/>
                </a:lnTo>
                <a:lnTo>
                  <a:pt x="695325" y="609600"/>
                </a:lnTo>
                <a:lnTo>
                  <a:pt x="6953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4274820" y="3121151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0" y="0"/>
                </a:moveTo>
                <a:lnTo>
                  <a:pt x="685800" y="0"/>
                </a:lnTo>
                <a:lnTo>
                  <a:pt x="685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4270375" y="3116262"/>
            <a:ext cx="695325" cy="619125"/>
          </a:xfrm>
          <a:custGeom>
            <a:avLst/>
            <a:gdLst/>
            <a:ahLst/>
            <a:cxnLst/>
            <a:rect l="l" t="t" r="r" b="b"/>
            <a:pathLst>
              <a:path w="695325" h="619125">
                <a:moveTo>
                  <a:pt x="6953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695325" y="614362"/>
                </a:lnTo>
                <a:lnTo>
                  <a:pt x="695325" y="619125"/>
                </a:lnTo>
                <a:close/>
              </a:path>
              <a:path w="6953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6191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609600"/>
                </a:lnTo>
                <a:lnTo>
                  <a:pt x="690562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685800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614362"/>
                </a:moveTo>
                <a:lnTo>
                  <a:pt x="685800" y="614362"/>
                </a:lnTo>
                <a:lnTo>
                  <a:pt x="690562" y="609600"/>
                </a:lnTo>
                <a:lnTo>
                  <a:pt x="695325" y="609600"/>
                </a:lnTo>
                <a:lnTo>
                  <a:pt x="6953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589020" y="3121151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0" y="0"/>
                </a:moveTo>
                <a:lnTo>
                  <a:pt x="685800" y="0"/>
                </a:lnTo>
                <a:lnTo>
                  <a:pt x="685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3584575" y="3116262"/>
            <a:ext cx="695325" cy="619125"/>
          </a:xfrm>
          <a:custGeom>
            <a:avLst/>
            <a:gdLst/>
            <a:ahLst/>
            <a:cxnLst/>
            <a:rect l="l" t="t" r="r" b="b"/>
            <a:pathLst>
              <a:path w="695325" h="619125">
                <a:moveTo>
                  <a:pt x="6953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695325" y="614362"/>
                </a:lnTo>
                <a:lnTo>
                  <a:pt x="695325" y="619125"/>
                </a:lnTo>
                <a:close/>
              </a:path>
              <a:path w="6953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6191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609600"/>
                </a:lnTo>
                <a:lnTo>
                  <a:pt x="690562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685800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614362"/>
                </a:moveTo>
                <a:lnTo>
                  <a:pt x="685800" y="614362"/>
                </a:lnTo>
                <a:lnTo>
                  <a:pt x="690562" y="609600"/>
                </a:lnTo>
                <a:lnTo>
                  <a:pt x="695325" y="609600"/>
                </a:lnTo>
                <a:lnTo>
                  <a:pt x="6953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62" name="object 6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63" name="object 6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78</a:t>
            </a:fld>
            <a:endParaRPr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91540"/>
            <a:ext cx="38855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23389" algn="l"/>
              </a:tabLst>
            </a:pPr>
            <a:r>
              <a:rPr sz="3600" u="heavy" dirty="0">
                <a:uFill>
                  <a:solidFill>
                    <a:srgbClr val="000000"/>
                  </a:solidFill>
                </a:uFill>
              </a:rPr>
              <a:t>Multiple	</a:t>
            </a:r>
            <a:r>
              <a:rPr sz="3600" u="heavy" spc="-15" dirty="0">
                <a:uFill>
                  <a:solidFill>
                    <a:srgbClr val="000000"/>
                  </a:solidFill>
                </a:uFill>
              </a:rPr>
              <a:t>granularity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64540" y="1849755"/>
            <a:ext cx="549211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669665" algn="l"/>
              </a:tabLst>
            </a:pPr>
            <a:r>
              <a:rPr sz="3200" spc="-5" dirty="0">
                <a:latin typeface="Tahoma"/>
                <a:cs typeface="Tahoma"/>
              </a:rPr>
              <a:t>Com</a:t>
            </a:r>
            <a:r>
              <a:rPr sz="3200" dirty="0">
                <a:latin typeface="Tahoma"/>
                <a:cs typeface="Tahoma"/>
              </a:rPr>
              <a:t>p	</a:t>
            </a:r>
            <a:r>
              <a:rPr sz="3200" spc="-65" dirty="0">
                <a:latin typeface="Tahoma"/>
                <a:cs typeface="Tahoma"/>
              </a:rPr>
              <a:t>R</a:t>
            </a:r>
            <a:r>
              <a:rPr sz="3200" spc="-5" dirty="0">
                <a:latin typeface="Tahoma"/>
                <a:cs typeface="Tahoma"/>
              </a:rPr>
              <a:t>equesto</a:t>
            </a:r>
            <a:r>
              <a:rPr sz="3200" dirty="0">
                <a:latin typeface="Tahoma"/>
                <a:cs typeface="Tahoma"/>
              </a:rPr>
              <a:t>r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74440" y="2454076"/>
            <a:ext cx="379095" cy="49149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3200" spc="-5" dirty="0">
                <a:latin typeface="Tahoma"/>
                <a:cs typeface="Tahoma"/>
              </a:rPr>
              <a:t>I</a:t>
            </a:r>
            <a:r>
              <a:rPr sz="3200" dirty="0">
                <a:latin typeface="Tahoma"/>
                <a:cs typeface="Tahoma"/>
              </a:rPr>
              <a:t>S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33900" y="2454076"/>
            <a:ext cx="388620" cy="49149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3200" spc="-5" dirty="0">
                <a:latin typeface="Tahoma"/>
                <a:cs typeface="Tahoma"/>
              </a:rPr>
              <a:t>I</a:t>
            </a:r>
            <a:r>
              <a:rPr sz="3200" dirty="0">
                <a:latin typeface="Tahoma"/>
                <a:cs typeface="Tahoma"/>
              </a:rPr>
              <a:t>X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75884" y="2454076"/>
            <a:ext cx="227329" cy="49149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3200" dirty="0">
                <a:latin typeface="Tahoma"/>
                <a:cs typeface="Tahoma"/>
              </a:rPr>
              <a:t>S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83579" y="2454076"/>
            <a:ext cx="379095" cy="49149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3200" spc="-5" dirty="0">
                <a:latin typeface="Tahoma"/>
                <a:cs typeface="Tahoma"/>
              </a:rPr>
              <a:t>S</a:t>
            </a:r>
            <a:r>
              <a:rPr sz="3200" dirty="0">
                <a:latin typeface="Tahoma"/>
                <a:cs typeface="Tahoma"/>
              </a:rPr>
              <a:t>I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52259" y="2454076"/>
            <a:ext cx="236854" cy="49149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3200" dirty="0">
                <a:latin typeface="Tahoma"/>
                <a:cs typeface="Tahoma"/>
              </a:rPr>
              <a:t>X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26539" y="2936367"/>
            <a:ext cx="1979295" cy="3129280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869"/>
              </a:spcBef>
            </a:pPr>
            <a:r>
              <a:rPr sz="3200" spc="-5" dirty="0">
                <a:latin typeface="Tahoma"/>
                <a:cs typeface="Tahoma"/>
              </a:rPr>
              <a:t>I</a:t>
            </a:r>
            <a:r>
              <a:rPr sz="3200" dirty="0">
                <a:latin typeface="Tahoma"/>
                <a:cs typeface="Tahoma"/>
              </a:rPr>
              <a:t>S</a:t>
            </a:r>
            <a:endParaRPr sz="3200">
              <a:latin typeface="Tahoma"/>
              <a:cs typeface="Tahoma"/>
            </a:endParaRPr>
          </a:p>
          <a:p>
            <a:pPr marR="15240" algn="r">
              <a:lnSpc>
                <a:spcPct val="100000"/>
              </a:lnSpc>
              <a:spcBef>
                <a:spcPts val="775"/>
              </a:spcBef>
              <a:tabLst>
                <a:tab pos="1553845" algn="l"/>
              </a:tabLst>
            </a:pPr>
            <a:r>
              <a:rPr sz="3200" spc="-5" dirty="0">
                <a:latin typeface="Tahoma"/>
                <a:cs typeface="Tahoma"/>
              </a:rPr>
              <a:t>Holde</a:t>
            </a:r>
            <a:r>
              <a:rPr sz="3200" dirty="0">
                <a:latin typeface="Tahoma"/>
                <a:cs typeface="Tahoma"/>
              </a:rPr>
              <a:t>r	</a:t>
            </a:r>
            <a:r>
              <a:rPr sz="3200" spc="-5" dirty="0">
                <a:latin typeface="Tahoma"/>
                <a:cs typeface="Tahoma"/>
              </a:rPr>
              <a:t>I</a:t>
            </a:r>
            <a:r>
              <a:rPr sz="3200" dirty="0">
                <a:latin typeface="Tahoma"/>
                <a:cs typeface="Tahoma"/>
              </a:rPr>
              <a:t>X</a:t>
            </a:r>
            <a:endParaRPr sz="3200">
              <a:latin typeface="Tahoma"/>
              <a:cs typeface="Tahoma"/>
            </a:endParaRPr>
          </a:p>
          <a:p>
            <a:pPr marR="30480" algn="r">
              <a:lnSpc>
                <a:spcPct val="100000"/>
              </a:lnSpc>
              <a:spcBef>
                <a:spcPts val="755"/>
              </a:spcBef>
            </a:pPr>
            <a:r>
              <a:rPr sz="3200" dirty="0">
                <a:latin typeface="Tahoma"/>
                <a:cs typeface="Tahoma"/>
              </a:rPr>
              <a:t>S</a:t>
            </a:r>
            <a:endParaRPr sz="3200">
              <a:latin typeface="Tahoma"/>
              <a:cs typeface="Tahoma"/>
            </a:endParaRPr>
          </a:p>
          <a:p>
            <a:pPr marR="22225" algn="r">
              <a:lnSpc>
                <a:spcPct val="100000"/>
              </a:lnSpc>
              <a:spcBef>
                <a:spcPts val="1405"/>
              </a:spcBef>
            </a:pPr>
            <a:r>
              <a:rPr sz="3200" spc="-5" dirty="0">
                <a:latin typeface="Tahoma"/>
                <a:cs typeface="Tahoma"/>
              </a:rPr>
              <a:t>SI</a:t>
            </a:r>
            <a:r>
              <a:rPr sz="3200" dirty="0">
                <a:latin typeface="Tahoma"/>
                <a:cs typeface="Tahoma"/>
              </a:rPr>
              <a:t>X</a:t>
            </a:r>
            <a:endParaRPr sz="3200">
              <a:latin typeface="Tahoma"/>
              <a:cs typeface="Tahoma"/>
            </a:endParaRPr>
          </a:p>
          <a:p>
            <a:pPr marR="19685" algn="r">
              <a:lnSpc>
                <a:spcPct val="100000"/>
              </a:lnSpc>
              <a:spcBef>
                <a:spcPts val="1530"/>
              </a:spcBef>
            </a:pPr>
            <a:r>
              <a:rPr sz="3200" dirty="0">
                <a:latin typeface="Tahoma"/>
                <a:cs typeface="Tahoma"/>
              </a:rPr>
              <a:t>X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589020" y="2511551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0" y="0"/>
                </a:moveTo>
                <a:lnTo>
                  <a:pt x="685800" y="0"/>
                </a:lnTo>
                <a:lnTo>
                  <a:pt x="685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584575" y="2506662"/>
            <a:ext cx="695325" cy="619125"/>
          </a:xfrm>
          <a:custGeom>
            <a:avLst/>
            <a:gdLst/>
            <a:ahLst/>
            <a:cxnLst/>
            <a:rect l="l" t="t" r="r" b="b"/>
            <a:pathLst>
              <a:path w="695325" h="619125">
                <a:moveTo>
                  <a:pt x="6953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695325" y="614362"/>
                </a:lnTo>
                <a:lnTo>
                  <a:pt x="695325" y="619125"/>
                </a:lnTo>
                <a:close/>
              </a:path>
              <a:path w="6953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6191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609600"/>
                </a:lnTo>
                <a:lnTo>
                  <a:pt x="690562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685800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614362"/>
                </a:moveTo>
                <a:lnTo>
                  <a:pt x="685800" y="614362"/>
                </a:lnTo>
                <a:lnTo>
                  <a:pt x="690562" y="609600"/>
                </a:lnTo>
                <a:lnTo>
                  <a:pt x="695325" y="609600"/>
                </a:lnTo>
                <a:lnTo>
                  <a:pt x="6953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74820" y="2511551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0" y="0"/>
                </a:moveTo>
                <a:lnTo>
                  <a:pt x="685800" y="0"/>
                </a:lnTo>
                <a:lnTo>
                  <a:pt x="685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70375" y="2506662"/>
            <a:ext cx="695325" cy="619125"/>
          </a:xfrm>
          <a:custGeom>
            <a:avLst/>
            <a:gdLst/>
            <a:ahLst/>
            <a:cxnLst/>
            <a:rect l="l" t="t" r="r" b="b"/>
            <a:pathLst>
              <a:path w="695325" h="619125">
                <a:moveTo>
                  <a:pt x="6953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695325" y="614362"/>
                </a:lnTo>
                <a:lnTo>
                  <a:pt x="695325" y="619125"/>
                </a:lnTo>
                <a:close/>
              </a:path>
              <a:path w="6953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6191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609600"/>
                </a:lnTo>
                <a:lnTo>
                  <a:pt x="690562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685800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614362"/>
                </a:moveTo>
                <a:lnTo>
                  <a:pt x="685800" y="614362"/>
                </a:lnTo>
                <a:lnTo>
                  <a:pt x="690562" y="609600"/>
                </a:lnTo>
                <a:lnTo>
                  <a:pt x="695325" y="609600"/>
                </a:lnTo>
                <a:lnTo>
                  <a:pt x="6953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960620" y="2511551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0" y="0"/>
                </a:moveTo>
                <a:lnTo>
                  <a:pt x="685800" y="0"/>
                </a:lnTo>
                <a:lnTo>
                  <a:pt x="685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956175" y="2506662"/>
            <a:ext cx="695325" cy="619125"/>
          </a:xfrm>
          <a:custGeom>
            <a:avLst/>
            <a:gdLst/>
            <a:ahLst/>
            <a:cxnLst/>
            <a:rect l="l" t="t" r="r" b="b"/>
            <a:pathLst>
              <a:path w="695325" h="619125">
                <a:moveTo>
                  <a:pt x="6953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695325" y="614362"/>
                </a:lnTo>
                <a:lnTo>
                  <a:pt x="695325" y="619125"/>
                </a:lnTo>
                <a:close/>
              </a:path>
              <a:path w="6953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6191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609600"/>
                </a:lnTo>
                <a:lnTo>
                  <a:pt x="690562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685800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614362"/>
                </a:moveTo>
                <a:lnTo>
                  <a:pt x="685800" y="614362"/>
                </a:lnTo>
                <a:lnTo>
                  <a:pt x="690562" y="609600"/>
                </a:lnTo>
                <a:lnTo>
                  <a:pt x="695325" y="609600"/>
                </a:lnTo>
                <a:lnTo>
                  <a:pt x="6953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646420" y="2511551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0" y="0"/>
                </a:moveTo>
                <a:lnTo>
                  <a:pt x="685800" y="0"/>
                </a:lnTo>
                <a:lnTo>
                  <a:pt x="685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641975" y="2506662"/>
            <a:ext cx="695325" cy="619125"/>
          </a:xfrm>
          <a:custGeom>
            <a:avLst/>
            <a:gdLst/>
            <a:ahLst/>
            <a:cxnLst/>
            <a:rect l="l" t="t" r="r" b="b"/>
            <a:pathLst>
              <a:path w="695325" h="619125">
                <a:moveTo>
                  <a:pt x="6953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695325" y="614362"/>
                </a:lnTo>
                <a:lnTo>
                  <a:pt x="695325" y="619125"/>
                </a:lnTo>
                <a:close/>
              </a:path>
              <a:path w="6953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6191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609600"/>
                </a:lnTo>
                <a:lnTo>
                  <a:pt x="690562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685800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614362"/>
                </a:moveTo>
                <a:lnTo>
                  <a:pt x="685800" y="614362"/>
                </a:lnTo>
                <a:lnTo>
                  <a:pt x="690562" y="609600"/>
                </a:lnTo>
                <a:lnTo>
                  <a:pt x="695325" y="609600"/>
                </a:lnTo>
                <a:lnTo>
                  <a:pt x="6953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332220" y="2511551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0" y="0"/>
                </a:moveTo>
                <a:lnTo>
                  <a:pt x="685800" y="0"/>
                </a:lnTo>
                <a:lnTo>
                  <a:pt x="685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327775" y="2506662"/>
            <a:ext cx="695325" cy="619125"/>
          </a:xfrm>
          <a:custGeom>
            <a:avLst/>
            <a:gdLst/>
            <a:ahLst/>
            <a:cxnLst/>
            <a:rect l="l" t="t" r="r" b="b"/>
            <a:pathLst>
              <a:path w="695325" h="619125">
                <a:moveTo>
                  <a:pt x="6953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695325" y="614362"/>
                </a:lnTo>
                <a:lnTo>
                  <a:pt x="695325" y="619125"/>
                </a:lnTo>
                <a:close/>
              </a:path>
              <a:path w="6953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6191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609600"/>
                </a:lnTo>
                <a:lnTo>
                  <a:pt x="690562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685800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614362"/>
                </a:moveTo>
                <a:lnTo>
                  <a:pt x="685800" y="614362"/>
                </a:lnTo>
                <a:lnTo>
                  <a:pt x="690562" y="609600"/>
                </a:lnTo>
                <a:lnTo>
                  <a:pt x="695325" y="609600"/>
                </a:lnTo>
                <a:lnTo>
                  <a:pt x="6953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332220" y="3121151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0" y="0"/>
                </a:moveTo>
                <a:lnTo>
                  <a:pt x="685800" y="0"/>
                </a:lnTo>
                <a:lnTo>
                  <a:pt x="685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327775" y="3116262"/>
            <a:ext cx="695325" cy="619125"/>
          </a:xfrm>
          <a:custGeom>
            <a:avLst/>
            <a:gdLst/>
            <a:ahLst/>
            <a:cxnLst/>
            <a:rect l="l" t="t" r="r" b="b"/>
            <a:pathLst>
              <a:path w="695325" h="619125">
                <a:moveTo>
                  <a:pt x="6953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695325" y="614362"/>
                </a:lnTo>
                <a:lnTo>
                  <a:pt x="695325" y="619125"/>
                </a:lnTo>
                <a:close/>
              </a:path>
              <a:path w="6953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6191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609600"/>
                </a:lnTo>
                <a:lnTo>
                  <a:pt x="690562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685800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614362"/>
                </a:moveTo>
                <a:lnTo>
                  <a:pt x="685800" y="614362"/>
                </a:lnTo>
                <a:lnTo>
                  <a:pt x="690562" y="609600"/>
                </a:lnTo>
                <a:lnTo>
                  <a:pt x="695325" y="609600"/>
                </a:lnTo>
                <a:lnTo>
                  <a:pt x="6953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332220" y="3730752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0" y="0"/>
                </a:moveTo>
                <a:lnTo>
                  <a:pt x="685800" y="0"/>
                </a:lnTo>
                <a:lnTo>
                  <a:pt x="685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327775" y="3725862"/>
            <a:ext cx="695325" cy="619125"/>
          </a:xfrm>
          <a:custGeom>
            <a:avLst/>
            <a:gdLst/>
            <a:ahLst/>
            <a:cxnLst/>
            <a:rect l="l" t="t" r="r" b="b"/>
            <a:pathLst>
              <a:path w="695325" h="619125">
                <a:moveTo>
                  <a:pt x="6953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695325" y="614362"/>
                </a:lnTo>
                <a:lnTo>
                  <a:pt x="695325" y="619125"/>
                </a:lnTo>
                <a:close/>
              </a:path>
              <a:path w="6953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6191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609600"/>
                </a:lnTo>
                <a:lnTo>
                  <a:pt x="690562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685800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614362"/>
                </a:moveTo>
                <a:lnTo>
                  <a:pt x="685800" y="614362"/>
                </a:lnTo>
                <a:lnTo>
                  <a:pt x="690562" y="609600"/>
                </a:lnTo>
                <a:lnTo>
                  <a:pt x="695325" y="609600"/>
                </a:lnTo>
                <a:lnTo>
                  <a:pt x="6953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332220" y="4340352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0" y="0"/>
                </a:moveTo>
                <a:lnTo>
                  <a:pt x="685800" y="0"/>
                </a:lnTo>
                <a:lnTo>
                  <a:pt x="685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327775" y="4335462"/>
            <a:ext cx="695325" cy="619125"/>
          </a:xfrm>
          <a:custGeom>
            <a:avLst/>
            <a:gdLst/>
            <a:ahLst/>
            <a:cxnLst/>
            <a:rect l="l" t="t" r="r" b="b"/>
            <a:pathLst>
              <a:path w="695325" h="619125">
                <a:moveTo>
                  <a:pt x="6953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695325" y="614362"/>
                </a:lnTo>
                <a:lnTo>
                  <a:pt x="695325" y="619125"/>
                </a:lnTo>
                <a:close/>
              </a:path>
              <a:path w="6953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6191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609600"/>
                </a:lnTo>
                <a:lnTo>
                  <a:pt x="690562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685800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614362"/>
                </a:moveTo>
                <a:lnTo>
                  <a:pt x="685800" y="614362"/>
                </a:lnTo>
                <a:lnTo>
                  <a:pt x="690562" y="609600"/>
                </a:lnTo>
                <a:lnTo>
                  <a:pt x="695325" y="609600"/>
                </a:lnTo>
                <a:lnTo>
                  <a:pt x="6953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332220" y="4949952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0" y="0"/>
                </a:moveTo>
                <a:lnTo>
                  <a:pt x="685800" y="0"/>
                </a:lnTo>
                <a:lnTo>
                  <a:pt x="685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327775" y="4945062"/>
            <a:ext cx="695325" cy="619125"/>
          </a:xfrm>
          <a:custGeom>
            <a:avLst/>
            <a:gdLst/>
            <a:ahLst/>
            <a:cxnLst/>
            <a:rect l="l" t="t" r="r" b="b"/>
            <a:pathLst>
              <a:path w="695325" h="619125">
                <a:moveTo>
                  <a:pt x="6953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695325" y="614362"/>
                </a:lnTo>
                <a:lnTo>
                  <a:pt x="695325" y="619125"/>
                </a:lnTo>
                <a:close/>
              </a:path>
              <a:path w="6953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6191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609600"/>
                </a:lnTo>
                <a:lnTo>
                  <a:pt x="690562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685800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614362"/>
                </a:moveTo>
                <a:lnTo>
                  <a:pt x="685800" y="614362"/>
                </a:lnTo>
                <a:lnTo>
                  <a:pt x="690562" y="609600"/>
                </a:lnTo>
                <a:lnTo>
                  <a:pt x="695325" y="609600"/>
                </a:lnTo>
                <a:lnTo>
                  <a:pt x="6953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646420" y="4949952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0" y="0"/>
                </a:moveTo>
                <a:lnTo>
                  <a:pt x="685800" y="0"/>
                </a:lnTo>
                <a:lnTo>
                  <a:pt x="685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641975" y="4945062"/>
            <a:ext cx="695325" cy="619125"/>
          </a:xfrm>
          <a:custGeom>
            <a:avLst/>
            <a:gdLst/>
            <a:ahLst/>
            <a:cxnLst/>
            <a:rect l="l" t="t" r="r" b="b"/>
            <a:pathLst>
              <a:path w="695325" h="619125">
                <a:moveTo>
                  <a:pt x="6953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695325" y="614362"/>
                </a:lnTo>
                <a:lnTo>
                  <a:pt x="695325" y="619125"/>
                </a:lnTo>
                <a:close/>
              </a:path>
              <a:path w="6953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6191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609600"/>
                </a:lnTo>
                <a:lnTo>
                  <a:pt x="690562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685800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614362"/>
                </a:moveTo>
                <a:lnTo>
                  <a:pt x="685800" y="614362"/>
                </a:lnTo>
                <a:lnTo>
                  <a:pt x="690562" y="609600"/>
                </a:lnTo>
                <a:lnTo>
                  <a:pt x="695325" y="609600"/>
                </a:lnTo>
                <a:lnTo>
                  <a:pt x="6953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960620" y="4949952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0" y="0"/>
                </a:moveTo>
                <a:lnTo>
                  <a:pt x="685800" y="0"/>
                </a:lnTo>
                <a:lnTo>
                  <a:pt x="685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956175" y="4945062"/>
            <a:ext cx="695325" cy="619125"/>
          </a:xfrm>
          <a:custGeom>
            <a:avLst/>
            <a:gdLst/>
            <a:ahLst/>
            <a:cxnLst/>
            <a:rect l="l" t="t" r="r" b="b"/>
            <a:pathLst>
              <a:path w="695325" h="619125">
                <a:moveTo>
                  <a:pt x="6953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695325" y="614362"/>
                </a:lnTo>
                <a:lnTo>
                  <a:pt x="695325" y="619125"/>
                </a:lnTo>
                <a:close/>
              </a:path>
              <a:path w="6953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6191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609600"/>
                </a:lnTo>
                <a:lnTo>
                  <a:pt x="690562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685800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614362"/>
                </a:moveTo>
                <a:lnTo>
                  <a:pt x="685800" y="614362"/>
                </a:lnTo>
                <a:lnTo>
                  <a:pt x="690562" y="609600"/>
                </a:lnTo>
                <a:lnTo>
                  <a:pt x="695325" y="609600"/>
                </a:lnTo>
                <a:lnTo>
                  <a:pt x="6953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274820" y="4949952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0" y="0"/>
                </a:moveTo>
                <a:lnTo>
                  <a:pt x="685800" y="0"/>
                </a:lnTo>
                <a:lnTo>
                  <a:pt x="685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270375" y="4945062"/>
            <a:ext cx="695325" cy="619125"/>
          </a:xfrm>
          <a:custGeom>
            <a:avLst/>
            <a:gdLst/>
            <a:ahLst/>
            <a:cxnLst/>
            <a:rect l="l" t="t" r="r" b="b"/>
            <a:pathLst>
              <a:path w="695325" h="619125">
                <a:moveTo>
                  <a:pt x="6953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695325" y="614362"/>
                </a:lnTo>
                <a:lnTo>
                  <a:pt x="695325" y="619125"/>
                </a:lnTo>
                <a:close/>
              </a:path>
              <a:path w="6953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6191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609600"/>
                </a:lnTo>
                <a:lnTo>
                  <a:pt x="690562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685800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614362"/>
                </a:moveTo>
                <a:lnTo>
                  <a:pt x="685800" y="614362"/>
                </a:lnTo>
                <a:lnTo>
                  <a:pt x="690562" y="609600"/>
                </a:lnTo>
                <a:lnTo>
                  <a:pt x="695325" y="609600"/>
                </a:lnTo>
                <a:lnTo>
                  <a:pt x="6953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589020" y="4949952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0" y="0"/>
                </a:moveTo>
                <a:lnTo>
                  <a:pt x="685800" y="0"/>
                </a:lnTo>
                <a:lnTo>
                  <a:pt x="685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584575" y="4945062"/>
            <a:ext cx="695325" cy="619125"/>
          </a:xfrm>
          <a:custGeom>
            <a:avLst/>
            <a:gdLst/>
            <a:ahLst/>
            <a:cxnLst/>
            <a:rect l="l" t="t" r="r" b="b"/>
            <a:pathLst>
              <a:path w="695325" h="619125">
                <a:moveTo>
                  <a:pt x="6953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695325" y="614362"/>
                </a:lnTo>
                <a:lnTo>
                  <a:pt x="695325" y="619125"/>
                </a:lnTo>
                <a:close/>
              </a:path>
              <a:path w="6953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6191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609600"/>
                </a:lnTo>
                <a:lnTo>
                  <a:pt x="690562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685800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614362"/>
                </a:moveTo>
                <a:lnTo>
                  <a:pt x="685800" y="614362"/>
                </a:lnTo>
                <a:lnTo>
                  <a:pt x="690562" y="609600"/>
                </a:lnTo>
                <a:lnTo>
                  <a:pt x="695325" y="609600"/>
                </a:lnTo>
                <a:lnTo>
                  <a:pt x="6953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646420" y="4340352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0" y="0"/>
                </a:moveTo>
                <a:lnTo>
                  <a:pt x="685800" y="0"/>
                </a:lnTo>
                <a:lnTo>
                  <a:pt x="685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641975" y="4335462"/>
            <a:ext cx="695325" cy="619125"/>
          </a:xfrm>
          <a:custGeom>
            <a:avLst/>
            <a:gdLst/>
            <a:ahLst/>
            <a:cxnLst/>
            <a:rect l="l" t="t" r="r" b="b"/>
            <a:pathLst>
              <a:path w="695325" h="619125">
                <a:moveTo>
                  <a:pt x="6953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695325" y="614362"/>
                </a:lnTo>
                <a:lnTo>
                  <a:pt x="695325" y="619125"/>
                </a:lnTo>
                <a:close/>
              </a:path>
              <a:path w="6953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6191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609600"/>
                </a:lnTo>
                <a:lnTo>
                  <a:pt x="690562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685800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614362"/>
                </a:moveTo>
                <a:lnTo>
                  <a:pt x="685800" y="614362"/>
                </a:lnTo>
                <a:lnTo>
                  <a:pt x="690562" y="609600"/>
                </a:lnTo>
                <a:lnTo>
                  <a:pt x="695325" y="609600"/>
                </a:lnTo>
                <a:lnTo>
                  <a:pt x="6953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960620" y="4340352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0" y="0"/>
                </a:moveTo>
                <a:lnTo>
                  <a:pt x="685800" y="0"/>
                </a:lnTo>
                <a:lnTo>
                  <a:pt x="685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956175" y="4335462"/>
            <a:ext cx="695325" cy="619125"/>
          </a:xfrm>
          <a:custGeom>
            <a:avLst/>
            <a:gdLst/>
            <a:ahLst/>
            <a:cxnLst/>
            <a:rect l="l" t="t" r="r" b="b"/>
            <a:pathLst>
              <a:path w="695325" h="619125">
                <a:moveTo>
                  <a:pt x="6953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695325" y="614362"/>
                </a:lnTo>
                <a:lnTo>
                  <a:pt x="695325" y="619125"/>
                </a:lnTo>
                <a:close/>
              </a:path>
              <a:path w="6953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6191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609600"/>
                </a:lnTo>
                <a:lnTo>
                  <a:pt x="690562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685800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614362"/>
                </a:moveTo>
                <a:lnTo>
                  <a:pt x="685800" y="614362"/>
                </a:lnTo>
                <a:lnTo>
                  <a:pt x="690562" y="609600"/>
                </a:lnTo>
                <a:lnTo>
                  <a:pt x="695325" y="609600"/>
                </a:lnTo>
                <a:lnTo>
                  <a:pt x="6953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274820" y="4340352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0" y="0"/>
                </a:moveTo>
                <a:lnTo>
                  <a:pt x="685800" y="0"/>
                </a:lnTo>
                <a:lnTo>
                  <a:pt x="685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270375" y="4335462"/>
            <a:ext cx="695325" cy="619125"/>
          </a:xfrm>
          <a:custGeom>
            <a:avLst/>
            <a:gdLst/>
            <a:ahLst/>
            <a:cxnLst/>
            <a:rect l="l" t="t" r="r" b="b"/>
            <a:pathLst>
              <a:path w="695325" h="619125">
                <a:moveTo>
                  <a:pt x="6953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695325" y="614362"/>
                </a:lnTo>
                <a:lnTo>
                  <a:pt x="695325" y="619125"/>
                </a:lnTo>
                <a:close/>
              </a:path>
              <a:path w="6953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6191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609600"/>
                </a:lnTo>
                <a:lnTo>
                  <a:pt x="690562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685800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614362"/>
                </a:moveTo>
                <a:lnTo>
                  <a:pt x="685800" y="614362"/>
                </a:lnTo>
                <a:lnTo>
                  <a:pt x="690562" y="609600"/>
                </a:lnTo>
                <a:lnTo>
                  <a:pt x="695325" y="609600"/>
                </a:lnTo>
                <a:lnTo>
                  <a:pt x="6953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589020" y="4340352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0" y="0"/>
                </a:moveTo>
                <a:lnTo>
                  <a:pt x="685800" y="0"/>
                </a:lnTo>
                <a:lnTo>
                  <a:pt x="685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584575" y="4335462"/>
            <a:ext cx="695325" cy="619125"/>
          </a:xfrm>
          <a:custGeom>
            <a:avLst/>
            <a:gdLst/>
            <a:ahLst/>
            <a:cxnLst/>
            <a:rect l="l" t="t" r="r" b="b"/>
            <a:pathLst>
              <a:path w="695325" h="619125">
                <a:moveTo>
                  <a:pt x="6953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695325" y="614362"/>
                </a:lnTo>
                <a:lnTo>
                  <a:pt x="695325" y="619125"/>
                </a:lnTo>
                <a:close/>
              </a:path>
              <a:path w="6953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6191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609600"/>
                </a:lnTo>
                <a:lnTo>
                  <a:pt x="690562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685800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614362"/>
                </a:moveTo>
                <a:lnTo>
                  <a:pt x="685800" y="614362"/>
                </a:lnTo>
                <a:lnTo>
                  <a:pt x="690562" y="609600"/>
                </a:lnTo>
                <a:lnTo>
                  <a:pt x="695325" y="609600"/>
                </a:lnTo>
                <a:lnTo>
                  <a:pt x="6953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646420" y="3730752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0" y="0"/>
                </a:moveTo>
                <a:lnTo>
                  <a:pt x="685800" y="0"/>
                </a:lnTo>
                <a:lnTo>
                  <a:pt x="685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641975" y="3725862"/>
            <a:ext cx="695325" cy="619125"/>
          </a:xfrm>
          <a:custGeom>
            <a:avLst/>
            <a:gdLst/>
            <a:ahLst/>
            <a:cxnLst/>
            <a:rect l="l" t="t" r="r" b="b"/>
            <a:pathLst>
              <a:path w="695325" h="619125">
                <a:moveTo>
                  <a:pt x="6953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695325" y="614362"/>
                </a:lnTo>
                <a:lnTo>
                  <a:pt x="695325" y="619125"/>
                </a:lnTo>
                <a:close/>
              </a:path>
              <a:path w="6953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6191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609600"/>
                </a:lnTo>
                <a:lnTo>
                  <a:pt x="690562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685800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614362"/>
                </a:moveTo>
                <a:lnTo>
                  <a:pt x="685800" y="614362"/>
                </a:lnTo>
                <a:lnTo>
                  <a:pt x="690562" y="609600"/>
                </a:lnTo>
                <a:lnTo>
                  <a:pt x="695325" y="609600"/>
                </a:lnTo>
                <a:lnTo>
                  <a:pt x="6953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960620" y="3730752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0" y="0"/>
                </a:moveTo>
                <a:lnTo>
                  <a:pt x="685800" y="0"/>
                </a:lnTo>
                <a:lnTo>
                  <a:pt x="685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956175" y="3725862"/>
            <a:ext cx="695325" cy="619125"/>
          </a:xfrm>
          <a:custGeom>
            <a:avLst/>
            <a:gdLst/>
            <a:ahLst/>
            <a:cxnLst/>
            <a:rect l="l" t="t" r="r" b="b"/>
            <a:pathLst>
              <a:path w="695325" h="619125">
                <a:moveTo>
                  <a:pt x="6953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695325" y="614362"/>
                </a:lnTo>
                <a:lnTo>
                  <a:pt x="695325" y="619125"/>
                </a:lnTo>
                <a:close/>
              </a:path>
              <a:path w="6953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6191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609600"/>
                </a:lnTo>
                <a:lnTo>
                  <a:pt x="690562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685800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614362"/>
                </a:moveTo>
                <a:lnTo>
                  <a:pt x="685800" y="614362"/>
                </a:lnTo>
                <a:lnTo>
                  <a:pt x="690562" y="609600"/>
                </a:lnTo>
                <a:lnTo>
                  <a:pt x="695325" y="609600"/>
                </a:lnTo>
                <a:lnTo>
                  <a:pt x="6953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274820" y="3730752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0" y="0"/>
                </a:moveTo>
                <a:lnTo>
                  <a:pt x="685800" y="0"/>
                </a:lnTo>
                <a:lnTo>
                  <a:pt x="685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270375" y="3725862"/>
            <a:ext cx="695325" cy="619125"/>
          </a:xfrm>
          <a:custGeom>
            <a:avLst/>
            <a:gdLst/>
            <a:ahLst/>
            <a:cxnLst/>
            <a:rect l="l" t="t" r="r" b="b"/>
            <a:pathLst>
              <a:path w="695325" h="619125">
                <a:moveTo>
                  <a:pt x="6953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695325" y="614362"/>
                </a:lnTo>
                <a:lnTo>
                  <a:pt x="695325" y="619125"/>
                </a:lnTo>
                <a:close/>
              </a:path>
              <a:path w="6953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6191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609600"/>
                </a:lnTo>
                <a:lnTo>
                  <a:pt x="690562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685800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614362"/>
                </a:moveTo>
                <a:lnTo>
                  <a:pt x="685800" y="614362"/>
                </a:lnTo>
                <a:lnTo>
                  <a:pt x="690562" y="609600"/>
                </a:lnTo>
                <a:lnTo>
                  <a:pt x="695325" y="609600"/>
                </a:lnTo>
                <a:lnTo>
                  <a:pt x="6953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589020" y="3730752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0" y="0"/>
                </a:moveTo>
                <a:lnTo>
                  <a:pt x="685800" y="0"/>
                </a:lnTo>
                <a:lnTo>
                  <a:pt x="685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584575" y="3725862"/>
            <a:ext cx="695325" cy="619125"/>
          </a:xfrm>
          <a:custGeom>
            <a:avLst/>
            <a:gdLst/>
            <a:ahLst/>
            <a:cxnLst/>
            <a:rect l="l" t="t" r="r" b="b"/>
            <a:pathLst>
              <a:path w="695325" h="619125">
                <a:moveTo>
                  <a:pt x="6953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695325" y="614362"/>
                </a:lnTo>
                <a:lnTo>
                  <a:pt x="695325" y="619125"/>
                </a:lnTo>
                <a:close/>
              </a:path>
              <a:path w="6953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6191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609600"/>
                </a:lnTo>
                <a:lnTo>
                  <a:pt x="690562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685800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614362"/>
                </a:moveTo>
                <a:lnTo>
                  <a:pt x="685800" y="614362"/>
                </a:lnTo>
                <a:lnTo>
                  <a:pt x="690562" y="609600"/>
                </a:lnTo>
                <a:lnTo>
                  <a:pt x="695325" y="609600"/>
                </a:lnTo>
                <a:lnTo>
                  <a:pt x="6953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5646420" y="3121151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0" y="0"/>
                </a:moveTo>
                <a:lnTo>
                  <a:pt x="685800" y="0"/>
                </a:lnTo>
                <a:lnTo>
                  <a:pt x="685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5641975" y="3116262"/>
            <a:ext cx="695325" cy="619125"/>
          </a:xfrm>
          <a:custGeom>
            <a:avLst/>
            <a:gdLst/>
            <a:ahLst/>
            <a:cxnLst/>
            <a:rect l="l" t="t" r="r" b="b"/>
            <a:pathLst>
              <a:path w="695325" h="619125">
                <a:moveTo>
                  <a:pt x="6953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695325" y="614362"/>
                </a:lnTo>
                <a:lnTo>
                  <a:pt x="695325" y="619125"/>
                </a:lnTo>
                <a:close/>
              </a:path>
              <a:path w="6953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6191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609600"/>
                </a:lnTo>
                <a:lnTo>
                  <a:pt x="690562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685800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614362"/>
                </a:moveTo>
                <a:lnTo>
                  <a:pt x="685800" y="614362"/>
                </a:lnTo>
                <a:lnTo>
                  <a:pt x="690562" y="609600"/>
                </a:lnTo>
                <a:lnTo>
                  <a:pt x="695325" y="609600"/>
                </a:lnTo>
                <a:lnTo>
                  <a:pt x="6953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4960620" y="3121151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0" y="0"/>
                </a:moveTo>
                <a:lnTo>
                  <a:pt x="685800" y="0"/>
                </a:lnTo>
                <a:lnTo>
                  <a:pt x="685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4956175" y="3116262"/>
            <a:ext cx="695325" cy="619125"/>
          </a:xfrm>
          <a:custGeom>
            <a:avLst/>
            <a:gdLst/>
            <a:ahLst/>
            <a:cxnLst/>
            <a:rect l="l" t="t" r="r" b="b"/>
            <a:pathLst>
              <a:path w="695325" h="619125">
                <a:moveTo>
                  <a:pt x="6953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695325" y="614362"/>
                </a:lnTo>
                <a:lnTo>
                  <a:pt x="695325" y="619125"/>
                </a:lnTo>
                <a:close/>
              </a:path>
              <a:path w="6953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6191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609600"/>
                </a:lnTo>
                <a:lnTo>
                  <a:pt x="690562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685800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614362"/>
                </a:moveTo>
                <a:lnTo>
                  <a:pt x="685800" y="614362"/>
                </a:lnTo>
                <a:lnTo>
                  <a:pt x="690562" y="609600"/>
                </a:lnTo>
                <a:lnTo>
                  <a:pt x="695325" y="609600"/>
                </a:lnTo>
                <a:lnTo>
                  <a:pt x="6953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274820" y="3121151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0" y="0"/>
                </a:moveTo>
                <a:lnTo>
                  <a:pt x="685800" y="0"/>
                </a:lnTo>
                <a:lnTo>
                  <a:pt x="685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4270375" y="3116262"/>
            <a:ext cx="695325" cy="619125"/>
          </a:xfrm>
          <a:custGeom>
            <a:avLst/>
            <a:gdLst/>
            <a:ahLst/>
            <a:cxnLst/>
            <a:rect l="l" t="t" r="r" b="b"/>
            <a:pathLst>
              <a:path w="695325" h="619125">
                <a:moveTo>
                  <a:pt x="6953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695325" y="614362"/>
                </a:lnTo>
                <a:lnTo>
                  <a:pt x="695325" y="619125"/>
                </a:lnTo>
                <a:close/>
              </a:path>
              <a:path w="6953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6191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609600"/>
                </a:lnTo>
                <a:lnTo>
                  <a:pt x="690562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685800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614362"/>
                </a:moveTo>
                <a:lnTo>
                  <a:pt x="685800" y="614362"/>
                </a:lnTo>
                <a:lnTo>
                  <a:pt x="690562" y="609600"/>
                </a:lnTo>
                <a:lnTo>
                  <a:pt x="695325" y="609600"/>
                </a:lnTo>
                <a:lnTo>
                  <a:pt x="6953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589020" y="3121151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0" y="0"/>
                </a:moveTo>
                <a:lnTo>
                  <a:pt x="685800" y="0"/>
                </a:lnTo>
                <a:lnTo>
                  <a:pt x="685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584575" y="3116262"/>
            <a:ext cx="695325" cy="619125"/>
          </a:xfrm>
          <a:custGeom>
            <a:avLst/>
            <a:gdLst/>
            <a:ahLst/>
            <a:cxnLst/>
            <a:rect l="l" t="t" r="r" b="b"/>
            <a:pathLst>
              <a:path w="695325" h="619125">
                <a:moveTo>
                  <a:pt x="6953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695325" y="614362"/>
                </a:lnTo>
                <a:lnTo>
                  <a:pt x="695325" y="619125"/>
                </a:lnTo>
                <a:close/>
              </a:path>
              <a:path w="6953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6191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609600"/>
                </a:lnTo>
                <a:lnTo>
                  <a:pt x="690562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695325" h="619125">
                <a:moveTo>
                  <a:pt x="6858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685800" y="609600"/>
                </a:lnTo>
                <a:lnTo>
                  <a:pt x="685800" y="614362"/>
                </a:lnTo>
                <a:close/>
              </a:path>
              <a:path w="695325" h="619125">
                <a:moveTo>
                  <a:pt x="695325" y="614362"/>
                </a:moveTo>
                <a:lnTo>
                  <a:pt x="685800" y="614362"/>
                </a:lnTo>
                <a:lnTo>
                  <a:pt x="690562" y="609600"/>
                </a:lnTo>
                <a:lnTo>
                  <a:pt x="695325" y="609600"/>
                </a:lnTo>
                <a:lnTo>
                  <a:pt x="6953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3762692" y="2436622"/>
            <a:ext cx="3095625" cy="3073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 marR="68580" algn="just">
              <a:lnSpc>
                <a:spcPct val="125000"/>
              </a:lnSpc>
              <a:spcBef>
                <a:spcPts val="95"/>
              </a:spcBef>
            </a:pPr>
            <a:r>
              <a:rPr sz="3200" dirty="0">
                <a:latin typeface="Tahoma"/>
                <a:cs typeface="Tahoma"/>
              </a:rPr>
              <a:t>T T T T </a:t>
            </a:r>
            <a:r>
              <a:rPr sz="4800" baseline="15625" dirty="0">
                <a:latin typeface="Tahoma"/>
                <a:cs typeface="Tahoma"/>
              </a:rPr>
              <a:t>X </a:t>
            </a:r>
            <a:r>
              <a:rPr sz="3200" dirty="0">
                <a:latin typeface="Tahoma"/>
                <a:cs typeface="Tahoma"/>
              </a:rPr>
              <a:t>F  T T F F F  T F T F F  T F F F F  F F F F</a:t>
            </a:r>
            <a:r>
              <a:rPr sz="3200" spc="81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F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61" name="object 6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62" name="object 6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63" name="object 6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79</a:t>
            </a:fld>
            <a:endParaRPr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1030605"/>
            <a:ext cx="1610995" cy="97726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 marR="5080">
              <a:lnSpc>
                <a:spcPts val="3640"/>
              </a:lnSpc>
              <a:spcBef>
                <a:spcPts val="390"/>
              </a:spcBef>
            </a:pPr>
            <a:r>
              <a:rPr sz="3200" spc="-20" dirty="0">
                <a:latin typeface="Tahoma"/>
                <a:cs typeface="Tahoma"/>
              </a:rPr>
              <a:t>Parent  </a:t>
            </a:r>
            <a:r>
              <a:rPr sz="3200" spc="-10" dirty="0">
                <a:latin typeface="Tahoma"/>
                <a:cs typeface="Tahoma"/>
              </a:rPr>
              <a:t>locked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in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07740" y="1030605"/>
            <a:ext cx="2226945" cy="97726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 marR="5080">
              <a:lnSpc>
                <a:spcPts val="3640"/>
              </a:lnSpc>
              <a:spcBef>
                <a:spcPts val="390"/>
              </a:spcBef>
            </a:pPr>
            <a:r>
              <a:rPr spc="-5" dirty="0"/>
              <a:t>Child can</a:t>
            </a:r>
            <a:r>
              <a:rPr spc="-75" dirty="0"/>
              <a:t> </a:t>
            </a:r>
            <a:r>
              <a:rPr dirty="0"/>
              <a:t>be  </a:t>
            </a:r>
            <a:r>
              <a:rPr spc="-10" dirty="0"/>
              <a:t>locked</a:t>
            </a:r>
            <a:r>
              <a:rPr spc="-20" dirty="0"/>
              <a:t> </a:t>
            </a:r>
            <a:r>
              <a:rPr spc="-5" dirty="0"/>
              <a:t>in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07439" y="2369819"/>
            <a:ext cx="414020" cy="95250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 marR="5080">
              <a:lnSpc>
                <a:spcPts val="3450"/>
              </a:lnSpc>
              <a:spcBef>
                <a:spcPts val="545"/>
              </a:spcBef>
            </a:pPr>
            <a:r>
              <a:rPr sz="3200" spc="-5" dirty="0">
                <a:latin typeface="Tahoma"/>
                <a:cs typeface="Tahoma"/>
              </a:rPr>
              <a:t>I</a:t>
            </a:r>
            <a:r>
              <a:rPr sz="3200" dirty="0">
                <a:latin typeface="Tahoma"/>
                <a:cs typeface="Tahoma"/>
              </a:rPr>
              <a:t>S  </a:t>
            </a:r>
            <a:r>
              <a:rPr sz="3200" spc="-5" dirty="0">
                <a:latin typeface="Tahoma"/>
                <a:cs typeface="Tahoma"/>
              </a:rPr>
              <a:t>I</a:t>
            </a:r>
            <a:r>
              <a:rPr sz="3200" dirty="0">
                <a:latin typeface="Tahoma"/>
                <a:cs typeface="Tahoma"/>
              </a:rPr>
              <a:t>X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7439" y="3246119"/>
            <a:ext cx="252729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ahoma"/>
                <a:cs typeface="Tahoma"/>
              </a:rPr>
              <a:t>S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7439" y="3684270"/>
            <a:ext cx="640715" cy="95250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 marR="5080">
              <a:lnSpc>
                <a:spcPts val="3450"/>
              </a:lnSpc>
              <a:spcBef>
                <a:spcPts val="545"/>
              </a:spcBef>
            </a:pPr>
            <a:r>
              <a:rPr sz="3200" spc="-5" dirty="0">
                <a:latin typeface="Tahoma"/>
                <a:cs typeface="Tahoma"/>
              </a:rPr>
              <a:t>SI</a:t>
            </a:r>
            <a:r>
              <a:rPr sz="3200" dirty="0">
                <a:latin typeface="Tahoma"/>
                <a:cs typeface="Tahoma"/>
              </a:rPr>
              <a:t>X  X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879725" y="1052512"/>
            <a:ext cx="0" cy="3581400"/>
          </a:xfrm>
          <a:custGeom>
            <a:avLst/>
            <a:gdLst/>
            <a:ahLst/>
            <a:cxnLst/>
            <a:rect l="l" t="t" r="r" b="b"/>
            <a:pathLst>
              <a:path h="3581400">
                <a:moveTo>
                  <a:pt x="0" y="0"/>
                </a:moveTo>
                <a:lnTo>
                  <a:pt x="0" y="3581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22325" y="2805112"/>
            <a:ext cx="5334000" cy="0"/>
          </a:xfrm>
          <a:custGeom>
            <a:avLst/>
            <a:gdLst/>
            <a:ahLst/>
            <a:cxnLst/>
            <a:rect l="l" t="t" r="r" b="b"/>
            <a:pathLst>
              <a:path w="5334000">
                <a:moveTo>
                  <a:pt x="0" y="0"/>
                </a:moveTo>
                <a:lnTo>
                  <a:pt x="5334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22325" y="3262312"/>
            <a:ext cx="5334000" cy="0"/>
          </a:xfrm>
          <a:custGeom>
            <a:avLst/>
            <a:gdLst/>
            <a:ahLst/>
            <a:cxnLst/>
            <a:rect l="l" t="t" r="r" b="b"/>
            <a:pathLst>
              <a:path w="5334000">
                <a:moveTo>
                  <a:pt x="0" y="0"/>
                </a:moveTo>
                <a:lnTo>
                  <a:pt x="5334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8525" y="3719512"/>
            <a:ext cx="5334000" cy="0"/>
          </a:xfrm>
          <a:custGeom>
            <a:avLst/>
            <a:gdLst/>
            <a:ahLst/>
            <a:cxnLst/>
            <a:rect l="l" t="t" r="r" b="b"/>
            <a:pathLst>
              <a:path w="5334000">
                <a:moveTo>
                  <a:pt x="0" y="0"/>
                </a:moveTo>
                <a:lnTo>
                  <a:pt x="5334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98525" y="4176712"/>
            <a:ext cx="5334000" cy="0"/>
          </a:xfrm>
          <a:custGeom>
            <a:avLst/>
            <a:gdLst/>
            <a:ahLst/>
            <a:cxnLst/>
            <a:rect l="l" t="t" r="r" b="b"/>
            <a:pathLst>
              <a:path w="5334000">
                <a:moveTo>
                  <a:pt x="0" y="0"/>
                </a:moveTo>
                <a:lnTo>
                  <a:pt x="5334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98525" y="4633912"/>
            <a:ext cx="5334000" cy="0"/>
          </a:xfrm>
          <a:custGeom>
            <a:avLst/>
            <a:gdLst/>
            <a:ahLst/>
            <a:cxnLst/>
            <a:rect l="l" t="t" r="r" b="b"/>
            <a:pathLst>
              <a:path w="5334000">
                <a:moveTo>
                  <a:pt x="0" y="0"/>
                </a:moveTo>
                <a:lnTo>
                  <a:pt x="5334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804302" y="1780374"/>
            <a:ext cx="25019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ahoma"/>
                <a:cs typeface="Tahoma"/>
              </a:rPr>
              <a:t>P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543927" y="1652587"/>
            <a:ext cx="771271" cy="21424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794777" y="3151974"/>
            <a:ext cx="2698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ahoma"/>
                <a:cs typeface="Tahoma"/>
              </a:rPr>
              <a:t>C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23887" y="2168525"/>
            <a:ext cx="5759450" cy="0"/>
          </a:xfrm>
          <a:custGeom>
            <a:avLst/>
            <a:gdLst/>
            <a:ahLst/>
            <a:cxnLst/>
            <a:rect l="l" t="t" r="r" b="b"/>
            <a:pathLst>
              <a:path w="5759450">
                <a:moveTo>
                  <a:pt x="0" y="0"/>
                </a:moveTo>
                <a:lnTo>
                  <a:pt x="575945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23887" y="2193925"/>
            <a:ext cx="5759450" cy="0"/>
          </a:xfrm>
          <a:custGeom>
            <a:avLst/>
            <a:gdLst/>
            <a:ahLst/>
            <a:cxnLst/>
            <a:rect l="l" t="t" r="r" b="b"/>
            <a:pathLst>
              <a:path w="5759450">
                <a:moveTo>
                  <a:pt x="0" y="0"/>
                </a:moveTo>
                <a:lnTo>
                  <a:pt x="575945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80</a:t>
            </a:fld>
            <a:endParaRPr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1011555"/>
            <a:ext cx="1610995" cy="97726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 marR="5080">
              <a:lnSpc>
                <a:spcPts val="3640"/>
              </a:lnSpc>
              <a:spcBef>
                <a:spcPts val="390"/>
              </a:spcBef>
            </a:pPr>
            <a:r>
              <a:rPr sz="3200" spc="-20" dirty="0">
                <a:latin typeface="Tahoma"/>
                <a:cs typeface="Tahoma"/>
              </a:rPr>
              <a:t>Parent  </a:t>
            </a:r>
            <a:r>
              <a:rPr sz="3200" spc="-10" dirty="0">
                <a:latin typeface="Tahoma"/>
                <a:cs typeface="Tahoma"/>
              </a:rPr>
              <a:t>locked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in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07740" y="1011555"/>
            <a:ext cx="4077335" cy="9772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3740"/>
              </a:lnSpc>
              <a:spcBef>
                <a:spcPts val="105"/>
              </a:spcBef>
            </a:pPr>
            <a:r>
              <a:rPr spc="-5" dirty="0"/>
              <a:t>Child can </a:t>
            </a:r>
            <a:r>
              <a:rPr dirty="0"/>
              <a:t>be</a:t>
            </a:r>
            <a:r>
              <a:rPr spc="-30" dirty="0"/>
              <a:t> </a:t>
            </a:r>
            <a:r>
              <a:rPr spc="-10" dirty="0"/>
              <a:t>locked</a:t>
            </a:r>
          </a:p>
          <a:p>
            <a:pPr marL="12700">
              <a:lnSpc>
                <a:spcPts val="3740"/>
              </a:lnSpc>
            </a:pPr>
            <a:r>
              <a:rPr spc="-5" dirty="0"/>
              <a:t>by same </a:t>
            </a:r>
            <a:r>
              <a:rPr spc="-10" dirty="0"/>
              <a:t>transaction</a:t>
            </a:r>
            <a:r>
              <a:rPr spc="-45" dirty="0"/>
              <a:t> </a:t>
            </a:r>
            <a:r>
              <a:rPr spc="-5" dirty="0"/>
              <a:t>in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07439" y="2350769"/>
            <a:ext cx="40449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I</a:t>
            </a:r>
            <a:r>
              <a:rPr sz="3200" dirty="0">
                <a:latin typeface="Tahoma"/>
                <a:cs typeface="Tahoma"/>
              </a:rPr>
              <a:t>S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7439" y="2788919"/>
            <a:ext cx="41402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I</a:t>
            </a:r>
            <a:r>
              <a:rPr sz="3200" dirty="0">
                <a:latin typeface="Tahoma"/>
                <a:cs typeface="Tahoma"/>
              </a:rPr>
              <a:t>X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7439" y="3227069"/>
            <a:ext cx="252729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ahoma"/>
                <a:cs typeface="Tahoma"/>
              </a:rPr>
              <a:t>S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07439" y="3665220"/>
            <a:ext cx="640715" cy="95250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 marR="5080">
              <a:lnSpc>
                <a:spcPts val="3450"/>
              </a:lnSpc>
              <a:spcBef>
                <a:spcPts val="545"/>
              </a:spcBef>
            </a:pPr>
            <a:r>
              <a:rPr sz="3200" spc="-5" dirty="0">
                <a:latin typeface="Tahoma"/>
                <a:cs typeface="Tahoma"/>
              </a:rPr>
              <a:t>SI</a:t>
            </a:r>
            <a:r>
              <a:rPr sz="3200" dirty="0">
                <a:latin typeface="Tahoma"/>
                <a:cs typeface="Tahoma"/>
              </a:rPr>
              <a:t>X  X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79725" y="1052512"/>
            <a:ext cx="0" cy="3581400"/>
          </a:xfrm>
          <a:custGeom>
            <a:avLst/>
            <a:gdLst/>
            <a:ahLst/>
            <a:cxnLst/>
            <a:rect l="l" t="t" r="r" b="b"/>
            <a:pathLst>
              <a:path h="3581400">
                <a:moveTo>
                  <a:pt x="0" y="0"/>
                </a:moveTo>
                <a:lnTo>
                  <a:pt x="0" y="3581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22325" y="2805112"/>
            <a:ext cx="5334000" cy="0"/>
          </a:xfrm>
          <a:custGeom>
            <a:avLst/>
            <a:gdLst/>
            <a:ahLst/>
            <a:cxnLst/>
            <a:rect l="l" t="t" r="r" b="b"/>
            <a:pathLst>
              <a:path w="5334000">
                <a:moveTo>
                  <a:pt x="0" y="0"/>
                </a:moveTo>
                <a:lnTo>
                  <a:pt x="5334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22325" y="3262312"/>
            <a:ext cx="5334000" cy="0"/>
          </a:xfrm>
          <a:custGeom>
            <a:avLst/>
            <a:gdLst/>
            <a:ahLst/>
            <a:cxnLst/>
            <a:rect l="l" t="t" r="r" b="b"/>
            <a:pathLst>
              <a:path w="5334000">
                <a:moveTo>
                  <a:pt x="0" y="0"/>
                </a:moveTo>
                <a:lnTo>
                  <a:pt x="5334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98525" y="3719512"/>
            <a:ext cx="5334000" cy="0"/>
          </a:xfrm>
          <a:custGeom>
            <a:avLst/>
            <a:gdLst/>
            <a:ahLst/>
            <a:cxnLst/>
            <a:rect l="l" t="t" r="r" b="b"/>
            <a:pathLst>
              <a:path w="5334000">
                <a:moveTo>
                  <a:pt x="0" y="0"/>
                </a:moveTo>
                <a:lnTo>
                  <a:pt x="5334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98525" y="4176712"/>
            <a:ext cx="5334000" cy="0"/>
          </a:xfrm>
          <a:custGeom>
            <a:avLst/>
            <a:gdLst/>
            <a:ahLst/>
            <a:cxnLst/>
            <a:rect l="l" t="t" r="r" b="b"/>
            <a:pathLst>
              <a:path w="5334000">
                <a:moveTo>
                  <a:pt x="0" y="0"/>
                </a:moveTo>
                <a:lnTo>
                  <a:pt x="5334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98525" y="4633912"/>
            <a:ext cx="5334000" cy="0"/>
          </a:xfrm>
          <a:custGeom>
            <a:avLst/>
            <a:gdLst/>
            <a:ahLst/>
            <a:cxnLst/>
            <a:rect l="l" t="t" r="r" b="b"/>
            <a:pathLst>
              <a:path w="5334000">
                <a:moveTo>
                  <a:pt x="0" y="0"/>
                </a:moveTo>
                <a:lnTo>
                  <a:pt x="5334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815415" y="2572537"/>
            <a:ext cx="25019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ahoma"/>
                <a:cs typeface="Tahoma"/>
              </a:rPr>
              <a:t>P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555039" y="2444750"/>
            <a:ext cx="771271" cy="21424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805890" y="3944137"/>
            <a:ext cx="2698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ahoma"/>
                <a:cs typeface="Tahoma"/>
              </a:rPr>
              <a:t>C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23887" y="2168525"/>
            <a:ext cx="5759450" cy="0"/>
          </a:xfrm>
          <a:custGeom>
            <a:avLst/>
            <a:gdLst/>
            <a:ahLst/>
            <a:cxnLst/>
            <a:rect l="l" t="t" r="r" b="b"/>
            <a:pathLst>
              <a:path w="5759450">
                <a:moveTo>
                  <a:pt x="0" y="0"/>
                </a:moveTo>
                <a:lnTo>
                  <a:pt x="575945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23887" y="2193925"/>
            <a:ext cx="5759450" cy="0"/>
          </a:xfrm>
          <a:custGeom>
            <a:avLst/>
            <a:gdLst/>
            <a:ahLst/>
            <a:cxnLst/>
            <a:rect l="l" t="t" r="r" b="b"/>
            <a:pathLst>
              <a:path w="5759450">
                <a:moveTo>
                  <a:pt x="0" y="0"/>
                </a:moveTo>
                <a:lnTo>
                  <a:pt x="575945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326765" y="2422207"/>
            <a:ext cx="77025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5" dirty="0">
                <a:latin typeface="Tahoma"/>
                <a:cs typeface="Tahoma"/>
              </a:rPr>
              <a:t>IS,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S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81</a:t>
            </a:fld>
            <a:endParaRPr dirty="0"/>
          </a:p>
        </p:txBody>
      </p:sp>
      <p:sp>
        <p:nvSpPr>
          <p:cNvPr id="20" name="object 20"/>
          <p:cNvSpPr txBox="1"/>
          <p:nvPr/>
        </p:nvSpPr>
        <p:spPr>
          <a:xfrm>
            <a:off x="3326765" y="2848927"/>
            <a:ext cx="250698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5" dirty="0">
                <a:latin typeface="Tahoma"/>
                <a:cs typeface="Tahoma"/>
              </a:rPr>
              <a:t>IS, S, </a:t>
            </a:r>
            <a:r>
              <a:rPr sz="2800" spc="-5" dirty="0">
                <a:latin typeface="Tahoma"/>
                <a:cs typeface="Tahoma"/>
              </a:rPr>
              <a:t>IX, X,</a:t>
            </a:r>
            <a:r>
              <a:rPr sz="2800" spc="-3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SIX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26765" y="3275647"/>
            <a:ext cx="3320415" cy="878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spc="-15" dirty="0">
                <a:latin typeface="Tahoma"/>
                <a:cs typeface="Tahoma"/>
              </a:rPr>
              <a:t>[S, </a:t>
            </a:r>
            <a:r>
              <a:rPr sz="2800" spc="-5" dirty="0">
                <a:latin typeface="Tahoma"/>
                <a:cs typeface="Tahoma"/>
              </a:rPr>
              <a:t>IS] not necessary  X, IX, [SIX]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326765" y="4129087"/>
            <a:ext cx="80200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ahoma"/>
                <a:cs typeface="Tahoma"/>
              </a:rPr>
              <a:t>none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91540"/>
            <a:ext cx="11106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heavy" spc="-25" dirty="0">
                <a:uFill>
                  <a:solidFill>
                    <a:srgbClr val="000000"/>
                  </a:solidFill>
                </a:uFill>
              </a:rPr>
              <a:t>R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u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les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82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35988"/>
            <a:ext cx="7567295" cy="42430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589915" indent="-577215">
              <a:lnSpc>
                <a:spcPct val="100000"/>
              </a:lnSpc>
              <a:spcBef>
                <a:spcPts val="430"/>
              </a:spcBef>
              <a:buAutoNum type="arabicParenBoth"/>
              <a:tabLst>
                <a:tab pos="589915" algn="l"/>
              </a:tabLst>
            </a:pPr>
            <a:r>
              <a:rPr sz="2800" spc="-15" dirty="0">
                <a:latin typeface="Tahoma"/>
                <a:cs typeface="Tahoma"/>
              </a:rPr>
              <a:t>Follow </a:t>
            </a:r>
            <a:r>
              <a:rPr sz="2800" spc="-5" dirty="0">
                <a:latin typeface="Tahoma"/>
                <a:cs typeface="Tahoma"/>
              </a:rPr>
              <a:t>multiple </a:t>
            </a:r>
            <a:r>
              <a:rPr sz="2800" spc="-10" dirty="0">
                <a:latin typeface="Tahoma"/>
                <a:cs typeface="Tahoma"/>
              </a:rPr>
              <a:t>granularity </a:t>
            </a:r>
            <a:r>
              <a:rPr sz="2800" spc="-5" dirty="0">
                <a:latin typeface="Tahoma"/>
                <a:cs typeface="Tahoma"/>
              </a:rPr>
              <a:t>comp</a:t>
            </a:r>
            <a:r>
              <a:rPr sz="2800" spc="4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function</a:t>
            </a:r>
            <a:endParaRPr sz="2800">
              <a:latin typeface="Tahoma"/>
              <a:cs typeface="Tahoma"/>
            </a:endParaRPr>
          </a:p>
          <a:p>
            <a:pPr marL="589915" indent="-577215">
              <a:lnSpc>
                <a:spcPct val="100000"/>
              </a:lnSpc>
              <a:spcBef>
                <a:spcPts val="330"/>
              </a:spcBef>
              <a:buAutoNum type="arabicParenBoth"/>
              <a:tabLst>
                <a:tab pos="589915" algn="l"/>
              </a:tabLst>
            </a:pPr>
            <a:r>
              <a:rPr sz="2800" spc="-5" dirty="0">
                <a:latin typeface="Tahoma"/>
                <a:cs typeface="Tahoma"/>
              </a:rPr>
              <a:t>Lock </a:t>
            </a:r>
            <a:r>
              <a:rPr sz="2800" spc="-10" dirty="0">
                <a:latin typeface="Tahoma"/>
                <a:cs typeface="Tahoma"/>
              </a:rPr>
              <a:t>root </a:t>
            </a:r>
            <a:r>
              <a:rPr sz="2800" spc="-5" dirty="0">
                <a:latin typeface="Tahoma"/>
                <a:cs typeface="Tahoma"/>
              </a:rPr>
              <a:t>of </a:t>
            </a:r>
            <a:r>
              <a:rPr sz="2800" spc="-10" dirty="0">
                <a:latin typeface="Tahoma"/>
                <a:cs typeface="Tahoma"/>
              </a:rPr>
              <a:t>tree </a:t>
            </a:r>
            <a:r>
              <a:rPr sz="2800" spc="-5" dirty="0">
                <a:latin typeface="Tahoma"/>
                <a:cs typeface="Tahoma"/>
              </a:rPr>
              <a:t>first, </a:t>
            </a:r>
            <a:r>
              <a:rPr sz="2800" spc="-15" dirty="0">
                <a:latin typeface="Tahoma"/>
                <a:cs typeface="Tahoma"/>
              </a:rPr>
              <a:t>any</a:t>
            </a:r>
            <a:r>
              <a:rPr sz="2800" spc="3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mode</a:t>
            </a:r>
            <a:endParaRPr sz="2800">
              <a:latin typeface="Tahoma"/>
              <a:cs typeface="Tahoma"/>
            </a:endParaRPr>
          </a:p>
          <a:p>
            <a:pPr marL="568325" marR="5080" indent="-555625">
              <a:lnSpc>
                <a:spcPct val="109800"/>
              </a:lnSpc>
              <a:buAutoNum type="arabicParenBoth"/>
              <a:tabLst>
                <a:tab pos="589915" algn="l"/>
              </a:tabLst>
            </a:pPr>
            <a:r>
              <a:rPr sz="2800" spc="-5" dirty="0">
                <a:latin typeface="Tahoma"/>
                <a:cs typeface="Tahoma"/>
              </a:rPr>
              <a:t>Node Q can be </a:t>
            </a:r>
            <a:r>
              <a:rPr sz="2800" spc="-10" dirty="0">
                <a:latin typeface="Tahoma"/>
                <a:cs typeface="Tahoma"/>
              </a:rPr>
              <a:t>locked by </a:t>
            </a:r>
            <a:r>
              <a:rPr sz="2800" spc="-5" dirty="0">
                <a:latin typeface="Tahoma"/>
                <a:cs typeface="Tahoma"/>
              </a:rPr>
              <a:t>Ti in S or IS only </a:t>
            </a:r>
            <a:r>
              <a:rPr sz="2800" dirty="0">
                <a:latin typeface="Tahoma"/>
                <a:cs typeface="Tahoma"/>
              </a:rPr>
              <a:t>if  </a:t>
            </a:r>
            <a:r>
              <a:rPr sz="2800" spc="-5" dirty="0">
                <a:latin typeface="Tahoma"/>
                <a:cs typeface="Tahoma"/>
              </a:rPr>
              <a:t>parent(Q) </a:t>
            </a:r>
            <a:r>
              <a:rPr sz="2800" spc="-10" dirty="0">
                <a:latin typeface="Tahoma"/>
                <a:cs typeface="Tahoma"/>
              </a:rPr>
              <a:t>locked by </a:t>
            </a:r>
            <a:r>
              <a:rPr sz="2800" spc="-5" dirty="0">
                <a:latin typeface="Tahoma"/>
                <a:cs typeface="Tahoma"/>
              </a:rPr>
              <a:t>Ti in IX or</a:t>
            </a:r>
            <a:r>
              <a:rPr sz="2800" spc="3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IS</a:t>
            </a:r>
            <a:endParaRPr sz="2800">
              <a:latin typeface="Tahoma"/>
              <a:cs typeface="Tahoma"/>
            </a:endParaRPr>
          </a:p>
          <a:p>
            <a:pPr marL="568325" marR="85090" indent="-555625">
              <a:lnSpc>
                <a:spcPct val="109800"/>
              </a:lnSpc>
              <a:buAutoNum type="arabicParenBoth"/>
              <a:tabLst>
                <a:tab pos="589915" algn="l"/>
              </a:tabLst>
            </a:pPr>
            <a:r>
              <a:rPr sz="2800" spc="-5" dirty="0">
                <a:latin typeface="Tahoma"/>
                <a:cs typeface="Tahoma"/>
              </a:rPr>
              <a:t>Node Q can be </a:t>
            </a:r>
            <a:r>
              <a:rPr sz="2800" spc="-10" dirty="0">
                <a:latin typeface="Tahoma"/>
                <a:cs typeface="Tahoma"/>
              </a:rPr>
              <a:t>locked by </a:t>
            </a:r>
            <a:r>
              <a:rPr sz="2800" spc="-5" dirty="0">
                <a:latin typeface="Tahoma"/>
                <a:cs typeface="Tahoma"/>
              </a:rPr>
              <a:t>Ti in X,SIX,IX only  </a:t>
            </a:r>
            <a:r>
              <a:rPr sz="2800" dirty="0">
                <a:latin typeface="Tahoma"/>
                <a:cs typeface="Tahoma"/>
              </a:rPr>
              <a:t>if </a:t>
            </a:r>
            <a:r>
              <a:rPr sz="2800" spc="-5" dirty="0">
                <a:latin typeface="Tahoma"/>
                <a:cs typeface="Tahoma"/>
              </a:rPr>
              <a:t>parent(Q) </a:t>
            </a:r>
            <a:r>
              <a:rPr sz="2800" spc="-10" dirty="0">
                <a:latin typeface="Tahoma"/>
                <a:cs typeface="Tahoma"/>
              </a:rPr>
              <a:t>locked by </a:t>
            </a:r>
            <a:r>
              <a:rPr sz="2800" spc="-5" dirty="0">
                <a:latin typeface="Tahoma"/>
                <a:cs typeface="Tahoma"/>
              </a:rPr>
              <a:t>Ti in</a:t>
            </a:r>
            <a:r>
              <a:rPr sz="2800" spc="2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IX,SIX</a:t>
            </a:r>
            <a:endParaRPr sz="2800">
              <a:latin typeface="Tahoma"/>
              <a:cs typeface="Tahoma"/>
            </a:endParaRPr>
          </a:p>
          <a:p>
            <a:pPr marL="589915" indent="-577215">
              <a:lnSpc>
                <a:spcPct val="100000"/>
              </a:lnSpc>
              <a:spcBef>
                <a:spcPts val="330"/>
              </a:spcBef>
              <a:buAutoNum type="arabicParenBoth"/>
              <a:tabLst>
                <a:tab pos="589915" algn="l"/>
              </a:tabLst>
            </a:pPr>
            <a:r>
              <a:rPr sz="2800" spc="-5" dirty="0">
                <a:latin typeface="Tahoma"/>
                <a:cs typeface="Tahoma"/>
              </a:rPr>
              <a:t>Ti is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two-phase</a:t>
            </a:r>
            <a:endParaRPr sz="2800">
              <a:latin typeface="Tahoma"/>
              <a:cs typeface="Tahoma"/>
            </a:endParaRPr>
          </a:p>
          <a:p>
            <a:pPr marL="568325" marR="693420" indent="-555625">
              <a:lnSpc>
                <a:spcPct val="109800"/>
              </a:lnSpc>
              <a:buAutoNum type="arabicParenBoth"/>
              <a:tabLst>
                <a:tab pos="589915" algn="l"/>
              </a:tabLst>
            </a:pPr>
            <a:r>
              <a:rPr sz="2800" spc="-5" dirty="0">
                <a:latin typeface="Tahoma"/>
                <a:cs typeface="Tahoma"/>
              </a:rPr>
              <a:t>Ti can unlock node Q only </a:t>
            </a:r>
            <a:r>
              <a:rPr sz="2800" dirty="0">
                <a:latin typeface="Tahoma"/>
                <a:cs typeface="Tahoma"/>
              </a:rPr>
              <a:t>if </a:t>
            </a:r>
            <a:r>
              <a:rPr sz="2800" spc="-5" dirty="0">
                <a:latin typeface="Tahoma"/>
                <a:cs typeface="Tahoma"/>
              </a:rPr>
              <a:t>none of </a:t>
            </a:r>
            <a:r>
              <a:rPr sz="2800" spc="-35" dirty="0">
                <a:latin typeface="Tahoma"/>
                <a:cs typeface="Tahoma"/>
              </a:rPr>
              <a:t>Q’s  </a:t>
            </a:r>
            <a:r>
              <a:rPr sz="2800" spc="-5" dirty="0">
                <a:latin typeface="Tahoma"/>
                <a:cs typeface="Tahoma"/>
              </a:rPr>
              <a:t>children </a:t>
            </a:r>
            <a:r>
              <a:rPr sz="2800" spc="-10" dirty="0">
                <a:latin typeface="Tahoma"/>
                <a:cs typeface="Tahoma"/>
              </a:rPr>
              <a:t>are locked by</a:t>
            </a:r>
            <a:r>
              <a:rPr sz="2800" spc="2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Ti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624204"/>
            <a:ext cx="18268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heavy" dirty="0">
                <a:uFill>
                  <a:solidFill>
                    <a:srgbClr val="000000"/>
                  </a:solidFill>
                </a:uFill>
              </a:rPr>
              <a:t>E</a:t>
            </a:r>
            <a:r>
              <a:rPr sz="3600" u="heavy" spc="-50" dirty="0">
                <a:uFill>
                  <a:solidFill>
                    <a:srgbClr val="000000"/>
                  </a:solidFill>
                </a:uFill>
              </a:rPr>
              <a:t>x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e</a:t>
            </a:r>
            <a:r>
              <a:rPr sz="3600" u="heavy" spc="-25" dirty="0">
                <a:uFill>
                  <a:solidFill>
                    <a:srgbClr val="000000"/>
                  </a:solidFill>
                </a:uFill>
              </a:rPr>
              <a:t>r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c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i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s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e: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3940302" y="2554287"/>
            <a:ext cx="771271" cy="6946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47762" y="3321050"/>
            <a:ext cx="771398" cy="6946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83064" y="3763962"/>
            <a:ext cx="771271" cy="69468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418675" y="3853281"/>
            <a:ext cx="30035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000" dirty="0"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930902" y="3925887"/>
            <a:ext cx="771271" cy="69468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166512" y="4015206"/>
            <a:ext cx="30035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000" dirty="0">
                <a:latin typeface="Tahoma"/>
                <a:cs typeface="Tahoma"/>
              </a:rPr>
              <a:t>3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607302" y="3697287"/>
            <a:ext cx="771271" cy="69468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842912" y="3786606"/>
            <a:ext cx="30035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000" dirty="0">
                <a:latin typeface="Tahoma"/>
                <a:cs typeface="Tahoma"/>
              </a:rPr>
              <a:t>4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906739" y="2935503"/>
            <a:ext cx="2040255" cy="650875"/>
          </a:xfrm>
          <a:custGeom>
            <a:avLst/>
            <a:gdLst/>
            <a:ahLst/>
            <a:cxnLst/>
            <a:rect l="l" t="t" r="r" b="b"/>
            <a:pathLst>
              <a:path w="2040254" h="650875">
                <a:moveTo>
                  <a:pt x="2870" y="650443"/>
                </a:moveTo>
                <a:lnTo>
                  <a:pt x="0" y="641350"/>
                </a:lnTo>
                <a:lnTo>
                  <a:pt x="2036762" y="0"/>
                </a:lnTo>
                <a:lnTo>
                  <a:pt x="2039632" y="9093"/>
                </a:lnTo>
                <a:lnTo>
                  <a:pt x="2870" y="6504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741064" y="3242043"/>
            <a:ext cx="436880" cy="594995"/>
          </a:xfrm>
          <a:custGeom>
            <a:avLst/>
            <a:gdLst/>
            <a:ahLst/>
            <a:cxnLst/>
            <a:rect l="l" t="t" r="r" b="b"/>
            <a:pathLst>
              <a:path w="436879" h="594995">
                <a:moveTo>
                  <a:pt x="7696" y="594575"/>
                </a:moveTo>
                <a:lnTo>
                  <a:pt x="0" y="588962"/>
                </a:lnTo>
                <a:lnTo>
                  <a:pt x="428625" y="0"/>
                </a:lnTo>
                <a:lnTo>
                  <a:pt x="436321" y="5613"/>
                </a:lnTo>
                <a:lnTo>
                  <a:pt x="7696" y="594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550994" y="3165462"/>
            <a:ext cx="693420" cy="768985"/>
          </a:xfrm>
          <a:custGeom>
            <a:avLst/>
            <a:gdLst/>
            <a:ahLst/>
            <a:cxnLst/>
            <a:rect l="l" t="t" r="r" b="b"/>
            <a:pathLst>
              <a:path w="693420" h="768985">
                <a:moveTo>
                  <a:pt x="685800" y="768375"/>
                </a:moveTo>
                <a:lnTo>
                  <a:pt x="0" y="6375"/>
                </a:lnTo>
                <a:lnTo>
                  <a:pt x="7086" y="0"/>
                </a:lnTo>
                <a:lnTo>
                  <a:pt x="692886" y="762000"/>
                </a:lnTo>
                <a:lnTo>
                  <a:pt x="685800" y="7683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705057" y="2783268"/>
            <a:ext cx="2137410" cy="923290"/>
          </a:xfrm>
          <a:custGeom>
            <a:avLst/>
            <a:gdLst/>
            <a:ahLst/>
            <a:cxnLst/>
            <a:rect l="l" t="t" r="r" b="b"/>
            <a:pathLst>
              <a:path w="2137409" h="923289">
                <a:moveTo>
                  <a:pt x="2133600" y="923163"/>
                </a:moveTo>
                <a:lnTo>
                  <a:pt x="0" y="8763"/>
                </a:lnTo>
                <a:lnTo>
                  <a:pt x="3759" y="0"/>
                </a:lnTo>
                <a:lnTo>
                  <a:pt x="2137359" y="914400"/>
                </a:lnTo>
                <a:lnTo>
                  <a:pt x="2133600" y="9231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156777" y="3831589"/>
            <a:ext cx="982344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3333CC"/>
                </a:solidFill>
                <a:latin typeface="Tahoma"/>
                <a:cs typeface="Tahoma"/>
              </a:rPr>
              <a:t>T</a:t>
            </a:r>
            <a:r>
              <a:rPr sz="2000" spc="-5" dirty="0">
                <a:solidFill>
                  <a:srgbClr val="3333CC"/>
                </a:solidFill>
                <a:latin typeface="Tahoma"/>
                <a:cs typeface="Tahoma"/>
              </a:rPr>
              <a:t>1</a:t>
            </a:r>
            <a:r>
              <a:rPr sz="2800" spc="-5" dirty="0">
                <a:solidFill>
                  <a:srgbClr val="3333CC"/>
                </a:solidFill>
                <a:latin typeface="Tahoma"/>
                <a:cs typeface="Tahoma"/>
              </a:rPr>
              <a:t>(IX)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797469" y="4349635"/>
            <a:ext cx="2174328" cy="132662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331362" y="5070893"/>
            <a:ext cx="5092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f</a:t>
            </a:r>
            <a:r>
              <a:rPr sz="2000" spc="-5" dirty="0">
                <a:latin typeface="Tahoma"/>
                <a:cs typeface="Tahoma"/>
              </a:rPr>
              <a:t>2.</a:t>
            </a:r>
            <a:r>
              <a:rPr sz="2000" dirty="0"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507039" y="4603940"/>
            <a:ext cx="771271" cy="110883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637875" y="5107406"/>
            <a:ext cx="5092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f</a:t>
            </a:r>
            <a:r>
              <a:rPr sz="2000" spc="-5" dirty="0">
                <a:latin typeface="Tahoma"/>
                <a:cs typeface="Tahoma"/>
              </a:rPr>
              <a:t>3.</a:t>
            </a:r>
            <a:r>
              <a:rPr sz="2000" dirty="0">
                <a:latin typeface="Tahoma"/>
                <a:cs typeface="Tahoma"/>
              </a:rPr>
              <a:t>1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538317" y="4557826"/>
            <a:ext cx="930617" cy="118035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828500" y="5132806"/>
            <a:ext cx="5092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f</a:t>
            </a:r>
            <a:r>
              <a:rPr sz="2000" spc="-5" dirty="0">
                <a:latin typeface="Tahoma"/>
                <a:cs typeface="Tahoma"/>
              </a:rPr>
              <a:t>3.</a:t>
            </a:r>
            <a:r>
              <a:rPr sz="2000" dirty="0"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8300" marR="177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27990" algn="l"/>
              </a:tabLst>
            </a:pPr>
            <a:r>
              <a:rPr spc="-5" dirty="0"/>
              <a:t>Can T</a:t>
            </a:r>
            <a:r>
              <a:rPr sz="2400" spc="-5" dirty="0"/>
              <a:t>2 </a:t>
            </a:r>
            <a:r>
              <a:rPr spc="-5" dirty="0"/>
              <a:t>access object f</a:t>
            </a:r>
            <a:r>
              <a:rPr sz="2400" spc="-5" dirty="0"/>
              <a:t>2.2 </a:t>
            </a:r>
            <a:r>
              <a:rPr spc="-5" dirty="0"/>
              <a:t>in </a:t>
            </a:r>
            <a:r>
              <a:rPr dirty="0"/>
              <a:t>X </a:t>
            </a:r>
            <a:r>
              <a:rPr spc="-5" dirty="0"/>
              <a:t>mode?  What locks will T</a:t>
            </a:r>
            <a:r>
              <a:rPr sz="2400" spc="-5" dirty="0"/>
              <a:t>2</a:t>
            </a:r>
            <a:r>
              <a:rPr sz="2400" spc="235" dirty="0"/>
              <a:t> </a:t>
            </a:r>
            <a:r>
              <a:rPr spc="-5" dirty="0"/>
              <a:t>get?</a:t>
            </a:r>
            <a:endParaRPr sz="2400"/>
          </a:p>
          <a:p>
            <a:pPr marR="934085" algn="ctr">
              <a:lnSpc>
                <a:spcPts val="3520"/>
              </a:lnSpc>
            </a:pPr>
            <a:r>
              <a:rPr sz="2800" spc="-5" dirty="0">
                <a:solidFill>
                  <a:srgbClr val="3333CC"/>
                </a:solidFill>
              </a:rPr>
              <a:t>T</a:t>
            </a:r>
            <a:r>
              <a:rPr sz="2000" spc="-5" dirty="0">
                <a:solidFill>
                  <a:srgbClr val="3333CC"/>
                </a:solidFill>
              </a:rPr>
              <a:t>1</a:t>
            </a:r>
            <a:r>
              <a:rPr sz="2800" spc="-5" dirty="0">
                <a:solidFill>
                  <a:srgbClr val="3333CC"/>
                </a:solidFill>
              </a:rPr>
              <a:t>(IX)</a:t>
            </a:r>
            <a:r>
              <a:rPr sz="2800" spc="220" dirty="0">
                <a:solidFill>
                  <a:srgbClr val="3333CC"/>
                </a:solidFill>
              </a:rPr>
              <a:t> </a:t>
            </a:r>
            <a:r>
              <a:rPr sz="4800" baseline="-43402" dirty="0"/>
              <a:t>R1</a:t>
            </a:r>
            <a:endParaRPr sz="4800" baseline="-43402"/>
          </a:p>
          <a:p>
            <a:pPr marL="643890">
              <a:lnSpc>
                <a:spcPct val="100000"/>
              </a:lnSpc>
              <a:spcBef>
                <a:spcPts val="4675"/>
              </a:spcBef>
            </a:pPr>
            <a:r>
              <a:rPr spc="-5" dirty="0"/>
              <a:t>t</a:t>
            </a:r>
            <a:r>
              <a:rPr sz="2000" spc="-5" dirty="0"/>
              <a:t>1</a:t>
            </a:r>
            <a:endParaRPr sz="2000"/>
          </a:p>
        </p:txBody>
      </p:sp>
      <p:sp>
        <p:nvSpPr>
          <p:cNvPr id="23" name="object 23"/>
          <p:cNvSpPr txBox="1"/>
          <p:nvPr/>
        </p:nvSpPr>
        <p:spPr>
          <a:xfrm>
            <a:off x="1054417" y="5109845"/>
            <a:ext cx="161988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1097280" algn="l"/>
              </a:tabLst>
            </a:pPr>
            <a:r>
              <a:rPr sz="2800" spc="-5" dirty="0">
                <a:solidFill>
                  <a:srgbClr val="3333CC"/>
                </a:solidFill>
                <a:latin typeface="Tahoma"/>
                <a:cs typeface="Tahoma"/>
              </a:rPr>
              <a:t>T</a:t>
            </a:r>
            <a:r>
              <a:rPr sz="2000" spc="-5" dirty="0">
                <a:solidFill>
                  <a:srgbClr val="3333CC"/>
                </a:solidFill>
                <a:latin typeface="Tahoma"/>
                <a:cs typeface="Tahoma"/>
              </a:rPr>
              <a:t>1</a:t>
            </a:r>
            <a:r>
              <a:rPr sz="2800" spc="-5" dirty="0">
                <a:solidFill>
                  <a:srgbClr val="3333CC"/>
                </a:solidFill>
                <a:latin typeface="Tahoma"/>
                <a:cs typeface="Tahoma"/>
              </a:rPr>
              <a:t>(X)	</a:t>
            </a:r>
            <a:r>
              <a:rPr sz="4800" spc="-7" baseline="5208" dirty="0">
                <a:latin typeface="Tahoma"/>
                <a:cs typeface="Tahoma"/>
              </a:rPr>
              <a:t>f</a:t>
            </a:r>
            <a:r>
              <a:rPr sz="3000" spc="-7" baseline="8333" dirty="0">
                <a:latin typeface="Tahoma"/>
                <a:cs typeface="Tahoma"/>
              </a:rPr>
              <a:t>2.1</a:t>
            </a:r>
            <a:endParaRPr sz="3000" baseline="8333"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941902" y="2585986"/>
            <a:ext cx="214185" cy="15721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088919" y="3978706"/>
            <a:ext cx="288925" cy="83185"/>
          </a:xfrm>
          <a:custGeom>
            <a:avLst/>
            <a:gdLst/>
            <a:ahLst/>
            <a:cxnLst/>
            <a:rect l="l" t="t" r="r" b="b"/>
            <a:pathLst>
              <a:path w="288925" h="83185">
                <a:moveTo>
                  <a:pt x="10236" y="57607"/>
                </a:moveTo>
                <a:lnTo>
                  <a:pt x="0" y="20904"/>
                </a:lnTo>
                <a:lnTo>
                  <a:pt x="46100" y="8648"/>
                </a:lnTo>
                <a:lnTo>
                  <a:pt x="92481" y="850"/>
                </a:lnTo>
                <a:lnTo>
                  <a:pt x="115074" y="0"/>
                </a:lnTo>
                <a:lnTo>
                  <a:pt x="115747" y="0"/>
                </a:lnTo>
                <a:lnTo>
                  <a:pt x="153949" y="1739"/>
                </a:lnTo>
                <a:lnTo>
                  <a:pt x="227304" y="7569"/>
                </a:lnTo>
                <a:lnTo>
                  <a:pt x="249005" y="19202"/>
                </a:lnTo>
                <a:lnTo>
                  <a:pt x="263639" y="28448"/>
                </a:lnTo>
                <a:lnTo>
                  <a:pt x="274231" y="38100"/>
                </a:lnTo>
                <a:lnTo>
                  <a:pt x="114998" y="38100"/>
                </a:lnTo>
                <a:lnTo>
                  <a:pt x="115299" y="38105"/>
                </a:lnTo>
                <a:lnTo>
                  <a:pt x="107484" y="38226"/>
                </a:lnTo>
                <a:lnTo>
                  <a:pt x="105829" y="38226"/>
                </a:lnTo>
                <a:lnTo>
                  <a:pt x="105028" y="38265"/>
                </a:lnTo>
                <a:lnTo>
                  <a:pt x="105171" y="38265"/>
                </a:lnTo>
                <a:lnTo>
                  <a:pt x="96625" y="38760"/>
                </a:lnTo>
                <a:lnTo>
                  <a:pt x="96380" y="38760"/>
                </a:lnTo>
                <a:lnTo>
                  <a:pt x="95529" y="38823"/>
                </a:lnTo>
                <a:lnTo>
                  <a:pt x="95760" y="38823"/>
                </a:lnTo>
                <a:lnTo>
                  <a:pt x="87084" y="39712"/>
                </a:lnTo>
                <a:lnTo>
                  <a:pt x="86931" y="39712"/>
                </a:lnTo>
                <a:lnTo>
                  <a:pt x="86093" y="39814"/>
                </a:lnTo>
                <a:lnTo>
                  <a:pt x="86243" y="39814"/>
                </a:lnTo>
                <a:lnTo>
                  <a:pt x="77212" y="41148"/>
                </a:lnTo>
                <a:lnTo>
                  <a:pt x="76352" y="41275"/>
                </a:lnTo>
                <a:lnTo>
                  <a:pt x="65900" y="43268"/>
                </a:lnTo>
                <a:lnTo>
                  <a:pt x="54893" y="45732"/>
                </a:lnTo>
                <a:lnTo>
                  <a:pt x="41822" y="48971"/>
                </a:lnTo>
                <a:lnTo>
                  <a:pt x="27084" y="52908"/>
                </a:lnTo>
                <a:lnTo>
                  <a:pt x="10236" y="57607"/>
                </a:lnTo>
                <a:close/>
              </a:path>
              <a:path w="288925" h="83185">
                <a:moveTo>
                  <a:pt x="115299" y="38105"/>
                </a:moveTo>
                <a:lnTo>
                  <a:pt x="114998" y="38100"/>
                </a:lnTo>
                <a:lnTo>
                  <a:pt x="115671" y="38100"/>
                </a:lnTo>
                <a:lnTo>
                  <a:pt x="115299" y="38105"/>
                </a:lnTo>
                <a:close/>
              </a:path>
              <a:path w="288925" h="83185">
                <a:moveTo>
                  <a:pt x="125867" y="38307"/>
                </a:moveTo>
                <a:lnTo>
                  <a:pt x="115299" y="38105"/>
                </a:lnTo>
                <a:lnTo>
                  <a:pt x="115671" y="38100"/>
                </a:lnTo>
                <a:lnTo>
                  <a:pt x="274231" y="38100"/>
                </a:lnTo>
                <a:lnTo>
                  <a:pt x="274378" y="38303"/>
                </a:lnTo>
                <a:lnTo>
                  <a:pt x="125768" y="38303"/>
                </a:lnTo>
                <a:close/>
              </a:path>
              <a:path w="288925" h="83185">
                <a:moveTo>
                  <a:pt x="105223" y="38262"/>
                </a:moveTo>
                <a:lnTo>
                  <a:pt x="105829" y="38226"/>
                </a:lnTo>
                <a:lnTo>
                  <a:pt x="107484" y="38226"/>
                </a:lnTo>
                <a:lnTo>
                  <a:pt x="105223" y="38262"/>
                </a:lnTo>
                <a:close/>
              </a:path>
              <a:path w="288925" h="83185">
                <a:moveTo>
                  <a:pt x="105171" y="38265"/>
                </a:moveTo>
                <a:lnTo>
                  <a:pt x="105028" y="38265"/>
                </a:lnTo>
                <a:lnTo>
                  <a:pt x="105223" y="38262"/>
                </a:lnTo>
                <a:close/>
              </a:path>
              <a:path w="288925" h="83185">
                <a:moveTo>
                  <a:pt x="138023" y="38874"/>
                </a:moveTo>
                <a:lnTo>
                  <a:pt x="125867" y="38307"/>
                </a:lnTo>
                <a:lnTo>
                  <a:pt x="126288" y="38315"/>
                </a:lnTo>
                <a:lnTo>
                  <a:pt x="274387" y="38315"/>
                </a:lnTo>
                <a:lnTo>
                  <a:pt x="274771" y="38849"/>
                </a:lnTo>
                <a:lnTo>
                  <a:pt x="137680" y="38849"/>
                </a:lnTo>
                <a:lnTo>
                  <a:pt x="138023" y="38874"/>
                </a:lnTo>
                <a:close/>
              </a:path>
              <a:path w="288925" h="83185">
                <a:moveTo>
                  <a:pt x="96061" y="38793"/>
                </a:moveTo>
                <a:lnTo>
                  <a:pt x="96380" y="38760"/>
                </a:lnTo>
                <a:lnTo>
                  <a:pt x="96625" y="38760"/>
                </a:lnTo>
                <a:lnTo>
                  <a:pt x="96061" y="38793"/>
                </a:lnTo>
                <a:close/>
              </a:path>
              <a:path w="288925" h="83185">
                <a:moveTo>
                  <a:pt x="95760" y="38823"/>
                </a:moveTo>
                <a:lnTo>
                  <a:pt x="95529" y="38823"/>
                </a:lnTo>
                <a:lnTo>
                  <a:pt x="96061" y="38793"/>
                </a:lnTo>
                <a:lnTo>
                  <a:pt x="95760" y="38823"/>
                </a:lnTo>
                <a:close/>
              </a:path>
              <a:path w="288925" h="83185">
                <a:moveTo>
                  <a:pt x="151218" y="39738"/>
                </a:moveTo>
                <a:lnTo>
                  <a:pt x="137680" y="38849"/>
                </a:lnTo>
                <a:lnTo>
                  <a:pt x="274771" y="38849"/>
                </a:lnTo>
                <a:lnTo>
                  <a:pt x="275183" y="39420"/>
                </a:lnTo>
                <a:lnTo>
                  <a:pt x="275369" y="39712"/>
                </a:lnTo>
                <a:lnTo>
                  <a:pt x="150964" y="39712"/>
                </a:lnTo>
                <a:lnTo>
                  <a:pt x="151218" y="39738"/>
                </a:lnTo>
                <a:close/>
              </a:path>
              <a:path w="288925" h="83185">
                <a:moveTo>
                  <a:pt x="86583" y="39764"/>
                </a:moveTo>
                <a:lnTo>
                  <a:pt x="86931" y="39712"/>
                </a:lnTo>
                <a:lnTo>
                  <a:pt x="87084" y="39712"/>
                </a:lnTo>
                <a:lnTo>
                  <a:pt x="86583" y="39764"/>
                </a:lnTo>
                <a:close/>
              </a:path>
              <a:path w="288925" h="83185">
                <a:moveTo>
                  <a:pt x="219288" y="45144"/>
                </a:moveTo>
                <a:lnTo>
                  <a:pt x="183133" y="42252"/>
                </a:lnTo>
                <a:lnTo>
                  <a:pt x="150964" y="39712"/>
                </a:lnTo>
                <a:lnTo>
                  <a:pt x="275369" y="39712"/>
                </a:lnTo>
                <a:lnTo>
                  <a:pt x="276428" y="41376"/>
                </a:lnTo>
                <a:lnTo>
                  <a:pt x="276980" y="42379"/>
                </a:lnTo>
                <a:lnTo>
                  <a:pt x="215163" y="42379"/>
                </a:lnTo>
                <a:lnTo>
                  <a:pt x="219288" y="45144"/>
                </a:lnTo>
                <a:close/>
              </a:path>
              <a:path w="288925" h="83185">
                <a:moveTo>
                  <a:pt x="86243" y="39814"/>
                </a:moveTo>
                <a:lnTo>
                  <a:pt x="86093" y="39814"/>
                </a:lnTo>
                <a:lnTo>
                  <a:pt x="86583" y="39764"/>
                </a:lnTo>
                <a:lnTo>
                  <a:pt x="86243" y="39814"/>
                </a:lnTo>
                <a:close/>
              </a:path>
              <a:path w="288925" h="83185">
                <a:moveTo>
                  <a:pt x="76709" y="41222"/>
                </a:moveTo>
                <a:lnTo>
                  <a:pt x="77101" y="41148"/>
                </a:lnTo>
                <a:lnTo>
                  <a:pt x="76709" y="41222"/>
                </a:lnTo>
                <a:close/>
              </a:path>
              <a:path w="288925" h="83185">
                <a:moveTo>
                  <a:pt x="76430" y="41275"/>
                </a:moveTo>
                <a:lnTo>
                  <a:pt x="76709" y="41222"/>
                </a:lnTo>
                <a:lnTo>
                  <a:pt x="76430" y="41275"/>
                </a:lnTo>
                <a:close/>
              </a:path>
              <a:path w="288925" h="83185">
                <a:moveTo>
                  <a:pt x="224256" y="45542"/>
                </a:moveTo>
                <a:lnTo>
                  <a:pt x="219288" y="45144"/>
                </a:lnTo>
                <a:lnTo>
                  <a:pt x="215163" y="42379"/>
                </a:lnTo>
                <a:lnTo>
                  <a:pt x="224256" y="45542"/>
                </a:lnTo>
                <a:close/>
              </a:path>
              <a:path w="288925" h="83185">
                <a:moveTo>
                  <a:pt x="278719" y="45542"/>
                </a:moveTo>
                <a:lnTo>
                  <a:pt x="224256" y="45542"/>
                </a:lnTo>
                <a:lnTo>
                  <a:pt x="215163" y="42379"/>
                </a:lnTo>
                <a:lnTo>
                  <a:pt x="276980" y="42379"/>
                </a:lnTo>
                <a:lnTo>
                  <a:pt x="278719" y="45542"/>
                </a:lnTo>
                <a:close/>
              </a:path>
              <a:path w="288925" h="83185">
                <a:moveTo>
                  <a:pt x="66166" y="43218"/>
                </a:moveTo>
                <a:lnTo>
                  <a:pt x="66509" y="43141"/>
                </a:lnTo>
                <a:lnTo>
                  <a:pt x="66166" y="43218"/>
                </a:lnTo>
                <a:close/>
              </a:path>
              <a:path w="288925" h="83185">
                <a:moveTo>
                  <a:pt x="65940" y="43268"/>
                </a:moveTo>
                <a:lnTo>
                  <a:pt x="66166" y="43218"/>
                </a:lnTo>
                <a:lnTo>
                  <a:pt x="65940" y="43268"/>
                </a:lnTo>
                <a:close/>
              </a:path>
              <a:path w="288925" h="83185">
                <a:moveTo>
                  <a:pt x="243718" y="60954"/>
                </a:moveTo>
                <a:lnTo>
                  <a:pt x="243166" y="60528"/>
                </a:lnTo>
                <a:lnTo>
                  <a:pt x="242417" y="60071"/>
                </a:lnTo>
                <a:lnTo>
                  <a:pt x="237528" y="57023"/>
                </a:lnTo>
                <a:lnTo>
                  <a:pt x="228219" y="51130"/>
                </a:lnTo>
                <a:lnTo>
                  <a:pt x="219288" y="45144"/>
                </a:lnTo>
                <a:lnTo>
                  <a:pt x="224256" y="45542"/>
                </a:lnTo>
                <a:lnTo>
                  <a:pt x="278719" y="45542"/>
                </a:lnTo>
                <a:lnTo>
                  <a:pt x="279425" y="46824"/>
                </a:lnTo>
                <a:lnTo>
                  <a:pt x="285925" y="59817"/>
                </a:lnTo>
                <a:lnTo>
                  <a:pt x="243090" y="59817"/>
                </a:lnTo>
                <a:lnTo>
                  <a:pt x="243223" y="60058"/>
                </a:lnTo>
                <a:lnTo>
                  <a:pt x="243090" y="60058"/>
                </a:lnTo>
                <a:lnTo>
                  <a:pt x="243311" y="60363"/>
                </a:lnTo>
                <a:lnTo>
                  <a:pt x="243179" y="60363"/>
                </a:lnTo>
                <a:lnTo>
                  <a:pt x="243718" y="60954"/>
                </a:lnTo>
                <a:close/>
              </a:path>
              <a:path w="288925" h="83185">
                <a:moveTo>
                  <a:pt x="54381" y="45847"/>
                </a:moveTo>
                <a:lnTo>
                  <a:pt x="54838" y="45732"/>
                </a:lnTo>
                <a:lnTo>
                  <a:pt x="54381" y="45847"/>
                </a:lnTo>
                <a:close/>
              </a:path>
              <a:path w="288925" h="83185">
                <a:moveTo>
                  <a:pt x="41465" y="49060"/>
                </a:moveTo>
                <a:lnTo>
                  <a:pt x="41782" y="48971"/>
                </a:lnTo>
                <a:lnTo>
                  <a:pt x="41465" y="49060"/>
                </a:lnTo>
                <a:close/>
              </a:path>
              <a:path w="288925" h="83185">
                <a:moveTo>
                  <a:pt x="26847" y="52971"/>
                </a:moveTo>
                <a:lnTo>
                  <a:pt x="27050" y="52908"/>
                </a:lnTo>
                <a:lnTo>
                  <a:pt x="26847" y="52971"/>
                </a:lnTo>
                <a:close/>
              </a:path>
              <a:path w="288925" h="83185">
                <a:moveTo>
                  <a:pt x="243768" y="60882"/>
                </a:moveTo>
                <a:lnTo>
                  <a:pt x="243495" y="60550"/>
                </a:lnTo>
                <a:lnTo>
                  <a:pt x="243090" y="59817"/>
                </a:lnTo>
                <a:lnTo>
                  <a:pt x="243768" y="60882"/>
                </a:lnTo>
                <a:close/>
              </a:path>
              <a:path w="288925" h="83185">
                <a:moveTo>
                  <a:pt x="286777" y="61518"/>
                </a:moveTo>
                <a:lnTo>
                  <a:pt x="244449" y="61518"/>
                </a:lnTo>
                <a:lnTo>
                  <a:pt x="243962" y="61109"/>
                </a:lnTo>
                <a:lnTo>
                  <a:pt x="243731" y="60824"/>
                </a:lnTo>
                <a:lnTo>
                  <a:pt x="243090" y="59817"/>
                </a:lnTo>
                <a:lnTo>
                  <a:pt x="285925" y="59817"/>
                </a:lnTo>
                <a:lnTo>
                  <a:pt x="286777" y="61518"/>
                </a:lnTo>
                <a:close/>
              </a:path>
              <a:path w="288925" h="83185">
                <a:moveTo>
                  <a:pt x="243628" y="60790"/>
                </a:moveTo>
                <a:lnTo>
                  <a:pt x="243090" y="60058"/>
                </a:lnTo>
                <a:lnTo>
                  <a:pt x="243495" y="60550"/>
                </a:lnTo>
                <a:lnTo>
                  <a:pt x="243628" y="60790"/>
                </a:lnTo>
                <a:close/>
              </a:path>
              <a:path w="288925" h="83185">
                <a:moveTo>
                  <a:pt x="243495" y="60550"/>
                </a:moveTo>
                <a:lnTo>
                  <a:pt x="243090" y="60058"/>
                </a:lnTo>
                <a:lnTo>
                  <a:pt x="243230" y="60071"/>
                </a:lnTo>
                <a:lnTo>
                  <a:pt x="243495" y="60550"/>
                </a:lnTo>
                <a:close/>
              </a:path>
              <a:path w="288925" h="83185">
                <a:moveTo>
                  <a:pt x="242897" y="60413"/>
                </a:moveTo>
                <a:lnTo>
                  <a:pt x="242355" y="60071"/>
                </a:lnTo>
                <a:lnTo>
                  <a:pt x="242897" y="60413"/>
                </a:lnTo>
                <a:close/>
              </a:path>
              <a:path w="288925" h="83185">
                <a:moveTo>
                  <a:pt x="243701" y="60922"/>
                </a:moveTo>
                <a:lnTo>
                  <a:pt x="243179" y="60363"/>
                </a:lnTo>
                <a:lnTo>
                  <a:pt x="243609" y="60772"/>
                </a:lnTo>
                <a:lnTo>
                  <a:pt x="243701" y="60922"/>
                </a:lnTo>
                <a:close/>
              </a:path>
              <a:path w="288925" h="83185">
                <a:moveTo>
                  <a:pt x="243609" y="60772"/>
                </a:moveTo>
                <a:lnTo>
                  <a:pt x="243179" y="60363"/>
                </a:lnTo>
                <a:lnTo>
                  <a:pt x="243311" y="60363"/>
                </a:lnTo>
                <a:lnTo>
                  <a:pt x="243609" y="60772"/>
                </a:lnTo>
                <a:close/>
              </a:path>
              <a:path w="288925" h="83185">
                <a:moveTo>
                  <a:pt x="243281" y="60655"/>
                </a:moveTo>
                <a:lnTo>
                  <a:pt x="242897" y="60413"/>
                </a:lnTo>
                <a:lnTo>
                  <a:pt x="243281" y="60655"/>
                </a:lnTo>
                <a:close/>
              </a:path>
              <a:path w="288925" h="83185">
                <a:moveTo>
                  <a:pt x="243317" y="60655"/>
                </a:moveTo>
                <a:lnTo>
                  <a:pt x="243093" y="60528"/>
                </a:lnTo>
                <a:lnTo>
                  <a:pt x="243317" y="60655"/>
                </a:lnTo>
                <a:close/>
              </a:path>
              <a:path w="288925" h="83185">
                <a:moveTo>
                  <a:pt x="243758" y="61026"/>
                </a:moveTo>
                <a:lnTo>
                  <a:pt x="243166" y="60528"/>
                </a:lnTo>
                <a:lnTo>
                  <a:pt x="243625" y="60882"/>
                </a:lnTo>
                <a:lnTo>
                  <a:pt x="243758" y="61026"/>
                </a:lnTo>
                <a:close/>
              </a:path>
              <a:path w="288925" h="83185">
                <a:moveTo>
                  <a:pt x="243836" y="60989"/>
                </a:moveTo>
                <a:lnTo>
                  <a:pt x="243618" y="60772"/>
                </a:lnTo>
                <a:lnTo>
                  <a:pt x="243495" y="60550"/>
                </a:lnTo>
                <a:lnTo>
                  <a:pt x="243836" y="60989"/>
                </a:lnTo>
                <a:close/>
              </a:path>
              <a:path w="288925" h="83185">
                <a:moveTo>
                  <a:pt x="243745" y="61017"/>
                </a:moveTo>
                <a:lnTo>
                  <a:pt x="243237" y="60655"/>
                </a:lnTo>
                <a:lnTo>
                  <a:pt x="243745" y="61017"/>
                </a:lnTo>
                <a:close/>
              </a:path>
              <a:path w="288925" h="83185">
                <a:moveTo>
                  <a:pt x="243907" y="61099"/>
                </a:moveTo>
                <a:lnTo>
                  <a:pt x="243740" y="60954"/>
                </a:lnTo>
                <a:lnTo>
                  <a:pt x="243628" y="60790"/>
                </a:lnTo>
                <a:lnTo>
                  <a:pt x="243847" y="61006"/>
                </a:lnTo>
                <a:close/>
              </a:path>
              <a:path w="288925" h="83185">
                <a:moveTo>
                  <a:pt x="244018" y="61185"/>
                </a:moveTo>
                <a:lnTo>
                  <a:pt x="243836" y="60989"/>
                </a:lnTo>
                <a:lnTo>
                  <a:pt x="244018" y="61185"/>
                </a:lnTo>
                <a:close/>
              </a:path>
              <a:path w="288925" h="83185">
                <a:moveTo>
                  <a:pt x="243944" y="61159"/>
                </a:moveTo>
                <a:lnTo>
                  <a:pt x="243769" y="60993"/>
                </a:lnTo>
                <a:lnTo>
                  <a:pt x="243944" y="61159"/>
                </a:lnTo>
                <a:close/>
              </a:path>
              <a:path w="288925" h="83185">
                <a:moveTo>
                  <a:pt x="288308" y="64579"/>
                </a:moveTo>
                <a:lnTo>
                  <a:pt x="245719" y="64579"/>
                </a:lnTo>
                <a:lnTo>
                  <a:pt x="245363" y="63881"/>
                </a:lnTo>
                <a:lnTo>
                  <a:pt x="243759" y="61029"/>
                </a:lnTo>
                <a:lnTo>
                  <a:pt x="244335" y="61772"/>
                </a:lnTo>
                <a:lnTo>
                  <a:pt x="244492" y="61772"/>
                </a:lnTo>
                <a:lnTo>
                  <a:pt x="244730" y="61849"/>
                </a:lnTo>
                <a:lnTo>
                  <a:pt x="286974" y="61912"/>
                </a:lnTo>
                <a:lnTo>
                  <a:pt x="288308" y="64579"/>
                </a:lnTo>
                <a:close/>
              </a:path>
              <a:path w="288925" h="83185">
                <a:moveTo>
                  <a:pt x="244146" y="61284"/>
                </a:moveTo>
                <a:lnTo>
                  <a:pt x="243929" y="61077"/>
                </a:lnTo>
                <a:lnTo>
                  <a:pt x="244146" y="61284"/>
                </a:lnTo>
                <a:close/>
              </a:path>
              <a:path w="288925" h="83185">
                <a:moveTo>
                  <a:pt x="244335" y="61772"/>
                </a:moveTo>
                <a:lnTo>
                  <a:pt x="243852" y="61107"/>
                </a:lnTo>
                <a:lnTo>
                  <a:pt x="244335" y="61772"/>
                </a:lnTo>
                <a:close/>
              </a:path>
              <a:path w="288925" h="83185">
                <a:moveTo>
                  <a:pt x="244185" y="61388"/>
                </a:moveTo>
                <a:lnTo>
                  <a:pt x="243944" y="61159"/>
                </a:lnTo>
                <a:lnTo>
                  <a:pt x="244185" y="61388"/>
                </a:lnTo>
                <a:close/>
              </a:path>
              <a:path w="288925" h="83185">
                <a:moveTo>
                  <a:pt x="244563" y="61849"/>
                </a:moveTo>
                <a:lnTo>
                  <a:pt x="243981" y="61216"/>
                </a:lnTo>
                <a:lnTo>
                  <a:pt x="244185" y="61388"/>
                </a:lnTo>
                <a:lnTo>
                  <a:pt x="244563" y="61849"/>
                </a:lnTo>
                <a:close/>
              </a:path>
              <a:path w="288925" h="83185">
                <a:moveTo>
                  <a:pt x="244492" y="61772"/>
                </a:moveTo>
                <a:lnTo>
                  <a:pt x="244335" y="61772"/>
                </a:lnTo>
                <a:lnTo>
                  <a:pt x="243995" y="61238"/>
                </a:lnTo>
                <a:lnTo>
                  <a:pt x="244492" y="61772"/>
                </a:lnTo>
                <a:close/>
              </a:path>
              <a:path w="288925" h="83185">
                <a:moveTo>
                  <a:pt x="244805" y="61912"/>
                </a:moveTo>
                <a:lnTo>
                  <a:pt x="244185" y="61388"/>
                </a:lnTo>
                <a:lnTo>
                  <a:pt x="244069" y="61247"/>
                </a:lnTo>
                <a:lnTo>
                  <a:pt x="244255" y="61388"/>
                </a:lnTo>
                <a:lnTo>
                  <a:pt x="244805" y="61912"/>
                </a:lnTo>
                <a:close/>
              </a:path>
              <a:path w="288925" h="83185">
                <a:moveTo>
                  <a:pt x="286974" y="61912"/>
                </a:moveTo>
                <a:lnTo>
                  <a:pt x="244805" y="61912"/>
                </a:lnTo>
                <a:lnTo>
                  <a:pt x="244221" y="61356"/>
                </a:lnTo>
                <a:lnTo>
                  <a:pt x="244449" y="61518"/>
                </a:lnTo>
                <a:lnTo>
                  <a:pt x="286777" y="61518"/>
                </a:lnTo>
                <a:lnTo>
                  <a:pt x="286974" y="61912"/>
                </a:lnTo>
                <a:close/>
              </a:path>
              <a:path w="288925" h="83185">
                <a:moveTo>
                  <a:pt x="244730" y="61849"/>
                </a:moveTo>
                <a:lnTo>
                  <a:pt x="244563" y="61849"/>
                </a:lnTo>
                <a:lnTo>
                  <a:pt x="244185" y="61388"/>
                </a:lnTo>
                <a:lnTo>
                  <a:pt x="244730" y="61849"/>
                </a:lnTo>
                <a:close/>
              </a:path>
              <a:path w="288925" h="83185">
                <a:moveTo>
                  <a:pt x="245654" y="64461"/>
                </a:moveTo>
                <a:lnTo>
                  <a:pt x="245334" y="63881"/>
                </a:lnTo>
                <a:lnTo>
                  <a:pt x="245654" y="64461"/>
                </a:lnTo>
                <a:close/>
              </a:path>
              <a:path w="288925" h="83185">
                <a:moveTo>
                  <a:pt x="254787" y="82715"/>
                </a:moveTo>
                <a:lnTo>
                  <a:pt x="245654" y="64461"/>
                </a:lnTo>
                <a:lnTo>
                  <a:pt x="288308" y="64579"/>
                </a:lnTo>
                <a:lnTo>
                  <a:pt x="288848" y="65659"/>
                </a:lnTo>
                <a:lnTo>
                  <a:pt x="254787" y="82715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83</a:t>
            </a:fld>
            <a:endParaRPr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655320"/>
            <a:ext cx="18268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heavy" dirty="0">
                <a:uFill>
                  <a:solidFill>
                    <a:srgbClr val="000000"/>
                  </a:solidFill>
                </a:uFill>
              </a:rPr>
              <a:t>E</a:t>
            </a:r>
            <a:r>
              <a:rPr sz="3600" u="heavy" spc="-50" dirty="0">
                <a:uFill>
                  <a:solidFill>
                    <a:srgbClr val="000000"/>
                  </a:solidFill>
                </a:uFill>
              </a:rPr>
              <a:t>x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e</a:t>
            </a:r>
            <a:r>
              <a:rPr sz="3600" u="heavy" spc="-25" dirty="0">
                <a:uFill>
                  <a:solidFill>
                    <a:srgbClr val="000000"/>
                  </a:solidFill>
                </a:uFill>
              </a:rPr>
              <a:t>r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c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i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s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e: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3940302" y="2554287"/>
            <a:ext cx="771271" cy="6946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47762" y="3321050"/>
            <a:ext cx="771398" cy="6946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83064" y="3763962"/>
            <a:ext cx="771271" cy="69468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418675" y="3853281"/>
            <a:ext cx="30035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000" dirty="0"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930902" y="3925887"/>
            <a:ext cx="771271" cy="69468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166512" y="4015206"/>
            <a:ext cx="30035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000" dirty="0">
                <a:latin typeface="Tahoma"/>
                <a:cs typeface="Tahoma"/>
              </a:rPr>
              <a:t>3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607302" y="3697287"/>
            <a:ext cx="771271" cy="69468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842912" y="3786606"/>
            <a:ext cx="30035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000" dirty="0">
                <a:latin typeface="Tahoma"/>
                <a:cs typeface="Tahoma"/>
              </a:rPr>
              <a:t>4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906739" y="2935503"/>
            <a:ext cx="2040255" cy="650875"/>
          </a:xfrm>
          <a:custGeom>
            <a:avLst/>
            <a:gdLst/>
            <a:ahLst/>
            <a:cxnLst/>
            <a:rect l="l" t="t" r="r" b="b"/>
            <a:pathLst>
              <a:path w="2040254" h="650875">
                <a:moveTo>
                  <a:pt x="2870" y="650443"/>
                </a:moveTo>
                <a:lnTo>
                  <a:pt x="0" y="641350"/>
                </a:lnTo>
                <a:lnTo>
                  <a:pt x="2036762" y="0"/>
                </a:lnTo>
                <a:lnTo>
                  <a:pt x="2039632" y="9093"/>
                </a:lnTo>
                <a:lnTo>
                  <a:pt x="2870" y="6504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741064" y="3242043"/>
            <a:ext cx="436880" cy="594995"/>
          </a:xfrm>
          <a:custGeom>
            <a:avLst/>
            <a:gdLst/>
            <a:ahLst/>
            <a:cxnLst/>
            <a:rect l="l" t="t" r="r" b="b"/>
            <a:pathLst>
              <a:path w="436879" h="594995">
                <a:moveTo>
                  <a:pt x="7696" y="594575"/>
                </a:moveTo>
                <a:lnTo>
                  <a:pt x="0" y="588962"/>
                </a:lnTo>
                <a:lnTo>
                  <a:pt x="428625" y="0"/>
                </a:lnTo>
                <a:lnTo>
                  <a:pt x="436321" y="5613"/>
                </a:lnTo>
                <a:lnTo>
                  <a:pt x="7696" y="594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550994" y="3165462"/>
            <a:ext cx="693420" cy="768985"/>
          </a:xfrm>
          <a:custGeom>
            <a:avLst/>
            <a:gdLst/>
            <a:ahLst/>
            <a:cxnLst/>
            <a:rect l="l" t="t" r="r" b="b"/>
            <a:pathLst>
              <a:path w="693420" h="768985">
                <a:moveTo>
                  <a:pt x="685800" y="768375"/>
                </a:moveTo>
                <a:lnTo>
                  <a:pt x="0" y="6375"/>
                </a:lnTo>
                <a:lnTo>
                  <a:pt x="7086" y="0"/>
                </a:lnTo>
                <a:lnTo>
                  <a:pt x="692886" y="762000"/>
                </a:lnTo>
                <a:lnTo>
                  <a:pt x="685800" y="7683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705057" y="2783268"/>
            <a:ext cx="2137410" cy="923290"/>
          </a:xfrm>
          <a:custGeom>
            <a:avLst/>
            <a:gdLst/>
            <a:ahLst/>
            <a:cxnLst/>
            <a:rect l="l" t="t" r="r" b="b"/>
            <a:pathLst>
              <a:path w="2137409" h="923289">
                <a:moveTo>
                  <a:pt x="2133600" y="923163"/>
                </a:moveTo>
                <a:lnTo>
                  <a:pt x="0" y="8763"/>
                </a:lnTo>
                <a:lnTo>
                  <a:pt x="3759" y="0"/>
                </a:lnTo>
                <a:lnTo>
                  <a:pt x="2137359" y="914400"/>
                </a:lnTo>
                <a:lnTo>
                  <a:pt x="2133600" y="9231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222817" y="3831589"/>
            <a:ext cx="84963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3333CC"/>
                </a:solidFill>
                <a:latin typeface="Tahoma"/>
                <a:cs typeface="Tahoma"/>
              </a:rPr>
              <a:t>T</a:t>
            </a:r>
            <a:r>
              <a:rPr sz="2000" spc="-5" dirty="0">
                <a:solidFill>
                  <a:srgbClr val="3333CC"/>
                </a:solidFill>
                <a:latin typeface="Tahoma"/>
                <a:cs typeface="Tahoma"/>
              </a:rPr>
              <a:t>1</a:t>
            </a:r>
            <a:r>
              <a:rPr sz="2800" spc="-5" dirty="0">
                <a:solidFill>
                  <a:srgbClr val="3333CC"/>
                </a:solidFill>
                <a:latin typeface="Tahoma"/>
                <a:cs typeface="Tahoma"/>
              </a:rPr>
              <a:t>(X)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39149" y="5069306"/>
            <a:ext cx="5092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f</a:t>
            </a:r>
            <a:r>
              <a:rPr sz="2000" spc="-5" dirty="0">
                <a:latin typeface="Tahoma"/>
                <a:cs typeface="Tahoma"/>
              </a:rPr>
              <a:t>2.</a:t>
            </a:r>
            <a:r>
              <a:rPr sz="2000" dirty="0">
                <a:latin typeface="Tahoma"/>
                <a:cs typeface="Tahoma"/>
              </a:rPr>
              <a:t>1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008314" y="4349635"/>
            <a:ext cx="1963483" cy="132662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331362" y="5070893"/>
            <a:ext cx="5092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f</a:t>
            </a:r>
            <a:r>
              <a:rPr sz="2000" spc="-5" dirty="0">
                <a:latin typeface="Tahoma"/>
                <a:cs typeface="Tahoma"/>
              </a:rPr>
              <a:t>2.</a:t>
            </a:r>
            <a:r>
              <a:rPr sz="2000" dirty="0"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507039" y="4603940"/>
            <a:ext cx="771271" cy="110883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637875" y="5107406"/>
            <a:ext cx="5092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f</a:t>
            </a:r>
            <a:r>
              <a:rPr sz="2000" spc="-5" dirty="0">
                <a:latin typeface="Tahoma"/>
                <a:cs typeface="Tahoma"/>
              </a:rPr>
              <a:t>3.</a:t>
            </a:r>
            <a:r>
              <a:rPr sz="2000" dirty="0">
                <a:latin typeface="Tahoma"/>
                <a:cs typeface="Tahoma"/>
              </a:rPr>
              <a:t>1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538317" y="4557826"/>
            <a:ext cx="930617" cy="118035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828500" y="5132806"/>
            <a:ext cx="5092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f</a:t>
            </a:r>
            <a:r>
              <a:rPr sz="2000" spc="-5" dirty="0">
                <a:latin typeface="Tahoma"/>
                <a:cs typeface="Tahoma"/>
              </a:rPr>
              <a:t>3.</a:t>
            </a:r>
            <a:r>
              <a:rPr sz="2000" dirty="0"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8300" marR="177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27990" algn="l"/>
              </a:tabLst>
            </a:pPr>
            <a:r>
              <a:rPr spc="-5" dirty="0"/>
              <a:t>Can T</a:t>
            </a:r>
            <a:r>
              <a:rPr sz="2400" spc="-5" dirty="0"/>
              <a:t>2 </a:t>
            </a:r>
            <a:r>
              <a:rPr spc="-5" dirty="0"/>
              <a:t>access object f</a:t>
            </a:r>
            <a:r>
              <a:rPr sz="2400" spc="-5" dirty="0"/>
              <a:t>2.2 </a:t>
            </a:r>
            <a:r>
              <a:rPr spc="-5" dirty="0"/>
              <a:t>in </a:t>
            </a:r>
            <a:r>
              <a:rPr dirty="0"/>
              <a:t>X </a:t>
            </a:r>
            <a:r>
              <a:rPr spc="-5" dirty="0"/>
              <a:t>mode?  What locks will T</a:t>
            </a:r>
            <a:r>
              <a:rPr sz="2400" spc="-5" dirty="0"/>
              <a:t>2</a:t>
            </a:r>
            <a:r>
              <a:rPr sz="2400" spc="235" dirty="0"/>
              <a:t> </a:t>
            </a:r>
            <a:r>
              <a:rPr spc="-5" dirty="0"/>
              <a:t>get?</a:t>
            </a:r>
            <a:endParaRPr sz="2400"/>
          </a:p>
          <a:p>
            <a:pPr marR="934085" algn="ctr">
              <a:lnSpc>
                <a:spcPts val="3170"/>
              </a:lnSpc>
            </a:pPr>
            <a:r>
              <a:rPr sz="2800" spc="-5" dirty="0">
                <a:solidFill>
                  <a:srgbClr val="3333CC"/>
                </a:solidFill>
              </a:rPr>
              <a:t>T</a:t>
            </a:r>
            <a:r>
              <a:rPr sz="2000" spc="-5" dirty="0">
                <a:solidFill>
                  <a:srgbClr val="3333CC"/>
                </a:solidFill>
              </a:rPr>
              <a:t>1</a:t>
            </a:r>
            <a:r>
              <a:rPr sz="2800" spc="-5" dirty="0">
                <a:solidFill>
                  <a:srgbClr val="3333CC"/>
                </a:solidFill>
              </a:rPr>
              <a:t>(IX)</a:t>
            </a:r>
            <a:r>
              <a:rPr sz="2800" spc="220" dirty="0">
                <a:solidFill>
                  <a:srgbClr val="3333CC"/>
                </a:solidFill>
              </a:rPr>
              <a:t> </a:t>
            </a:r>
            <a:r>
              <a:rPr sz="4800" baseline="-43402" dirty="0"/>
              <a:t>R1</a:t>
            </a:r>
            <a:endParaRPr sz="4800" baseline="-43402"/>
          </a:p>
          <a:p>
            <a:pPr marL="643890">
              <a:lnSpc>
                <a:spcPct val="100000"/>
              </a:lnSpc>
              <a:spcBef>
                <a:spcPts val="4675"/>
              </a:spcBef>
            </a:pPr>
            <a:r>
              <a:rPr spc="-5" dirty="0"/>
              <a:t>t</a:t>
            </a:r>
            <a:r>
              <a:rPr sz="2000" spc="-5" dirty="0"/>
              <a:t>1</a:t>
            </a:r>
            <a:endParaRPr sz="2000"/>
          </a:p>
        </p:txBody>
      </p:sp>
      <p:sp>
        <p:nvSpPr>
          <p:cNvPr id="24" name="object 24"/>
          <p:cNvSpPr/>
          <p:nvPr/>
        </p:nvSpPr>
        <p:spPr>
          <a:xfrm>
            <a:off x="3941902" y="2585986"/>
            <a:ext cx="214185" cy="15721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088919" y="3978706"/>
            <a:ext cx="288925" cy="83185"/>
          </a:xfrm>
          <a:custGeom>
            <a:avLst/>
            <a:gdLst/>
            <a:ahLst/>
            <a:cxnLst/>
            <a:rect l="l" t="t" r="r" b="b"/>
            <a:pathLst>
              <a:path w="288925" h="83185">
                <a:moveTo>
                  <a:pt x="10236" y="57607"/>
                </a:moveTo>
                <a:lnTo>
                  <a:pt x="0" y="20904"/>
                </a:lnTo>
                <a:lnTo>
                  <a:pt x="46100" y="8648"/>
                </a:lnTo>
                <a:lnTo>
                  <a:pt x="92481" y="850"/>
                </a:lnTo>
                <a:lnTo>
                  <a:pt x="115074" y="0"/>
                </a:lnTo>
                <a:lnTo>
                  <a:pt x="115747" y="0"/>
                </a:lnTo>
                <a:lnTo>
                  <a:pt x="153949" y="1739"/>
                </a:lnTo>
                <a:lnTo>
                  <a:pt x="227304" y="7569"/>
                </a:lnTo>
                <a:lnTo>
                  <a:pt x="249005" y="19202"/>
                </a:lnTo>
                <a:lnTo>
                  <a:pt x="263639" y="28448"/>
                </a:lnTo>
                <a:lnTo>
                  <a:pt x="274231" y="38100"/>
                </a:lnTo>
                <a:lnTo>
                  <a:pt x="114998" y="38100"/>
                </a:lnTo>
                <a:lnTo>
                  <a:pt x="115299" y="38105"/>
                </a:lnTo>
                <a:lnTo>
                  <a:pt x="107484" y="38226"/>
                </a:lnTo>
                <a:lnTo>
                  <a:pt x="105829" y="38226"/>
                </a:lnTo>
                <a:lnTo>
                  <a:pt x="105028" y="38265"/>
                </a:lnTo>
                <a:lnTo>
                  <a:pt x="105171" y="38265"/>
                </a:lnTo>
                <a:lnTo>
                  <a:pt x="96625" y="38760"/>
                </a:lnTo>
                <a:lnTo>
                  <a:pt x="96380" y="38760"/>
                </a:lnTo>
                <a:lnTo>
                  <a:pt x="95529" y="38823"/>
                </a:lnTo>
                <a:lnTo>
                  <a:pt x="95760" y="38823"/>
                </a:lnTo>
                <a:lnTo>
                  <a:pt x="87084" y="39712"/>
                </a:lnTo>
                <a:lnTo>
                  <a:pt x="86931" y="39712"/>
                </a:lnTo>
                <a:lnTo>
                  <a:pt x="86093" y="39814"/>
                </a:lnTo>
                <a:lnTo>
                  <a:pt x="86243" y="39814"/>
                </a:lnTo>
                <a:lnTo>
                  <a:pt x="77212" y="41148"/>
                </a:lnTo>
                <a:lnTo>
                  <a:pt x="76352" y="41275"/>
                </a:lnTo>
                <a:lnTo>
                  <a:pt x="65900" y="43268"/>
                </a:lnTo>
                <a:lnTo>
                  <a:pt x="54893" y="45732"/>
                </a:lnTo>
                <a:lnTo>
                  <a:pt x="41822" y="48971"/>
                </a:lnTo>
                <a:lnTo>
                  <a:pt x="27084" y="52908"/>
                </a:lnTo>
                <a:lnTo>
                  <a:pt x="10236" y="57607"/>
                </a:lnTo>
                <a:close/>
              </a:path>
              <a:path w="288925" h="83185">
                <a:moveTo>
                  <a:pt x="115299" y="38105"/>
                </a:moveTo>
                <a:lnTo>
                  <a:pt x="114998" y="38100"/>
                </a:lnTo>
                <a:lnTo>
                  <a:pt x="115671" y="38100"/>
                </a:lnTo>
                <a:lnTo>
                  <a:pt x="115299" y="38105"/>
                </a:lnTo>
                <a:close/>
              </a:path>
              <a:path w="288925" h="83185">
                <a:moveTo>
                  <a:pt x="125867" y="38307"/>
                </a:moveTo>
                <a:lnTo>
                  <a:pt x="115299" y="38105"/>
                </a:lnTo>
                <a:lnTo>
                  <a:pt x="115671" y="38100"/>
                </a:lnTo>
                <a:lnTo>
                  <a:pt x="274231" y="38100"/>
                </a:lnTo>
                <a:lnTo>
                  <a:pt x="274378" y="38303"/>
                </a:lnTo>
                <a:lnTo>
                  <a:pt x="125768" y="38303"/>
                </a:lnTo>
                <a:close/>
              </a:path>
              <a:path w="288925" h="83185">
                <a:moveTo>
                  <a:pt x="105223" y="38262"/>
                </a:moveTo>
                <a:lnTo>
                  <a:pt x="105829" y="38226"/>
                </a:lnTo>
                <a:lnTo>
                  <a:pt x="107484" y="38226"/>
                </a:lnTo>
                <a:lnTo>
                  <a:pt x="105223" y="38262"/>
                </a:lnTo>
                <a:close/>
              </a:path>
              <a:path w="288925" h="83185">
                <a:moveTo>
                  <a:pt x="105171" y="38265"/>
                </a:moveTo>
                <a:lnTo>
                  <a:pt x="105028" y="38265"/>
                </a:lnTo>
                <a:lnTo>
                  <a:pt x="105223" y="38262"/>
                </a:lnTo>
                <a:close/>
              </a:path>
              <a:path w="288925" h="83185">
                <a:moveTo>
                  <a:pt x="138023" y="38874"/>
                </a:moveTo>
                <a:lnTo>
                  <a:pt x="125867" y="38307"/>
                </a:lnTo>
                <a:lnTo>
                  <a:pt x="126288" y="38315"/>
                </a:lnTo>
                <a:lnTo>
                  <a:pt x="274387" y="38315"/>
                </a:lnTo>
                <a:lnTo>
                  <a:pt x="274771" y="38849"/>
                </a:lnTo>
                <a:lnTo>
                  <a:pt x="137680" y="38849"/>
                </a:lnTo>
                <a:lnTo>
                  <a:pt x="138023" y="38874"/>
                </a:lnTo>
                <a:close/>
              </a:path>
              <a:path w="288925" h="83185">
                <a:moveTo>
                  <a:pt x="96061" y="38793"/>
                </a:moveTo>
                <a:lnTo>
                  <a:pt x="96380" y="38760"/>
                </a:lnTo>
                <a:lnTo>
                  <a:pt x="96625" y="38760"/>
                </a:lnTo>
                <a:lnTo>
                  <a:pt x="96061" y="38793"/>
                </a:lnTo>
                <a:close/>
              </a:path>
              <a:path w="288925" h="83185">
                <a:moveTo>
                  <a:pt x="95760" y="38823"/>
                </a:moveTo>
                <a:lnTo>
                  <a:pt x="95529" y="38823"/>
                </a:lnTo>
                <a:lnTo>
                  <a:pt x="96061" y="38793"/>
                </a:lnTo>
                <a:lnTo>
                  <a:pt x="95760" y="38823"/>
                </a:lnTo>
                <a:close/>
              </a:path>
              <a:path w="288925" h="83185">
                <a:moveTo>
                  <a:pt x="151218" y="39738"/>
                </a:moveTo>
                <a:lnTo>
                  <a:pt x="137680" y="38849"/>
                </a:lnTo>
                <a:lnTo>
                  <a:pt x="274771" y="38849"/>
                </a:lnTo>
                <a:lnTo>
                  <a:pt x="275183" y="39420"/>
                </a:lnTo>
                <a:lnTo>
                  <a:pt x="275369" y="39712"/>
                </a:lnTo>
                <a:lnTo>
                  <a:pt x="150964" y="39712"/>
                </a:lnTo>
                <a:lnTo>
                  <a:pt x="151218" y="39738"/>
                </a:lnTo>
                <a:close/>
              </a:path>
              <a:path w="288925" h="83185">
                <a:moveTo>
                  <a:pt x="86583" y="39764"/>
                </a:moveTo>
                <a:lnTo>
                  <a:pt x="86931" y="39712"/>
                </a:lnTo>
                <a:lnTo>
                  <a:pt x="87084" y="39712"/>
                </a:lnTo>
                <a:lnTo>
                  <a:pt x="86583" y="39764"/>
                </a:lnTo>
                <a:close/>
              </a:path>
              <a:path w="288925" h="83185">
                <a:moveTo>
                  <a:pt x="219288" y="45144"/>
                </a:moveTo>
                <a:lnTo>
                  <a:pt x="183133" y="42252"/>
                </a:lnTo>
                <a:lnTo>
                  <a:pt x="150964" y="39712"/>
                </a:lnTo>
                <a:lnTo>
                  <a:pt x="275369" y="39712"/>
                </a:lnTo>
                <a:lnTo>
                  <a:pt x="276428" y="41376"/>
                </a:lnTo>
                <a:lnTo>
                  <a:pt x="276980" y="42379"/>
                </a:lnTo>
                <a:lnTo>
                  <a:pt x="215163" y="42379"/>
                </a:lnTo>
                <a:lnTo>
                  <a:pt x="219288" y="45144"/>
                </a:lnTo>
                <a:close/>
              </a:path>
              <a:path w="288925" h="83185">
                <a:moveTo>
                  <a:pt x="86243" y="39814"/>
                </a:moveTo>
                <a:lnTo>
                  <a:pt x="86093" y="39814"/>
                </a:lnTo>
                <a:lnTo>
                  <a:pt x="86583" y="39764"/>
                </a:lnTo>
                <a:lnTo>
                  <a:pt x="86243" y="39814"/>
                </a:lnTo>
                <a:close/>
              </a:path>
              <a:path w="288925" h="83185">
                <a:moveTo>
                  <a:pt x="76709" y="41222"/>
                </a:moveTo>
                <a:lnTo>
                  <a:pt x="77101" y="41148"/>
                </a:lnTo>
                <a:lnTo>
                  <a:pt x="76709" y="41222"/>
                </a:lnTo>
                <a:close/>
              </a:path>
              <a:path w="288925" h="83185">
                <a:moveTo>
                  <a:pt x="76430" y="41275"/>
                </a:moveTo>
                <a:lnTo>
                  <a:pt x="76709" y="41222"/>
                </a:lnTo>
                <a:lnTo>
                  <a:pt x="76430" y="41275"/>
                </a:lnTo>
                <a:close/>
              </a:path>
              <a:path w="288925" h="83185">
                <a:moveTo>
                  <a:pt x="224256" y="45542"/>
                </a:moveTo>
                <a:lnTo>
                  <a:pt x="219288" y="45144"/>
                </a:lnTo>
                <a:lnTo>
                  <a:pt x="215163" y="42379"/>
                </a:lnTo>
                <a:lnTo>
                  <a:pt x="224256" y="45542"/>
                </a:lnTo>
                <a:close/>
              </a:path>
              <a:path w="288925" h="83185">
                <a:moveTo>
                  <a:pt x="278719" y="45542"/>
                </a:moveTo>
                <a:lnTo>
                  <a:pt x="224256" y="45542"/>
                </a:lnTo>
                <a:lnTo>
                  <a:pt x="215163" y="42379"/>
                </a:lnTo>
                <a:lnTo>
                  <a:pt x="276980" y="42379"/>
                </a:lnTo>
                <a:lnTo>
                  <a:pt x="278719" y="45542"/>
                </a:lnTo>
                <a:close/>
              </a:path>
              <a:path w="288925" h="83185">
                <a:moveTo>
                  <a:pt x="66166" y="43218"/>
                </a:moveTo>
                <a:lnTo>
                  <a:pt x="66509" y="43141"/>
                </a:lnTo>
                <a:lnTo>
                  <a:pt x="66166" y="43218"/>
                </a:lnTo>
                <a:close/>
              </a:path>
              <a:path w="288925" h="83185">
                <a:moveTo>
                  <a:pt x="65940" y="43268"/>
                </a:moveTo>
                <a:lnTo>
                  <a:pt x="66166" y="43218"/>
                </a:lnTo>
                <a:lnTo>
                  <a:pt x="65940" y="43268"/>
                </a:lnTo>
                <a:close/>
              </a:path>
              <a:path w="288925" h="83185">
                <a:moveTo>
                  <a:pt x="243718" y="60954"/>
                </a:moveTo>
                <a:lnTo>
                  <a:pt x="243166" y="60528"/>
                </a:lnTo>
                <a:lnTo>
                  <a:pt x="242417" y="60071"/>
                </a:lnTo>
                <a:lnTo>
                  <a:pt x="237528" y="57023"/>
                </a:lnTo>
                <a:lnTo>
                  <a:pt x="228219" y="51130"/>
                </a:lnTo>
                <a:lnTo>
                  <a:pt x="219288" y="45144"/>
                </a:lnTo>
                <a:lnTo>
                  <a:pt x="224256" y="45542"/>
                </a:lnTo>
                <a:lnTo>
                  <a:pt x="278719" y="45542"/>
                </a:lnTo>
                <a:lnTo>
                  <a:pt x="279425" y="46824"/>
                </a:lnTo>
                <a:lnTo>
                  <a:pt x="285925" y="59817"/>
                </a:lnTo>
                <a:lnTo>
                  <a:pt x="243090" y="59817"/>
                </a:lnTo>
                <a:lnTo>
                  <a:pt x="243223" y="60058"/>
                </a:lnTo>
                <a:lnTo>
                  <a:pt x="243090" y="60058"/>
                </a:lnTo>
                <a:lnTo>
                  <a:pt x="243311" y="60363"/>
                </a:lnTo>
                <a:lnTo>
                  <a:pt x="243179" y="60363"/>
                </a:lnTo>
                <a:lnTo>
                  <a:pt x="243718" y="60954"/>
                </a:lnTo>
                <a:close/>
              </a:path>
              <a:path w="288925" h="83185">
                <a:moveTo>
                  <a:pt x="54381" y="45847"/>
                </a:moveTo>
                <a:lnTo>
                  <a:pt x="54838" y="45732"/>
                </a:lnTo>
                <a:lnTo>
                  <a:pt x="54381" y="45847"/>
                </a:lnTo>
                <a:close/>
              </a:path>
              <a:path w="288925" h="83185">
                <a:moveTo>
                  <a:pt x="41465" y="49060"/>
                </a:moveTo>
                <a:lnTo>
                  <a:pt x="41782" y="48971"/>
                </a:lnTo>
                <a:lnTo>
                  <a:pt x="41465" y="49060"/>
                </a:lnTo>
                <a:close/>
              </a:path>
              <a:path w="288925" h="83185">
                <a:moveTo>
                  <a:pt x="26847" y="52971"/>
                </a:moveTo>
                <a:lnTo>
                  <a:pt x="27050" y="52908"/>
                </a:lnTo>
                <a:lnTo>
                  <a:pt x="26847" y="52971"/>
                </a:lnTo>
                <a:close/>
              </a:path>
              <a:path w="288925" h="83185">
                <a:moveTo>
                  <a:pt x="243768" y="60882"/>
                </a:moveTo>
                <a:lnTo>
                  <a:pt x="243495" y="60550"/>
                </a:lnTo>
                <a:lnTo>
                  <a:pt x="243090" y="59817"/>
                </a:lnTo>
                <a:lnTo>
                  <a:pt x="243768" y="60882"/>
                </a:lnTo>
                <a:close/>
              </a:path>
              <a:path w="288925" h="83185">
                <a:moveTo>
                  <a:pt x="286777" y="61518"/>
                </a:moveTo>
                <a:lnTo>
                  <a:pt x="244449" y="61518"/>
                </a:lnTo>
                <a:lnTo>
                  <a:pt x="243962" y="61109"/>
                </a:lnTo>
                <a:lnTo>
                  <a:pt x="243731" y="60824"/>
                </a:lnTo>
                <a:lnTo>
                  <a:pt x="243090" y="59817"/>
                </a:lnTo>
                <a:lnTo>
                  <a:pt x="285925" y="59817"/>
                </a:lnTo>
                <a:lnTo>
                  <a:pt x="286777" y="61518"/>
                </a:lnTo>
                <a:close/>
              </a:path>
              <a:path w="288925" h="83185">
                <a:moveTo>
                  <a:pt x="243628" y="60790"/>
                </a:moveTo>
                <a:lnTo>
                  <a:pt x="243090" y="60058"/>
                </a:lnTo>
                <a:lnTo>
                  <a:pt x="243495" y="60550"/>
                </a:lnTo>
                <a:lnTo>
                  <a:pt x="243628" y="60790"/>
                </a:lnTo>
                <a:close/>
              </a:path>
              <a:path w="288925" h="83185">
                <a:moveTo>
                  <a:pt x="243495" y="60550"/>
                </a:moveTo>
                <a:lnTo>
                  <a:pt x="243090" y="60058"/>
                </a:lnTo>
                <a:lnTo>
                  <a:pt x="243230" y="60071"/>
                </a:lnTo>
                <a:lnTo>
                  <a:pt x="243495" y="60550"/>
                </a:lnTo>
                <a:close/>
              </a:path>
              <a:path w="288925" h="83185">
                <a:moveTo>
                  <a:pt x="242897" y="60413"/>
                </a:moveTo>
                <a:lnTo>
                  <a:pt x="242355" y="60071"/>
                </a:lnTo>
                <a:lnTo>
                  <a:pt x="242897" y="60413"/>
                </a:lnTo>
                <a:close/>
              </a:path>
              <a:path w="288925" h="83185">
                <a:moveTo>
                  <a:pt x="243701" y="60922"/>
                </a:moveTo>
                <a:lnTo>
                  <a:pt x="243179" y="60363"/>
                </a:lnTo>
                <a:lnTo>
                  <a:pt x="243609" y="60772"/>
                </a:lnTo>
                <a:lnTo>
                  <a:pt x="243701" y="60922"/>
                </a:lnTo>
                <a:close/>
              </a:path>
              <a:path w="288925" h="83185">
                <a:moveTo>
                  <a:pt x="243609" y="60772"/>
                </a:moveTo>
                <a:lnTo>
                  <a:pt x="243179" y="60363"/>
                </a:lnTo>
                <a:lnTo>
                  <a:pt x="243311" y="60363"/>
                </a:lnTo>
                <a:lnTo>
                  <a:pt x="243609" y="60772"/>
                </a:lnTo>
                <a:close/>
              </a:path>
              <a:path w="288925" h="83185">
                <a:moveTo>
                  <a:pt x="243281" y="60655"/>
                </a:moveTo>
                <a:lnTo>
                  <a:pt x="242897" y="60413"/>
                </a:lnTo>
                <a:lnTo>
                  <a:pt x="243281" y="60655"/>
                </a:lnTo>
                <a:close/>
              </a:path>
              <a:path w="288925" h="83185">
                <a:moveTo>
                  <a:pt x="243317" y="60655"/>
                </a:moveTo>
                <a:lnTo>
                  <a:pt x="243093" y="60528"/>
                </a:lnTo>
                <a:lnTo>
                  <a:pt x="243317" y="60655"/>
                </a:lnTo>
                <a:close/>
              </a:path>
              <a:path w="288925" h="83185">
                <a:moveTo>
                  <a:pt x="243758" y="61026"/>
                </a:moveTo>
                <a:lnTo>
                  <a:pt x="243166" y="60528"/>
                </a:lnTo>
                <a:lnTo>
                  <a:pt x="243625" y="60882"/>
                </a:lnTo>
                <a:lnTo>
                  <a:pt x="243758" y="61026"/>
                </a:lnTo>
                <a:close/>
              </a:path>
              <a:path w="288925" h="83185">
                <a:moveTo>
                  <a:pt x="243836" y="60989"/>
                </a:moveTo>
                <a:lnTo>
                  <a:pt x="243618" y="60772"/>
                </a:lnTo>
                <a:lnTo>
                  <a:pt x="243495" y="60550"/>
                </a:lnTo>
                <a:lnTo>
                  <a:pt x="243836" y="60989"/>
                </a:lnTo>
                <a:close/>
              </a:path>
              <a:path w="288925" h="83185">
                <a:moveTo>
                  <a:pt x="243745" y="61017"/>
                </a:moveTo>
                <a:lnTo>
                  <a:pt x="243237" y="60655"/>
                </a:lnTo>
                <a:lnTo>
                  <a:pt x="243745" y="61017"/>
                </a:lnTo>
                <a:close/>
              </a:path>
              <a:path w="288925" h="83185">
                <a:moveTo>
                  <a:pt x="243907" y="61099"/>
                </a:moveTo>
                <a:lnTo>
                  <a:pt x="243740" y="60954"/>
                </a:lnTo>
                <a:lnTo>
                  <a:pt x="243628" y="60790"/>
                </a:lnTo>
                <a:lnTo>
                  <a:pt x="243847" y="61006"/>
                </a:lnTo>
                <a:close/>
              </a:path>
              <a:path w="288925" h="83185">
                <a:moveTo>
                  <a:pt x="244018" y="61185"/>
                </a:moveTo>
                <a:lnTo>
                  <a:pt x="243836" y="60989"/>
                </a:lnTo>
                <a:lnTo>
                  <a:pt x="244018" y="61185"/>
                </a:lnTo>
                <a:close/>
              </a:path>
              <a:path w="288925" h="83185">
                <a:moveTo>
                  <a:pt x="243944" y="61159"/>
                </a:moveTo>
                <a:lnTo>
                  <a:pt x="243769" y="60993"/>
                </a:lnTo>
                <a:lnTo>
                  <a:pt x="243944" y="61159"/>
                </a:lnTo>
                <a:close/>
              </a:path>
              <a:path w="288925" h="83185">
                <a:moveTo>
                  <a:pt x="288308" y="64579"/>
                </a:moveTo>
                <a:lnTo>
                  <a:pt x="245719" y="64579"/>
                </a:lnTo>
                <a:lnTo>
                  <a:pt x="245363" y="63881"/>
                </a:lnTo>
                <a:lnTo>
                  <a:pt x="243759" y="61029"/>
                </a:lnTo>
                <a:lnTo>
                  <a:pt x="244335" y="61772"/>
                </a:lnTo>
                <a:lnTo>
                  <a:pt x="244492" y="61772"/>
                </a:lnTo>
                <a:lnTo>
                  <a:pt x="244730" y="61849"/>
                </a:lnTo>
                <a:lnTo>
                  <a:pt x="286974" y="61912"/>
                </a:lnTo>
                <a:lnTo>
                  <a:pt x="288308" y="64579"/>
                </a:lnTo>
                <a:close/>
              </a:path>
              <a:path w="288925" h="83185">
                <a:moveTo>
                  <a:pt x="244146" y="61284"/>
                </a:moveTo>
                <a:lnTo>
                  <a:pt x="243929" y="61077"/>
                </a:lnTo>
                <a:lnTo>
                  <a:pt x="244146" y="61284"/>
                </a:lnTo>
                <a:close/>
              </a:path>
              <a:path w="288925" h="83185">
                <a:moveTo>
                  <a:pt x="244335" y="61772"/>
                </a:moveTo>
                <a:lnTo>
                  <a:pt x="243852" y="61107"/>
                </a:lnTo>
                <a:lnTo>
                  <a:pt x="244335" y="61772"/>
                </a:lnTo>
                <a:close/>
              </a:path>
              <a:path w="288925" h="83185">
                <a:moveTo>
                  <a:pt x="244185" y="61388"/>
                </a:moveTo>
                <a:lnTo>
                  <a:pt x="243944" y="61159"/>
                </a:lnTo>
                <a:lnTo>
                  <a:pt x="244185" y="61388"/>
                </a:lnTo>
                <a:close/>
              </a:path>
              <a:path w="288925" h="83185">
                <a:moveTo>
                  <a:pt x="244563" y="61849"/>
                </a:moveTo>
                <a:lnTo>
                  <a:pt x="243981" y="61216"/>
                </a:lnTo>
                <a:lnTo>
                  <a:pt x="244185" y="61388"/>
                </a:lnTo>
                <a:lnTo>
                  <a:pt x="244563" y="61849"/>
                </a:lnTo>
                <a:close/>
              </a:path>
              <a:path w="288925" h="83185">
                <a:moveTo>
                  <a:pt x="244492" y="61772"/>
                </a:moveTo>
                <a:lnTo>
                  <a:pt x="244335" y="61772"/>
                </a:lnTo>
                <a:lnTo>
                  <a:pt x="243995" y="61238"/>
                </a:lnTo>
                <a:lnTo>
                  <a:pt x="244492" y="61772"/>
                </a:lnTo>
                <a:close/>
              </a:path>
              <a:path w="288925" h="83185">
                <a:moveTo>
                  <a:pt x="244805" y="61912"/>
                </a:moveTo>
                <a:lnTo>
                  <a:pt x="244185" y="61388"/>
                </a:lnTo>
                <a:lnTo>
                  <a:pt x="244069" y="61247"/>
                </a:lnTo>
                <a:lnTo>
                  <a:pt x="244255" y="61388"/>
                </a:lnTo>
                <a:lnTo>
                  <a:pt x="244805" y="61912"/>
                </a:lnTo>
                <a:close/>
              </a:path>
              <a:path w="288925" h="83185">
                <a:moveTo>
                  <a:pt x="286974" y="61912"/>
                </a:moveTo>
                <a:lnTo>
                  <a:pt x="244805" y="61912"/>
                </a:lnTo>
                <a:lnTo>
                  <a:pt x="244221" y="61356"/>
                </a:lnTo>
                <a:lnTo>
                  <a:pt x="244449" y="61518"/>
                </a:lnTo>
                <a:lnTo>
                  <a:pt x="286777" y="61518"/>
                </a:lnTo>
                <a:lnTo>
                  <a:pt x="286974" y="61912"/>
                </a:lnTo>
                <a:close/>
              </a:path>
              <a:path w="288925" h="83185">
                <a:moveTo>
                  <a:pt x="244730" y="61849"/>
                </a:moveTo>
                <a:lnTo>
                  <a:pt x="244563" y="61849"/>
                </a:lnTo>
                <a:lnTo>
                  <a:pt x="244185" y="61388"/>
                </a:lnTo>
                <a:lnTo>
                  <a:pt x="244730" y="61849"/>
                </a:lnTo>
                <a:close/>
              </a:path>
              <a:path w="288925" h="83185">
                <a:moveTo>
                  <a:pt x="245654" y="64461"/>
                </a:moveTo>
                <a:lnTo>
                  <a:pt x="245334" y="63881"/>
                </a:lnTo>
                <a:lnTo>
                  <a:pt x="245654" y="64461"/>
                </a:lnTo>
                <a:close/>
              </a:path>
              <a:path w="288925" h="83185">
                <a:moveTo>
                  <a:pt x="254787" y="82715"/>
                </a:moveTo>
                <a:lnTo>
                  <a:pt x="245654" y="64461"/>
                </a:lnTo>
                <a:lnTo>
                  <a:pt x="288308" y="64579"/>
                </a:lnTo>
                <a:lnTo>
                  <a:pt x="288848" y="65659"/>
                </a:lnTo>
                <a:lnTo>
                  <a:pt x="254787" y="82715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84</a:t>
            </a:fld>
            <a:endParaRPr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624204"/>
            <a:ext cx="18268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heavy" dirty="0">
                <a:uFill>
                  <a:solidFill>
                    <a:srgbClr val="000000"/>
                  </a:solidFill>
                </a:uFill>
              </a:rPr>
              <a:t>E</a:t>
            </a:r>
            <a:r>
              <a:rPr sz="3600" u="heavy" spc="-50" dirty="0">
                <a:uFill>
                  <a:solidFill>
                    <a:srgbClr val="000000"/>
                  </a:solidFill>
                </a:uFill>
              </a:rPr>
              <a:t>x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e</a:t>
            </a:r>
            <a:r>
              <a:rPr sz="3600" u="heavy" spc="-25" dirty="0">
                <a:uFill>
                  <a:solidFill>
                    <a:srgbClr val="000000"/>
                  </a:solidFill>
                </a:uFill>
              </a:rPr>
              <a:t>r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c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i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s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e: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3940302" y="2554287"/>
            <a:ext cx="771271" cy="6946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47762" y="3321050"/>
            <a:ext cx="771398" cy="6946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83064" y="3763962"/>
            <a:ext cx="771271" cy="69468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418675" y="3853281"/>
            <a:ext cx="30035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000" dirty="0"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930902" y="3925887"/>
            <a:ext cx="771271" cy="69468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166512" y="4015206"/>
            <a:ext cx="30035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000" dirty="0">
                <a:latin typeface="Tahoma"/>
                <a:cs typeface="Tahoma"/>
              </a:rPr>
              <a:t>3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607302" y="3697287"/>
            <a:ext cx="771271" cy="69468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842912" y="3786606"/>
            <a:ext cx="30035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000" dirty="0">
                <a:latin typeface="Tahoma"/>
                <a:cs typeface="Tahoma"/>
              </a:rPr>
              <a:t>4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906739" y="2935503"/>
            <a:ext cx="2040255" cy="650875"/>
          </a:xfrm>
          <a:custGeom>
            <a:avLst/>
            <a:gdLst/>
            <a:ahLst/>
            <a:cxnLst/>
            <a:rect l="l" t="t" r="r" b="b"/>
            <a:pathLst>
              <a:path w="2040254" h="650875">
                <a:moveTo>
                  <a:pt x="2870" y="650443"/>
                </a:moveTo>
                <a:lnTo>
                  <a:pt x="0" y="641350"/>
                </a:lnTo>
                <a:lnTo>
                  <a:pt x="2036762" y="0"/>
                </a:lnTo>
                <a:lnTo>
                  <a:pt x="2039632" y="9093"/>
                </a:lnTo>
                <a:lnTo>
                  <a:pt x="2870" y="6504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741064" y="3242043"/>
            <a:ext cx="436880" cy="594995"/>
          </a:xfrm>
          <a:custGeom>
            <a:avLst/>
            <a:gdLst/>
            <a:ahLst/>
            <a:cxnLst/>
            <a:rect l="l" t="t" r="r" b="b"/>
            <a:pathLst>
              <a:path w="436879" h="594995">
                <a:moveTo>
                  <a:pt x="7696" y="594575"/>
                </a:moveTo>
                <a:lnTo>
                  <a:pt x="0" y="588962"/>
                </a:lnTo>
                <a:lnTo>
                  <a:pt x="428625" y="0"/>
                </a:lnTo>
                <a:lnTo>
                  <a:pt x="436321" y="5613"/>
                </a:lnTo>
                <a:lnTo>
                  <a:pt x="7696" y="594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550994" y="3165462"/>
            <a:ext cx="693420" cy="768985"/>
          </a:xfrm>
          <a:custGeom>
            <a:avLst/>
            <a:gdLst/>
            <a:ahLst/>
            <a:cxnLst/>
            <a:rect l="l" t="t" r="r" b="b"/>
            <a:pathLst>
              <a:path w="693420" h="768985">
                <a:moveTo>
                  <a:pt x="685800" y="768375"/>
                </a:moveTo>
                <a:lnTo>
                  <a:pt x="0" y="6375"/>
                </a:lnTo>
                <a:lnTo>
                  <a:pt x="7086" y="0"/>
                </a:lnTo>
                <a:lnTo>
                  <a:pt x="692886" y="762000"/>
                </a:lnTo>
                <a:lnTo>
                  <a:pt x="685800" y="7683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705057" y="2783268"/>
            <a:ext cx="2137410" cy="923290"/>
          </a:xfrm>
          <a:custGeom>
            <a:avLst/>
            <a:gdLst/>
            <a:ahLst/>
            <a:cxnLst/>
            <a:rect l="l" t="t" r="r" b="b"/>
            <a:pathLst>
              <a:path w="2137409" h="923289">
                <a:moveTo>
                  <a:pt x="2133600" y="923163"/>
                </a:moveTo>
                <a:lnTo>
                  <a:pt x="0" y="8763"/>
                </a:lnTo>
                <a:lnTo>
                  <a:pt x="3759" y="0"/>
                </a:lnTo>
                <a:lnTo>
                  <a:pt x="2137359" y="914400"/>
                </a:lnTo>
                <a:lnTo>
                  <a:pt x="2133600" y="9231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225992" y="3831589"/>
            <a:ext cx="84137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3333CC"/>
                </a:solidFill>
                <a:latin typeface="Tahoma"/>
                <a:cs typeface="Tahoma"/>
              </a:rPr>
              <a:t>T</a:t>
            </a:r>
            <a:r>
              <a:rPr sz="2000" spc="-5" dirty="0">
                <a:solidFill>
                  <a:srgbClr val="3333CC"/>
                </a:solidFill>
                <a:latin typeface="Tahoma"/>
                <a:cs typeface="Tahoma"/>
              </a:rPr>
              <a:t>1</a:t>
            </a:r>
            <a:r>
              <a:rPr sz="2800" spc="-5" dirty="0">
                <a:solidFill>
                  <a:srgbClr val="3333CC"/>
                </a:solidFill>
                <a:latin typeface="Tahoma"/>
                <a:cs typeface="Tahoma"/>
              </a:rPr>
              <a:t>(S)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39149" y="5069306"/>
            <a:ext cx="5092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f</a:t>
            </a:r>
            <a:r>
              <a:rPr sz="2000" spc="-5" dirty="0">
                <a:latin typeface="Tahoma"/>
                <a:cs typeface="Tahoma"/>
              </a:rPr>
              <a:t>2.</a:t>
            </a:r>
            <a:r>
              <a:rPr sz="2000" dirty="0">
                <a:latin typeface="Tahoma"/>
                <a:cs typeface="Tahoma"/>
              </a:rPr>
              <a:t>1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008314" y="4349635"/>
            <a:ext cx="1963483" cy="132662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331362" y="5070893"/>
            <a:ext cx="5092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f</a:t>
            </a:r>
            <a:r>
              <a:rPr sz="2000" spc="-5" dirty="0">
                <a:latin typeface="Tahoma"/>
                <a:cs typeface="Tahoma"/>
              </a:rPr>
              <a:t>2.</a:t>
            </a:r>
            <a:r>
              <a:rPr sz="2000" dirty="0"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507039" y="4603940"/>
            <a:ext cx="771271" cy="110883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637875" y="5107406"/>
            <a:ext cx="5092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f</a:t>
            </a:r>
            <a:r>
              <a:rPr sz="2000" spc="-5" dirty="0">
                <a:latin typeface="Tahoma"/>
                <a:cs typeface="Tahoma"/>
              </a:rPr>
              <a:t>3.</a:t>
            </a:r>
            <a:r>
              <a:rPr sz="2000" dirty="0">
                <a:latin typeface="Tahoma"/>
                <a:cs typeface="Tahoma"/>
              </a:rPr>
              <a:t>1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538317" y="4557826"/>
            <a:ext cx="930617" cy="118035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828500" y="5132806"/>
            <a:ext cx="5092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f</a:t>
            </a:r>
            <a:r>
              <a:rPr sz="2000" spc="-5" dirty="0">
                <a:latin typeface="Tahoma"/>
                <a:cs typeface="Tahoma"/>
              </a:rPr>
              <a:t>3.</a:t>
            </a:r>
            <a:r>
              <a:rPr sz="2000" dirty="0"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8300" marR="177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27990" algn="l"/>
              </a:tabLst>
            </a:pPr>
            <a:r>
              <a:rPr spc="-5" dirty="0"/>
              <a:t>Can T</a:t>
            </a:r>
            <a:r>
              <a:rPr sz="2400" spc="-5" dirty="0"/>
              <a:t>2 </a:t>
            </a:r>
            <a:r>
              <a:rPr spc="-5" dirty="0"/>
              <a:t>access object f</a:t>
            </a:r>
            <a:r>
              <a:rPr sz="2400" spc="-5" dirty="0"/>
              <a:t>3.1 </a:t>
            </a:r>
            <a:r>
              <a:rPr spc="-5" dirty="0"/>
              <a:t>in </a:t>
            </a:r>
            <a:r>
              <a:rPr dirty="0"/>
              <a:t>X </a:t>
            </a:r>
            <a:r>
              <a:rPr spc="-5" dirty="0"/>
              <a:t>mode?  What locks will T</a:t>
            </a:r>
            <a:r>
              <a:rPr sz="2400" spc="-5" dirty="0"/>
              <a:t>2</a:t>
            </a:r>
            <a:r>
              <a:rPr sz="2400" spc="235" dirty="0"/>
              <a:t> </a:t>
            </a:r>
            <a:r>
              <a:rPr spc="-5" dirty="0"/>
              <a:t>get?</a:t>
            </a:r>
            <a:endParaRPr sz="2400"/>
          </a:p>
          <a:p>
            <a:pPr marR="930910" algn="ctr">
              <a:lnSpc>
                <a:spcPts val="3170"/>
              </a:lnSpc>
            </a:pPr>
            <a:r>
              <a:rPr sz="2800" spc="-5" dirty="0">
                <a:solidFill>
                  <a:srgbClr val="3333CC"/>
                </a:solidFill>
              </a:rPr>
              <a:t>T</a:t>
            </a:r>
            <a:r>
              <a:rPr sz="2000" spc="-5" dirty="0">
                <a:solidFill>
                  <a:srgbClr val="3333CC"/>
                </a:solidFill>
              </a:rPr>
              <a:t>1</a:t>
            </a:r>
            <a:r>
              <a:rPr sz="2800" spc="-5" dirty="0">
                <a:solidFill>
                  <a:srgbClr val="3333CC"/>
                </a:solidFill>
              </a:rPr>
              <a:t>(IS)</a:t>
            </a:r>
            <a:r>
              <a:rPr sz="2800" spc="260" dirty="0">
                <a:solidFill>
                  <a:srgbClr val="3333CC"/>
                </a:solidFill>
              </a:rPr>
              <a:t> </a:t>
            </a:r>
            <a:r>
              <a:rPr sz="4800" baseline="-43402" dirty="0"/>
              <a:t>R1</a:t>
            </a:r>
            <a:endParaRPr sz="4800" baseline="-43402"/>
          </a:p>
          <a:p>
            <a:pPr marL="643890">
              <a:lnSpc>
                <a:spcPct val="100000"/>
              </a:lnSpc>
              <a:spcBef>
                <a:spcPts val="4675"/>
              </a:spcBef>
            </a:pPr>
            <a:r>
              <a:rPr spc="-5" dirty="0"/>
              <a:t>t</a:t>
            </a:r>
            <a:r>
              <a:rPr sz="2000" spc="-5" dirty="0"/>
              <a:t>1</a:t>
            </a:r>
            <a:endParaRPr sz="2000"/>
          </a:p>
        </p:txBody>
      </p:sp>
      <p:sp>
        <p:nvSpPr>
          <p:cNvPr id="24" name="object 24"/>
          <p:cNvSpPr/>
          <p:nvPr/>
        </p:nvSpPr>
        <p:spPr>
          <a:xfrm>
            <a:off x="3941902" y="2585986"/>
            <a:ext cx="214185" cy="15721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088919" y="3978706"/>
            <a:ext cx="288925" cy="83185"/>
          </a:xfrm>
          <a:custGeom>
            <a:avLst/>
            <a:gdLst/>
            <a:ahLst/>
            <a:cxnLst/>
            <a:rect l="l" t="t" r="r" b="b"/>
            <a:pathLst>
              <a:path w="288925" h="83185">
                <a:moveTo>
                  <a:pt x="10236" y="57607"/>
                </a:moveTo>
                <a:lnTo>
                  <a:pt x="0" y="20904"/>
                </a:lnTo>
                <a:lnTo>
                  <a:pt x="46100" y="8648"/>
                </a:lnTo>
                <a:lnTo>
                  <a:pt x="92481" y="850"/>
                </a:lnTo>
                <a:lnTo>
                  <a:pt x="115074" y="0"/>
                </a:lnTo>
                <a:lnTo>
                  <a:pt x="115747" y="0"/>
                </a:lnTo>
                <a:lnTo>
                  <a:pt x="153949" y="1739"/>
                </a:lnTo>
                <a:lnTo>
                  <a:pt x="227304" y="7569"/>
                </a:lnTo>
                <a:lnTo>
                  <a:pt x="249005" y="19202"/>
                </a:lnTo>
                <a:lnTo>
                  <a:pt x="263639" y="28448"/>
                </a:lnTo>
                <a:lnTo>
                  <a:pt x="274231" y="38100"/>
                </a:lnTo>
                <a:lnTo>
                  <a:pt x="114998" y="38100"/>
                </a:lnTo>
                <a:lnTo>
                  <a:pt x="115299" y="38105"/>
                </a:lnTo>
                <a:lnTo>
                  <a:pt x="107484" y="38226"/>
                </a:lnTo>
                <a:lnTo>
                  <a:pt x="105829" y="38226"/>
                </a:lnTo>
                <a:lnTo>
                  <a:pt x="105028" y="38265"/>
                </a:lnTo>
                <a:lnTo>
                  <a:pt x="105171" y="38265"/>
                </a:lnTo>
                <a:lnTo>
                  <a:pt x="96625" y="38760"/>
                </a:lnTo>
                <a:lnTo>
                  <a:pt x="96380" y="38760"/>
                </a:lnTo>
                <a:lnTo>
                  <a:pt x="95529" y="38823"/>
                </a:lnTo>
                <a:lnTo>
                  <a:pt x="95760" y="38823"/>
                </a:lnTo>
                <a:lnTo>
                  <a:pt x="87084" y="39712"/>
                </a:lnTo>
                <a:lnTo>
                  <a:pt x="86931" y="39712"/>
                </a:lnTo>
                <a:lnTo>
                  <a:pt x="86093" y="39814"/>
                </a:lnTo>
                <a:lnTo>
                  <a:pt x="86243" y="39814"/>
                </a:lnTo>
                <a:lnTo>
                  <a:pt x="77212" y="41148"/>
                </a:lnTo>
                <a:lnTo>
                  <a:pt x="76352" y="41275"/>
                </a:lnTo>
                <a:lnTo>
                  <a:pt x="65900" y="43268"/>
                </a:lnTo>
                <a:lnTo>
                  <a:pt x="54893" y="45732"/>
                </a:lnTo>
                <a:lnTo>
                  <a:pt x="41822" y="48971"/>
                </a:lnTo>
                <a:lnTo>
                  <a:pt x="27084" y="52908"/>
                </a:lnTo>
                <a:lnTo>
                  <a:pt x="10236" y="57607"/>
                </a:lnTo>
                <a:close/>
              </a:path>
              <a:path w="288925" h="83185">
                <a:moveTo>
                  <a:pt x="115299" y="38105"/>
                </a:moveTo>
                <a:lnTo>
                  <a:pt x="114998" y="38100"/>
                </a:lnTo>
                <a:lnTo>
                  <a:pt x="115671" y="38100"/>
                </a:lnTo>
                <a:lnTo>
                  <a:pt x="115299" y="38105"/>
                </a:lnTo>
                <a:close/>
              </a:path>
              <a:path w="288925" h="83185">
                <a:moveTo>
                  <a:pt x="125867" y="38307"/>
                </a:moveTo>
                <a:lnTo>
                  <a:pt x="115299" y="38105"/>
                </a:lnTo>
                <a:lnTo>
                  <a:pt x="115671" y="38100"/>
                </a:lnTo>
                <a:lnTo>
                  <a:pt x="274231" y="38100"/>
                </a:lnTo>
                <a:lnTo>
                  <a:pt x="274378" y="38303"/>
                </a:lnTo>
                <a:lnTo>
                  <a:pt x="125768" y="38303"/>
                </a:lnTo>
                <a:close/>
              </a:path>
              <a:path w="288925" h="83185">
                <a:moveTo>
                  <a:pt x="105223" y="38262"/>
                </a:moveTo>
                <a:lnTo>
                  <a:pt x="105829" y="38226"/>
                </a:lnTo>
                <a:lnTo>
                  <a:pt x="107484" y="38226"/>
                </a:lnTo>
                <a:lnTo>
                  <a:pt x="105223" y="38262"/>
                </a:lnTo>
                <a:close/>
              </a:path>
              <a:path w="288925" h="83185">
                <a:moveTo>
                  <a:pt x="105171" y="38265"/>
                </a:moveTo>
                <a:lnTo>
                  <a:pt x="105028" y="38265"/>
                </a:lnTo>
                <a:lnTo>
                  <a:pt x="105223" y="38262"/>
                </a:lnTo>
                <a:close/>
              </a:path>
              <a:path w="288925" h="83185">
                <a:moveTo>
                  <a:pt x="138023" y="38874"/>
                </a:moveTo>
                <a:lnTo>
                  <a:pt x="125867" y="38307"/>
                </a:lnTo>
                <a:lnTo>
                  <a:pt x="126288" y="38315"/>
                </a:lnTo>
                <a:lnTo>
                  <a:pt x="274387" y="38315"/>
                </a:lnTo>
                <a:lnTo>
                  <a:pt x="274771" y="38849"/>
                </a:lnTo>
                <a:lnTo>
                  <a:pt x="137680" y="38849"/>
                </a:lnTo>
                <a:lnTo>
                  <a:pt x="138023" y="38874"/>
                </a:lnTo>
                <a:close/>
              </a:path>
              <a:path w="288925" h="83185">
                <a:moveTo>
                  <a:pt x="96061" y="38793"/>
                </a:moveTo>
                <a:lnTo>
                  <a:pt x="96380" y="38760"/>
                </a:lnTo>
                <a:lnTo>
                  <a:pt x="96625" y="38760"/>
                </a:lnTo>
                <a:lnTo>
                  <a:pt x="96061" y="38793"/>
                </a:lnTo>
                <a:close/>
              </a:path>
              <a:path w="288925" h="83185">
                <a:moveTo>
                  <a:pt x="95760" y="38823"/>
                </a:moveTo>
                <a:lnTo>
                  <a:pt x="95529" y="38823"/>
                </a:lnTo>
                <a:lnTo>
                  <a:pt x="96061" y="38793"/>
                </a:lnTo>
                <a:lnTo>
                  <a:pt x="95760" y="38823"/>
                </a:lnTo>
                <a:close/>
              </a:path>
              <a:path w="288925" h="83185">
                <a:moveTo>
                  <a:pt x="151218" y="39738"/>
                </a:moveTo>
                <a:lnTo>
                  <a:pt x="137680" y="38849"/>
                </a:lnTo>
                <a:lnTo>
                  <a:pt x="274771" y="38849"/>
                </a:lnTo>
                <a:lnTo>
                  <a:pt x="275183" y="39420"/>
                </a:lnTo>
                <a:lnTo>
                  <a:pt x="275369" y="39712"/>
                </a:lnTo>
                <a:lnTo>
                  <a:pt x="150964" y="39712"/>
                </a:lnTo>
                <a:lnTo>
                  <a:pt x="151218" y="39738"/>
                </a:lnTo>
                <a:close/>
              </a:path>
              <a:path w="288925" h="83185">
                <a:moveTo>
                  <a:pt x="86583" y="39764"/>
                </a:moveTo>
                <a:lnTo>
                  <a:pt x="86931" y="39712"/>
                </a:lnTo>
                <a:lnTo>
                  <a:pt x="87084" y="39712"/>
                </a:lnTo>
                <a:lnTo>
                  <a:pt x="86583" y="39764"/>
                </a:lnTo>
                <a:close/>
              </a:path>
              <a:path w="288925" h="83185">
                <a:moveTo>
                  <a:pt x="219288" y="45144"/>
                </a:moveTo>
                <a:lnTo>
                  <a:pt x="183133" y="42252"/>
                </a:lnTo>
                <a:lnTo>
                  <a:pt x="150964" y="39712"/>
                </a:lnTo>
                <a:lnTo>
                  <a:pt x="275369" y="39712"/>
                </a:lnTo>
                <a:lnTo>
                  <a:pt x="276428" y="41376"/>
                </a:lnTo>
                <a:lnTo>
                  <a:pt x="276980" y="42379"/>
                </a:lnTo>
                <a:lnTo>
                  <a:pt x="215163" y="42379"/>
                </a:lnTo>
                <a:lnTo>
                  <a:pt x="219288" y="45144"/>
                </a:lnTo>
                <a:close/>
              </a:path>
              <a:path w="288925" h="83185">
                <a:moveTo>
                  <a:pt x="86243" y="39814"/>
                </a:moveTo>
                <a:lnTo>
                  <a:pt x="86093" y="39814"/>
                </a:lnTo>
                <a:lnTo>
                  <a:pt x="86583" y="39764"/>
                </a:lnTo>
                <a:lnTo>
                  <a:pt x="86243" y="39814"/>
                </a:lnTo>
                <a:close/>
              </a:path>
              <a:path w="288925" h="83185">
                <a:moveTo>
                  <a:pt x="76709" y="41222"/>
                </a:moveTo>
                <a:lnTo>
                  <a:pt x="77101" y="41148"/>
                </a:lnTo>
                <a:lnTo>
                  <a:pt x="76709" y="41222"/>
                </a:lnTo>
                <a:close/>
              </a:path>
              <a:path w="288925" h="83185">
                <a:moveTo>
                  <a:pt x="76430" y="41275"/>
                </a:moveTo>
                <a:lnTo>
                  <a:pt x="76709" y="41222"/>
                </a:lnTo>
                <a:lnTo>
                  <a:pt x="76430" y="41275"/>
                </a:lnTo>
                <a:close/>
              </a:path>
              <a:path w="288925" h="83185">
                <a:moveTo>
                  <a:pt x="224256" y="45542"/>
                </a:moveTo>
                <a:lnTo>
                  <a:pt x="219288" y="45144"/>
                </a:lnTo>
                <a:lnTo>
                  <a:pt x="215163" y="42379"/>
                </a:lnTo>
                <a:lnTo>
                  <a:pt x="224256" y="45542"/>
                </a:lnTo>
                <a:close/>
              </a:path>
              <a:path w="288925" h="83185">
                <a:moveTo>
                  <a:pt x="278719" y="45542"/>
                </a:moveTo>
                <a:lnTo>
                  <a:pt x="224256" y="45542"/>
                </a:lnTo>
                <a:lnTo>
                  <a:pt x="215163" y="42379"/>
                </a:lnTo>
                <a:lnTo>
                  <a:pt x="276980" y="42379"/>
                </a:lnTo>
                <a:lnTo>
                  <a:pt x="278719" y="45542"/>
                </a:lnTo>
                <a:close/>
              </a:path>
              <a:path w="288925" h="83185">
                <a:moveTo>
                  <a:pt x="66166" y="43218"/>
                </a:moveTo>
                <a:lnTo>
                  <a:pt x="66509" y="43141"/>
                </a:lnTo>
                <a:lnTo>
                  <a:pt x="66166" y="43218"/>
                </a:lnTo>
                <a:close/>
              </a:path>
              <a:path w="288925" h="83185">
                <a:moveTo>
                  <a:pt x="65940" y="43268"/>
                </a:moveTo>
                <a:lnTo>
                  <a:pt x="66166" y="43218"/>
                </a:lnTo>
                <a:lnTo>
                  <a:pt x="65940" y="43268"/>
                </a:lnTo>
                <a:close/>
              </a:path>
              <a:path w="288925" h="83185">
                <a:moveTo>
                  <a:pt x="243718" y="60954"/>
                </a:moveTo>
                <a:lnTo>
                  <a:pt x="243166" y="60528"/>
                </a:lnTo>
                <a:lnTo>
                  <a:pt x="242417" y="60071"/>
                </a:lnTo>
                <a:lnTo>
                  <a:pt x="237528" y="57023"/>
                </a:lnTo>
                <a:lnTo>
                  <a:pt x="228219" y="51130"/>
                </a:lnTo>
                <a:lnTo>
                  <a:pt x="219288" y="45144"/>
                </a:lnTo>
                <a:lnTo>
                  <a:pt x="224256" y="45542"/>
                </a:lnTo>
                <a:lnTo>
                  <a:pt x="278719" y="45542"/>
                </a:lnTo>
                <a:lnTo>
                  <a:pt x="279425" y="46824"/>
                </a:lnTo>
                <a:lnTo>
                  <a:pt x="285925" y="59817"/>
                </a:lnTo>
                <a:lnTo>
                  <a:pt x="243090" y="59817"/>
                </a:lnTo>
                <a:lnTo>
                  <a:pt x="243223" y="60058"/>
                </a:lnTo>
                <a:lnTo>
                  <a:pt x="243090" y="60058"/>
                </a:lnTo>
                <a:lnTo>
                  <a:pt x="243311" y="60363"/>
                </a:lnTo>
                <a:lnTo>
                  <a:pt x="243179" y="60363"/>
                </a:lnTo>
                <a:lnTo>
                  <a:pt x="243718" y="60954"/>
                </a:lnTo>
                <a:close/>
              </a:path>
              <a:path w="288925" h="83185">
                <a:moveTo>
                  <a:pt x="54381" y="45847"/>
                </a:moveTo>
                <a:lnTo>
                  <a:pt x="54838" y="45732"/>
                </a:lnTo>
                <a:lnTo>
                  <a:pt x="54381" y="45847"/>
                </a:lnTo>
                <a:close/>
              </a:path>
              <a:path w="288925" h="83185">
                <a:moveTo>
                  <a:pt x="41465" y="49060"/>
                </a:moveTo>
                <a:lnTo>
                  <a:pt x="41782" y="48971"/>
                </a:lnTo>
                <a:lnTo>
                  <a:pt x="41465" y="49060"/>
                </a:lnTo>
                <a:close/>
              </a:path>
              <a:path w="288925" h="83185">
                <a:moveTo>
                  <a:pt x="26847" y="52971"/>
                </a:moveTo>
                <a:lnTo>
                  <a:pt x="27050" y="52908"/>
                </a:lnTo>
                <a:lnTo>
                  <a:pt x="26847" y="52971"/>
                </a:lnTo>
                <a:close/>
              </a:path>
              <a:path w="288925" h="83185">
                <a:moveTo>
                  <a:pt x="243768" y="60882"/>
                </a:moveTo>
                <a:lnTo>
                  <a:pt x="243495" y="60550"/>
                </a:lnTo>
                <a:lnTo>
                  <a:pt x="243090" y="59817"/>
                </a:lnTo>
                <a:lnTo>
                  <a:pt x="243768" y="60882"/>
                </a:lnTo>
                <a:close/>
              </a:path>
              <a:path w="288925" h="83185">
                <a:moveTo>
                  <a:pt x="286777" y="61518"/>
                </a:moveTo>
                <a:lnTo>
                  <a:pt x="244449" y="61518"/>
                </a:lnTo>
                <a:lnTo>
                  <a:pt x="243962" y="61109"/>
                </a:lnTo>
                <a:lnTo>
                  <a:pt x="243731" y="60824"/>
                </a:lnTo>
                <a:lnTo>
                  <a:pt x="243090" y="59817"/>
                </a:lnTo>
                <a:lnTo>
                  <a:pt x="285925" y="59817"/>
                </a:lnTo>
                <a:lnTo>
                  <a:pt x="286777" y="61518"/>
                </a:lnTo>
                <a:close/>
              </a:path>
              <a:path w="288925" h="83185">
                <a:moveTo>
                  <a:pt x="243628" y="60790"/>
                </a:moveTo>
                <a:lnTo>
                  <a:pt x="243090" y="60058"/>
                </a:lnTo>
                <a:lnTo>
                  <a:pt x="243495" y="60550"/>
                </a:lnTo>
                <a:lnTo>
                  <a:pt x="243628" y="60790"/>
                </a:lnTo>
                <a:close/>
              </a:path>
              <a:path w="288925" h="83185">
                <a:moveTo>
                  <a:pt x="243495" y="60550"/>
                </a:moveTo>
                <a:lnTo>
                  <a:pt x="243090" y="60058"/>
                </a:lnTo>
                <a:lnTo>
                  <a:pt x="243230" y="60071"/>
                </a:lnTo>
                <a:lnTo>
                  <a:pt x="243495" y="60550"/>
                </a:lnTo>
                <a:close/>
              </a:path>
              <a:path w="288925" h="83185">
                <a:moveTo>
                  <a:pt x="242897" y="60413"/>
                </a:moveTo>
                <a:lnTo>
                  <a:pt x="242355" y="60071"/>
                </a:lnTo>
                <a:lnTo>
                  <a:pt x="242897" y="60413"/>
                </a:lnTo>
                <a:close/>
              </a:path>
              <a:path w="288925" h="83185">
                <a:moveTo>
                  <a:pt x="243701" y="60922"/>
                </a:moveTo>
                <a:lnTo>
                  <a:pt x="243179" y="60363"/>
                </a:lnTo>
                <a:lnTo>
                  <a:pt x="243609" y="60772"/>
                </a:lnTo>
                <a:lnTo>
                  <a:pt x="243701" y="60922"/>
                </a:lnTo>
                <a:close/>
              </a:path>
              <a:path w="288925" h="83185">
                <a:moveTo>
                  <a:pt x="243609" y="60772"/>
                </a:moveTo>
                <a:lnTo>
                  <a:pt x="243179" y="60363"/>
                </a:lnTo>
                <a:lnTo>
                  <a:pt x="243311" y="60363"/>
                </a:lnTo>
                <a:lnTo>
                  <a:pt x="243609" y="60772"/>
                </a:lnTo>
                <a:close/>
              </a:path>
              <a:path w="288925" h="83185">
                <a:moveTo>
                  <a:pt x="243281" y="60655"/>
                </a:moveTo>
                <a:lnTo>
                  <a:pt x="242897" y="60413"/>
                </a:lnTo>
                <a:lnTo>
                  <a:pt x="243281" y="60655"/>
                </a:lnTo>
                <a:close/>
              </a:path>
              <a:path w="288925" h="83185">
                <a:moveTo>
                  <a:pt x="243317" y="60655"/>
                </a:moveTo>
                <a:lnTo>
                  <a:pt x="243093" y="60528"/>
                </a:lnTo>
                <a:lnTo>
                  <a:pt x="243317" y="60655"/>
                </a:lnTo>
                <a:close/>
              </a:path>
              <a:path w="288925" h="83185">
                <a:moveTo>
                  <a:pt x="243758" y="61026"/>
                </a:moveTo>
                <a:lnTo>
                  <a:pt x="243166" y="60528"/>
                </a:lnTo>
                <a:lnTo>
                  <a:pt x="243625" y="60882"/>
                </a:lnTo>
                <a:lnTo>
                  <a:pt x="243758" y="61026"/>
                </a:lnTo>
                <a:close/>
              </a:path>
              <a:path w="288925" h="83185">
                <a:moveTo>
                  <a:pt x="243836" y="60989"/>
                </a:moveTo>
                <a:lnTo>
                  <a:pt x="243618" y="60772"/>
                </a:lnTo>
                <a:lnTo>
                  <a:pt x="243495" y="60550"/>
                </a:lnTo>
                <a:lnTo>
                  <a:pt x="243836" y="60989"/>
                </a:lnTo>
                <a:close/>
              </a:path>
              <a:path w="288925" h="83185">
                <a:moveTo>
                  <a:pt x="243745" y="61017"/>
                </a:moveTo>
                <a:lnTo>
                  <a:pt x="243237" y="60655"/>
                </a:lnTo>
                <a:lnTo>
                  <a:pt x="243745" y="61017"/>
                </a:lnTo>
                <a:close/>
              </a:path>
              <a:path w="288925" h="83185">
                <a:moveTo>
                  <a:pt x="243907" y="61099"/>
                </a:moveTo>
                <a:lnTo>
                  <a:pt x="243740" y="60954"/>
                </a:lnTo>
                <a:lnTo>
                  <a:pt x="243628" y="60790"/>
                </a:lnTo>
                <a:lnTo>
                  <a:pt x="243847" y="61006"/>
                </a:lnTo>
                <a:close/>
              </a:path>
              <a:path w="288925" h="83185">
                <a:moveTo>
                  <a:pt x="244018" y="61185"/>
                </a:moveTo>
                <a:lnTo>
                  <a:pt x="243836" y="60989"/>
                </a:lnTo>
                <a:lnTo>
                  <a:pt x="244018" y="61185"/>
                </a:lnTo>
                <a:close/>
              </a:path>
              <a:path w="288925" h="83185">
                <a:moveTo>
                  <a:pt x="243944" y="61159"/>
                </a:moveTo>
                <a:lnTo>
                  <a:pt x="243769" y="60993"/>
                </a:lnTo>
                <a:lnTo>
                  <a:pt x="243944" y="61159"/>
                </a:lnTo>
                <a:close/>
              </a:path>
              <a:path w="288925" h="83185">
                <a:moveTo>
                  <a:pt x="288308" y="64579"/>
                </a:moveTo>
                <a:lnTo>
                  <a:pt x="245719" y="64579"/>
                </a:lnTo>
                <a:lnTo>
                  <a:pt x="245363" y="63881"/>
                </a:lnTo>
                <a:lnTo>
                  <a:pt x="243759" y="61029"/>
                </a:lnTo>
                <a:lnTo>
                  <a:pt x="244335" y="61772"/>
                </a:lnTo>
                <a:lnTo>
                  <a:pt x="244492" y="61772"/>
                </a:lnTo>
                <a:lnTo>
                  <a:pt x="244730" y="61849"/>
                </a:lnTo>
                <a:lnTo>
                  <a:pt x="286974" y="61912"/>
                </a:lnTo>
                <a:lnTo>
                  <a:pt x="288308" y="64579"/>
                </a:lnTo>
                <a:close/>
              </a:path>
              <a:path w="288925" h="83185">
                <a:moveTo>
                  <a:pt x="244146" y="61284"/>
                </a:moveTo>
                <a:lnTo>
                  <a:pt x="243929" y="61077"/>
                </a:lnTo>
                <a:lnTo>
                  <a:pt x="244146" y="61284"/>
                </a:lnTo>
                <a:close/>
              </a:path>
              <a:path w="288925" h="83185">
                <a:moveTo>
                  <a:pt x="244335" y="61772"/>
                </a:moveTo>
                <a:lnTo>
                  <a:pt x="243852" y="61107"/>
                </a:lnTo>
                <a:lnTo>
                  <a:pt x="244335" y="61772"/>
                </a:lnTo>
                <a:close/>
              </a:path>
              <a:path w="288925" h="83185">
                <a:moveTo>
                  <a:pt x="244185" y="61388"/>
                </a:moveTo>
                <a:lnTo>
                  <a:pt x="243944" y="61159"/>
                </a:lnTo>
                <a:lnTo>
                  <a:pt x="244185" y="61388"/>
                </a:lnTo>
                <a:close/>
              </a:path>
              <a:path w="288925" h="83185">
                <a:moveTo>
                  <a:pt x="244563" y="61849"/>
                </a:moveTo>
                <a:lnTo>
                  <a:pt x="243981" y="61216"/>
                </a:lnTo>
                <a:lnTo>
                  <a:pt x="244185" y="61388"/>
                </a:lnTo>
                <a:lnTo>
                  <a:pt x="244563" y="61849"/>
                </a:lnTo>
                <a:close/>
              </a:path>
              <a:path w="288925" h="83185">
                <a:moveTo>
                  <a:pt x="244492" y="61772"/>
                </a:moveTo>
                <a:lnTo>
                  <a:pt x="244335" y="61772"/>
                </a:lnTo>
                <a:lnTo>
                  <a:pt x="243995" y="61238"/>
                </a:lnTo>
                <a:lnTo>
                  <a:pt x="244492" y="61772"/>
                </a:lnTo>
                <a:close/>
              </a:path>
              <a:path w="288925" h="83185">
                <a:moveTo>
                  <a:pt x="244805" y="61912"/>
                </a:moveTo>
                <a:lnTo>
                  <a:pt x="244185" y="61388"/>
                </a:lnTo>
                <a:lnTo>
                  <a:pt x="244069" y="61247"/>
                </a:lnTo>
                <a:lnTo>
                  <a:pt x="244255" y="61388"/>
                </a:lnTo>
                <a:lnTo>
                  <a:pt x="244805" y="61912"/>
                </a:lnTo>
                <a:close/>
              </a:path>
              <a:path w="288925" h="83185">
                <a:moveTo>
                  <a:pt x="286974" y="61912"/>
                </a:moveTo>
                <a:lnTo>
                  <a:pt x="244805" y="61912"/>
                </a:lnTo>
                <a:lnTo>
                  <a:pt x="244221" y="61356"/>
                </a:lnTo>
                <a:lnTo>
                  <a:pt x="244449" y="61518"/>
                </a:lnTo>
                <a:lnTo>
                  <a:pt x="286777" y="61518"/>
                </a:lnTo>
                <a:lnTo>
                  <a:pt x="286974" y="61912"/>
                </a:lnTo>
                <a:close/>
              </a:path>
              <a:path w="288925" h="83185">
                <a:moveTo>
                  <a:pt x="244730" y="61849"/>
                </a:moveTo>
                <a:lnTo>
                  <a:pt x="244563" y="61849"/>
                </a:lnTo>
                <a:lnTo>
                  <a:pt x="244185" y="61388"/>
                </a:lnTo>
                <a:lnTo>
                  <a:pt x="244730" y="61849"/>
                </a:lnTo>
                <a:close/>
              </a:path>
              <a:path w="288925" h="83185">
                <a:moveTo>
                  <a:pt x="245654" y="64461"/>
                </a:moveTo>
                <a:lnTo>
                  <a:pt x="245334" y="63881"/>
                </a:lnTo>
                <a:lnTo>
                  <a:pt x="245654" y="64461"/>
                </a:lnTo>
                <a:close/>
              </a:path>
              <a:path w="288925" h="83185">
                <a:moveTo>
                  <a:pt x="254787" y="82715"/>
                </a:moveTo>
                <a:lnTo>
                  <a:pt x="245654" y="64461"/>
                </a:lnTo>
                <a:lnTo>
                  <a:pt x="288308" y="64579"/>
                </a:lnTo>
                <a:lnTo>
                  <a:pt x="288848" y="65659"/>
                </a:lnTo>
                <a:lnTo>
                  <a:pt x="254787" y="82715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85</a:t>
            </a:fld>
            <a:endParaRPr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615950"/>
            <a:ext cx="18268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heavy" dirty="0">
                <a:uFill>
                  <a:solidFill>
                    <a:srgbClr val="000000"/>
                  </a:solidFill>
                </a:uFill>
              </a:rPr>
              <a:t>E</a:t>
            </a:r>
            <a:r>
              <a:rPr sz="3600" u="heavy" spc="-50" dirty="0">
                <a:uFill>
                  <a:solidFill>
                    <a:srgbClr val="000000"/>
                  </a:solidFill>
                </a:uFill>
              </a:rPr>
              <a:t>x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e</a:t>
            </a:r>
            <a:r>
              <a:rPr sz="3600" u="heavy" spc="-25" dirty="0">
                <a:uFill>
                  <a:solidFill>
                    <a:srgbClr val="000000"/>
                  </a:solidFill>
                </a:uFill>
              </a:rPr>
              <a:t>r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c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i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s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e: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3940302" y="2554287"/>
            <a:ext cx="771271" cy="6946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47762" y="3321050"/>
            <a:ext cx="771398" cy="6946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83064" y="3763962"/>
            <a:ext cx="771271" cy="69468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418675" y="3853281"/>
            <a:ext cx="30035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000" dirty="0"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930902" y="3925887"/>
            <a:ext cx="771271" cy="69468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166512" y="4015206"/>
            <a:ext cx="30035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000" dirty="0">
                <a:latin typeface="Tahoma"/>
                <a:cs typeface="Tahoma"/>
              </a:rPr>
              <a:t>3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607302" y="3697287"/>
            <a:ext cx="771271" cy="69468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842912" y="3786606"/>
            <a:ext cx="30035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000" dirty="0">
                <a:latin typeface="Tahoma"/>
                <a:cs typeface="Tahoma"/>
              </a:rPr>
              <a:t>4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906739" y="2935503"/>
            <a:ext cx="2040255" cy="650875"/>
          </a:xfrm>
          <a:custGeom>
            <a:avLst/>
            <a:gdLst/>
            <a:ahLst/>
            <a:cxnLst/>
            <a:rect l="l" t="t" r="r" b="b"/>
            <a:pathLst>
              <a:path w="2040254" h="650875">
                <a:moveTo>
                  <a:pt x="2870" y="650443"/>
                </a:moveTo>
                <a:lnTo>
                  <a:pt x="0" y="641350"/>
                </a:lnTo>
                <a:lnTo>
                  <a:pt x="2036762" y="0"/>
                </a:lnTo>
                <a:lnTo>
                  <a:pt x="2039632" y="9093"/>
                </a:lnTo>
                <a:lnTo>
                  <a:pt x="2870" y="6504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741064" y="3242043"/>
            <a:ext cx="436880" cy="594995"/>
          </a:xfrm>
          <a:custGeom>
            <a:avLst/>
            <a:gdLst/>
            <a:ahLst/>
            <a:cxnLst/>
            <a:rect l="l" t="t" r="r" b="b"/>
            <a:pathLst>
              <a:path w="436879" h="594995">
                <a:moveTo>
                  <a:pt x="7696" y="594575"/>
                </a:moveTo>
                <a:lnTo>
                  <a:pt x="0" y="588962"/>
                </a:lnTo>
                <a:lnTo>
                  <a:pt x="428625" y="0"/>
                </a:lnTo>
                <a:lnTo>
                  <a:pt x="436321" y="5613"/>
                </a:lnTo>
                <a:lnTo>
                  <a:pt x="7696" y="594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550994" y="3165462"/>
            <a:ext cx="693420" cy="768985"/>
          </a:xfrm>
          <a:custGeom>
            <a:avLst/>
            <a:gdLst/>
            <a:ahLst/>
            <a:cxnLst/>
            <a:rect l="l" t="t" r="r" b="b"/>
            <a:pathLst>
              <a:path w="693420" h="768985">
                <a:moveTo>
                  <a:pt x="685800" y="768375"/>
                </a:moveTo>
                <a:lnTo>
                  <a:pt x="0" y="6375"/>
                </a:lnTo>
                <a:lnTo>
                  <a:pt x="7086" y="0"/>
                </a:lnTo>
                <a:lnTo>
                  <a:pt x="692886" y="762000"/>
                </a:lnTo>
                <a:lnTo>
                  <a:pt x="685800" y="7683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705057" y="2783268"/>
            <a:ext cx="2137410" cy="923290"/>
          </a:xfrm>
          <a:custGeom>
            <a:avLst/>
            <a:gdLst/>
            <a:ahLst/>
            <a:cxnLst/>
            <a:rect l="l" t="t" r="r" b="b"/>
            <a:pathLst>
              <a:path w="2137409" h="923289">
                <a:moveTo>
                  <a:pt x="2133600" y="923163"/>
                </a:moveTo>
                <a:lnTo>
                  <a:pt x="0" y="8763"/>
                </a:lnTo>
                <a:lnTo>
                  <a:pt x="3759" y="0"/>
                </a:lnTo>
                <a:lnTo>
                  <a:pt x="2137359" y="914400"/>
                </a:lnTo>
                <a:lnTo>
                  <a:pt x="2133600" y="9231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156777" y="3831589"/>
            <a:ext cx="982344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3333CC"/>
                </a:solidFill>
                <a:latin typeface="Tahoma"/>
                <a:cs typeface="Tahoma"/>
              </a:rPr>
              <a:t>T</a:t>
            </a:r>
            <a:r>
              <a:rPr sz="2000" spc="-5" dirty="0">
                <a:solidFill>
                  <a:srgbClr val="3333CC"/>
                </a:solidFill>
                <a:latin typeface="Tahoma"/>
                <a:cs typeface="Tahoma"/>
              </a:rPr>
              <a:t>1</a:t>
            </a:r>
            <a:r>
              <a:rPr sz="2800" spc="-5" dirty="0">
                <a:solidFill>
                  <a:srgbClr val="3333CC"/>
                </a:solidFill>
                <a:latin typeface="Tahoma"/>
                <a:cs typeface="Tahoma"/>
              </a:rPr>
              <a:t>(IX)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797469" y="4349635"/>
            <a:ext cx="2174328" cy="132662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331362" y="5070893"/>
            <a:ext cx="5092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f</a:t>
            </a:r>
            <a:r>
              <a:rPr sz="2000" spc="-5" dirty="0">
                <a:latin typeface="Tahoma"/>
                <a:cs typeface="Tahoma"/>
              </a:rPr>
              <a:t>2.</a:t>
            </a:r>
            <a:r>
              <a:rPr sz="2000" dirty="0"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507039" y="4603940"/>
            <a:ext cx="771271" cy="110883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637875" y="5107406"/>
            <a:ext cx="5092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f</a:t>
            </a:r>
            <a:r>
              <a:rPr sz="2000" spc="-5" dirty="0">
                <a:latin typeface="Tahoma"/>
                <a:cs typeface="Tahoma"/>
              </a:rPr>
              <a:t>3.</a:t>
            </a:r>
            <a:r>
              <a:rPr sz="2000" dirty="0">
                <a:latin typeface="Tahoma"/>
                <a:cs typeface="Tahoma"/>
              </a:rPr>
              <a:t>1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538317" y="4557826"/>
            <a:ext cx="930617" cy="118035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828500" y="5132806"/>
            <a:ext cx="5092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f</a:t>
            </a:r>
            <a:r>
              <a:rPr sz="2000" spc="-5" dirty="0">
                <a:latin typeface="Tahoma"/>
                <a:cs typeface="Tahoma"/>
              </a:rPr>
              <a:t>3.</a:t>
            </a:r>
            <a:r>
              <a:rPr sz="2000" dirty="0"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51840" y="1428749"/>
            <a:ext cx="6984365" cy="2495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8300" marR="177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27990" algn="l"/>
              </a:tabLst>
            </a:pPr>
            <a:r>
              <a:rPr sz="3200" spc="-5" dirty="0">
                <a:latin typeface="Tahoma"/>
                <a:cs typeface="Tahoma"/>
              </a:rPr>
              <a:t>Can T</a:t>
            </a:r>
            <a:r>
              <a:rPr sz="2400" spc="-5" dirty="0">
                <a:latin typeface="Tahoma"/>
                <a:cs typeface="Tahoma"/>
              </a:rPr>
              <a:t>2 </a:t>
            </a:r>
            <a:r>
              <a:rPr sz="3200" spc="-5" dirty="0">
                <a:latin typeface="Tahoma"/>
                <a:cs typeface="Tahoma"/>
              </a:rPr>
              <a:t>access object f</a:t>
            </a:r>
            <a:r>
              <a:rPr sz="2400" spc="-5" dirty="0">
                <a:latin typeface="Tahoma"/>
                <a:cs typeface="Tahoma"/>
              </a:rPr>
              <a:t>2.2 </a:t>
            </a:r>
            <a:r>
              <a:rPr sz="3200" spc="-5" dirty="0">
                <a:latin typeface="Tahoma"/>
                <a:cs typeface="Tahoma"/>
              </a:rPr>
              <a:t>in </a:t>
            </a:r>
            <a:r>
              <a:rPr sz="3200" dirty="0">
                <a:latin typeface="Tahoma"/>
                <a:cs typeface="Tahoma"/>
              </a:rPr>
              <a:t>S </a:t>
            </a:r>
            <a:r>
              <a:rPr sz="3200" spc="-5" dirty="0">
                <a:latin typeface="Tahoma"/>
                <a:cs typeface="Tahoma"/>
              </a:rPr>
              <a:t>mode?  What locks will T</a:t>
            </a:r>
            <a:r>
              <a:rPr sz="2400" spc="-5" dirty="0">
                <a:latin typeface="Tahoma"/>
                <a:cs typeface="Tahoma"/>
              </a:rPr>
              <a:t>2</a:t>
            </a:r>
            <a:r>
              <a:rPr sz="2400" spc="23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get?</a:t>
            </a:r>
            <a:endParaRPr sz="3200">
              <a:latin typeface="Tahoma"/>
              <a:cs typeface="Tahoma"/>
            </a:endParaRPr>
          </a:p>
          <a:p>
            <a:pPr marR="1115060" algn="ctr">
              <a:lnSpc>
                <a:spcPts val="3245"/>
              </a:lnSpc>
            </a:pPr>
            <a:r>
              <a:rPr sz="2800" spc="-5" dirty="0">
                <a:solidFill>
                  <a:srgbClr val="3333CC"/>
                </a:solidFill>
                <a:latin typeface="Tahoma"/>
                <a:cs typeface="Tahoma"/>
              </a:rPr>
              <a:t>T</a:t>
            </a:r>
            <a:r>
              <a:rPr sz="2000" spc="-5" dirty="0">
                <a:solidFill>
                  <a:srgbClr val="3333CC"/>
                </a:solidFill>
                <a:latin typeface="Tahoma"/>
                <a:cs typeface="Tahoma"/>
              </a:rPr>
              <a:t>1</a:t>
            </a:r>
            <a:r>
              <a:rPr sz="2800" spc="-5" dirty="0">
                <a:solidFill>
                  <a:srgbClr val="3333CC"/>
                </a:solidFill>
                <a:latin typeface="Tahoma"/>
                <a:cs typeface="Tahoma"/>
              </a:rPr>
              <a:t>(SIX)</a:t>
            </a:r>
            <a:r>
              <a:rPr sz="2800" spc="160" dirty="0">
                <a:solidFill>
                  <a:srgbClr val="3333CC"/>
                </a:solidFill>
                <a:latin typeface="Tahoma"/>
                <a:cs typeface="Tahoma"/>
              </a:rPr>
              <a:t> </a:t>
            </a:r>
            <a:r>
              <a:rPr sz="4800" baseline="-43402" dirty="0">
                <a:latin typeface="Tahoma"/>
                <a:cs typeface="Tahoma"/>
              </a:rPr>
              <a:t>R1</a:t>
            </a:r>
            <a:endParaRPr sz="4800" baseline="-43402">
              <a:latin typeface="Tahoma"/>
              <a:cs typeface="Tahoma"/>
            </a:endParaRPr>
          </a:p>
          <a:p>
            <a:pPr marL="643890">
              <a:lnSpc>
                <a:spcPct val="100000"/>
              </a:lnSpc>
              <a:spcBef>
                <a:spcPts val="4675"/>
              </a:spcBef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000" spc="-5" dirty="0">
                <a:latin typeface="Tahoma"/>
                <a:cs typeface="Tahoma"/>
              </a:rPr>
              <a:t>1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54417" y="5109845"/>
            <a:ext cx="161988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1097280" algn="l"/>
              </a:tabLst>
            </a:pPr>
            <a:r>
              <a:rPr sz="2800" spc="-5" dirty="0">
                <a:solidFill>
                  <a:srgbClr val="3333CC"/>
                </a:solidFill>
                <a:latin typeface="Tahoma"/>
                <a:cs typeface="Tahoma"/>
              </a:rPr>
              <a:t>T</a:t>
            </a:r>
            <a:r>
              <a:rPr sz="2000" spc="-5" dirty="0">
                <a:solidFill>
                  <a:srgbClr val="3333CC"/>
                </a:solidFill>
                <a:latin typeface="Tahoma"/>
                <a:cs typeface="Tahoma"/>
              </a:rPr>
              <a:t>1</a:t>
            </a:r>
            <a:r>
              <a:rPr sz="2800" spc="-5" dirty="0">
                <a:solidFill>
                  <a:srgbClr val="3333CC"/>
                </a:solidFill>
                <a:latin typeface="Tahoma"/>
                <a:cs typeface="Tahoma"/>
              </a:rPr>
              <a:t>(X)	</a:t>
            </a:r>
            <a:r>
              <a:rPr sz="4800" spc="-7" baseline="5208" dirty="0">
                <a:latin typeface="Tahoma"/>
                <a:cs typeface="Tahoma"/>
              </a:rPr>
              <a:t>f</a:t>
            </a:r>
            <a:r>
              <a:rPr sz="3000" spc="-7" baseline="8333" dirty="0">
                <a:latin typeface="Tahoma"/>
                <a:cs typeface="Tahoma"/>
              </a:rPr>
              <a:t>2.1</a:t>
            </a:r>
            <a:endParaRPr sz="3000" baseline="8333"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941902" y="2585986"/>
            <a:ext cx="214185" cy="15721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088919" y="3978706"/>
            <a:ext cx="288925" cy="83185"/>
          </a:xfrm>
          <a:custGeom>
            <a:avLst/>
            <a:gdLst/>
            <a:ahLst/>
            <a:cxnLst/>
            <a:rect l="l" t="t" r="r" b="b"/>
            <a:pathLst>
              <a:path w="288925" h="83185">
                <a:moveTo>
                  <a:pt x="10236" y="57607"/>
                </a:moveTo>
                <a:lnTo>
                  <a:pt x="0" y="20904"/>
                </a:lnTo>
                <a:lnTo>
                  <a:pt x="46100" y="8648"/>
                </a:lnTo>
                <a:lnTo>
                  <a:pt x="92481" y="850"/>
                </a:lnTo>
                <a:lnTo>
                  <a:pt x="115074" y="0"/>
                </a:lnTo>
                <a:lnTo>
                  <a:pt x="115747" y="0"/>
                </a:lnTo>
                <a:lnTo>
                  <a:pt x="153949" y="1739"/>
                </a:lnTo>
                <a:lnTo>
                  <a:pt x="227304" y="7569"/>
                </a:lnTo>
                <a:lnTo>
                  <a:pt x="249005" y="19202"/>
                </a:lnTo>
                <a:lnTo>
                  <a:pt x="263639" y="28448"/>
                </a:lnTo>
                <a:lnTo>
                  <a:pt x="274231" y="38100"/>
                </a:lnTo>
                <a:lnTo>
                  <a:pt x="114998" y="38100"/>
                </a:lnTo>
                <a:lnTo>
                  <a:pt x="115299" y="38105"/>
                </a:lnTo>
                <a:lnTo>
                  <a:pt x="107484" y="38226"/>
                </a:lnTo>
                <a:lnTo>
                  <a:pt x="105829" y="38226"/>
                </a:lnTo>
                <a:lnTo>
                  <a:pt x="105028" y="38265"/>
                </a:lnTo>
                <a:lnTo>
                  <a:pt x="105171" y="38265"/>
                </a:lnTo>
                <a:lnTo>
                  <a:pt x="96625" y="38760"/>
                </a:lnTo>
                <a:lnTo>
                  <a:pt x="96380" y="38760"/>
                </a:lnTo>
                <a:lnTo>
                  <a:pt x="95529" y="38823"/>
                </a:lnTo>
                <a:lnTo>
                  <a:pt x="95760" y="38823"/>
                </a:lnTo>
                <a:lnTo>
                  <a:pt x="87084" y="39712"/>
                </a:lnTo>
                <a:lnTo>
                  <a:pt x="86931" y="39712"/>
                </a:lnTo>
                <a:lnTo>
                  <a:pt x="86093" y="39814"/>
                </a:lnTo>
                <a:lnTo>
                  <a:pt x="86243" y="39814"/>
                </a:lnTo>
                <a:lnTo>
                  <a:pt x="77212" y="41148"/>
                </a:lnTo>
                <a:lnTo>
                  <a:pt x="76352" y="41275"/>
                </a:lnTo>
                <a:lnTo>
                  <a:pt x="65900" y="43268"/>
                </a:lnTo>
                <a:lnTo>
                  <a:pt x="54893" y="45732"/>
                </a:lnTo>
                <a:lnTo>
                  <a:pt x="41822" y="48971"/>
                </a:lnTo>
                <a:lnTo>
                  <a:pt x="27084" y="52908"/>
                </a:lnTo>
                <a:lnTo>
                  <a:pt x="10236" y="57607"/>
                </a:lnTo>
                <a:close/>
              </a:path>
              <a:path w="288925" h="83185">
                <a:moveTo>
                  <a:pt x="115299" y="38105"/>
                </a:moveTo>
                <a:lnTo>
                  <a:pt x="114998" y="38100"/>
                </a:lnTo>
                <a:lnTo>
                  <a:pt x="115671" y="38100"/>
                </a:lnTo>
                <a:lnTo>
                  <a:pt x="115299" y="38105"/>
                </a:lnTo>
                <a:close/>
              </a:path>
              <a:path w="288925" h="83185">
                <a:moveTo>
                  <a:pt x="125867" y="38307"/>
                </a:moveTo>
                <a:lnTo>
                  <a:pt x="115299" y="38105"/>
                </a:lnTo>
                <a:lnTo>
                  <a:pt x="115671" y="38100"/>
                </a:lnTo>
                <a:lnTo>
                  <a:pt x="274231" y="38100"/>
                </a:lnTo>
                <a:lnTo>
                  <a:pt x="274378" y="38303"/>
                </a:lnTo>
                <a:lnTo>
                  <a:pt x="125768" y="38303"/>
                </a:lnTo>
                <a:close/>
              </a:path>
              <a:path w="288925" h="83185">
                <a:moveTo>
                  <a:pt x="105223" y="38262"/>
                </a:moveTo>
                <a:lnTo>
                  <a:pt x="105829" y="38226"/>
                </a:lnTo>
                <a:lnTo>
                  <a:pt x="107484" y="38226"/>
                </a:lnTo>
                <a:lnTo>
                  <a:pt x="105223" y="38262"/>
                </a:lnTo>
                <a:close/>
              </a:path>
              <a:path w="288925" h="83185">
                <a:moveTo>
                  <a:pt x="105171" y="38265"/>
                </a:moveTo>
                <a:lnTo>
                  <a:pt x="105028" y="38265"/>
                </a:lnTo>
                <a:lnTo>
                  <a:pt x="105223" y="38262"/>
                </a:lnTo>
                <a:close/>
              </a:path>
              <a:path w="288925" h="83185">
                <a:moveTo>
                  <a:pt x="138023" y="38874"/>
                </a:moveTo>
                <a:lnTo>
                  <a:pt x="125867" y="38307"/>
                </a:lnTo>
                <a:lnTo>
                  <a:pt x="126288" y="38315"/>
                </a:lnTo>
                <a:lnTo>
                  <a:pt x="274387" y="38315"/>
                </a:lnTo>
                <a:lnTo>
                  <a:pt x="274771" y="38849"/>
                </a:lnTo>
                <a:lnTo>
                  <a:pt x="137680" y="38849"/>
                </a:lnTo>
                <a:lnTo>
                  <a:pt x="138023" y="38874"/>
                </a:lnTo>
                <a:close/>
              </a:path>
              <a:path w="288925" h="83185">
                <a:moveTo>
                  <a:pt x="96061" y="38793"/>
                </a:moveTo>
                <a:lnTo>
                  <a:pt x="96380" y="38760"/>
                </a:lnTo>
                <a:lnTo>
                  <a:pt x="96625" y="38760"/>
                </a:lnTo>
                <a:lnTo>
                  <a:pt x="96061" y="38793"/>
                </a:lnTo>
                <a:close/>
              </a:path>
              <a:path w="288925" h="83185">
                <a:moveTo>
                  <a:pt x="95760" y="38823"/>
                </a:moveTo>
                <a:lnTo>
                  <a:pt x="95529" y="38823"/>
                </a:lnTo>
                <a:lnTo>
                  <a:pt x="96061" y="38793"/>
                </a:lnTo>
                <a:lnTo>
                  <a:pt x="95760" y="38823"/>
                </a:lnTo>
                <a:close/>
              </a:path>
              <a:path w="288925" h="83185">
                <a:moveTo>
                  <a:pt x="151218" y="39738"/>
                </a:moveTo>
                <a:lnTo>
                  <a:pt x="137680" y="38849"/>
                </a:lnTo>
                <a:lnTo>
                  <a:pt x="274771" y="38849"/>
                </a:lnTo>
                <a:lnTo>
                  <a:pt x="275183" y="39420"/>
                </a:lnTo>
                <a:lnTo>
                  <a:pt x="275369" y="39712"/>
                </a:lnTo>
                <a:lnTo>
                  <a:pt x="150964" y="39712"/>
                </a:lnTo>
                <a:lnTo>
                  <a:pt x="151218" y="39738"/>
                </a:lnTo>
                <a:close/>
              </a:path>
              <a:path w="288925" h="83185">
                <a:moveTo>
                  <a:pt x="86583" y="39764"/>
                </a:moveTo>
                <a:lnTo>
                  <a:pt x="86931" y="39712"/>
                </a:lnTo>
                <a:lnTo>
                  <a:pt x="87084" y="39712"/>
                </a:lnTo>
                <a:lnTo>
                  <a:pt x="86583" y="39764"/>
                </a:lnTo>
                <a:close/>
              </a:path>
              <a:path w="288925" h="83185">
                <a:moveTo>
                  <a:pt x="219288" y="45144"/>
                </a:moveTo>
                <a:lnTo>
                  <a:pt x="183133" y="42252"/>
                </a:lnTo>
                <a:lnTo>
                  <a:pt x="150964" y="39712"/>
                </a:lnTo>
                <a:lnTo>
                  <a:pt x="275369" y="39712"/>
                </a:lnTo>
                <a:lnTo>
                  <a:pt x="276428" y="41376"/>
                </a:lnTo>
                <a:lnTo>
                  <a:pt x="276980" y="42379"/>
                </a:lnTo>
                <a:lnTo>
                  <a:pt x="215163" y="42379"/>
                </a:lnTo>
                <a:lnTo>
                  <a:pt x="219288" y="45144"/>
                </a:lnTo>
                <a:close/>
              </a:path>
              <a:path w="288925" h="83185">
                <a:moveTo>
                  <a:pt x="86243" y="39814"/>
                </a:moveTo>
                <a:lnTo>
                  <a:pt x="86093" y="39814"/>
                </a:lnTo>
                <a:lnTo>
                  <a:pt x="86583" y="39764"/>
                </a:lnTo>
                <a:lnTo>
                  <a:pt x="86243" y="39814"/>
                </a:lnTo>
                <a:close/>
              </a:path>
              <a:path w="288925" h="83185">
                <a:moveTo>
                  <a:pt x="76709" y="41222"/>
                </a:moveTo>
                <a:lnTo>
                  <a:pt x="77101" y="41148"/>
                </a:lnTo>
                <a:lnTo>
                  <a:pt x="76709" y="41222"/>
                </a:lnTo>
                <a:close/>
              </a:path>
              <a:path w="288925" h="83185">
                <a:moveTo>
                  <a:pt x="76430" y="41275"/>
                </a:moveTo>
                <a:lnTo>
                  <a:pt x="76709" y="41222"/>
                </a:lnTo>
                <a:lnTo>
                  <a:pt x="76430" y="41275"/>
                </a:lnTo>
                <a:close/>
              </a:path>
              <a:path w="288925" h="83185">
                <a:moveTo>
                  <a:pt x="224256" y="45542"/>
                </a:moveTo>
                <a:lnTo>
                  <a:pt x="219288" y="45144"/>
                </a:lnTo>
                <a:lnTo>
                  <a:pt x="215163" y="42379"/>
                </a:lnTo>
                <a:lnTo>
                  <a:pt x="224256" y="45542"/>
                </a:lnTo>
                <a:close/>
              </a:path>
              <a:path w="288925" h="83185">
                <a:moveTo>
                  <a:pt x="278719" y="45542"/>
                </a:moveTo>
                <a:lnTo>
                  <a:pt x="224256" y="45542"/>
                </a:lnTo>
                <a:lnTo>
                  <a:pt x="215163" y="42379"/>
                </a:lnTo>
                <a:lnTo>
                  <a:pt x="276980" y="42379"/>
                </a:lnTo>
                <a:lnTo>
                  <a:pt x="278719" y="45542"/>
                </a:lnTo>
                <a:close/>
              </a:path>
              <a:path w="288925" h="83185">
                <a:moveTo>
                  <a:pt x="66166" y="43218"/>
                </a:moveTo>
                <a:lnTo>
                  <a:pt x="66509" y="43141"/>
                </a:lnTo>
                <a:lnTo>
                  <a:pt x="66166" y="43218"/>
                </a:lnTo>
                <a:close/>
              </a:path>
              <a:path w="288925" h="83185">
                <a:moveTo>
                  <a:pt x="65940" y="43268"/>
                </a:moveTo>
                <a:lnTo>
                  <a:pt x="66166" y="43218"/>
                </a:lnTo>
                <a:lnTo>
                  <a:pt x="65940" y="43268"/>
                </a:lnTo>
                <a:close/>
              </a:path>
              <a:path w="288925" h="83185">
                <a:moveTo>
                  <a:pt x="243718" y="60954"/>
                </a:moveTo>
                <a:lnTo>
                  <a:pt x="243166" y="60528"/>
                </a:lnTo>
                <a:lnTo>
                  <a:pt x="242417" y="60071"/>
                </a:lnTo>
                <a:lnTo>
                  <a:pt x="237528" y="57023"/>
                </a:lnTo>
                <a:lnTo>
                  <a:pt x="228219" y="51130"/>
                </a:lnTo>
                <a:lnTo>
                  <a:pt x="219288" y="45144"/>
                </a:lnTo>
                <a:lnTo>
                  <a:pt x="224256" y="45542"/>
                </a:lnTo>
                <a:lnTo>
                  <a:pt x="278719" y="45542"/>
                </a:lnTo>
                <a:lnTo>
                  <a:pt x="279425" y="46824"/>
                </a:lnTo>
                <a:lnTo>
                  <a:pt x="285925" y="59817"/>
                </a:lnTo>
                <a:lnTo>
                  <a:pt x="243090" y="59817"/>
                </a:lnTo>
                <a:lnTo>
                  <a:pt x="243223" y="60058"/>
                </a:lnTo>
                <a:lnTo>
                  <a:pt x="243090" y="60058"/>
                </a:lnTo>
                <a:lnTo>
                  <a:pt x="243311" y="60363"/>
                </a:lnTo>
                <a:lnTo>
                  <a:pt x="243179" y="60363"/>
                </a:lnTo>
                <a:lnTo>
                  <a:pt x="243718" y="60954"/>
                </a:lnTo>
                <a:close/>
              </a:path>
              <a:path w="288925" h="83185">
                <a:moveTo>
                  <a:pt x="54381" y="45847"/>
                </a:moveTo>
                <a:lnTo>
                  <a:pt x="54838" y="45732"/>
                </a:lnTo>
                <a:lnTo>
                  <a:pt x="54381" y="45847"/>
                </a:lnTo>
                <a:close/>
              </a:path>
              <a:path w="288925" h="83185">
                <a:moveTo>
                  <a:pt x="41465" y="49060"/>
                </a:moveTo>
                <a:lnTo>
                  <a:pt x="41782" y="48971"/>
                </a:lnTo>
                <a:lnTo>
                  <a:pt x="41465" y="49060"/>
                </a:lnTo>
                <a:close/>
              </a:path>
              <a:path w="288925" h="83185">
                <a:moveTo>
                  <a:pt x="26847" y="52971"/>
                </a:moveTo>
                <a:lnTo>
                  <a:pt x="27050" y="52908"/>
                </a:lnTo>
                <a:lnTo>
                  <a:pt x="26847" y="52971"/>
                </a:lnTo>
                <a:close/>
              </a:path>
              <a:path w="288925" h="83185">
                <a:moveTo>
                  <a:pt x="243768" y="60882"/>
                </a:moveTo>
                <a:lnTo>
                  <a:pt x="243495" y="60550"/>
                </a:lnTo>
                <a:lnTo>
                  <a:pt x="243090" y="59817"/>
                </a:lnTo>
                <a:lnTo>
                  <a:pt x="243768" y="60882"/>
                </a:lnTo>
                <a:close/>
              </a:path>
              <a:path w="288925" h="83185">
                <a:moveTo>
                  <a:pt x="286777" y="61518"/>
                </a:moveTo>
                <a:lnTo>
                  <a:pt x="244449" y="61518"/>
                </a:lnTo>
                <a:lnTo>
                  <a:pt x="243962" y="61109"/>
                </a:lnTo>
                <a:lnTo>
                  <a:pt x="243731" y="60824"/>
                </a:lnTo>
                <a:lnTo>
                  <a:pt x="243090" y="59817"/>
                </a:lnTo>
                <a:lnTo>
                  <a:pt x="285925" y="59817"/>
                </a:lnTo>
                <a:lnTo>
                  <a:pt x="286777" y="61518"/>
                </a:lnTo>
                <a:close/>
              </a:path>
              <a:path w="288925" h="83185">
                <a:moveTo>
                  <a:pt x="243628" y="60790"/>
                </a:moveTo>
                <a:lnTo>
                  <a:pt x="243090" y="60058"/>
                </a:lnTo>
                <a:lnTo>
                  <a:pt x="243495" y="60550"/>
                </a:lnTo>
                <a:lnTo>
                  <a:pt x="243628" y="60790"/>
                </a:lnTo>
                <a:close/>
              </a:path>
              <a:path w="288925" h="83185">
                <a:moveTo>
                  <a:pt x="243495" y="60550"/>
                </a:moveTo>
                <a:lnTo>
                  <a:pt x="243090" y="60058"/>
                </a:lnTo>
                <a:lnTo>
                  <a:pt x="243230" y="60071"/>
                </a:lnTo>
                <a:lnTo>
                  <a:pt x="243495" y="60550"/>
                </a:lnTo>
                <a:close/>
              </a:path>
              <a:path w="288925" h="83185">
                <a:moveTo>
                  <a:pt x="242897" y="60413"/>
                </a:moveTo>
                <a:lnTo>
                  <a:pt x="242355" y="60071"/>
                </a:lnTo>
                <a:lnTo>
                  <a:pt x="242897" y="60413"/>
                </a:lnTo>
                <a:close/>
              </a:path>
              <a:path w="288925" h="83185">
                <a:moveTo>
                  <a:pt x="243701" y="60922"/>
                </a:moveTo>
                <a:lnTo>
                  <a:pt x="243179" y="60363"/>
                </a:lnTo>
                <a:lnTo>
                  <a:pt x="243609" y="60772"/>
                </a:lnTo>
                <a:lnTo>
                  <a:pt x="243701" y="60922"/>
                </a:lnTo>
                <a:close/>
              </a:path>
              <a:path w="288925" h="83185">
                <a:moveTo>
                  <a:pt x="243609" y="60772"/>
                </a:moveTo>
                <a:lnTo>
                  <a:pt x="243179" y="60363"/>
                </a:lnTo>
                <a:lnTo>
                  <a:pt x="243311" y="60363"/>
                </a:lnTo>
                <a:lnTo>
                  <a:pt x="243609" y="60772"/>
                </a:lnTo>
                <a:close/>
              </a:path>
              <a:path w="288925" h="83185">
                <a:moveTo>
                  <a:pt x="243281" y="60655"/>
                </a:moveTo>
                <a:lnTo>
                  <a:pt x="242897" y="60413"/>
                </a:lnTo>
                <a:lnTo>
                  <a:pt x="243281" y="60655"/>
                </a:lnTo>
                <a:close/>
              </a:path>
              <a:path w="288925" h="83185">
                <a:moveTo>
                  <a:pt x="243317" y="60655"/>
                </a:moveTo>
                <a:lnTo>
                  <a:pt x="243093" y="60528"/>
                </a:lnTo>
                <a:lnTo>
                  <a:pt x="243317" y="60655"/>
                </a:lnTo>
                <a:close/>
              </a:path>
              <a:path w="288925" h="83185">
                <a:moveTo>
                  <a:pt x="243758" y="61026"/>
                </a:moveTo>
                <a:lnTo>
                  <a:pt x="243166" y="60528"/>
                </a:lnTo>
                <a:lnTo>
                  <a:pt x="243625" y="60882"/>
                </a:lnTo>
                <a:lnTo>
                  <a:pt x="243758" y="61026"/>
                </a:lnTo>
                <a:close/>
              </a:path>
              <a:path w="288925" h="83185">
                <a:moveTo>
                  <a:pt x="243836" y="60989"/>
                </a:moveTo>
                <a:lnTo>
                  <a:pt x="243618" y="60772"/>
                </a:lnTo>
                <a:lnTo>
                  <a:pt x="243495" y="60550"/>
                </a:lnTo>
                <a:lnTo>
                  <a:pt x="243836" y="60989"/>
                </a:lnTo>
                <a:close/>
              </a:path>
              <a:path w="288925" h="83185">
                <a:moveTo>
                  <a:pt x="243745" y="61017"/>
                </a:moveTo>
                <a:lnTo>
                  <a:pt x="243237" y="60655"/>
                </a:lnTo>
                <a:lnTo>
                  <a:pt x="243745" y="61017"/>
                </a:lnTo>
                <a:close/>
              </a:path>
              <a:path w="288925" h="83185">
                <a:moveTo>
                  <a:pt x="243907" y="61099"/>
                </a:moveTo>
                <a:lnTo>
                  <a:pt x="243740" y="60954"/>
                </a:lnTo>
                <a:lnTo>
                  <a:pt x="243628" y="60790"/>
                </a:lnTo>
                <a:lnTo>
                  <a:pt x="243847" y="61006"/>
                </a:lnTo>
                <a:close/>
              </a:path>
              <a:path w="288925" h="83185">
                <a:moveTo>
                  <a:pt x="244018" y="61185"/>
                </a:moveTo>
                <a:lnTo>
                  <a:pt x="243836" y="60989"/>
                </a:lnTo>
                <a:lnTo>
                  <a:pt x="244018" y="61185"/>
                </a:lnTo>
                <a:close/>
              </a:path>
              <a:path w="288925" h="83185">
                <a:moveTo>
                  <a:pt x="243944" y="61159"/>
                </a:moveTo>
                <a:lnTo>
                  <a:pt x="243769" y="60993"/>
                </a:lnTo>
                <a:lnTo>
                  <a:pt x="243944" y="61159"/>
                </a:lnTo>
                <a:close/>
              </a:path>
              <a:path w="288925" h="83185">
                <a:moveTo>
                  <a:pt x="288308" y="64579"/>
                </a:moveTo>
                <a:lnTo>
                  <a:pt x="245719" y="64579"/>
                </a:lnTo>
                <a:lnTo>
                  <a:pt x="245363" y="63881"/>
                </a:lnTo>
                <a:lnTo>
                  <a:pt x="243759" y="61029"/>
                </a:lnTo>
                <a:lnTo>
                  <a:pt x="244335" y="61772"/>
                </a:lnTo>
                <a:lnTo>
                  <a:pt x="244492" y="61772"/>
                </a:lnTo>
                <a:lnTo>
                  <a:pt x="244730" y="61849"/>
                </a:lnTo>
                <a:lnTo>
                  <a:pt x="286974" y="61912"/>
                </a:lnTo>
                <a:lnTo>
                  <a:pt x="288308" y="64579"/>
                </a:lnTo>
                <a:close/>
              </a:path>
              <a:path w="288925" h="83185">
                <a:moveTo>
                  <a:pt x="244146" y="61284"/>
                </a:moveTo>
                <a:lnTo>
                  <a:pt x="243929" y="61077"/>
                </a:lnTo>
                <a:lnTo>
                  <a:pt x="244146" y="61284"/>
                </a:lnTo>
                <a:close/>
              </a:path>
              <a:path w="288925" h="83185">
                <a:moveTo>
                  <a:pt x="244335" y="61772"/>
                </a:moveTo>
                <a:lnTo>
                  <a:pt x="243852" y="61107"/>
                </a:lnTo>
                <a:lnTo>
                  <a:pt x="244335" y="61772"/>
                </a:lnTo>
                <a:close/>
              </a:path>
              <a:path w="288925" h="83185">
                <a:moveTo>
                  <a:pt x="244185" y="61388"/>
                </a:moveTo>
                <a:lnTo>
                  <a:pt x="243944" y="61159"/>
                </a:lnTo>
                <a:lnTo>
                  <a:pt x="244185" y="61388"/>
                </a:lnTo>
                <a:close/>
              </a:path>
              <a:path w="288925" h="83185">
                <a:moveTo>
                  <a:pt x="244563" y="61849"/>
                </a:moveTo>
                <a:lnTo>
                  <a:pt x="243981" y="61216"/>
                </a:lnTo>
                <a:lnTo>
                  <a:pt x="244185" y="61388"/>
                </a:lnTo>
                <a:lnTo>
                  <a:pt x="244563" y="61849"/>
                </a:lnTo>
                <a:close/>
              </a:path>
              <a:path w="288925" h="83185">
                <a:moveTo>
                  <a:pt x="244492" y="61772"/>
                </a:moveTo>
                <a:lnTo>
                  <a:pt x="244335" y="61772"/>
                </a:lnTo>
                <a:lnTo>
                  <a:pt x="243995" y="61238"/>
                </a:lnTo>
                <a:lnTo>
                  <a:pt x="244492" y="61772"/>
                </a:lnTo>
                <a:close/>
              </a:path>
              <a:path w="288925" h="83185">
                <a:moveTo>
                  <a:pt x="244805" y="61912"/>
                </a:moveTo>
                <a:lnTo>
                  <a:pt x="244185" y="61388"/>
                </a:lnTo>
                <a:lnTo>
                  <a:pt x="244069" y="61247"/>
                </a:lnTo>
                <a:lnTo>
                  <a:pt x="244255" y="61388"/>
                </a:lnTo>
                <a:lnTo>
                  <a:pt x="244805" y="61912"/>
                </a:lnTo>
                <a:close/>
              </a:path>
              <a:path w="288925" h="83185">
                <a:moveTo>
                  <a:pt x="286974" y="61912"/>
                </a:moveTo>
                <a:lnTo>
                  <a:pt x="244805" y="61912"/>
                </a:lnTo>
                <a:lnTo>
                  <a:pt x="244221" y="61356"/>
                </a:lnTo>
                <a:lnTo>
                  <a:pt x="244449" y="61518"/>
                </a:lnTo>
                <a:lnTo>
                  <a:pt x="286777" y="61518"/>
                </a:lnTo>
                <a:lnTo>
                  <a:pt x="286974" y="61912"/>
                </a:lnTo>
                <a:close/>
              </a:path>
              <a:path w="288925" h="83185">
                <a:moveTo>
                  <a:pt x="244730" y="61849"/>
                </a:moveTo>
                <a:lnTo>
                  <a:pt x="244563" y="61849"/>
                </a:lnTo>
                <a:lnTo>
                  <a:pt x="244185" y="61388"/>
                </a:lnTo>
                <a:lnTo>
                  <a:pt x="244730" y="61849"/>
                </a:lnTo>
                <a:close/>
              </a:path>
              <a:path w="288925" h="83185">
                <a:moveTo>
                  <a:pt x="245654" y="64461"/>
                </a:moveTo>
                <a:lnTo>
                  <a:pt x="245334" y="63881"/>
                </a:lnTo>
                <a:lnTo>
                  <a:pt x="245654" y="64461"/>
                </a:lnTo>
                <a:close/>
              </a:path>
              <a:path w="288925" h="83185">
                <a:moveTo>
                  <a:pt x="254787" y="82715"/>
                </a:moveTo>
                <a:lnTo>
                  <a:pt x="245654" y="64461"/>
                </a:lnTo>
                <a:lnTo>
                  <a:pt x="288308" y="64579"/>
                </a:lnTo>
                <a:lnTo>
                  <a:pt x="288848" y="65659"/>
                </a:lnTo>
                <a:lnTo>
                  <a:pt x="254787" y="82715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86</a:t>
            </a:fld>
            <a:endParaRPr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624204"/>
            <a:ext cx="18268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heavy" dirty="0">
                <a:uFill>
                  <a:solidFill>
                    <a:srgbClr val="000000"/>
                  </a:solidFill>
                </a:uFill>
              </a:rPr>
              <a:t>E</a:t>
            </a:r>
            <a:r>
              <a:rPr sz="3600" u="heavy" spc="-50" dirty="0">
                <a:uFill>
                  <a:solidFill>
                    <a:srgbClr val="000000"/>
                  </a:solidFill>
                </a:uFill>
              </a:rPr>
              <a:t>x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e</a:t>
            </a:r>
            <a:r>
              <a:rPr sz="3600" u="heavy" spc="-25" dirty="0">
                <a:uFill>
                  <a:solidFill>
                    <a:srgbClr val="000000"/>
                  </a:solidFill>
                </a:uFill>
              </a:rPr>
              <a:t>r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c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i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s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e: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3940302" y="2554287"/>
            <a:ext cx="771271" cy="6946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47762" y="3321050"/>
            <a:ext cx="771398" cy="6946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83064" y="3763962"/>
            <a:ext cx="771271" cy="69468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418675" y="3853281"/>
            <a:ext cx="30035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000" dirty="0"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930902" y="3925887"/>
            <a:ext cx="771271" cy="69468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166512" y="4015206"/>
            <a:ext cx="30035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000" dirty="0">
                <a:latin typeface="Tahoma"/>
                <a:cs typeface="Tahoma"/>
              </a:rPr>
              <a:t>3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607302" y="3697287"/>
            <a:ext cx="771271" cy="69468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842912" y="3786606"/>
            <a:ext cx="30035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000" dirty="0">
                <a:latin typeface="Tahoma"/>
                <a:cs typeface="Tahoma"/>
              </a:rPr>
              <a:t>4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906739" y="2935503"/>
            <a:ext cx="2040255" cy="650875"/>
          </a:xfrm>
          <a:custGeom>
            <a:avLst/>
            <a:gdLst/>
            <a:ahLst/>
            <a:cxnLst/>
            <a:rect l="l" t="t" r="r" b="b"/>
            <a:pathLst>
              <a:path w="2040254" h="650875">
                <a:moveTo>
                  <a:pt x="2870" y="650443"/>
                </a:moveTo>
                <a:lnTo>
                  <a:pt x="0" y="641350"/>
                </a:lnTo>
                <a:lnTo>
                  <a:pt x="2036762" y="0"/>
                </a:lnTo>
                <a:lnTo>
                  <a:pt x="2039632" y="9093"/>
                </a:lnTo>
                <a:lnTo>
                  <a:pt x="2870" y="6504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741064" y="3242043"/>
            <a:ext cx="436880" cy="594995"/>
          </a:xfrm>
          <a:custGeom>
            <a:avLst/>
            <a:gdLst/>
            <a:ahLst/>
            <a:cxnLst/>
            <a:rect l="l" t="t" r="r" b="b"/>
            <a:pathLst>
              <a:path w="436879" h="594995">
                <a:moveTo>
                  <a:pt x="7696" y="594575"/>
                </a:moveTo>
                <a:lnTo>
                  <a:pt x="0" y="588962"/>
                </a:lnTo>
                <a:lnTo>
                  <a:pt x="428625" y="0"/>
                </a:lnTo>
                <a:lnTo>
                  <a:pt x="436321" y="5613"/>
                </a:lnTo>
                <a:lnTo>
                  <a:pt x="7696" y="594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550994" y="3165462"/>
            <a:ext cx="693420" cy="768985"/>
          </a:xfrm>
          <a:custGeom>
            <a:avLst/>
            <a:gdLst/>
            <a:ahLst/>
            <a:cxnLst/>
            <a:rect l="l" t="t" r="r" b="b"/>
            <a:pathLst>
              <a:path w="693420" h="768985">
                <a:moveTo>
                  <a:pt x="685800" y="768375"/>
                </a:moveTo>
                <a:lnTo>
                  <a:pt x="0" y="6375"/>
                </a:lnTo>
                <a:lnTo>
                  <a:pt x="7086" y="0"/>
                </a:lnTo>
                <a:lnTo>
                  <a:pt x="692886" y="762000"/>
                </a:lnTo>
                <a:lnTo>
                  <a:pt x="685800" y="7683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705057" y="2783268"/>
            <a:ext cx="2137410" cy="923290"/>
          </a:xfrm>
          <a:custGeom>
            <a:avLst/>
            <a:gdLst/>
            <a:ahLst/>
            <a:cxnLst/>
            <a:rect l="l" t="t" r="r" b="b"/>
            <a:pathLst>
              <a:path w="2137409" h="923289">
                <a:moveTo>
                  <a:pt x="2133600" y="923163"/>
                </a:moveTo>
                <a:lnTo>
                  <a:pt x="0" y="8763"/>
                </a:lnTo>
                <a:lnTo>
                  <a:pt x="3759" y="0"/>
                </a:lnTo>
                <a:lnTo>
                  <a:pt x="2137359" y="914400"/>
                </a:lnTo>
                <a:lnTo>
                  <a:pt x="2133600" y="9231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156777" y="3831589"/>
            <a:ext cx="982344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3333CC"/>
                </a:solidFill>
                <a:latin typeface="Tahoma"/>
                <a:cs typeface="Tahoma"/>
              </a:rPr>
              <a:t>T</a:t>
            </a:r>
            <a:r>
              <a:rPr sz="2000" spc="-5" dirty="0">
                <a:solidFill>
                  <a:srgbClr val="3333CC"/>
                </a:solidFill>
                <a:latin typeface="Tahoma"/>
                <a:cs typeface="Tahoma"/>
              </a:rPr>
              <a:t>1</a:t>
            </a:r>
            <a:r>
              <a:rPr sz="2800" spc="-5" dirty="0">
                <a:solidFill>
                  <a:srgbClr val="3333CC"/>
                </a:solidFill>
                <a:latin typeface="Tahoma"/>
                <a:cs typeface="Tahoma"/>
              </a:rPr>
              <a:t>(IX)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797469" y="4349635"/>
            <a:ext cx="2174328" cy="132662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331362" y="5070893"/>
            <a:ext cx="5092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f</a:t>
            </a:r>
            <a:r>
              <a:rPr sz="2000" spc="-5" dirty="0">
                <a:latin typeface="Tahoma"/>
                <a:cs typeface="Tahoma"/>
              </a:rPr>
              <a:t>2.</a:t>
            </a:r>
            <a:r>
              <a:rPr sz="2000" dirty="0"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507039" y="4603940"/>
            <a:ext cx="771271" cy="110883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637875" y="5107406"/>
            <a:ext cx="5092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f</a:t>
            </a:r>
            <a:r>
              <a:rPr sz="2000" spc="-5" dirty="0">
                <a:latin typeface="Tahoma"/>
                <a:cs typeface="Tahoma"/>
              </a:rPr>
              <a:t>3.</a:t>
            </a:r>
            <a:r>
              <a:rPr sz="2000" dirty="0">
                <a:latin typeface="Tahoma"/>
                <a:cs typeface="Tahoma"/>
              </a:rPr>
              <a:t>1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538317" y="4557826"/>
            <a:ext cx="930617" cy="118035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828500" y="5132806"/>
            <a:ext cx="5092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f</a:t>
            </a:r>
            <a:r>
              <a:rPr sz="2000" spc="-5" dirty="0">
                <a:latin typeface="Tahoma"/>
                <a:cs typeface="Tahoma"/>
              </a:rPr>
              <a:t>3.</a:t>
            </a:r>
            <a:r>
              <a:rPr sz="2000" dirty="0"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8300" marR="177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27990" algn="l"/>
              </a:tabLst>
            </a:pPr>
            <a:r>
              <a:rPr spc="-5" dirty="0"/>
              <a:t>Can T</a:t>
            </a:r>
            <a:r>
              <a:rPr sz="2400" spc="-5" dirty="0"/>
              <a:t>2 </a:t>
            </a:r>
            <a:r>
              <a:rPr spc="-5" dirty="0"/>
              <a:t>access object f</a:t>
            </a:r>
            <a:r>
              <a:rPr sz="2400" spc="-5" dirty="0"/>
              <a:t>2.2 </a:t>
            </a:r>
            <a:r>
              <a:rPr spc="-5" dirty="0"/>
              <a:t>in </a:t>
            </a:r>
            <a:r>
              <a:rPr dirty="0"/>
              <a:t>X </a:t>
            </a:r>
            <a:r>
              <a:rPr spc="-5" dirty="0"/>
              <a:t>mode?  What locks will T</a:t>
            </a:r>
            <a:r>
              <a:rPr sz="2400" spc="-5" dirty="0"/>
              <a:t>2</a:t>
            </a:r>
            <a:r>
              <a:rPr sz="2400" spc="235" dirty="0"/>
              <a:t> </a:t>
            </a:r>
            <a:r>
              <a:rPr spc="-5" dirty="0"/>
              <a:t>get?</a:t>
            </a:r>
            <a:endParaRPr sz="2400"/>
          </a:p>
          <a:p>
            <a:pPr marR="1124585" algn="ctr">
              <a:lnSpc>
                <a:spcPts val="3445"/>
              </a:lnSpc>
            </a:pPr>
            <a:r>
              <a:rPr sz="2800" spc="-5" dirty="0">
                <a:solidFill>
                  <a:srgbClr val="3333CC"/>
                </a:solidFill>
              </a:rPr>
              <a:t>T</a:t>
            </a:r>
            <a:r>
              <a:rPr sz="2000" spc="-5" dirty="0">
                <a:solidFill>
                  <a:srgbClr val="3333CC"/>
                </a:solidFill>
              </a:rPr>
              <a:t>1</a:t>
            </a:r>
            <a:r>
              <a:rPr sz="2800" spc="-5" dirty="0">
                <a:solidFill>
                  <a:srgbClr val="3333CC"/>
                </a:solidFill>
              </a:rPr>
              <a:t>(SIX)</a:t>
            </a:r>
            <a:r>
              <a:rPr sz="2800" spc="160" dirty="0">
                <a:solidFill>
                  <a:srgbClr val="3333CC"/>
                </a:solidFill>
              </a:rPr>
              <a:t> </a:t>
            </a:r>
            <a:r>
              <a:rPr sz="4800" baseline="-43402" dirty="0"/>
              <a:t>R1</a:t>
            </a:r>
            <a:endParaRPr sz="4800" baseline="-43402"/>
          </a:p>
          <a:p>
            <a:pPr marL="643890">
              <a:lnSpc>
                <a:spcPct val="100000"/>
              </a:lnSpc>
              <a:spcBef>
                <a:spcPts val="4675"/>
              </a:spcBef>
            </a:pPr>
            <a:r>
              <a:rPr spc="-5" dirty="0"/>
              <a:t>t</a:t>
            </a:r>
            <a:r>
              <a:rPr sz="2000" spc="-5" dirty="0"/>
              <a:t>1</a:t>
            </a:r>
            <a:endParaRPr sz="2000"/>
          </a:p>
        </p:txBody>
      </p:sp>
      <p:sp>
        <p:nvSpPr>
          <p:cNvPr id="23" name="object 23"/>
          <p:cNvSpPr txBox="1"/>
          <p:nvPr/>
        </p:nvSpPr>
        <p:spPr>
          <a:xfrm>
            <a:off x="1054417" y="5109845"/>
            <a:ext cx="161988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1097280" algn="l"/>
              </a:tabLst>
            </a:pPr>
            <a:r>
              <a:rPr sz="2800" spc="-5" dirty="0">
                <a:solidFill>
                  <a:srgbClr val="3333CC"/>
                </a:solidFill>
                <a:latin typeface="Tahoma"/>
                <a:cs typeface="Tahoma"/>
              </a:rPr>
              <a:t>T</a:t>
            </a:r>
            <a:r>
              <a:rPr sz="2000" spc="-5" dirty="0">
                <a:solidFill>
                  <a:srgbClr val="3333CC"/>
                </a:solidFill>
                <a:latin typeface="Tahoma"/>
                <a:cs typeface="Tahoma"/>
              </a:rPr>
              <a:t>1</a:t>
            </a:r>
            <a:r>
              <a:rPr sz="2800" spc="-5" dirty="0">
                <a:solidFill>
                  <a:srgbClr val="3333CC"/>
                </a:solidFill>
                <a:latin typeface="Tahoma"/>
                <a:cs typeface="Tahoma"/>
              </a:rPr>
              <a:t>(X)	</a:t>
            </a:r>
            <a:r>
              <a:rPr sz="4800" spc="-7" baseline="5208" dirty="0">
                <a:latin typeface="Tahoma"/>
                <a:cs typeface="Tahoma"/>
              </a:rPr>
              <a:t>f</a:t>
            </a:r>
            <a:r>
              <a:rPr sz="3000" spc="-7" baseline="8333" dirty="0">
                <a:latin typeface="Tahoma"/>
                <a:cs typeface="Tahoma"/>
              </a:rPr>
              <a:t>2.1</a:t>
            </a:r>
            <a:endParaRPr sz="3000" baseline="8333"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941902" y="2585986"/>
            <a:ext cx="214185" cy="15721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088919" y="3978706"/>
            <a:ext cx="288925" cy="83185"/>
          </a:xfrm>
          <a:custGeom>
            <a:avLst/>
            <a:gdLst/>
            <a:ahLst/>
            <a:cxnLst/>
            <a:rect l="l" t="t" r="r" b="b"/>
            <a:pathLst>
              <a:path w="288925" h="83185">
                <a:moveTo>
                  <a:pt x="10236" y="57607"/>
                </a:moveTo>
                <a:lnTo>
                  <a:pt x="0" y="20904"/>
                </a:lnTo>
                <a:lnTo>
                  <a:pt x="46100" y="8648"/>
                </a:lnTo>
                <a:lnTo>
                  <a:pt x="92481" y="850"/>
                </a:lnTo>
                <a:lnTo>
                  <a:pt x="115074" y="0"/>
                </a:lnTo>
                <a:lnTo>
                  <a:pt x="115747" y="0"/>
                </a:lnTo>
                <a:lnTo>
                  <a:pt x="153949" y="1739"/>
                </a:lnTo>
                <a:lnTo>
                  <a:pt x="227304" y="7569"/>
                </a:lnTo>
                <a:lnTo>
                  <a:pt x="249005" y="19202"/>
                </a:lnTo>
                <a:lnTo>
                  <a:pt x="263639" y="28448"/>
                </a:lnTo>
                <a:lnTo>
                  <a:pt x="274231" y="38100"/>
                </a:lnTo>
                <a:lnTo>
                  <a:pt x="114998" y="38100"/>
                </a:lnTo>
                <a:lnTo>
                  <a:pt x="115299" y="38105"/>
                </a:lnTo>
                <a:lnTo>
                  <a:pt x="107484" y="38226"/>
                </a:lnTo>
                <a:lnTo>
                  <a:pt x="105829" y="38226"/>
                </a:lnTo>
                <a:lnTo>
                  <a:pt x="105028" y="38265"/>
                </a:lnTo>
                <a:lnTo>
                  <a:pt x="105171" y="38265"/>
                </a:lnTo>
                <a:lnTo>
                  <a:pt x="96625" y="38760"/>
                </a:lnTo>
                <a:lnTo>
                  <a:pt x="96380" y="38760"/>
                </a:lnTo>
                <a:lnTo>
                  <a:pt x="95529" y="38823"/>
                </a:lnTo>
                <a:lnTo>
                  <a:pt x="95760" y="38823"/>
                </a:lnTo>
                <a:lnTo>
                  <a:pt x="87084" y="39712"/>
                </a:lnTo>
                <a:lnTo>
                  <a:pt x="86931" y="39712"/>
                </a:lnTo>
                <a:lnTo>
                  <a:pt x="86093" y="39814"/>
                </a:lnTo>
                <a:lnTo>
                  <a:pt x="86243" y="39814"/>
                </a:lnTo>
                <a:lnTo>
                  <a:pt x="77212" y="41148"/>
                </a:lnTo>
                <a:lnTo>
                  <a:pt x="76352" y="41275"/>
                </a:lnTo>
                <a:lnTo>
                  <a:pt x="65900" y="43268"/>
                </a:lnTo>
                <a:lnTo>
                  <a:pt x="54893" y="45732"/>
                </a:lnTo>
                <a:lnTo>
                  <a:pt x="41822" y="48971"/>
                </a:lnTo>
                <a:lnTo>
                  <a:pt x="27084" y="52908"/>
                </a:lnTo>
                <a:lnTo>
                  <a:pt x="10236" y="57607"/>
                </a:lnTo>
                <a:close/>
              </a:path>
              <a:path w="288925" h="83185">
                <a:moveTo>
                  <a:pt x="115299" y="38105"/>
                </a:moveTo>
                <a:lnTo>
                  <a:pt x="114998" y="38100"/>
                </a:lnTo>
                <a:lnTo>
                  <a:pt x="115671" y="38100"/>
                </a:lnTo>
                <a:lnTo>
                  <a:pt x="115299" y="38105"/>
                </a:lnTo>
                <a:close/>
              </a:path>
              <a:path w="288925" h="83185">
                <a:moveTo>
                  <a:pt x="125867" y="38307"/>
                </a:moveTo>
                <a:lnTo>
                  <a:pt x="115299" y="38105"/>
                </a:lnTo>
                <a:lnTo>
                  <a:pt x="115671" y="38100"/>
                </a:lnTo>
                <a:lnTo>
                  <a:pt x="274231" y="38100"/>
                </a:lnTo>
                <a:lnTo>
                  <a:pt x="274378" y="38303"/>
                </a:lnTo>
                <a:lnTo>
                  <a:pt x="125768" y="38303"/>
                </a:lnTo>
                <a:close/>
              </a:path>
              <a:path w="288925" h="83185">
                <a:moveTo>
                  <a:pt x="105223" y="38262"/>
                </a:moveTo>
                <a:lnTo>
                  <a:pt x="105829" y="38226"/>
                </a:lnTo>
                <a:lnTo>
                  <a:pt x="107484" y="38226"/>
                </a:lnTo>
                <a:lnTo>
                  <a:pt x="105223" y="38262"/>
                </a:lnTo>
                <a:close/>
              </a:path>
              <a:path w="288925" h="83185">
                <a:moveTo>
                  <a:pt x="105171" y="38265"/>
                </a:moveTo>
                <a:lnTo>
                  <a:pt x="105028" y="38265"/>
                </a:lnTo>
                <a:lnTo>
                  <a:pt x="105223" y="38262"/>
                </a:lnTo>
                <a:close/>
              </a:path>
              <a:path w="288925" h="83185">
                <a:moveTo>
                  <a:pt x="138023" y="38874"/>
                </a:moveTo>
                <a:lnTo>
                  <a:pt x="125867" y="38307"/>
                </a:lnTo>
                <a:lnTo>
                  <a:pt x="126288" y="38315"/>
                </a:lnTo>
                <a:lnTo>
                  <a:pt x="274387" y="38315"/>
                </a:lnTo>
                <a:lnTo>
                  <a:pt x="274771" y="38849"/>
                </a:lnTo>
                <a:lnTo>
                  <a:pt x="137680" y="38849"/>
                </a:lnTo>
                <a:lnTo>
                  <a:pt x="138023" y="38874"/>
                </a:lnTo>
                <a:close/>
              </a:path>
              <a:path w="288925" h="83185">
                <a:moveTo>
                  <a:pt x="96061" y="38793"/>
                </a:moveTo>
                <a:lnTo>
                  <a:pt x="96380" y="38760"/>
                </a:lnTo>
                <a:lnTo>
                  <a:pt x="96625" y="38760"/>
                </a:lnTo>
                <a:lnTo>
                  <a:pt x="96061" y="38793"/>
                </a:lnTo>
                <a:close/>
              </a:path>
              <a:path w="288925" h="83185">
                <a:moveTo>
                  <a:pt x="95760" y="38823"/>
                </a:moveTo>
                <a:lnTo>
                  <a:pt x="95529" y="38823"/>
                </a:lnTo>
                <a:lnTo>
                  <a:pt x="96061" y="38793"/>
                </a:lnTo>
                <a:lnTo>
                  <a:pt x="95760" y="38823"/>
                </a:lnTo>
                <a:close/>
              </a:path>
              <a:path w="288925" h="83185">
                <a:moveTo>
                  <a:pt x="151218" y="39738"/>
                </a:moveTo>
                <a:lnTo>
                  <a:pt x="137680" y="38849"/>
                </a:lnTo>
                <a:lnTo>
                  <a:pt x="274771" y="38849"/>
                </a:lnTo>
                <a:lnTo>
                  <a:pt x="275183" y="39420"/>
                </a:lnTo>
                <a:lnTo>
                  <a:pt x="275369" y="39712"/>
                </a:lnTo>
                <a:lnTo>
                  <a:pt x="150964" y="39712"/>
                </a:lnTo>
                <a:lnTo>
                  <a:pt x="151218" y="39738"/>
                </a:lnTo>
                <a:close/>
              </a:path>
              <a:path w="288925" h="83185">
                <a:moveTo>
                  <a:pt x="86583" y="39764"/>
                </a:moveTo>
                <a:lnTo>
                  <a:pt x="86931" y="39712"/>
                </a:lnTo>
                <a:lnTo>
                  <a:pt x="87084" y="39712"/>
                </a:lnTo>
                <a:lnTo>
                  <a:pt x="86583" y="39764"/>
                </a:lnTo>
                <a:close/>
              </a:path>
              <a:path w="288925" h="83185">
                <a:moveTo>
                  <a:pt x="219288" y="45144"/>
                </a:moveTo>
                <a:lnTo>
                  <a:pt x="183133" y="42252"/>
                </a:lnTo>
                <a:lnTo>
                  <a:pt x="150964" y="39712"/>
                </a:lnTo>
                <a:lnTo>
                  <a:pt x="275369" y="39712"/>
                </a:lnTo>
                <a:lnTo>
                  <a:pt x="276428" y="41376"/>
                </a:lnTo>
                <a:lnTo>
                  <a:pt x="276980" y="42379"/>
                </a:lnTo>
                <a:lnTo>
                  <a:pt x="215163" y="42379"/>
                </a:lnTo>
                <a:lnTo>
                  <a:pt x="219288" y="45144"/>
                </a:lnTo>
                <a:close/>
              </a:path>
              <a:path w="288925" h="83185">
                <a:moveTo>
                  <a:pt x="86243" y="39814"/>
                </a:moveTo>
                <a:lnTo>
                  <a:pt x="86093" y="39814"/>
                </a:lnTo>
                <a:lnTo>
                  <a:pt x="86583" y="39764"/>
                </a:lnTo>
                <a:lnTo>
                  <a:pt x="86243" y="39814"/>
                </a:lnTo>
                <a:close/>
              </a:path>
              <a:path w="288925" h="83185">
                <a:moveTo>
                  <a:pt x="76709" y="41222"/>
                </a:moveTo>
                <a:lnTo>
                  <a:pt x="77101" y="41148"/>
                </a:lnTo>
                <a:lnTo>
                  <a:pt x="76709" y="41222"/>
                </a:lnTo>
                <a:close/>
              </a:path>
              <a:path w="288925" h="83185">
                <a:moveTo>
                  <a:pt x="76430" y="41275"/>
                </a:moveTo>
                <a:lnTo>
                  <a:pt x="76709" y="41222"/>
                </a:lnTo>
                <a:lnTo>
                  <a:pt x="76430" y="41275"/>
                </a:lnTo>
                <a:close/>
              </a:path>
              <a:path w="288925" h="83185">
                <a:moveTo>
                  <a:pt x="224256" y="45542"/>
                </a:moveTo>
                <a:lnTo>
                  <a:pt x="219288" y="45144"/>
                </a:lnTo>
                <a:lnTo>
                  <a:pt x="215163" y="42379"/>
                </a:lnTo>
                <a:lnTo>
                  <a:pt x="224256" y="45542"/>
                </a:lnTo>
                <a:close/>
              </a:path>
              <a:path w="288925" h="83185">
                <a:moveTo>
                  <a:pt x="278719" y="45542"/>
                </a:moveTo>
                <a:lnTo>
                  <a:pt x="224256" y="45542"/>
                </a:lnTo>
                <a:lnTo>
                  <a:pt x="215163" y="42379"/>
                </a:lnTo>
                <a:lnTo>
                  <a:pt x="276980" y="42379"/>
                </a:lnTo>
                <a:lnTo>
                  <a:pt x="278719" y="45542"/>
                </a:lnTo>
                <a:close/>
              </a:path>
              <a:path w="288925" h="83185">
                <a:moveTo>
                  <a:pt x="66166" y="43218"/>
                </a:moveTo>
                <a:lnTo>
                  <a:pt x="66509" y="43141"/>
                </a:lnTo>
                <a:lnTo>
                  <a:pt x="66166" y="43218"/>
                </a:lnTo>
                <a:close/>
              </a:path>
              <a:path w="288925" h="83185">
                <a:moveTo>
                  <a:pt x="65940" y="43268"/>
                </a:moveTo>
                <a:lnTo>
                  <a:pt x="66166" y="43218"/>
                </a:lnTo>
                <a:lnTo>
                  <a:pt x="65940" y="43268"/>
                </a:lnTo>
                <a:close/>
              </a:path>
              <a:path w="288925" h="83185">
                <a:moveTo>
                  <a:pt x="243718" y="60954"/>
                </a:moveTo>
                <a:lnTo>
                  <a:pt x="243166" y="60528"/>
                </a:lnTo>
                <a:lnTo>
                  <a:pt x="242417" y="60071"/>
                </a:lnTo>
                <a:lnTo>
                  <a:pt x="237528" y="57023"/>
                </a:lnTo>
                <a:lnTo>
                  <a:pt x="228219" y="51130"/>
                </a:lnTo>
                <a:lnTo>
                  <a:pt x="219288" y="45144"/>
                </a:lnTo>
                <a:lnTo>
                  <a:pt x="224256" y="45542"/>
                </a:lnTo>
                <a:lnTo>
                  <a:pt x="278719" y="45542"/>
                </a:lnTo>
                <a:lnTo>
                  <a:pt x="279425" y="46824"/>
                </a:lnTo>
                <a:lnTo>
                  <a:pt x="285925" y="59817"/>
                </a:lnTo>
                <a:lnTo>
                  <a:pt x="243090" y="59817"/>
                </a:lnTo>
                <a:lnTo>
                  <a:pt x="243223" y="60058"/>
                </a:lnTo>
                <a:lnTo>
                  <a:pt x="243090" y="60058"/>
                </a:lnTo>
                <a:lnTo>
                  <a:pt x="243311" y="60363"/>
                </a:lnTo>
                <a:lnTo>
                  <a:pt x="243179" y="60363"/>
                </a:lnTo>
                <a:lnTo>
                  <a:pt x="243718" y="60954"/>
                </a:lnTo>
                <a:close/>
              </a:path>
              <a:path w="288925" h="83185">
                <a:moveTo>
                  <a:pt x="54381" y="45847"/>
                </a:moveTo>
                <a:lnTo>
                  <a:pt x="54838" y="45732"/>
                </a:lnTo>
                <a:lnTo>
                  <a:pt x="54381" y="45847"/>
                </a:lnTo>
                <a:close/>
              </a:path>
              <a:path w="288925" h="83185">
                <a:moveTo>
                  <a:pt x="41465" y="49060"/>
                </a:moveTo>
                <a:lnTo>
                  <a:pt x="41782" y="48971"/>
                </a:lnTo>
                <a:lnTo>
                  <a:pt x="41465" y="49060"/>
                </a:lnTo>
                <a:close/>
              </a:path>
              <a:path w="288925" h="83185">
                <a:moveTo>
                  <a:pt x="26847" y="52971"/>
                </a:moveTo>
                <a:lnTo>
                  <a:pt x="27050" y="52908"/>
                </a:lnTo>
                <a:lnTo>
                  <a:pt x="26847" y="52971"/>
                </a:lnTo>
                <a:close/>
              </a:path>
              <a:path w="288925" h="83185">
                <a:moveTo>
                  <a:pt x="243768" y="60882"/>
                </a:moveTo>
                <a:lnTo>
                  <a:pt x="243495" y="60550"/>
                </a:lnTo>
                <a:lnTo>
                  <a:pt x="243090" y="59817"/>
                </a:lnTo>
                <a:lnTo>
                  <a:pt x="243768" y="60882"/>
                </a:lnTo>
                <a:close/>
              </a:path>
              <a:path w="288925" h="83185">
                <a:moveTo>
                  <a:pt x="286777" y="61518"/>
                </a:moveTo>
                <a:lnTo>
                  <a:pt x="244449" y="61518"/>
                </a:lnTo>
                <a:lnTo>
                  <a:pt x="243962" y="61109"/>
                </a:lnTo>
                <a:lnTo>
                  <a:pt x="243731" y="60824"/>
                </a:lnTo>
                <a:lnTo>
                  <a:pt x="243090" y="59817"/>
                </a:lnTo>
                <a:lnTo>
                  <a:pt x="285925" y="59817"/>
                </a:lnTo>
                <a:lnTo>
                  <a:pt x="286777" y="61518"/>
                </a:lnTo>
                <a:close/>
              </a:path>
              <a:path w="288925" h="83185">
                <a:moveTo>
                  <a:pt x="243628" y="60790"/>
                </a:moveTo>
                <a:lnTo>
                  <a:pt x="243090" y="60058"/>
                </a:lnTo>
                <a:lnTo>
                  <a:pt x="243495" y="60550"/>
                </a:lnTo>
                <a:lnTo>
                  <a:pt x="243628" y="60790"/>
                </a:lnTo>
                <a:close/>
              </a:path>
              <a:path w="288925" h="83185">
                <a:moveTo>
                  <a:pt x="243495" y="60550"/>
                </a:moveTo>
                <a:lnTo>
                  <a:pt x="243090" y="60058"/>
                </a:lnTo>
                <a:lnTo>
                  <a:pt x="243230" y="60071"/>
                </a:lnTo>
                <a:lnTo>
                  <a:pt x="243495" y="60550"/>
                </a:lnTo>
                <a:close/>
              </a:path>
              <a:path w="288925" h="83185">
                <a:moveTo>
                  <a:pt x="242897" y="60413"/>
                </a:moveTo>
                <a:lnTo>
                  <a:pt x="242355" y="60071"/>
                </a:lnTo>
                <a:lnTo>
                  <a:pt x="242897" y="60413"/>
                </a:lnTo>
                <a:close/>
              </a:path>
              <a:path w="288925" h="83185">
                <a:moveTo>
                  <a:pt x="243701" y="60922"/>
                </a:moveTo>
                <a:lnTo>
                  <a:pt x="243179" y="60363"/>
                </a:lnTo>
                <a:lnTo>
                  <a:pt x="243609" y="60772"/>
                </a:lnTo>
                <a:lnTo>
                  <a:pt x="243701" y="60922"/>
                </a:lnTo>
                <a:close/>
              </a:path>
              <a:path w="288925" h="83185">
                <a:moveTo>
                  <a:pt x="243609" y="60772"/>
                </a:moveTo>
                <a:lnTo>
                  <a:pt x="243179" y="60363"/>
                </a:lnTo>
                <a:lnTo>
                  <a:pt x="243311" y="60363"/>
                </a:lnTo>
                <a:lnTo>
                  <a:pt x="243609" y="60772"/>
                </a:lnTo>
                <a:close/>
              </a:path>
              <a:path w="288925" h="83185">
                <a:moveTo>
                  <a:pt x="243281" y="60655"/>
                </a:moveTo>
                <a:lnTo>
                  <a:pt x="242897" y="60413"/>
                </a:lnTo>
                <a:lnTo>
                  <a:pt x="243281" y="60655"/>
                </a:lnTo>
                <a:close/>
              </a:path>
              <a:path w="288925" h="83185">
                <a:moveTo>
                  <a:pt x="243317" y="60655"/>
                </a:moveTo>
                <a:lnTo>
                  <a:pt x="243093" y="60528"/>
                </a:lnTo>
                <a:lnTo>
                  <a:pt x="243317" y="60655"/>
                </a:lnTo>
                <a:close/>
              </a:path>
              <a:path w="288925" h="83185">
                <a:moveTo>
                  <a:pt x="243758" y="61026"/>
                </a:moveTo>
                <a:lnTo>
                  <a:pt x="243166" y="60528"/>
                </a:lnTo>
                <a:lnTo>
                  <a:pt x="243625" y="60882"/>
                </a:lnTo>
                <a:lnTo>
                  <a:pt x="243758" y="61026"/>
                </a:lnTo>
                <a:close/>
              </a:path>
              <a:path w="288925" h="83185">
                <a:moveTo>
                  <a:pt x="243836" y="60989"/>
                </a:moveTo>
                <a:lnTo>
                  <a:pt x="243618" y="60772"/>
                </a:lnTo>
                <a:lnTo>
                  <a:pt x="243495" y="60550"/>
                </a:lnTo>
                <a:lnTo>
                  <a:pt x="243836" y="60989"/>
                </a:lnTo>
                <a:close/>
              </a:path>
              <a:path w="288925" h="83185">
                <a:moveTo>
                  <a:pt x="243745" y="61017"/>
                </a:moveTo>
                <a:lnTo>
                  <a:pt x="243237" y="60655"/>
                </a:lnTo>
                <a:lnTo>
                  <a:pt x="243745" y="61017"/>
                </a:lnTo>
                <a:close/>
              </a:path>
              <a:path w="288925" h="83185">
                <a:moveTo>
                  <a:pt x="243907" y="61099"/>
                </a:moveTo>
                <a:lnTo>
                  <a:pt x="243740" y="60954"/>
                </a:lnTo>
                <a:lnTo>
                  <a:pt x="243628" y="60790"/>
                </a:lnTo>
                <a:lnTo>
                  <a:pt x="243847" y="61006"/>
                </a:lnTo>
                <a:close/>
              </a:path>
              <a:path w="288925" h="83185">
                <a:moveTo>
                  <a:pt x="244018" y="61185"/>
                </a:moveTo>
                <a:lnTo>
                  <a:pt x="243836" y="60989"/>
                </a:lnTo>
                <a:lnTo>
                  <a:pt x="244018" y="61185"/>
                </a:lnTo>
                <a:close/>
              </a:path>
              <a:path w="288925" h="83185">
                <a:moveTo>
                  <a:pt x="243944" y="61159"/>
                </a:moveTo>
                <a:lnTo>
                  <a:pt x="243769" y="60993"/>
                </a:lnTo>
                <a:lnTo>
                  <a:pt x="243944" y="61159"/>
                </a:lnTo>
                <a:close/>
              </a:path>
              <a:path w="288925" h="83185">
                <a:moveTo>
                  <a:pt x="288308" y="64579"/>
                </a:moveTo>
                <a:lnTo>
                  <a:pt x="245719" y="64579"/>
                </a:lnTo>
                <a:lnTo>
                  <a:pt x="245363" y="63881"/>
                </a:lnTo>
                <a:lnTo>
                  <a:pt x="243759" y="61029"/>
                </a:lnTo>
                <a:lnTo>
                  <a:pt x="244335" y="61772"/>
                </a:lnTo>
                <a:lnTo>
                  <a:pt x="244492" y="61772"/>
                </a:lnTo>
                <a:lnTo>
                  <a:pt x="244730" y="61849"/>
                </a:lnTo>
                <a:lnTo>
                  <a:pt x="286974" y="61912"/>
                </a:lnTo>
                <a:lnTo>
                  <a:pt x="288308" y="64579"/>
                </a:lnTo>
                <a:close/>
              </a:path>
              <a:path w="288925" h="83185">
                <a:moveTo>
                  <a:pt x="244146" y="61284"/>
                </a:moveTo>
                <a:lnTo>
                  <a:pt x="243929" y="61077"/>
                </a:lnTo>
                <a:lnTo>
                  <a:pt x="244146" y="61284"/>
                </a:lnTo>
                <a:close/>
              </a:path>
              <a:path w="288925" h="83185">
                <a:moveTo>
                  <a:pt x="244335" y="61772"/>
                </a:moveTo>
                <a:lnTo>
                  <a:pt x="243852" y="61107"/>
                </a:lnTo>
                <a:lnTo>
                  <a:pt x="244335" y="61772"/>
                </a:lnTo>
                <a:close/>
              </a:path>
              <a:path w="288925" h="83185">
                <a:moveTo>
                  <a:pt x="244185" y="61388"/>
                </a:moveTo>
                <a:lnTo>
                  <a:pt x="243944" y="61159"/>
                </a:lnTo>
                <a:lnTo>
                  <a:pt x="244185" y="61388"/>
                </a:lnTo>
                <a:close/>
              </a:path>
              <a:path w="288925" h="83185">
                <a:moveTo>
                  <a:pt x="244563" y="61849"/>
                </a:moveTo>
                <a:lnTo>
                  <a:pt x="243981" y="61216"/>
                </a:lnTo>
                <a:lnTo>
                  <a:pt x="244185" y="61388"/>
                </a:lnTo>
                <a:lnTo>
                  <a:pt x="244563" y="61849"/>
                </a:lnTo>
                <a:close/>
              </a:path>
              <a:path w="288925" h="83185">
                <a:moveTo>
                  <a:pt x="244492" y="61772"/>
                </a:moveTo>
                <a:lnTo>
                  <a:pt x="244335" y="61772"/>
                </a:lnTo>
                <a:lnTo>
                  <a:pt x="243995" y="61238"/>
                </a:lnTo>
                <a:lnTo>
                  <a:pt x="244492" y="61772"/>
                </a:lnTo>
                <a:close/>
              </a:path>
              <a:path w="288925" h="83185">
                <a:moveTo>
                  <a:pt x="244805" y="61912"/>
                </a:moveTo>
                <a:lnTo>
                  <a:pt x="244185" y="61388"/>
                </a:lnTo>
                <a:lnTo>
                  <a:pt x="244069" y="61247"/>
                </a:lnTo>
                <a:lnTo>
                  <a:pt x="244255" y="61388"/>
                </a:lnTo>
                <a:lnTo>
                  <a:pt x="244805" y="61912"/>
                </a:lnTo>
                <a:close/>
              </a:path>
              <a:path w="288925" h="83185">
                <a:moveTo>
                  <a:pt x="286974" y="61912"/>
                </a:moveTo>
                <a:lnTo>
                  <a:pt x="244805" y="61912"/>
                </a:lnTo>
                <a:lnTo>
                  <a:pt x="244221" y="61356"/>
                </a:lnTo>
                <a:lnTo>
                  <a:pt x="244449" y="61518"/>
                </a:lnTo>
                <a:lnTo>
                  <a:pt x="286777" y="61518"/>
                </a:lnTo>
                <a:lnTo>
                  <a:pt x="286974" y="61912"/>
                </a:lnTo>
                <a:close/>
              </a:path>
              <a:path w="288925" h="83185">
                <a:moveTo>
                  <a:pt x="244730" y="61849"/>
                </a:moveTo>
                <a:lnTo>
                  <a:pt x="244563" y="61849"/>
                </a:lnTo>
                <a:lnTo>
                  <a:pt x="244185" y="61388"/>
                </a:lnTo>
                <a:lnTo>
                  <a:pt x="244730" y="61849"/>
                </a:lnTo>
                <a:close/>
              </a:path>
              <a:path w="288925" h="83185">
                <a:moveTo>
                  <a:pt x="245654" y="64461"/>
                </a:moveTo>
                <a:lnTo>
                  <a:pt x="245334" y="63881"/>
                </a:lnTo>
                <a:lnTo>
                  <a:pt x="245654" y="64461"/>
                </a:lnTo>
                <a:close/>
              </a:path>
              <a:path w="288925" h="83185">
                <a:moveTo>
                  <a:pt x="254787" y="82715"/>
                </a:moveTo>
                <a:lnTo>
                  <a:pt x="245654" y="64461"/>
                </a:lnTo>
                <a:lnTo>
                  <a:pt x="288308" y="64579"/>
                </a:lnTo>
                <a:lnTo>
                  <a:pt x="288848" y="65659"/>
                </a:lnTo>
                <a:lnTo>
                  <a:pt x="254787" y="82715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87</a:t>
            </a:fld>
            <a:endParaRPr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91540"/>
            <a:ext cx="53073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90875" algn="l"/>
              </a:tabLst>
            </a:pPr>
            <a:r>
              <a:rPr sz="3600" u="heavy" spc="-10" dirty="0">
                <a:uFill>
                  <a:solidFill>
                    <a:srgbClr val="000000"/>
                  </a:solidFill>
                </a:uFill>
              </a:rPr>
              <a:t>Insert</a:t>
            </a:r>
            <a:r>
              <a:rPr sz="3600" u="heavy" spc="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+</a:t>
            </a:r>
            <a:r>
              <a:rPr sz="3600" u="heavy" spc="1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delete	</a:t>
            </a:r>
            <a:r>
              <a:rPr sz="3600" u="heavy" spc="-10" dirty="0">
                <a:uFill>
                  <a:solidFill>
                    <a:srgbClr val="000000"/>
                  </a:solidFill>
                </a:uFill>
              </a:rPr>
              <a:t>operations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142740" y="4351020"/>
            <a:ext cx="10801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25" dirty="0">
                <a:latin typeface="Tahoma"/>
                <a:cs typeface="Tahoma"/>
              </a:rPr>
              <a:t>I</a:t>
            </a:r>
            <a:r>
              <a:rPr sz="3200" spc="-5" dirty="0">
                <a:latin typeface="Tahoma"/>
                <a:cs typeface="Tahoma"/>
              </a:rPr>
              <a:t>nse</a:t>
            </a:r>
            <a:r>
              <a:rPr sz="3200" dirty="0">
                <a:latin typeface="Tahoma"/>
                <a:cs typeface="Tahoma"/>
              </a:rPr>
              <a:t>rt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47800" y="2109216"/>
            <a:ext cx="1600200" cy="609600"/>
          </a:xfrm>
          <a:custGeom>
            <a:avLst/>
            <a:gdLst/>
            <a:ahLst/>
            <a:cxnLst/>
            <a:rect l="l" t="t" r="r" b="b"/>
            <a:pathLst>
              <a:path w="1600200" h="609600">
                <a:moveTo>
                  <a:pt x="0" y="0"/>
                </a:moveTo>
                <a:lnTo>
                  <a:pt x="1600200" y="0"/>
                </a:lnTo>
                <a:lnTo>
                  <a:pt x="1600200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43037" y="2105025"/>
            <a:ext cx="1609725" cy="619125"/>
          </a:xfrm>
          <a:custGeom>
            <a:avLst/>
            <a:gdLst/>
            <a:ahLst/>
            <a:cxnLst/>
            <a:rect l="l" t="t" r="r" b="b"/>
            <a:pathLst>
              <a:path w="1609725" h="619125">
                <a:moveTo>
                  <a:pt x="16097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1609725" y="0"/>
                </a:lnTo>
                <a:lnTo>
                  <a:pt x="1609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1609725" y="614362"/>
                </a:lnTo>
                <a:lnTo>
                  <a:pt x="1609725" y="619125"/>
                </a:lnTo>
                <a:close/>
              </a:path>
              <a:path w="16097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609725" h="619125">
                <a:moveTo>
                  <a:pt x="1600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600200" y="4762"/>
                </a:lnTo>
                <a:lnTo>
                  <a:pt x="1600200" y="9525"/>
                </a:lnTo>
                <a:close/>
              </a:path>
              <a:path w="1609725" h="619125">
                <a:moveTo>
                  <a:pt x="1600200" y="614362"/>
                </a:moveTo>
                <a:lnTo>
                  <a:pt x="1600200" y="4762"/>
                </a:lnTo>
                <a:lnTo>
                  <a:pt x="1604962" y="9525"/>
                </a:lnTo>
                <a:lnTo>
                  <a:pt x="1609725" y="9525"/>
                </a:lnTo>
                <a:lnTo>
                  <a:pt x="1609725" y="609600"/>
                </a:lnTo>
                <a:lnTo>
                  <a:pt x="1604962" y="609600"/>
                </a:lnTo>
                <a:lnTo>
                  <a:pt x="1600200" y="614362"/>
                </a:lnTo>
                <a:close/>
              </a:path>
              <a:path w="1609725" h="619125">
                <a:moveTo>
                  <a:pt x="1609725" y="9525"/>
                </a:moveTo>
                <a:lnTo>
                  <a:pt x="1604962" y="9525"/>
                </a:lnTo>
                <a:lnTo>
                  <a:pt x="1600200" y="4762"/>
                </a:lnTo>
                <a:lnTo>
                  <a:pt x="1609725" y="4762"/>
                </a:lnTo>
                <a:lnTo>
                  <a:pt x="1609725" y="9525"/>
                </a:lnTo>
                <a:close/>
              </a:path>
              <a:path w="16097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1609725" h="619125">
                <a:moveTo>
                  <a:pt x="16002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1600200" y="609600"/>
                </a:lnTo>
                <a:lnTo>
                  <a:pt x="1600200" y="614362"/>
                </a:lnTo>
                <a:close/>
              </a:path>
              <a:path w="1609725" h="619125">
                <a:moveTo>
                  <a:pt x="1609725" y="614362"/>
                </a:moveTo>
                <a:lnTo>
                  <a:pt x="1600200" y="614362"/>
                </a:lnTo>
                <a:lnTo>
                  <a:pt x="1604962" y="609600"/>
                </a:lnTo>
                <a:lnTo>
                  <a:pt x="1609725" y="609600"/>
                </a:lnTo>
                <a:lnTo>
                  <a:pt x="16097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429000" y="4129087"/>
            <a:ext cx="609600" cy="76200"/>
          </a:xfrm>
          <a:custGeom>
            <a:avLst/>
            <a:gdLst/>
            <a:ahLst/>
            <a:cxnLst/>
            <a:rect l="l" t="t" r="r" b="b"/>
            <a:pathLst>
              <a:path w="6096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  <a:lnTo>
                  <a:pt x="76200" y="33337"/>
                </a:lnTo>
                <a:lnTo>
                  <a:pt x="57150" y="33337"/>
                </a:lnTo>
                <a:lnTo>
                  <a:pt x="57150" y="42862"/>
                </a:lnTo>
                <a:lnTo>
                  <a:pt x="76200" y="42862"/>
                </a:lnTo>
                <a:lnTo>
                  <a:pt x="76200" y="76200"/>
                </a:lnTo>
                <a:close/>
              </a:path>
              <a:path w="609600" h="76200">
                <a:moveTo>
                  <a:pt x="76200" y="42862"/>
                </a:moveTo>
                <a:lnTo>
                  <a:pt x="57150" y="42862"/>
                </a:lnTo>
                <a:lnTo>
                  <a:pt x="57150" y="33337"/>
                </a:lnTo>
                <a:lnTo>
                  <a:pt x="76200" y="33337"/>
                </a:lnTo>
                <a:lnTo>
                  <a:pt x="76200" y="42862"/>
                </a:lnTo>
                <a:close/>
              </a:path>
              <a:path w="609600" h="76200">
                <a:moveTo>
                  <a:pt x="609600" y="42862"/>
                </a:moveTo>
                <a:lnTo>
                  <a:pt x="76200" y="42862"/>
                </a:lnTo>
                <a:lnTo>
                  <a:pt x="76200" y="33337"/>
                </a:lnTo>
                <a:lnTo>
                  <a:pt x="609600" y="33337"/>
                </a:lnTo>
                <a:lnTo>
                  <a:pt x="609600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447800" y="2718816"/>
            <a:ext cx="1600200" cy="609600"/>
          </a:xfrm>
          <a:custGeom>
            <a:avLst/>
            <a:gdLst/>
            <a:ahLst/>
            <a:cxnLst/>
            <a:rect l="l" t="t" r="r" b="b"/>
            <a:pathLst>
              <a:path w="1600200" h="609600">
                <a:moveTo>
                  <a:pt x="0" y="0"/>
                </a:moveTo>
                <a:lnTo>
                  <a:pt x="1600200" y="0"/>
                </a:lnTo>
                <a:lnTo>
                  <a:pt x="16002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443037" y="2714625"/>
            <a:ext cx="1609725" cy="619125"/>
          </a:xfrm>
          <a:custGeom>
            <a:avLst/>
            <a:gdLst/>
            <a:ahLst/>
            <a:cxnLst/>
            <a:rect l="l" t="t" r="r" b="b"/>
            <a:pathLst>
              <a:path w="1609725" h="619125">
                <a:moveTo>
                  <a:pt x="16097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1609725" y="0"/>
                </a:lnTo>
                <a:lnTo>
                  <a:pt x="1609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1609725" y="614362"/>
                </a:lnTo>
                <a:lnTo>
                  <a:pt x="1609725" y="619125"/>
                </a:lnTo>
                <a:close/>
              </a:path>
              <a:path w="16097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609725" h="619125">
                <a:moveTo>
                  <a:pt x="1600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600200" y="4762"/>
                </a:lnTo>
                <a:lnTo>
                  <a:pt x="1600200" y="9525"/>
                </a:lnTo>
                <a:close/>
              </a:path>
              <a:path w="1609725" h="619125">
                <a:moveTo>
                  <a:pt x="1600200" y="614362"/>
                </a:moveTo>
                <a:lnTo>
                  <a:pt x="1600200" y="4762"/>
                </a:lnTo>
                <a:lnTo>
                  <a:pt x="1604962" y="9525"/>
                </a:lnTo>
                <a:lnTo>
                  <a:pt x="1609725" y="9525"/>
                </a:lnTo>
                <a:lnTo>
                  <a:pt x="1609725" y="609600"/>
                </a:lnTo>
                <a:lnTo>
                  <a:pt x="1604962" y="609600"/>
                </a:lnTo>
                <a:lnTo>
                  <a:pt x="1600200" y="614362"/>
                </a:lnTo>
                <a:close/>
              </a:path>
              <a:path w="1609725" h="619125">
                <a:moveTo>
                  <a:pt x="1609725" y="9525"/>
                </a:moveTo>
                <a:lnTo>
                  <a:pt x="1604962" y="9525"/>
                </a:lnTo>
                <a:lnTo>
                  <a:pt x="1600200" y="4762"/>
                </a:lnTo>
                <a:lnTo>
                  <a:pt x="1609725" y="4762"/>
                </a:lnTo>
                <a:lnTo>
                  <a:pt x="1609725" y="9525"/>
                </a:lnTo>
                <a:close/>
              </a:path>
              <a:path w="16097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1609725" h="619125">
                <a:moveTo>
                  <a:pt x="16002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1600200" y="609600"/>
                </a:lnTo>
                <a:lnTo>
                  <a:pt x="1600200" y="614362"/>
                </a:lnTo>
                <a:close/>
              </a:path>
              <a:path w="1609725" h="619125">
                <a:moveTo>
                  <a:pt x="1609725" y="614362"/>
                </a:moveTo>
                <a:lnTo>
                  <a:pt x="1600200" y="614362"/>
                </a:lnTo>
                <a:lnTo>
                  <a:pt x="1604962" y="609600"/>
                </a:lnTo>
                <a:lnTo>
                  <a:pt x="1609725" y="609600"/>
                </a:lnTo>
                <a:lnTo>
                  <a:pt x="16097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447800" y="3328415"/>
            <a:ext cx="1600200" cy="609600"/>
          </a:xfrm>
          <a:custGeom>
            <a:avLst/>
            <a:gdLst/>
            <a:ahLst/>
            <a:cxnLst/>
            <a:rect l="l" t="t" r="r" b="b"/>
            <a:pathLst>
              <a:path w="1600200" h="609600">
                <a:moveTo>
                  <a:pt x="0" y="0"/>
                </a:moveTo>
                <a:lnTo>
                  <a:pt x="1600200" y="0"/>
                </a:lnTo>
                <a:lnTo>
                  <a:pt x="16002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443037" y="3324225"/>
            <a:ext cx="1609725" cy="619125"/>
          </a:xfrm>
          <a:custGeom>
            <a:avLst/>
            <a:gdLst/>
            <a:ahLst/>
            <a:cxnLst/>
            <a:rect l="l" t="t" r="r" b="b"/>
            <a:pathLst>
              <a:path w="1609725" h="619125">
                <a:moveTo>
                  <a:pt x="16097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1609725" y="0"/>
                </a:lnTo>
                <a:lnTo>
                  <a:pt x="1609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1609725" y="614362"/>
                </a:lnTo>
                <a:lnTo>
                  <a:pt x="1609725" y="619125"/>
                </a:lnTo>
                <a:close/>
              </a:path>
              <a:path w="16097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609725" h="619125">
                <a:moveTo>
                  <a:pt x="1600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600200" y="4762"/>
                </a:lnTo>
                <a:lnTo>
                  <a:pt x="1600200" y="9525"/>
                </a:lnTo>
                <a:close/>
              </a:path>
              <a:path w="1609725" h="619125">
                <a:moveTo>
                  <a:pt x="1600200" y="614362"/>
                </a:moveTo>
                <a:lnTo>
                  <a:pt x="1600200" y="4762"/>
                </a:lnTo>
                <a:lnTo>
                  <a:pt x="1604962" y="9525"/>
                </a:lnTo>
                <a:lnTo>
                  <a:pt x="1609725" y="9525"/>
                </a:lnTo>
                <a:lnTo>
                  <a:pt x="1609725" y="609600"/>
                </a:lnTo>
                <a:lnTo>
                  <a:pt x="1604962" y="609600"/>
                </a:lnTo>
                <a:lnTo>
                  <a:pt x="1600200" y="614362"/>
                </a:lnTo>
                <a:close/>
              </a:path>
              <a:path w="1609725" h="619125">
                <a:moveTo>
                  <a:pt x="1609725" y="9525"/>
                </a:moveTo>
                <a:lnTo>
                  <a:pt x="1604962" y="9525"/>
                </a:lnTo>
                <a:lnTo>
                  <a:pt x="1600200" y="4762"/>
                </a:lnTo>
                <a:lnTo>
                  <a:pt x="1609725" y="4762"/>
                </a:lnTo>
                <a:lnTo>
                  <a:pt x="1609725" y="9525"/>
                </a:lnTo>
                <a:close/>
              </a:path>
              <a:path w="16097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1609725" h="619125">
                <a:moveTo>
                  <a:pt x="16002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1600200" y="609600"/>
                </a:lnTo>
                <a:lnTo>
                  <a:pt x="1600200" y="614362"/>
                </a:lnTo>
                <a:close/>
              </a:path>
              <a:path w="1609725" h="619125">
                <a:moveTo>
                  <a:pt x="1609725" y="614362"/>
                </a:moveTo>
                <a:lnTo>
                  <a:pt x="1600200" y="614362"/>
                </a:lnTo>
                <a:lnTo>
                  <a:pt x="1604962" y="609600"/>
                </a:lnTo>
                <a:lnTo>
                  <a:pt x="1609725" y="609600"/>
                </a:lnTo>
                <a:lnTo>
                  <a:pt x="16097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125979" y="2156142"/>
            <a:ext cx="257175" cy="1733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ahoma"/>
                <a:cs typeface="Tahoma"/>
              </a:rPr>
              <a:t>A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4750">
              <a:latin typeface="Tahoma"/>
              <a:cs typeface="Tahoma"/>
            </a:endParaRPr>
          </a:p>
          <a:p>
            <a:pPr marL="8255">
              <a:lnSpc>
                <a:spcPct val="100000"/>
              </a:lnSpc>
            </a:pPr>
            <a:r>
              <a:rPr sz="3200" dirty="0">
                <a:latin typeface="Tahoma"/>
                <a:cs typeface="Tahoma"/>
              </a:rPr>
              <a:t>Z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443037" y="453866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443037" y="45196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443037" y="450056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443037" y="44815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443037" y="446246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443037" y="44434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443037" y="442436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443037" y="44053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443037" y="438626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443037" y="43672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443037" y="434816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443037" y="43291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443037" y="431006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443037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443037" y="427196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443037" y="42529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443037" y="423386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443037" y="42148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443037" y="419576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443037" y="41767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443037" y="415766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443037" y="41386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443037" y="411956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443037" y="41005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443037" y="408146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443037" y="40624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443037" y="404336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443037" y="40243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443037" y="400526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443037" y="39862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443037" y="396716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443037" y="39481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44780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46685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48590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50495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52400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54305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56210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58115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60020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61925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63830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65735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67640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69545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71450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73355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75260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77165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79070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80975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82880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84785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86690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88595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90500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92405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94310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196215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198120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200025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201930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203835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205740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207645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209550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211455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213360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215265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217170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219075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220980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222885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224790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226695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228600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230505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232410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234315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236220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238125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240030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241935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243840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245745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247650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249555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251460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253365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255270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257175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259080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260985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262890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264795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266700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268605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270510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272415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274320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276225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278130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280035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281940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283845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285750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287655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289560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291465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293370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295275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297180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299085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300990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3028950" y="3933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3043237" y="39385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3043237" y="39576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3043237" y="39766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3043237" y="39957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3043237" y="40147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3043237" y="40338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3043237" y="40528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3043237" y="40719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3043237" y="40909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3043237" y="41100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3043237" y="41290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3043237" y="41481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3043237" y="41671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3043237" y="41862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3043237" y="42052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3043237" y="42243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3043237" y="42433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3043237" y="42624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3043237" y="42814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3043237" y="43005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3043237" y="43195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3043237" y="43386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3043237" y="43576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3043237" y="43767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3043237" y="43957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3043237" y="44148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3043237" y="44338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3043237" y="44529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3043237" y="44719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3043237" y="44910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3043237" y="451008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3043237" y="452913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303847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301942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300037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298132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296227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294322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292417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290512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288607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286702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284797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282892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280987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279082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277177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275272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273367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271462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269557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267652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265747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263842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261937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260032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258127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256222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254317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252412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250507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248602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246697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91"/>
          <p:cNvSpPr/>
          <p:nvPr/>
        </p:nvSpPr>
        <p:spPr>
          <a:xfrm>
            <a:off x="244792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92"/>
          <p:cNvSpPr/>
          <p:nvPr/>
        </p:nvSpPr>
        <p:spPr>
          <a:xfrm>
            <a:off x="242887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93"/>
          <p:cNvSpPr/>
          <p:nvPr/>
        </p:nvSpPr>
        <p:spPr>
          <a:xfrm>
            <a:off x="240982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4"/>
          <p:cNvSpPr/>
          <p:nvPr/>
        </p:nvSpPr>
        <p:spPr>
          <a:xfrm>
            <a:off x="239077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95"/>
          <p:cNvSpPr/>
          <p:nvPr/>
        </p:nvSpPr>
        <p:spPr>
          <a:xfrm>
            <a:off x="237172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6"/>
          <p:cNvSpPr/>
          <p:nvPr/>
        </p:nvSpPr>
        <p:spPr>
          <a:xfrm>
            <a:off x="235267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7"/>
          <p:cNvSpPr/>
          <p:nvPr/>
        </p:nvSpPr>
        <p:spPr>
          <a:xfrm>
            <a:off x="233362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8"/>
          <p:cNvSpPr/>
          <p:nvPr/>
        </p:nvSpPr>
        <p:spPr>
          <a:xfrm>
            <a:off x="231457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199"/>
          <p:cNvSpPr/>
          <p:nvPr/>
        </p:nvSpPr>
        <p:spPr>
          <a:xfrm>
            <a:off x="229552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/>
          <p:nvPr/>
        </p:nvSpPr>
        <p:spPr>
          <a:xfrm>
            <a:off x="227647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1"/>
          <p:cNvSpPr/>
          <p:nvPr/>
        </p:nvSpPr>
        <p:spPr>
          <a:xfrm>
            <a:off x="225742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2"/>
          <p:cNvSpPr/>
          <p:nvPr/>
        </p:nvSpPr>
        <p:spPr>
          <a:xfrm>
            <a:off x="223837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203"/>
          <p:cNvSpPr/>
          <p:nvPr/>
        </p:nvSpPr>
        <p:spPr>
          <a:xfrm>
            <a:off x="221932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4"/>
          <p:cNvSpPr/>
          <p:nvPr/>
        </p:nvSpPr>
        <p:spPr>
          <a:xfrm>
            <a:off x="220027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05"/>
          <p:cNvSpPr/>
          <p:nvPr/>
        </p:nvSpPr>
        <p:spPr>
          <a:xfrm>
            <a:off x="218122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6"/>
          <p:cNvSpPr/>
          <p:nvPr/>
        </p:nvSpPr>
        <p:spPr>
          <a:xfrm>
            <a:off x="216217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object 207"/>
          <p:cNvSpPr/>
          <p:nvPr/>
        </p:nvSpPr>
        <p:spPr>
          <a:xfrm>
            <a:off x="214312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08"/>
          <p:cNvSpPr/>
          <p:nvPr/>
        </p:nvSpPr>
        <p:spPr>
          <a:xfrm>
            <a:off x="212407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209"/>
          <p:cNvSpPr/>
          <p:nvPr/>
        </p:nvSpPr>
        <p:spPr>
          <a:xfrm>
            <a:off x="210502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210"/>
          <p:cNvSpPr/>
          <p:nvPr/>
        </p:nvSpPr>
        <p:spPr>
          <a:xfrm>
            <a:off x="208597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11"/>
          <p:cNvSpPr/>
          <p:nvPr/>
        </p:nvSpPr>
        <p:spPr>
          <a:xfrm>
            <a:off x="206692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object 212"/>
          <p:cNvSpPr/>
          <p:nvPr/>
        </p:nvSpPr>
        <p:spPr>
          <a:xfrm>
            <a:off x="204787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object 213"/>
          <p:cNvSpPr/>
          <p:nvPr/>
        </p:nvSpPr>
        <p:spPr>
          <a:xfrm>
            <a:off x="202882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object 214"/>
          <p:cNvSpPr/>
          <p:nvPr/>
        </p:nvSpPr>
        <p:spPr>
          <a:xfrm>
            <a:off x="200977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object 215"/>
          <p:cNvSpPr/>
          <p:nvPr/>
        </p:nvSpPr>
        <p:spPr>
          <a:xfrm>
            <a:off x="199072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object 216"/>
          <p:cNvSpPr/>
          <p:nvPr/>
        </p:nvSpPr>
        <p:spPr>
          <a:xfrm>
            <a:off x="197167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object 217"/>
          <p:cNvSpPr/>
          <p:nvPr/>
        </p:nvSpPr>
        <p:spPr>
          <a:xfrm>
            <a:off x="195262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object 218"/>
          <p:cNvSpPr/>
          <p:nvPr/>
        </p:nvSpPr>
        <p:spPr>
          <a:xfrm>
            <a:off x="193357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object 219"/>
          <p:cNvSpPr/>
          <p:nvPr/>
        </p:nvSpPr>
        <p:spPr>
          <a:xfrm>
            <a:off x="191452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object 220"/>
          <p:cNvSpPr/>
          <p:nvPr/>
        </p:nvSpPr>
        <p:spPr>
          <a:xfrm>
            <a:off x="189547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object 221"/>
          <p:cNvSpPr/>
          <p:nvPr/>
        </p:nvSpPr>
        <p:spPr>
          <a:xfrm>
            <a:off x="187642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object 222"/>
          <p:cNvSpPr/>
          <p:nvPr/>
        </p:nvSpPr>
        <p:spPr>
          <a:xfrm>
            <a:off x="185737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object 223"/>
          <p:cNvSpPr/>
          <p:nvPr/>
        </p:nvSpPr>
        <p:spPr>
          <a:xfrm>
            <a:off x="183832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object 224"/>
          <p:cNvSpPr/>
          <p:nvPr/>
        </p:nvSpPr>
        <p:spPr>
          <a:xfrm>
            <a:off x="181927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object 225"/>
          <p:cNvSpPr/>
          <p:nvPr/>
        </p:nvSpPr>
        <p:spPr>
          <a:xfrm>
            <a:off x="180022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object 226"/>
          <p:cNvSpPr/>
          <p:nvPr/>
        </p:nvSpPr>
        <p:spPr>
          <a:xfrm>
            <a:off x="178117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object 227"/>
          <p:cNvSpPr/>
          <p:nvPr/>
        </p:nvSpPr>
        <p:spPr>
          <a:xfrm>
            <a:off x="176212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object 228"/>
          <p:cNvSpPr/>
          <p:nvPr/>
        </p:nvSpPr>
        <p:spPr>
          <a:xfrm>
            <a:off x="174307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object 229"/>
          <p:cNvSpPr/>
          <p:nvPr/>
        </p:nvSpPr>
        <p:spPr>
          <a:xfrm>
            <a:off x="172402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object 230"/>
          <p:cNvSpPr/>
          <p:nvPr/>
        </p:nvSpPr>
        <p:spPr>
          <a:xfrm>
            <a:off x="170497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object 231"/>
          <p:cNvSpPr/>
          <p:nvPr/>
        </p:nvSpPr>
        <p:spPr>
          <a:xfrm>
            <a:off x="168592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object 232"/>
          <p:cNvSpPr/>
          <p:nvPr/>
        </p:nvSpPr>
        <p:spPr>
          <a:xfrm>
            <a:off x="166687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object 233"/>
          <p:cNvSpPr/>
          <p:nvPr/>
        </p:nvSpPr>
        <p:spPr>
          <a:xfrm>
            <a:off x="164782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object 234"/>
          <p:cNvSpPr/>
          <p:nvPr/>
        </p:nvSpPr>
        <p:spPr>
          <a:xfrm>
            <a:off x="162877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object 235"/>
          <p:cNvSpPr/>
          <p:nvPr/>
        </p:nvSpPr>
        <p:spPr>
          <a:xfrm>
            <a:off x="160972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object 236"/>
          <p:cNvSpPr/>
          <p:nvPr/>
        </p:nvSpPr>
        <p:spPr>
          <a:xfrm>
            <a:off x="159067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object 237"/>
          <p:cNvSpPr/>
          <p:nvPr/>
        </p:nvSpPr>
        <p:spPr>
          <a:xfrm>
            <a:off x="157162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object 238"/>
          <p:cNvSpPr/>
          <p:nvPr/>
        </p:nvSpPr>
        <p:spPr>
          <a:xfrm>
            <a:off x="155257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object 239"/>
          <p:cNvSpPr/>
          <p:nvPr/>
        </p:nvSpPr>
        <p:spPr>
          <a:xfrm>
            <a:off x="153352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object 240"/>
          <p:cNvSpPr/>
          <p:nvPr/>
        </p:nvSpPr>
        <p:spPr>
          <a:xfrm>
            <a:off x="151447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object 241"/>
          <p:cNvSpPr/>
          <p:nvPr/>
        </p:nvSpPr>
        <p:spPr>
          <a:xfrm>
            <a:off x="149542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object 242"/>
          <p:cNvSpPr/>
          <p:nvPr/>
        </p:nvSpPr>
        <p:spPr>
          <a:xfrm>
            <a:off x="147637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object 243"/>
          <p:cNvSpPr/>
          <p:nvPr/>
        </p:nvSpPr>
        <p:spPr>
          <a:xfrm>
            <a:off x="1457325" y="4543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object 244"/>
          <p:cNvSpPr txBox="1"/>
          <p:nvPr/>
        </p:nvSpPr>
        <p:spPr>
          <a:xfrm>
            <a:off x="1447800" y="3943350"/>
            <a:ext cx="1595755" cy="60007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50800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400"/>
              </a:spcBef>
            </a:pPr>
            <a:r>
              <a:rPr sz="3200" i="1" dirty="0">
                <a:latin typeface="Symbol"/>
                <a:cs typeface="Symbol"/>
              </a:rPr>
              <a:t></a:t>
            </a:r>
            <a:endParaRPr sz="3200">
              <a:latin typeface="Symbol"/>
              <a:cs typeface="Symbol"/>
            </a:endParaRPr>
          </a:p>
        </p:txBody>
      </p:sp>
      <p:sp>
        <p:nvSpPr>
          <p:cNvPr id="246" name="object 24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247" name="object 24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248" name="object 24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88</a:t>
            </a:fld>
            <a:endParaRPr dirty="0"/>
          </a:p>
        </p:txBody>
      </p:sp>
      <p:sp>
        <p:nvSpPr>
          <p:cNvPr id="245" name="object 245"/>
          <p:cNvSpPr txBox="1"/>
          <p:nvPr/>
        </p:nvSpPr>
        <p:spPr>
          <a:xfrm>
            <a:off x="2164464" y="2874010"/>
            <a:ext cx="516890" cy="395605"/>
          </a:xfrm>
          <a:prstGeom prst="rect">
            <a:avLst/>
          </a:prstGeom>
        </p:spPr>
        <p:txBody>
          <a:bodyPr vert="vert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..</a:t>
            </a:r>
            <a:r>
              <a:rPr sz="3200" dirty="0">
                <a:latin typeface="Tahoma"/>
                <a:cs typeface="Tahoma"/>
              </a:rPr>
              <a:t>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91540"/>
            <a:ext cx="60140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Modifications 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to 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locking rules: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89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6085840" cy="20745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AutoNum type="arabicParenBoth"/>
              <a:tabLst>
                <a:tab pos="672465" algn="l"/>
              </a:tabLst>
            </a:pPr>
            <a:r>
              <a:rPr sz="3200" spc="-5" dirty="0">
                <a:latin typeface="Tahoma"/>
                <a:cs typeface="Tahoma"/>
              </a:rPr>
              <a:t>Get </a:t>
            </a:r>
            <a:r>
              <a:rPr sz="3200" spc="-10" dirty="0">
                <a:latin typeface="Tahoma"/>
                <a:cs typeface="Tahoma"/>
              </a:rPr>
              <a:t>exclusive </a:t>
            </a:r>
            <a:r>
              <a:rPr sz="3200" spc="-5" dirty="0">
                <a:latin typeface="Tahoma"/>
                <a:cs typeface="Tahoma"/>
              </a:rPr>
              <a:t>lock </a:t>
            </a:r>
            <a:r>
              <a:rPr sz="3200" dirty="0">
                <a:latin typeface="Tahoma"/>
                <a:cs typeface="Tahoma"/>
              </a:rPr>
              <a:t>on A </a:t>
            </a:r>
            <a:r>
              <a:rPr sz="3200" spc="-15" dirty="0">
                <a:latin typeface="Tahoma"/>
                <a:cs typeface="Tahoma"/>
              </a:rPr>
              <a:t>before  </a:t>
            </a:r>
            <a:r>
              <a:rPr sz="3200" spc="-5" dirty="0">
                <a:latin typeface="Tahoma"/>
                <a:cs typeface="Tahoma"/>
              </a:rPr>
              <a:t>deleting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</a:t>
            </a:r>
            <a:endParaRPr sz="3200">
              <a:latin typeface="Tahoma"/>
              <a:cs typeface="Tahoma"/>
            </a:endParaRPr>
          </a:p>
          <a:p>
            <a:pPr marL="482600" marR="269875" indent="-469900">
              <a:lnSpc>
                <a:spcPct val="100000"/>
              </a:lnSpc>
              <a:spcBef>
                <a:spcPts val="765"/>
              </a:spcBef>
              <a:buAutoNum type="arabicParenBoth"/>
              <a:tabLst>
                <a:tab pos="672465" algn="l"/>
              </a:tabLst>
            </a:pPr>
            <a:r>
              <a:rPr sz="3200" spc="-15" dirty="0">
                <a:latin typeface="Tahoma"/>
                <a:cs typeface="Tahoma"/>
              </a:rPr>
              <a:t>At </a:t>
            </a:r>
            <a:r>
              <a:rPr sz="3200" spc="-5" dirty="0">
                <a:latin typeface="Tahoma"/>
                <a:cs typeface="Tahoma"/>
              </a:rPr>
              <a:t>insert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10" dirty="0">
                <a:latin typeface="Tahoma"/>
                <a:cs typeface="Tahoma"/>
              </a:rPr>
              <a:t>operation </a:t>
            </a:r>
            <a:r>
              <a:rPr sz="3200" spc="-5" dirty="0">
                <a:latin typeface="Tahoma"/>
                <a:cs typeface="Tahoma"/>
              </a:rPr>
              <a:t>by Ti,  Ti is </a:t>
            </a:r>
            <a:r>
              <a:rPr sz="3200" spc="-10" dirty="0">
                <a:latin typeface="Tahoma"/>
                <a:cs typeface="Tahoma"/>
              </a:rPr>
              <a:t>given exclusive </a:t>
            </a:r>
            <a:r>
              <a:rPr sz="3200" spc="-5" dirty="0">
                <a:latin typeface="Tahoma"/>
                <a:cs typeface="Tahoma"/>
              </a:rPr>
              <a:t>lock </a:t>
            </a:r>
            <a:r>
              <a:rPr sz="3200" dirty="0">
                <a:latin typeface="Tahoma"/>
                <a:cs typeface="Tahoma"/>
              </a:rPr>
              <a:t>on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911859"/>
            <a:ext cx="41808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77389" algn="l"/>
              </a:tabLst>
            </a:pPr>
            <a:r>
              <a:rPr sz="3600" dirty="0"/>
              <a:t>Still </a:t>
            </a:r>
            <a:r>
              <a:rPr sz="3600" spc="-15" dirty="0"/>
              <a:t>have	</a:t>
            </a:r>
            <a:r>
              <a:rPr sz="3600" dirty="0"/>
              <a:t>a</a:t>
            </a:r>
            <a:r>
              <a:rPr sz="3600" spc="-75" dirty="0"/>
              <a:t> </a:t>
            </a:r>
            <a:r>
              <a:rPr sz="3600" spc="-5" dirty="0"/>
              <a:t>problem: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5095113" y="976502"/>
            <a:ext cx="2584068" cy="4663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357437" y="4602162"/>
          <a:ext cx="3962400" cy="1066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243204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55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69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3204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3200" spc="-5" dirty="0">
                          <a:latin typeface="Tahoma"/>
                          <a:cs typeface="Tahoma"/>
                        </a:rPr>
                        <a:t>Smith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69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243204">
                        <a:lnSpc>
                          <a:spcPts val="3640"/>
                        </a:lnSpc>
                        <a:spcBef>
                          <a:spcPts val="459"/>
                        </a:spcBef>
                      </a:pPr>
                      <a:r>
                        <a:rPr sz="3200" dirty="0">
                          <a:latin typeface="Tahoma"/>
                          <a:cs typeface="Tahoma"/>
                        </a:rPr>
                        <a:t>75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3204">
                        <a:lnSpc>
                          <a:spcPts val="3640"/>
                        </a:lnSpc>
                        <a:spcBef>
                          <a:spcPts val="459"/>
                        </a:spcBef>
                      </a:pPr>
                      <a:r>
                        <a:rPr sz="3200" spc="-5" dirty="0">
                          <a:latin typeface="Tahoma"/>
                          <a:cs typeface="Tahoma"/>
                        </a:rPr>
                        <a:t>Jones</a:t>
                      </a:r>
                      <a:endParaRPr sz="3200">
                        <a:latin typeface="Tahoma"/>
                        <a:cs typeface="Tahoma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90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764540" y="1582864"/>
            <a:ext cx="6068060" cy="4116704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3200" spc="-5" dirty="0">
                <a:latin typeface="Tahoma"/>
                <a:cs typeface="Tahoma"/>
              </a:rPr>
              <a:t>Example: relation </a:t>
            </a:r>
            <a:r>
              <a:rPr sz="3200" dirty="0">
                <a:latin typeface="Tahoma"/>
                <a:cs typeface="Tahoma"/>
              </a:rPr>
              <a:t>R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(E#,name,…)</a:t>
            </a:r>
            <a:endParaRPr sz="3200">
              <a:latin typeface="Tahoma"/>
              <a:cs typeface="Tahoma"/>
            </a:endParaRPr>
          </a:p>
          <a:p>
            <a:pPr marL="1841500" marR="519430">
              <a:lnSpc>
                <a:spcPts val="4600"/>
              </a:lnSpc>
              <a:spcBef>
                <a:spcPts val="275"/>
              </a:spcBef>
            </a:pPr>
            <a:r>
              <a:rPr sz="3200" spc="-10" dirty="0">
                <a:latin typeface="Tahoma"/>
                <a:cs typeface="Tahoma"/>
              </a:rPr>
              <a:t>constraint: </a:t>
            </a:r>
            <a:r>
              <a:rPr sz="3200" dirty="0">
                <a:latin typeface="Tahoma"/>
                <a:cs typeface="Tahoma"/>
              </a:rPr>
              <a:t>E# </a:t>
            </a:r>
            <a:r>
              <a:rPr sz="3200" spc="-5" dirty="0">
                <a:latin typeface="Tahoma"/>
                <a:cs typeface="Tahoma"/>
              </a:rPr>
              <a:t>is </a:t>
            </a:r>
            <a:r>
              <a:rPr sz="3200" spc="-15" dirty="0">
                <a:latin typeface="Tahoma"/>
                <a:cs typeface="Tahoma"/>
              </a:rPr>
              <a:t>key  </a:t>
            </a:r>
            <a:r>
              <a:rPr sz="3200" spc="-5" dirty="0">
                <a:latin typeface="Tahoma"/>
                <a:cs typeface="Tahoma"/>
              </a:rPr>
              <a:t>use tuple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locking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550">
              <a:latin typeface="Tahoma"/>
              <a:cs typeface="Tahoma"/>
            </a:endParaRPr>
          </a:p>
          <a:p>
            <a:pPr marL="926465" marR="1019810" indent="-914400">
              <a:lnSpc>
                <a:spcPct val="119900"/>
              </a:lnSpc>
              <a:spcBef>
                <a:spcPts val="5"/>
              </a:spcBef>
              <a:tabLst>
                <a:tab pos="1840864" algn="l"/>
                <a:tab pos="2755265" algn="l"/>
                <a:tab pos="4584065" algn="l"/>
              </a:tabLst>
            </a:pPr>
            <a:r>
              <a:rPr sz="3200" dirty="0">
                <a:latin typeface="Tahoma"/>
                <a:cs typeface="Tahoma"/>
              </a:rPr>
              <a:t>R		</a:t>
            </a:r>
            <a:r>
              <a:rPr sz="3200" spc="-5" dirty="0">
                <a:latin typeface="Tahoma"/>
                <a:cs typeface="Tahoma"/>
              </a:rPr>
              <a:t>E</a:t>
            </a:r>
            <a:r>
              <a:rPr sz="3200" dirty="0">
                <a:latin typeface="Tahoma"/>
                <a:cs typeface="Tahoma"/>
              </a:rPr>
              <a:t>#	</a:t>
            </a:r>
            <a:r>
              <a:rPr sz="3200" spc="-5" dirty="0">
                <a:latin typeface="Tahoma"/>
                <a:cs typeface="Tahoma"/>
              </a:rPr>
              <a:t>Nam</a:t>
            </a:r>
            <a:r>
              <a:rPr sz="3200" dirty="0">
                <a:latin typeface="Tahoma"/>
                <a:cs typeface="Tahoma"/>
              </a:rPr>
              <a:t>e	</a:t>
            </a:r>
            <a:r>
              <a:rPr sz="3200" spc="-5" dirty="0">
                <a:latin typeface="Tahoma"/>
                <a:cs typeface="Tahoma"/>
              </a:rPr>
              <a:t>…</a:t>
            </a:r>
            <a:r>
              <a:rPr sz="3200" dirty="0">
                <a:latin typeface="Tahoma"/>
                <a:cs typeface="Tahoma"/>
              </a:rPr>
              <a:t>.  o1</a:t>
            </a:r>
            <a:endParaRPr sz="3200">
              <a:latin typeface="Tahoma"/>
              <a:cs typeface="Tahoma"/>
            </a:endParaRPr>
          </a:p>
          <a:p>
            <a:pPr marL="926465">
              <a:lnSpc>
                <a:spcPct val="100000"/>
              </a:lnSpc>
              <a:spcBef>
                <a:spcPts val="765"/>
              </a:spcBef>
            </a:pPr>
            <a:r>
              <a:rPr sz="3200" dirty="0">
                <a:latin typeface="Tahoma"/>
                <a:cs typeface="Tahoma"/>
              </a:rPr>
              <a:t>o2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617854"/>
            <a:ext cx="624395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T</a:t>
            </a:r>
            <a:r>
              <a:rPr sz="2400" spc="-5" dirty="0"/>
              <a:t>1</a:t>
            </a:r>
            <a:r>
              <a:rPr sz="3600" spc="-5" dirty="0"/>
              <a:t>: </a:t>
            </a:r>
            <a:r>
              <a:rPr sz="3600" spc="-10" dirty="0"/>
              <a:t>Insert </a:t>
            </a:r>
            <a:r>
              <a:rPr sz="3600" spc="-45" dirty="0"/>
              <a:t>&lt;04,Kerry,…&gt; </a:t>
            </a:r>
            <a:r>
              <a:rPr sz="3600" spc="-5" dirty="0"/>
              <a:t>into </a:t>
            </a:r>
            <a:r>
              <a:rPr sz="3600" dirty="0"/>
              <a:t>R  </a:t>
            </a:r>
            <a:r>
              <a:rPr sz="3600" spc="-5" dirty="0"/>
              <a:t>T</a:t>
            </a:r>
            <a:r>
              <a:rPr sz="2400" spc="-5" dirty="0"/>
              <a:t>2</a:t>
            </a:r>
            <a:r>
              <a:rPr sz="3600" spc="-5" dirty="0"/>
              <a:t>: </a:t>
            </a:r>
            <a:r>
              <a:rPr sz="3600" spc="-10" dirty="0"/>
              <a:t>Insert </a:t>
            </a:r>
            <a:r>
              <a:rPr sz="3600" spc="-5" dirty="0"/>
              <a:t>&lt;04,Bush,…&gt; into</a:t>
            </a:r>
            <a:r>
              <a:rPr sz="3600" spc="-35" dirty="0"/>
              <a:t> </a:t>
            </a:r>
            <a:r>
              <a:rPr sz="3600" dirty="0"/>
              <a:t>R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64540" y="1960371"/>
            <a:ext cx="1117600" cy="1116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81000">
              <a:lnSpc>
                <a:spcPct val="111800"/>
              </a:lnSpc>
              <a:spcBef>
                <a:spcPts val="100"/>
              </a:spcBef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1  </a:t>
            </a:r>
            <a:r>
              <a:rPr sz="3200" spc="-5" dirty="0">
                <a:latin typeface="Tahoma"/>
                <a:cs typeface="Tahoma"/>
              </a:rPr>
              <a:t>S</a:t>
            </a:r>
            <a:r>
              <a:rPr sz="24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(o</a:t>
            </a:r>
            <a:r>
              <a:rPr sz="2400" spc="-5" dirty="0">
                <a:latin typeface="Tahoma"/>
                <a:cs typeface="Tahoma"/>
              </a:rPr>
              <a:t>1</a:t>
            </a:r>
            <a:r>
              <a:rPr sz="3200" dirty="0">
                <a:latin typeface="Tahoma"/>
                <a:cs typeface="Tahoma"/>
              </a:rPr>
              <a:t>)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07890" y="1914448"/>
            <a:ext cx="1212850" cy="1162685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36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  <a:p>
            <a:pPr marL="107950">
              <a:lnSpc>
                <a:spcPct val="100000"/>
              </a:lnSpc>
              <a:spcBef>
                <a:spcPts val="375"/>
              </a:spcBef>
            </a:pPr>
            <a:r>
              <a:rPr sz="3200" spc="-5" dirty="0">
                <a:latin typeface="Tahoma"/>
                <a:cs typeface="Tahoma"/>
              </a:rPr>
              <a:t>S</a:t>
            </a:r>
            <a:r>
              <a:rPr sz="2400" spc="-5" dirty="0">
                <a:latin typeface="Tahoma"/>
                <a:cs typeface="Tahoma"/>
              </a:rPr>
              <a:t>2</a:t>
            </a:r>
            <a:r>
              <a:rPr sz="3200" spc="-5" dirty="0">
                <a:latin typeface="Tahoma"/>
                <a:cs typeface="Tahoma"/>
              </a:rPr>
              <a:t>(o</a:t>
            </a:r>
            <a:r>
              <a:rPr sz="2400" spc="-5" dirty="0">
                <a:latin typeface="Tahoma"/>
                <a:cs typeface="Tahoma"/>
              </a:rPr>
              <a:t>1</a:t>
            </a:r>
            <a:r>
              <a:rPr sz="3200" dirty="0">
                <a:latin typeface="Tahoma"/>
                <a:cs typeface="Tahoma"/>
              </a:rPr>
              <a:t>)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3052571"/>
            <a:ext cx="3044825" cy="109474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3200" spc="-5" dirty="0">
                <a:latin typeface="Tahoma"/>
                <a:cs typeface="Tahoma"/>
              </a:rPr>
              <a:t>S</a:t>
            </a:r>
            <a:r>
              <a:rPr sz="24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(o</a:t>
            </a:r>
            <a:r>
              <a:rPr sz="2400" spc="-5" dirty="0">
                <a:latin typeface="Tahoma"/>
                <a:cs typeface="Tahoma"/>
              </a:rPr>
              <a:t>2</a:t>
            </a:r>
            <a:r>
              <a:rPr sz="3200" spc="-5" dirty="0">
                <a:latin typeface="Tahoma"/>
                <a:cs typeface="Tahoma"/>
              </a:rPr>
              <a:t>)</a:t>
            </a:r>
            <a:endParaRPr sz="3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3200" spc="-5" dirty="0">
                <a:latin typeface="Tahoma"/>
                <a:cs typeface="Tahoma"/>
              </a:rPr>
              <a:t>Check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Constraint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03140" y="3052571"/>
            <a:ext cx="3044825" cy="109474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3200" spc="-5" dirty="0">
                <a:latin typeface="Tahoma"/>
                <a:cs typeface="Tahoma"/>
              </a:rPr>
              <a:t>S</a:t>
            </a:r>
            <a:r>
              <a:rPr sz="2400" spc="-5" dirty="0">
                <a:latin typeface="Tahoma"/>
                <a:cs typeface="Tahoma"/>
              </a:rPr>
              <a:t>2</a:t>
            </a:r>
            <a:r>
              <a:rPr sz="3200" spc="-5" dirty="0">
                <a:latin typeface="Tahoma"/>
                <a:cs typeface="Tahoma"/>
              </a:rPr>
              <a:t>(o</a:t>
            </a:r>
            <a:r>
              <a:rPr sz="2400" spc="-5" dirty="0">
                <a:latin typeface="Tahoma"/>
                <a:cs typeface="Tahoma"/>
              </a:rPr>
              <a:t>2</a:t>
            </a:r>
            <a:r>
              <a:rPr sz="3200" spc="-5" dirty="0">
                <a:latin typeface="Tahoma"/>
                <a:cs typeface="Tahoma"/>
              </a:rPr>
              <a:t>)</a:t>
            </a:r>
            <a:endParaRPr sz="3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3200" spc="-5" dirty="0">
                <a:latin typeface="Tahoma"/>
                <a:cs typeface="Tahoma"/>
              </a:rPr>
              <a:t>Check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Constraint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4540" y="4706620"/>
            <a:ext cx="371792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Insert</a:t>
            </a:r>
            <a:r>
              <a:rPr sz="3200" spc="-90" dirty="0">
                <a:latin typeface="Tahoma"/>
                <a:cs typeface="Tahoma"/>
              </a:rPr>
              <a:t> </a:t>
            </a:r>
            <a:r>
              <a:rPr sz="3200" spc="-40" dirty="0">
                <a:latin typeface="Tahoma"/>
                <a:cs typeface="Tahoma"/>
              </a:rPr>
              <a:t>o</a:t>
            </a:r>
            <a:r>
              <a:rPr sz="2400" spc="-40" dirty="0">
                <a:latin typeface="Tahoma"/>
                <a:cs typeface="Tahoma"/>
              </a:rPr>
              <a:t>3</a:t>
            </a:r>
            <a:r>
              <a:rPr sz="3200" spc="-40" dirty="0">
                <a:latin typeface="Tahoma"/>
                <a:cs typeface="Tahoma"/>
              </a:rPr>
              <a:t>[04,Kerry,..]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03140" y="5241290"/>
            <a:ext cx="10801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25" dirty="0">
                <a:latin typeface="Tahoma"/>
                <a:cs typeface="Tahoma"/>
              </a:rPr>
              <a:t>I</a:t>
            </a:r>
            <a:r>
              <a:rPr sz="3200" spc="-5" dirty="0">
                <a:latin typeface="Tahoma"/>
                <a:cs typeface="Tahoma"/>
              </a:rPr>
              <a:t>nse</a:t>
            </a:r>
            <a:r>
              <a:rPr sz="3200" dirty="0">
                <a:latin typeface="Tahoma"/>
                <a:cs typeface="Tahoma"/>
              </a:rPr>
              <a:t>rt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7439" y="5681345"/>
            <a:ext cx="251206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20" dirty="0">
                <a:latin typeface="Tahoma"/>
                <a:cs typeface="Tahoma"/>
              </a:rPr>
              <a:t>o</a:t>
            </a:r>
            <a:r>
              <a:rPr sz="2400" spc="-20" dirty="0">
                <a:latin typeface="Tahoma"/>
                <a:cs typeface="Tahoma"/>
              </a:rPr>
              <a:t>4</a:t>
            </a:r>
            <a:r>
              <a:rPr sz="3200" spc="-20" dirty="0">
                <a:latin typeface="Tahoma"/>
                <a:cs typeface="Tahoma"/>
              </a:rPr>
              <a:t>[04,Bush,..]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35864" y="4498022"/>
            <a:ext cx="516890" cy="395605"/>
          </a:xfrm>
          <a:prstGeom prst="rect">
            <a:avLst/>
          </a:prstGeom>
        </p:spPr>
        <p:txBody>
          <a:bodyPr vert="vert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..</a:t>
            </a:r>
            <a:r>
              <a:rPr sz="3200" dirty="0">
                <a:latin typeface="Tahoma"/>
                <a:cs typeface="Tahoma"/>
              </a:rPr>
              <a:t>.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69664" y="4421822"/>
            <a:ext cx="516890" cy="395605"/>
          </a:xfrm>
          <a:prstGeom prst="rect">
            <a:avLst/>
          </a:prstGeom>
        </p:spPr>
        <p:txBody>
          <a:bodyPr vert="vert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..</a:t>
            </a:r>
            <a:r>
              <a:rPr sz="3200" dirty="0">
                <a:latin typeface="Tahoma"/>
                <a:cs typeface="Tahoma"/>
              </a:rPr>
              <a:t>.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62000" y="2590800"/>
            <a:ext cx="6096000" cy="0"/>
          </a:xfrm>
          <a:custGeom>
            <a:avLst/>
            <a:gdLst/>
            <a:ahLst/>
            <a:cxnLst/>
            <a:rect l="l" t="t" r="r" b="b"/>
            <a:pathLst>
              <a:path w="6096000">
                <a:moveTo>
                  <a:pt x="0" y="0"/>
                </a:moveTo>
                <a:lnTo>
                  <a:pt x="6096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575175" y="2008187"/>
            <a:ext cx="0" cy="4305300"/>
          </a:xfrm>
          <a:custGeom>
            <a:avLst/>
            <a:gdLst/>
            <a:ahLst/>
            <a:cxnLst/>
            <a:rect l="l" t="t" r="r" b="b"/>
            <a:pathLst>
              <a:path h="4305300">
                <a:moveTo>
                  <a:pt x="0" y="0"/>
                </a:moveTo>
                <a:lnTo>
                  <a:pt x="0" y="430530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91</a:t>
            </a:fld>
            <a:endParaRPr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91540"/>
            <a:ext cx="16497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Solution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64540" y="1916556"/>
            <a:ext cx="5511165" cy="236474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Use multiple </a:t>
            </a:r>
            <a:r>
              <a:rPr sz="3200" spc="-10" dirty="0">
                <a:latin typeface="Tahoma"/>
                <a:cs typeface="Tahoma"/>
              </a:rPr>
              <a:t>granularity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tree</a:t>
            </a:r>
            <a:endParaRPr sz="3200">
              <a:latin typeface="Tahoma"/>
              <a:cs typeface="Tahoma"/>
            </a:endParaRPr>
          </a:p>
          <a:p>
            <a:pPr marL="393700" marR="782955" indent="-381000">
              <a:lnSpc>
                <a:spcPct val="119900"/>
              </a:lnSpc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0" dirty="0">
                <a:latin typeface="Tahoma"/>
                <a:cs typeface="Tahoma"/>
              </a:rPr>
              <a:t>Before </a:t>
            </a:r>
            <a:r>
              <a:rPr sz="3200" spc="-5" dirty="0">
                <a:latin typeface="Tahoma"/>
                <a:cs typeface="Tahoma"/>
              </a:rPr>
              <a:t>insert of node </a:t>
            </a:r>
            <a:r>
              <a:rPr sz="3200" spc="-25" dirty="0">
                <a:latin typeface="Tahoma"/>
                <a:cs typeface="Tahoma"/>
              </a:rPr>
              <a:t>Q,  </a:t>
            </a:r>
            <a:r>
              <a:rPr sz="3200" spc="-5" dirty="0">
                <a:latin typeface="Tahoma"/>
                <a:cs typeface="Tahoma"/>
              </a:rPr>
              <a:t>lock parent(Q)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in</a:t>
            </a:r>
            <a:endParaRPr sz="3200">
              <a:latin typeface="Tahoma"/>
              <a:cs typeface="Tahoma"/>
            </a:endParaRPr>
          </a:p>
          <a:p>
            <a:pPr marL="393700">
              <a:lnSpc>
                <a:spcPct val="100000"/>
              </a:lnSpc>
              <a:spcBef>
                <a:spcPts val="765"/>
              </a:spcBef>
            </a:pPr>
            <a:r>
              <a:rPr sz="3200" dirty="0">
                <a:latin typeface="Tahoma"/>
                <a:cs typeface="Tahoma"/>
              </a:rPr>
              <a:t>X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mode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52692" y="3272256"/>
            <a:ext cx="49974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R</a:t>
            </a:r>
            <a:r>
              <a:rPr sz="3200" dirty="0">
                <a:latin typeface="Tahoma"/>
                <a:cs typeface="Tahoma"/>
              </a:rPr>
              <a:t>1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37787" y="4339056"/>
            <a:ext cx="30035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000" dirty="0">
                <a:latin typeface="Tahoma"/>
                <a:cs typeface="Tahoma"/>
              </a:rPr>
              <a:t>1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702177" y="3182937"/>
            <a:ext cx="4276471" cy="20662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614187" y="4643856"/>
            <a:ext cx="30035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000" dirty="0"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92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7442987" y="4643856"/>
            <a:ext cx="30035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000" dirty="0">
                <a:latin typeface="Tahoma"/>
                <a:cs typeface="Tahoma"/>
              </a:rPr>
              <a:t>3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180975"/>
            <a:ext cx="335152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heavy" dirty="0">
                <a:uFill>
                  <a:solidFill>
                    <a:srgbClr val="000000"/>
                  </a:solidFill>
                </a:uFill>
              </a:rPr>
              <a:t>Back to</a:t>
            </a:r>
            <a:r>
              <a:rPr sz="3600" u="heavy" spc="-6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example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56565" y="1062037"/>
            <a:ext cx="2889885" cy="829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0850" marR="5080" indent="-438150">
              <a:lnSpc>
                <a:spcPct val="1099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T</a:t>
            </a:r>
            <a:r>
              <a:rPr sz="1800" spc="-5" dirty="0">
                <a:latin typeface="Tahoma"/>
                <a:cs typeface="Tahoma"/>
              </a:rPr>
              <a:t>1</a:t>
            </a:r>
            <a:r>
              <a:rPr sz="2400" spc="-5" dirty="0">
                <a:latin typeface="Tahoma"/>
                <a:cs typeface="Tahoma"/>
              </a:rPr>
              <a:t>:</a:t>
            </a:r>
            <a:r>
              <a:rPr sz="2400" spc="-7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Insert&lt;04,Kerry&gt;  </a:t>
            </a:r>
            <a:r>
              <a:rPr sz="2400" spc="-5" dirty="0">
                <a:latin typeface="Tahoma"/>
                <a:cs typeface="Tahoma"/>
              </a:rPr>
              <a:t>T</a:t>
            </a:r>
            <a:r>
              <a:rPr sz="1800" spc="-5" dirty="0"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09415" y="1062037"/>
            <a:ext cx="2844800" cy="829310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sz="2400" spc="-5" dirty="0">
                <a:latin typeface="Tahoma"/>
                <a:cs typeface="Tahoma"/>
              </a:rPr>
              <a:t>T</a:t>
            </a:r>
            <a:r>
              <a:rPr sz="1800" spc="-5" dirty="0">
                <a:latin typeface="Tahoma"/>
                <a:cs typeface="Tahoma"/>
              </a:rPr>
              <a:t>2</a:t>
            </a:r>
            <a:r>
              <a:rPr sz="2400" spc="-5" dirty="0">
                <a:latin typeface="Tahoma"/>
                <a:cs typeface="Tahoma"/>
              </a:rPr>
              <a:t>:</a:t>
            </a:r>
            <a:r>
              <a:rPr sz="2400" spc="-7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Insert&lt;04,Bush&gt;</a:t>
            </a:r>
            <a:endParaRPr sz="2400">
              <a:latin typeface="Tahoma"/>
              <a:cs typeface="Tahoma"/>
            </a:endParaRPr>
          </a:p>
          <a:p>
            <a:pPr marL="903605">
              <a:lnSpc>
                <a:spcPct val="100000"/>
              </a:lnSpc>
              <a:spcBef>
                <a:spcPts val="284"/>
              </a:spcBef>
            </a:pPr>
            <a:r>
              <a:rPr sz="2400" spc="-5" dirty="0">
                <a:latin typeface="Tahoma"/>
                <a:cs typeface="Tahoma"/>
              </a:rPr>
              <a:t>T</a:t>
            </a:r>
            <a:r>
              <a:rPr sz="1800" spc="-5" dirty="0">
                <a:latin typeface="Tahoma"/>
                <a:cs typeface="Tahoma"/>
              </a:rPr>
              <a:t>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6565" y="1902777"/>
            <a:ext cx="7505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X</a:t>
            </a:r>
            <a:r>
              <a:rPr sz="1800" dirty="0">
                <a:latin typeface="Tahoma"/>
                <a:cs typeface="Tahoma"/>
              </a:rPr>
              <a:t>1</a:t>
            </a:r>
            <a:r>
              <a:rPr sz="2400" dirty="0">
                <a:latin typeface="Tahoma"/>
                <a:cs typeface="Tahoma"/>
              </a:rPr>
              <a:t>(R)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6565" y="3071177"/>
            <a:ext cx="7487284" cy="2437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108575">
              <a:lnSpc>
                <a:spcPct val="11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Check </a:t>
            </a:r>
            <a:r>
              <a:rPr sz="2400" spc="-10" dirty="0">
                <a:latin typeface="Tahoma"/>
                <a:cs typeface="Tahoma"/>
              </a:rPr>
              <a:t>constraint  </a:t>
            </a:r>
            <a:r>
              <a:rPr sz="2400" spc="-20" dirty="0">
                <a:latin typeface="Tahoma"/>
                <a:cs typeface="Tahoma"/>
              </a:rPr>
              <a:t>I</a:t>
            </a:r>
            <a:r>
              <a:rPr sz="2400" dirty="0">
                <a:latin typeface="Tahoma"/>
                <a:cs typeface="Tahoma"/>
              </a:rPr>
              <a:t>n</a:t>
            </a:r>
            <a:r>
              <a:rPr sz="2400" spc="-5" dirty="0">
                <a:latin typeface="Tahoma"/>
                <a:cs typeface="Tahoma"/>
              </a:rPr>
              <a:t>s</a:t>
            </a:r>
            <a:r>
              <a:rPr sz="2400" dirty="0">
                <a:latin typeface="Tahoma"/>
                <a:cs typeface="Tahoma"/>
              </a:rPr>
              <a:t>ert</a:t>
            </a:r>
            <a:r>
              <a:rPr sz="2400" spc="-5" dirty="0">
                <a:latin typeface="Tahoma"/>
                <a:cs typeface="Tahoma"/>
              </a:rPr>
              <a:t>&lt;0</a:t>
            </a:r>
            <a:r>
              <a:rPr sz="2400" spc="-30" dirty="0">
                <a:latin typeface="Tahoma"/>
                <a:cs typeface="Tahoma"/>
              </a:rPr>
              <a:t>4</a:t>
            </a:r>
            <a:r>
              <a:rPr sz="2400" spc="-5" dirty="0">
                <a:latin typeface="Tahoma"/>
                <a:cs typeface="Tahoma"/>
              </a:rPr>
              <a:t>,</a:t>
            </a:r>
            <a:r>
              <a:rPr sz="2400" spc="-75" dirty="0">
                <a:latin typeface="Tahoma"/>
                <a:cs typeface="Tahoma"/>
              </a:rPr>
              <a:t>K</a:t>
            </a:r>
            <a:r>
              <a:rPr sz="2400" dirty="0">
                <a:latin typeface="Tahoma"/>
                <a:cs typeface="Tahoma"/>
              </a:rPr>
              <a:t>err</a:t>
            </a:r>
            <a:r>
              <a:rPr sz="2400" spc="-5" dirty="0">
                <a:latin typeface="Tahoma"/>
                <a:cs typeface="Tahoma"/>
              </a:rPr>
              <a:t>y</a:t>
            </a:r>
            <a:r>
              <a:rPr sz="2400" dirty="0">
                <a:latin typeface="Tahoma"/>
                <a:cs typeface="Tahoma"/>
              </a:rPr>
              <a:t>&gt;  U(R)</a:t>
            </a:r>
            <a:endParaRPr sz="2400">
              <a:latin typeface="Tahoma"/>
              <a:cs typeface="Tahoma"/>
            </a:endParaRPr>
          </a:p>
          <a:p>
            <a:pPr marL="3670300">
              <a:lnSpc>
                <a:spcPct val="100000"/>
              </a:lnSpc>
              <a:spcBef>
                <a:spcPts val="280"/>
              </a:spcBef>
            </a:pPr>
            <a:r>
              <a:rPr sz="2400" dirty="0">
                <a:latin typeface="Tahoma"/>
                <a:cs typeface="Tahoma"/>
              </a:rPr>
              <a:t>X</a:t>
            </a:r>
            <a:r>
              <a:rPr sz="1800" dirty="0">
                <a:latin typeface="Tahoma"/>
                <a:cs typeface="Tahoma"/>
              </a:rPr>
              <a:t>2</a:t>
            </a:r>
            <a:r>
              <a:rPr sz="2400" dirty="0">
                <a:latin typeface="Tahoma"/>
                <a:cs typeface="Tahoma"/>
              </a:rPr>
              <a:t>(R)</a:t>
            </a:r>
            <a:endParaRPr sz="2400">
              <a:latin typeface="Tahoma"/>
              <a:cs typeface="Tahoma"/>
            </a:endParaRPr>
          </a:p>
          <a:p>
            <a:pPr marL="3670300">
              <a:lnSpc>
                <a:spcPct val="100000"/>
              </a:lnSpc>
              <a:spcBef>
                <a:spcPts val="285"/>
              </a:spcBef>
            </a:pPr>
            <a:r>
              <a:rPr sz="2400" spc="-5" dirty="0">
                <a:latin typeface="Tahoma"/>
                <a:cs typeface="Tahoma"/>
              </a:rPr>
              <a:t>Check</a:t>
            </a:r>
            <a:r>
              <a:rPr sz="2400" spc="-10" dirty="0">
                <a:latin typeface="Tahoma"/>
                <a:cs typeface="Tahoma"/>
              </a:rPr>
              <a:t> constraint</a:t>
            </a:r>
            <a:endParaRPr sz="2400">
              <a:latin typeface="Tahoma"/>
              <a:cs typeface="Tahoma"/>
            </a:endParaRPr>
          </a:p>
          <a:p>
            <a:pPr marL="3670300">
              <a:lnSpc>
                <a:spcPct val="100000"/>
              </a:lnSpc>
              <a:spcBef>
                <a:spcPts val="285"/>
              </a:spcBef>
            </a:pPr>
            <a:r>
              <a:rPr sz="2400" spc="-5" dirty="0">
                <a:latin typeface="Tahoma"/>
                <a:cs typeface="Tahoma"/>
              </a:rPr>
              <a:t>Oops! </a:t>
            </a:r>
            <a:r>
              <a:rPr sz="2400" dirty="0">
                <a:latin typeface="Tahoma"/>
                <a:cs typeface="Tahoma"/>
              </a:rPr>
              <a:t>e# = </a:t>
            </a:r>
            <a:r>
              <a:rPr sz="2400" spc="-5" dirty="0">
                <a:latin typeface="Tahoma"/>
                <a:cs typeface="Tahoma"/>
              </a:rPr>
              <a:t>04 already </a:t>
            </a:r>
            <a:r>
              <a:rPr sz="2400" dirty="0">
                <a:latin typeface="Tahoma"/>
                <a:cs typeface="Tahoma"/>
              </a:rPr>
              <a:t>in</a:t>
            </a:r>
            <a:r>
              <a:rPr sz="2400" spc="-7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R!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12775" y="1909762"/>
            <a:ext cx="6624955" cy="0"/>
          </a:xfrm>
          <a:custGeom>
            <a:avLst/>
            <a:gdLst/>
            <a:ahLst/>
            <a:cxnLst/>
            <a:rect l="l" t="t" r="r" b="b"/>
            <a:pathLst>
              <a:path w="6624955">
                <a:moveTo>
                  <a:pt x="0" y="0"/>
                </a:moveTo>
                <a:lnTo>
                  <a:pt x="6624637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821112" y="1027112"/>
            <a:ext cx="0" cy="5427980"/>
          </a:xfrm>
          <a:custGeom>
            <a:avLst/>
            <a:gdLst/>
            <a:ahLst/>
            <a:cxnLst/>
            <a:rect l="l" t="t" r="r" b="b"/>
            <a:pathLst>
              <a:path h="5427980">
                <a:moveTo>
                  <a:pt x="0" y="0"/>
                </a:moveTo>
                <a:lnTo>
                  <a:pt x="0" y="5427662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351341" y="2243239"/>
            <a:ext cx="1580383" cy="6698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549140" y="2318384"/>
            <a:ext cx="7505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(R)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93</a:t>
            </a:fld>
            <a:endParaRPr dirty="0"/>
          </a:p>
        </p:txBody>
      </p:sp>
      <p:sp>
        <p:nvSpPr>
          <p:cNvPr id="11" name="object 11"/>
          <p:cNvSpPr txBox="1"/>
          <p:nvPr/>
        </p:nvSpPr>
        <p:spPr>
          <a:xfrm>
            <a:off x="5943730" y="2320301"/>
            <a:ext cx="889000" cy="3136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850" i="1" spc="-590" dirty="0">
                <a:latin typeface="Tahoma"/>
                <a:cs typeface="Tahoma"/>
              </a:rPr>
              <a:t>delayed</a:t>
            </a:r>
            <a:endParaRPr sz="18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6577" y="697865"/>
            <a:ext cx="80003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73725" algn="l"/>
              </a:tabLst>
            </a:pPr>
            <a:r>
              <a:rPr sz="3600" spc="-5" dirty="0"/>
              <a:t>Instead </a:t>
            </a:r>
            <a:r>
              <a:rPr sz="3600" dirty="0"/>
              <a:t>of </a:t>
            </a:r>
            <a:r>
              <a:rPr sz="3600" spc="-5" dirty="0"/>
              <a:t>using </a:t>
            </a:r>
            <a:r>
              <a:rPr sz="3600" dirty="0"/>
              <a:t>R,</a:t>
            </a:r>
            <a:r>
              <a:rPr sz="3600" spc="20" dirty="0"/>
              <a:t> </a:t>
            </a:r>
            <a:r>
              <a:rPr sz="3600" spc="-5" dirty="0"/>
              <a:t>can</a:t>
            </a:r>
            <a:r>
              <a:rPr sz="3600" dirty="0"/>
              <a:t> </a:t>
            </a:r>
            <a:r>
              <a:rPr sz="3600" spc="-5" dirty="0"/>
              <a:t>use	index </a:t>
            </a:r>
            <a:r>
              <a:rPr sz="3600" dirty="0"/>
              <a:t>on</a:t>
            </a:r>
            <a:r>
              <a:rPr sz="3600" spc="-80" dirty="0"/>
              <a:t> </a:t>
            </a:r>
            <a:r>
              <a:rPr sz="3600" dirty="0"/>
              <a:t>R: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3948582" y="2001304"/>
            <a:ext cx="21462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R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2012949"/>
            <a:ext cx="1958975" cy="1591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Example:</a:t>
            </a:r>
            <a:endParaRPr sz="3200">
              <a:latin typeface="Tahoma"/>
              <a:cs typeface="Tahoma"/>
            </a:endParaRPr>
          </a:p>
          <a:p>
            <a:pPr marL="444500" marR="5080" indent="369570">
              <a:lnSpc>
                <a:spcPct val="100000"/>
              </a:lnSpc>
              <a:spcBef>
                <a:spcPts val="2720"/>
              </a:spcBef>
            </a:pPr>
            <a:r>
              <a:rPr sz="2400" spc="-5" dirty="0">
                <a:latin typeface="Tahoma"/>
                <a:cs typeface="Tahoma"/>
              </a:rPr>
              <a:t>Index  0&lt;E#&lt;10</a:t>
            </a:r>
            <a:r>
              <a:rPr sz="2400" dirty="0">
                <a:latin typeface="Tahoma"/>
                <a:cs typeface="Tahoma"/>
              </a:rPr>
              <a:t>0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7500" y="1851025"/>
            <a:ext cx="8313166" cy="34378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993094" y="2770936"/>
            <a:ext cx="185991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3594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Index  100&lt;E#&lt;20</a:t>
            </a:r>
            <a:r>
              <a:rPr sz="2400" dirty="0">
                <a:latin typeface="Tahoma"/>
                <a:cs typeface="Tahoma"/>
              </a:rPr>
              <a:t>0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2462" y="4668304"/>
            <a:ext cx="8064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E#=</a:t>
            </a:r>
            <a:r>
              <a:rPr sz="2400" dirty="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95462" y="4668304"/>
            <a:ext cx="8064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E#=</a:t>
            </a:r>
            <a:r>
              <a:rPr sz="2400" dirty="0">
                <a:latin typeface="Tahoma"/>
                <a:cs typeface="Tahoma"/>
              </a:rPr>
              <a:t>5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43615" y="4744504"/>
            <a:ext cx="11391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E#=10</a:t>
            </a:r>
            <a:r>
              <a:rPr sz="2400" dirty="0">
                <a:latin typeface="Tahoma"/>
                <a:cs typeface="Tahoma"/>
              </a:rPr>
              <a:t>7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67513" y="4668304"/>
            <a:ext cx="11391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E#=10</a:t>
            </a:r>
            <a:r>
              <a:rPr sz="2400" dirty="0">
                <a:latin typeface="Tahoma"/>
                <a:cs typeface="Tahoma"/>
              </a:rPr>
              <a:t>9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436338" y="2079675"/>
            <a:ext cx="3964304" cy="619125"/>
          </a:xfrm>
          <a:custGeom>
            <a:avLst/>
            <a:gdLst/>
            <a:ahLst/>
            <a:cxnLst/>
            <a:rect l="l" t="t" r="r" b="b"/>
            <a:pathLst>
              <a:path w="3964304" h="619125">
                <a:moveTo>
                  <a:pt x="3962400" y="619023"/>
                </a:moveTo>
                <a:lnTo>
                  <a:pt x="0" y="9423"/>
                </a:lnTo>
                <a:lnTo>
                  <a:pt x="1447" y="0"/>
                </a:lnTo>
                <a:lnTo>
                  <a:pt x="3963847" y="609599"/>
                </a:lnTo>
                <a:lnTo>
                  <a:pt x="3962400" y="6190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210877" y="4644072"/>
            <a:ext cx="39560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..</a:t>
            </a:r>
            <a:r>
              <a:rPr sz="3200" dirty="0">
                <a:latin typeface="Tahoma"/>
                <a:cs typeface="Tahoma"/>
              </a:rPr>
              <a:t>.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94</a:t>
            </a:fld>
            <a:endParaRPr dirty="0"/>
          </a:p>
        </p:txBody>
      </p:sp>
      <p:sp>
        <p:nvSpPr>
          <p:cNvPr id="13" name="object 13"/>
          <p:cNvSpPr txBox="1"/>
          <p:nvPr/>
        </p:nvSpPr>
        <p:spPr>
          <a:xfrm>
            <a:off x="8251190" y="2724785"/>
            <a:ext cx="39560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..</a:t>
            </a:r>
            <a:r>
              <a:rPr sz="3200" dirty="0">
                <a:latin typeface="Tahoma"/>
                <a:cs typeface="Tahoma"/>
              </a:rPr>
              <a:t>.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870190" y="4553585"/>
            <a:ext cx="39560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..</a:t>
            </a:r>
            <a:r>
              <a:rPr sz="3200" dirty="0">
                <a:latin typeface="Tahoma"/>
                <a:cs typeface="Tahoma"/>
              </a:rPr>
              <a:t>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2012949"/>
            <a:ext cx="691324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This approach can </a:t>
            </a:r>
            <a:r>
              <a:rPr sz="3200" dirty="0">
                <a:latin typeface="Tahoma"/>
                <a:cs typeface="Tahoma"/>
              </a:rPr>
              <a:t>be </a:t>
            </a:r>
            <a:r>
              <a:rPr sz="3200" spc="-10" dirty="0">
                <a:latin typeface="Tahoma"/>
                <a:cs typeface="Tahoma"/>
              </a:rPr>
              <a:t>generalized </a:t>
            </a:r>
            <a:r>
              <a:rPr sz="3200" spc="-5" dirty="0">
                <a:latin typeface="Tahoma"/>
                <a:cs typeface="Tahoma"/>
              </a:rPr>
              <a:t>to  multiple</a:t>
            </a:r>
            <a:r>
              <a:rPr sz="3200" spc="-10" dirty="0">
                <a:latin typeface="Tahoma"/>
                <a:cs typeface="Tahoma"/>
              </a:rPr>
              <a:t> indexes...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95</a:t>
            </a:fld>
            <a:endParaRPr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29944"/>
            <a:ext cx="13538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u="heavy" spc="-10" dirty="0">
                <a:uFill>
                  <a:solidFill>
                    <a:srgbClr val="000000"/>
                  </a:solidFill>
                </a:uFill>
              </a:rPr>
              <a:t>N</a:t>
            </a:r>
            <a:r>
              <a:rPr sz="4400" u="heavy" spc="-5" dirty="0">
                <a:uFill>
                  <a:solidFill>
                    <a:srgbClr val="000000"/>
                  </a:solidFill>
                </a:uFill>
              </a:rPr>
              <a:t>ext</a:t>
            </a:r>
            <a:r>
              <a:rPr sz="4400" u="heavy" dirty="0">
                <a:uFill>
                  <a:solidFill>
                    <a:srgbClr val="000000"/>
                  </a:solidFill>
                </a:uFill>
              </a:rPr>
              <a:t>: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96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16556"/>
            <a:ext cx="6057900" cy="119507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35" dirty="0">
                <a:latin typeface="Tahoma"/>
                <a:cs typeface="Tahoma"/>
              </a:rPr>
              <a:t>Tree-based </a:t>
            </a:r>
            <a:r>
              <a:rPr sz="3200" spc="-5" dirty="0">
                <a:latin typeface="Tahoma"/>
                <a:cs typeface="Tahoma"/>
              </a:rPr>
              <a:t>concurrency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control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20" dirty="0">
                <a:latin typeface="Tahoma"/>
                <a:cs typeface="Tahoma"/>
              </a:rPr>
              <a:t>Validation </a:t>
            </a:r>
            <a:r>
              <a:rPr sz="3200" spc="-5" dirty="0">
                <a:latin typeface="Tahoma"/>
                <a:cs typeface="Tahoma"/>
              </a:rPr>
              <a:t>concurrency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control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544512"/>
            <a:ext cx="154178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u="heavy" spc="-5" dirty="0">
                <a:uFill>
                  <a:solidFill>
                    <a:srgbClr val="000000"/>
                  </a:solidFill>
                </a:uFill>
              </a:rPr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93068" y="1867230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87558" y="2629230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40158" y="2705430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88068" y="3467430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90813" y="4381830"/>
            <a:ext cx="21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087664" y="1809750"/>
            <a:ext cx="4276521" cy="30568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204068" y="4381830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97</a:t>
            </a:fld>
            <a:endParaRPr dirty="0"/>
          </a:p>
        </p:txBody>
      </p:sp>
      <p:sp>
        <p:nvSpPr>
          <p:cNvPr id="10" name="object 10"/>
          <p:cNvSpPr txBox="1"/>
          <p:nvPr/>
        </p:nvSpPr>
        <p:spPr>
          <a:xfrm>
            <a:off x="715327" y="1205865"/>
            <a:ext cx="291020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0" marR="5080" indent="-190500">
              <a:lnSpc>
                <a:spcPct val="100000"/>
              </a:lnSpc>
              <a:spcBef>
                <a:spcPts val="100"/>
              </a:spcBef>
              <a:buFont typeface="Tahoma"/>
              <a:buChar char="•"/>
              <a:tabLst>
                <a:tab pos="246379" algn="l"/>
              </a:tabLst>
            </a:pPr>
            <a:r>
              <a:rPr dirty="0"/>
              <a:t>	</a:t>
            </a:r>
            <a:r>
              <a:rPr sz="2400" dirty="0">
                <a:latin typeface="Tahoma"/>
                <a:cs typeface="Tahoma"/>
              </a:rPr>
              <a:t>all </a:t>
            </a:r>
            <a:r>
              <a:rPr sz="2400" spc="-5" dirty="0">
                <a:latin typeface="Tahoma"/>
                <a:cs typeface="Tahoma"/>
              </a:rPr>
              <a:t>objects</a:t>
            </a:r>
            <a:r>
              <a:rPr sz="2400" spc="-7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accessed  through root,  following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pointers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90234" y="1629409"/>
            <a:ext cx="9518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T</a:t>
            </a:r>
            <a:r>
              <a:rPr sz="1800" spc="-5" dirty="0">
                <a:solidFill>
                  <a:srgbClr val="FF0000"/>
                </a:solidFill>
                <a:latin typeface="Tahoma"/>
                <a:cs typeface="Tahoma"/>
              </a:rPr>
              <a:t>1</a:t>
            </a:r>
            <a:r>
              <a:rPr sz="1800" spc="114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lock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83747" y="3178809"/>
            <a:ext cx="9518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T</a:t>
            </a:r>
            <a:r>
              <a:rPr sz="1800" spc="-5" dirty="0">
                <a:solidFill>
                  <a:srgbClr val="FF0000"/>
                </a:solidFill>
                <a:latin typeface="Tahoma"/>
                <a:cs typeface="Tahoma"/>
              </a:rPr>
              <a:t>1</a:t>
            </a:r>
            <a:r>
              <a:rPr sz="1800" spc="114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lock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96110" y="3042284"/>
            <a:ext cx="9518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T</a:t>
            </a:r>
            <a:r>
              <a:rPr sz="1800" spc="-5" dirty="0">
                <a:solidFill>
                  <a:srgbClr val="FF0000"/>
                </a:solidFill>
                <a:latin typeface="Tahoma"/>
                <a:cs typeface="Tahoma"/>
              </a:rPr>
              <a:t>1</a:t>
            </a:r>
            <a:r>
              <a:rPr sz="1800" spc="114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lock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66552" y="5068570"/>
            <a:ext cx="4367530" cy="878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dirty="0">
                <a:solidFill>
                  <a:srgbClr val="3333CC"/>
                </a:solidFill>
                <a:latin typeface="Wingdings 2"/>
                <a:cs typeface="Wingdings 2"/>
              </a:rPr>
              <a:t></a:t>
            </a: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3333CC"/>
                </a:solidFill>
                <a:latin typeface="Tahoma"/>
                <a:cs typeface="Tahoma"/>
              </a:rPr>
              <a:t>can we release A</a:t>
            </a:r>
            <a:r>
              <a:rPr sz="2800" spc="130" dirty="0">
                <a:solidFill>
                  <a:srgbClr val="3333CC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3333CC"/>
                </a:solidFill>
                <a:latin typeface="Tahoma"/>
                <a:cs typeface="Tahoma"/>
              </a:rPr>
              <a:t>lock</a:t>
            </a:r>
            <a:endParaRPr sz="2800">
              <a:latin typeface="Tahoma"/>
              <a:cs typeface="Tahoma"/>
            </a:endParaRPr>
          </a:p>
          <a:p>
            <a:pPr marL="457200">
              <a:lnSpc>
                <a:spcPct val="100000"/>
              </a:lnSpc>
            </a:pPr>
            <a:r>
              <a:rPr sz="2800" dirty="0">
                <a:solidFill>
                  <a:srgbClr val="3333CC"/>
                </a:solidFill>
                <a:latin typeface="Tahoma"/>
                <a:cs typeface="Tahoma"/>
              </a:rPr>
              <a:t>if </a:t>
            </a:r>
            <a:r>
              <a:rPr sz="2800" spc="-5" dirty="0">
                <a:solidFill>
                  <a:srgbClr val="3333CC"/>
                </a:solidFill>
                <a:latin typeface="Tahoma"/>
                <a:cs typeface="Tahoma"/>
              </a:rPr>
              <a:t>we no longer need</a:t>
            </a:r>
            <a:r>
              <a:rPr sz="2800" spc="-30" dirty="0">
                <a:solidFill>
                  <a:srgbClr val="3333CC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3333CC"/>
                </a:solidFill>
                <a:latin typeface="Tahoma"/>
                <a:cs typeface="Tahoma"/>
              </a:rPr>
              <a:t>A??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98637" y="2800350"/>
            <a:ext cx="252412" cy="4667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764157" y="3265068"/>
            <a:ext cx="148590" cy="304165"/>
          </a:xfrm>
          <a:custGeom>
            <a:avLst/>
            <a:gdLst/>
            <a:ahLst/>
            <a:cxnLst/>
            <a:rect l="l" t="t" r="r" b="b"/>
            <a:pathLst>
              <a:path w="148589" h="304164">
                <a:moveTo>
                  <a:pt x="8636" y="304050"/>
                </a:moveTo>
                <a:lnTo>
                  <a:pt x="0" y="300037"/>
                </a:lnTo>
                <a:lnTo>
                  <a:pt x="139700" y="0"/>
                </a:lnTo>
                <a:lnTo>
                  <a:pt x="148336" y="4013"/>
                </a:lnTo>
                <a:lnTo>
                  <a:pt x="8636" y="304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03818" y="3276269"/>
            <a:ext cx="145415" cy="315595"/>
          </a:xfrm>
          <a:custGeom>
            <a:avLst/>
            <a:gdLst/>
            <a:ahLst/>
            <a:cxnLst/>
            <a:rect l="l" t="t" r="r" b="b"/>
            <a:pathLst>
              <a:path w="145414" h="315595">
                <a:moveTo>
                  <a:pt x="136525" y="314985"/>
                </a:moveTo>
                <a:lnTo>
                  <a:pt x="0" y="3835"/>
                </a:lnTo>
                <a:lnTo>
                  <a:pt x="8712" y="0"/>
                </a:lnTo>
                <a:lnTo>
                  <a:pt x="145237" y="311150"/>
                </a:lnTo>
                <a:lnTo>
                  <a:pt x="136525" y="3149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49564" y="2722943"/>
            <a:ext cx="272491" cy="3971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64540" y="891540"/>
            <a:ext cx="67456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78785" algn="l"/>
                <a:tab pos="3795395" algn="l"/>
              </a:tabLst>
            </a:pPr>
            <a:r>
              <a:rPr sz="3600" u="heavy" spc="-10" dirty="0">
                <a:uFill>
                  <a:solidFill>
                    <a:srgbClr val="000000"/>
                  </a:solidFill>
                </a:uFill>
              </a:rPr>
              <a:t>Idea:</a:t>
            </a:r>
            <a:r>
              <a:rPr sz="3600" u="heavy" spc="1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3600" u="heavy" spc="-20" dirty="0">
                <a:uFill>
                  <a:solidFill>
                    <a:srgbClr val="000000"/>
                  </a:solidFill>
                </a:uFill>
              </a:rPr>
              <a:t>traverse	</a:t>
            </a:r>
            <a:r>
              <a:rPr sz="3600" u="heavy" spc="-10" dirty="0">
                <a:uFill>
                  <a:solidFill>
                    <a:srgbClr val="000000"/>
                  </a:solidFill>
                </a:uFill>
              </a:rPr>
              <a:t>like	“Monkey</a:t>
            </a:r>
            <a:r>
              <a:rPr sz="3600" u="heavy" spc="-6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Bars”</a:t>
            </a:r>
            <a:endParaRPr sz="3600"/>
          </a:p>
        </p:txBody>
      </p:sp>
      <p:sp>
        <p:nvSpPr>
          <p:cNvPr id="7" name="object 7"/>
          <p:cNvSpPr/>
          <p:nvPr/>
        </p:nvSpPr>
        <p:spPr>
          <a:xfrm>
            <a:off x="1306512" y="3094037"/>
            <a:ext cx="0" cy="1257300"/>
          </a:xfrm>
          <a:custGeom>
            <a:avLst/>
            <a:gdLst/>
            <a:ahLst/>
            <a:cxnLst/>
            <a:rect l="l" t="t" r="r" b="b"/>
            <a:pathLst>
              <a:path h="1257300">
                <a:moveTo>
                  <a:pt x="0" y="0"/>
                </a:moveTo>
                <a:lnTo>
                  <a:pt x="0" y="12573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397250" y="2427287"/>
            <a:ext cx="0" cy="1257300"/>
          </a:xfrm>
          <a:custGeom>
            <a:avLst/>
            <a:gdLst/>
            <a:ahLst/>
            <a:cxnLst/>
            <a:rect l="l" t="t" r="r" b="b"/>
            <a:pathLst>
              <a:path h="1257300">
                <a:moveTo>
                  <a:pt x="0" y="0"/>
                </a:moveTo>
                <a:lnTo>
                  <a:pt x="0" y="12573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00733" y="2405964"/>
            <a:ext cx="2113915" cy="706755"/>
          </a:xfrm>
          <a:custGeom>
            <a:avLst/>
            <a:gdLst/>
            <a:ahLst/>
            <a:cxnLst/>
            <a:rect l="l" t="t" r="r" b="b"/>
            <a:pathLst>
              <a:path w="2113915" h="706755">
                <a:moveTo>
                  <a:pt x="11569" y="706221"/>
                </a:moveTo>
                <a:lnTo>
                  <a:pt x="0" y="669924"/>
                </a:lnTo>
                <a:lnTo>
                  <a:pt x="2101850" y="0"/>
                </a:lnTo>
                <a:lnTo>
                  <a:pt x="2113419" y="36296"/>
                </a:lnTo>
                <a:lnTo>
                  <a:pt x="11569" y="7062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04875" y="2703512"/>
            <a:ext cx="0" cy="1257300"/>
          </a:xfrm>
          <a:custGeom>
            <a:avLst/>
            <a:gdLst/>
            <a:ahLst/>
            <a:cxnLst/>
            <a:rect l="l" t="t" r="r" b="b"/>
            <a:pathLst>
              <a:path h="1257300">
                <a:moveTo>
                  <a:pt x="0" y="0"/>
                </a:moveTo>
                <a:lnTo>
                  <a:pt x="0" y="12573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995612" y="2036762"/>
            <a:ext cx="0" cy="1257300"/>
          </a:xfrm>
          <a:custGeom>
            <a:avLst/>
            <a:gdLst/>
            <a:ahLst/>
            <a:cxnLst/>
            <a:rect l="l" t="t" r="r" b="b"/>
            <a:pathLst>
              <a:path h="1257300">
                <a:moveTo>
                  <a:pt x="0" y="0"/>
                </a:moveTo>
                <a:lnTo>
                  <a:pt x="0" y="12573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99083" y="2015439"/>
            <a:ext cx="2113915" cy="706755"/>
          </a:xfrm>
          <a:custGeom>
            <a:avLst/>
            <a:gdLst/>
            <a:ahLst/>
            <a:cxnLst/>
            <a:rect l="l" t="t" r="r" b="b"/>
            <a:pathLst>
              <a:path w="2113915" h="706755">
                <a:moveTo>
                  <a:pt x="11582" y="706221"/>
                </a:moveTo>
                <a:lnTo>
                  <a:pt x="0" y="669924"/>
                </a:lnTo>
                <a:lnTo>
                  <a:pt x="2101850" y="0"/>
                </a:lnTo>
                <a:lnTo>
                  <a:pt x="2113432" y="36296"/>
                </a:lnTo>
                <a:lnTo>
                  <a:pt x="11582" y="7062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89787" y="2675775"/>
            <a:ext cx="430530" cy="431800"/>
          </a:xfrm>
          <a:custGeom>
            <a:avLst/>
            <a:gdLst/>
            <a:ahLst/>
            <a:cxnLst/>
            <a:rect l="l" t="t" r="r" b="b"/>
            <a:pathLst>
              <a:path w="430530" h="431800">
                <a:moveTo>
                  <a:pt x="403225" y="431711"/>
                </a:moveTo>
                <a:lnTo>
                  <a:pt x="0" y="26898"/>
                </a:lnTo>
                <a:lnTo>
                  <a:pt x="27000" y="0"/>
                </a:lnTo>
                <a:lnTo>
                  <a:pt x="430225" y="404812"/>
                </a:lnTo>
                <a:lnTo>
                  <a:pt x="403225" y="4317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491449" y="2505913"/>
            <a:ext cx="430530" cy="431800"/>
          </a:xfrm>
          <a:custGeom>
            <a:avLst/>
            <a:gdLst/>
            <a:ahLst/>
            <a:cxnLst/>
            <a:rect l="l" t="t" r="r" b="b"/>
            <a:pathLst>
              <a:path w="430530" h="431800">
                <a:moveTo>
                  <a:pt x="403225" y="431711"/>
                </a:moveTo>
                <a:lnTo>
                  <a:pt x="0" y="26898"/>
                </a:lnTo>
                <a:lnTo>
                  <a:pt x="27000" y="0"/>
                </a:lnTo>
                <a:lnTo>
                  <a:pt x="430225" y="404812"/>
                </a:lnTo>
                <a:lnTo>
                  <a:pt x="403225" y="4317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659849" y="2124913"/>
            <a:ext cx="430530" cy="431800"/>
          </a:xfrm>
          <a:custGeom>
            <a:avLst/>
            <a:gdLst/>
            <a:ahLst/>
            <a:cxnLst/>
            <a:rect l="l" t="t" r="r" b="b"/>
            <a:pathLst>
              <a:path w="430530" h="431800">
                <a:moveTo>
                  <a:pt x="403225" y="431711"/>
                </a:moveTo>
                <a:lnTo>
                  <a:pt x="0" y="26898"/>
                </a:lnTo>
                <a:lnTo>
                  <a:pt x="27000" y="0"/>
                </a:lnTo>
                <a:lnTo>
                  <a:pt x="430225" y="404812"/>
                </a:lnTo>
                <a:lnTo>
                  <a:pt x="403225" y="4317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396324" y="2220163"/>
            <a:ext cx="430530" cy="431800"/>
          </a:xfrm>
          <a:custGeom>
            <a:avLst/>
            <a:gdLst/>
            <a:ahLst/>
            <a:cxnLst/>
            <a:rect l="l" t="t" r="r" b="b"/>
            <a:pathLst>
              <a:path w="430530" h="431800">
                <a:moveTo>
                  <a:pt x="403225" y="431711"/>
                </a:moveTo>
                <a:lnTo>
                  <a:pt x="0" y="26898"/>
                </a:lnTo>
                <a:lnTo>
                  <a:pt x="27000" y="0"/>
                </a:lnTo>
                <a:lnTo>
                  <a:pt x="430225" y="404812"/>
                </a:lnTo>
                <a:lnTo>
                  <a:pt x="403225" y="4317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088349" y="2315413"/>
            <a:ext cx="430530" cy="431800"/>
          </a:xfrm>
          <a:custGeom>
            <a:avLst/>
            <a:gdLst/>
            <a:ahLst/>
            <a:cxnLst/>
            <a:rect l="l" t="t" r="r" b="b"/>
            <a:pathLst>
              <a:path w="430530" h="431800">
                <a:moveTo>
                  <a:pt x="403225" y="431711"/>
                </a:moveTo>
                <a:lnTo>
                  <a:pt x="0" y="26898"/>
                </a:lnTo>
                <a:lnTo>
                  <a:pt x="27000" y="0"/>
                </a:lnTo>
                <a:lnTo>
                  <a:pt x="430225" y="404812"/>
                </a:lnTo>
                <a:lnTo>
                  <a:pt x="403225" y="4317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778787" y="2420188"/>
            <a:ext cx="430530" cy="431800"/>
          </a:xfrm>
          <a:custGeom>
            <a:avLst/>
            <a:gdLst/>
            <a:ahLst/>
            <a:cxnLst/>
            <a:rect l="l" t="t" r="r" b="b"/>
            <a:pathLst>
              <a:path w="430530" h="431800">
                <a:moveTo>
                  <a:pt x="403225" y="431711"/>
                </a:moveTo>
                <a:lnTo>
                  <a:pt x="0" y="26898"/>
                </a:lnTo>
                <a:lnTo>
                  <a:pt x="27000" y="0"/>
                </a:lnTo>
                <a:lnTo>
                  <a:pt x="430225" y="404812"/>
                </a:lnTo>
                <a:lnTo>
                  <a:pt x="403225" y="4317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204112" y="2575763"/>
            <a:ext cx="430530" cy="431800"/>
          </a:xfrm>
          <a:custGeom>
            <a:avLst/>
            <a:gdLst/>
            <a:ahLst/>
            <a:cxnLst/>
            <a:rect l="l" t="t" r="r" b="b"/>
            <a:pathLst>
              <a:path w="430530" h="431800">
                <a:moveTo>
                  <a:pt x="403225" y="431711"/>
                </a:moveTo>
                <a:lnTo>
                  <a:pt x="0" y="26898"/>
                </a:lnTo>
                <a:lnTo>
                  <a:pt x="27000" y="0"/>
                </a:lnTo>
                <a:lnTo>
                  <a:pt x="430225" y="404812"/>
                </a:lnTo>
                <a:lnTo>
                  <a:pt x="403225" y="4317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972587" y="2010613"/>
            <a:ext cx="430530" cy="431800"/>
          </a:xfrm>
          <a:custGeom>
            <a:avLst/>
            <a:gdLst/>
            <a:ahLst/>
            <a:cxnLst/>
            <a:rect l="l" t="t" r="r" b="b"/>
            <a:pathLst>
              <a:path w="430529" h="431800">
                <a:moveTo>
                  <a:pt x="403225" y="431711"/>
                </a:moveTo>
                <a:lnTo>
                  <a:pt x="0" y="26898"/>
                </a:lnTo>
                <a:lnTo>
                  <a:pt x="27000" y="0"/>
                </a:lnTo>
                <a:lnTo>
                  <a:pt x="430225" y="404812"/>
                </a:lnTo>
                <a:lnTo>
                  <a:pt x="403225" y="4317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916557" y="2758617"/>
            <a:ext cx="191617" cy="33931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917105" y="2386342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011595" y="3148342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764195" y="3224542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012105" y="3986542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911701" y="2328862"/>
            <a:ext cx="4276521" cy="305689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4114850" y="4900942"/>
            <a:ext cx="21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98</a:t>
            </a:fld>
            <a:endParaRPr dirty="0"/>
          </a:p>
        </p:txBody>
      </p:sp>
      <p:sp>
        <p:nvSpPr>
          <p:cNvPr id="28" name="object 28"/>
          <p:cNvSpPr txBox="1"/>
          <p:nvPr/>
        </p:nvSpPr>
        <p:spPr>
          <a:xfrm>
            <a:off x="6028105" y="4900942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514272" y="2148522"/>
            <a:ext cx="9518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T</a:t>
            </a:r>
            <a:r>
              <a:rPr sz="1800" spc="-5" dirty="0">
                <a:solidFill>
                  <a:srgbClr val="FF0000"/>
                </a:solidFill>
                <a:latin typeface="Tahoma"/>
                <a:cs typeface="Tahoma"/>
              </a:rPr>
              <a:t>1</a:t>
            </a:r>
            <a:r>
              <a:rPr sz="1800" spc="114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lock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407784" y="3697922"/>
            <a:ext cx="9518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T</a:t>
            </a:r>
            <a:r>
              <a:rPr sz="1800" spc="-5" dirty="0">
                <a:solidFill>
                  <a:srgbClr val="FF0000"/>
                </a:solidFill>
                <a:latin typeface="Tahoma"/>
                <a:cs typeface="Tahoma"/>
              </a:rPr>
              <a:t>1</a:t>
            </a:r>
            <a:r>
              <a:rPr sz="1800" spc="114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lock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720147" y="3561397"/>
            <a:ext cx="9518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T</a:t>
            </a:r>
            <a:r>
              <a:rPr sz="1800" spc="-5" dirty="0">
                <a:solidFill>
                  <a:srgbClr val="FF0000"/>
                </a:solidFill>
                <a:latin typeface="Tahoma"/>
                <a:cs typeface="Tahoma"/>
              </a:rPr>
              <a:t>1</a:t>
            </a:r>
            <a:r>
              <a:rPr sz="1800" spc="114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lock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726622" y="2745422"/>
            <a:ext cx="9518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T</a:t>
            </a:r>
            <a:r>
              <a:rPr sz="1800" spc="-5" dirty="0">
                <a:solidFill>
                  <a:srgbClr val="FF0000"/>
                </a:solidFill>
                <a:latin typeface="Tahoma"/>
                <a:cs typeface="Tahoma"/>
              </a:rPr>
              <a:t>1</a:t>
            </a:r>
            <a:r>
              <a:rPr sz="1800" spc="114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lock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339725"/>
            <a:ext cx="42030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heavy" spc="-15" dirty="0">
                <a:uFill>
                  <a:solidFill>
                    <a:srgbClr val="000000"/>
                  </a:solidFill>
                </a:uFill>
              </a:rPr>
              <a:t>Why 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does 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this</a:t>
            </a:r>
            <a:r>
              <a:rPr sz="3600" u="heavy" spc="-6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work?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64540" y="4929187"/>
            <a:ext cx="634936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5290" marR="5080" indent="-41529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Actually works </a:t>
            </a:r>
            <a:r>
              <a:rPr sz="3200" dirty="0">
                <a:latin typeface="Tahoma"/>
                <a:cs typeface="Tahoma"/>
              </a:rPr>
              <a:t>if we </a:t>
            </a:r>
            <a:r>
              <a:rPr sz="3200" spc="10" dirty="0">
                <a:latin typeface="Tahoma"/>
                <a:cs typeface="Tahoma"/>
              </a:rPr>
              <a:t>don’t </a:t>
            </a:r>
            <a:r>
              <a:rPr sz="3200" spc="-15" dirty="0">
                <a:latin typeface="Tahoma"/>
                <a:cs typeface="Tahoma"/>
              </a:rPr>
              <a:t>always  </a:t>
            </a:r>
            <a:r>
              <a:rPr sz="3200" spc="-5" dirty="0">
                <a:latin typeface="Tahoma"/>
                <a:cs typeface="Tahoma"/>
              </a:rPr>
              <a:t>start at</a:t>
            </a:r>
            <a:r>
              <a:rPr sz="3200" spc="-10" dirty="0">
                <a:latin typeface="Tahoma"/>
                <a:cs typeface="Tahoma"/>
              </a:rPr>
              <a:t> root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1077912"/>
            <a:ext cx="6918959" cy="20783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Assume </a:t>
            </a:r>
            <a:r>
              <a:rPr sz="3200" dirty="0">
                <a:latin typeface="Tahoma"/>
                <a:cs typeface="Tahoma"/>
              </a:rPr>
              <a:t>all </a:t>
            </a: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i </a:t>
            </a:r>
            <a:r>
              <a:rPr sz="3200" spc="-5" dirty="0">
                <a:latin typeface="Tahoma"/>
                <a:cs typeface="Tahoma"/>
              </a:rPr>
              <a:t>start at root; </a:t>
            </a:r>
            <a:r>
              <a:rPr sz="3200" spc="-10" dirty="0">
                <a:latin typeface="Tahoma"/>
                <a:cs typeface="Tahoma"/>
              </a:rPr>
              <a:t>exclusive  </a:t>
            </a:r>
            <a:r>
              <a:rPr sz="3200" spc="-5" dirty="0">
                <a:latin typeface="Tahoma"/>
                <a:cs typeface="Tahoma"/>
              </a:rPr>
              <a:t>lock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5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  <a:tab pos="1825625" algn="l"/>
              </a:tabLst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i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3200" i="1" dirty="0">
                <a:latin typeface="Symbol"/>
                <a:cs typeface="Symbol"/>
              </a:rPr>
              <a:t></a:t>
            </a:r>
            <a:r>
              <a:rPr sz="3200" i="1" spc="-5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j	</a:t>
            </a:r>
            <a:r>
              <a:rPr sz="2800" i="1" spc="-5" dirty="0">
                <a:latin typeface="Symbol"/>
                <a:cs typeface="Symbol"/>
              </a:rPr>
              <a:t></a:t>
            </a:r>
            <a:r>
              <a:rPr sz="2800" i="1" spc="-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i </a:t>
            </a:r>
            <a:r>
              <a:rPr sz="3200" spc="-5" dirty="0">
                <a:latin typeface="Tahoma"/>
                <a:cs typeface="Tahoma"/>
              </a:rPr>
              <a:t>locks </a:t>
            </a:r>
            <a:r>
              <a:rPr sz="3200" spc="-10" dirty="0">
                <a:latin typeface="Tahoma"/>
                <a:cs typeface="Tahoma"/>
              </a:rPr>
              <a:t>root </a:t>
            </a:r>
            <a:r>
              <a:rPr sz="3200" spc="-15" dirty="0">
                <a:latin typeface="Tahoma"/>
                <a:cs typeface="Tahoma"/>
              </a:rPr>
              <a:t>before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j</a:t>
            </a:r>
            <a:endParaRPr sz="2400">
              <a:latin typeface="Tahoma"/>
              <a:cs typeface="Tahoma"/>
            </a:endParaRPr>
          </a:p>
          <a:p>
            <a:pPr marR="1014094" algn="ctr">
              <a:lnSpc>
                <a:spcPct val="100000"/>
              </a:lnSpc>
              <a:spcBef>
                <a:spcPts val="1005"/>
              </a:spcBef>
            </a:pPr>
            <a:r>
              <a:rPr sz="2400" spc="-5" dirty="0">
                <a:latin typeface="Times New Roman"/>
                <a:cs typeface="Times New Roman"/>
              </a:rPr>
              <a:t>Root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08301" y="2668587"/>
            <a:ext cx="2904921" cy="20662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980105" y="3907434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Q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99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3551237" y="3922712"/>
            <a:ext cx="9658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T</a:t>
            </a:r>
            <a:r>
              <a:rPr sz="1800" spc="-5" dirty="0">
                <a:latin typeface="Tahoma"/>
                <a:cs typeface="Tahoma"/>
              </a:rPr>
              <a:t>i </a:t>
            </a:r>
            <a:r>
              <a:rPr sz="2400" i="1" dirty="0">
                <a:latin typeface="Symbol"/>
                <a:cs typeface="Symbol"/>
              </a:rPr>
              <a:t></a:t>
            </a:r>
            <a:r>
              <a:rPr sz="2400" i="1" spc="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ahoma"/>
                <a:cs typeface="Tahoma"/>
              </a:rPr>
              <a:t>T</a:t>
            </a:r>
            <a:r>
              <a:rPr sz="1800" spc="-5" dirty="0">
                <a:latin typeface="Tahoma"/>
                <a:cs typeface="Tahoma"/>
              </a:rPr>
              <a:t>j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91540"/>
            <a:ext cx="74199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40610" algn="l"/>
                <a:tab pos="6235700" algn="l"/>
              </a:tabLst>
            </a:pPr>
            <a:r>
              <a:rPr sz="3600" u="heavy" spc="-25" dirty="0">
                <a:uFill>
                  <a:solidFill>
                    <a:srgbClr val="000000"/>
                  </a:solidFill>
                </a:uFill>
              </a:rPr>
              <a:t>R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u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le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s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: t</a:t>
            </a:r>
            <a:r>
              <a:rPr sz="3600" u="heavy" spc="-25" dirty="0">
                <a:uFill>
                  <a:solidFill>
                    <a:srgbClr val="000000"/>
                  </a:solidFill>
                </a:uFill>
              </a:rPr>
              <a:t>r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ee	p</a:t>
            </a:r>
            <a:r>
              <a:rPr sz="3600" u="heavy" spc="-25" dirty="0">
                <a:uFill>
                  <a:solidFill>
                    <a:srgbClr val="000000"/>
                  </a:solidFill>
                </a:uFill>
              </a:rPr>
              <a:t>r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oto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c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ol</a:t>
            </a:r>
            <a:r>
              <a:rPr sz="3600" dirty="0"/>
              <a:t> (e</a:t>
            </a:r>
            <a:r>
              <a:rPr sz="3600" spc="-40" dirty="0"/>
              <a:t>x</a:t>
            </a:r>
            <a:r>
              <a:rPr sz="3600" spc="-5" dirty="0"/>
              <a:t>c</a:t>
            </a:r>
            <a:r>
              <a:rPr sz="3600" dirty="0"/>
              <a:t>l</a:t>
            </a:r>
            <a:r>
              <a:rPr sz="3600" spc="-5" dirty="0"/>
              <a:t>us</a:t>
            </a:r>
            <a:r>
              <a:rPr sz="3600" dirty="0"/>
              <a:t>i</a:t>
            </a:r>
            <a:r>
              <a:rPr sz="3600" spc="-30" dirty="0"/>
              <a:t>v</a:t>
            </a:r>
            <a:r>
              <a:rPr sz="3600" dirty="0"/>
              <a:t>e	lo</a:t>
            </a:r>
            <a:r>
              <a:rPr sz="3600" spc="-5" dirty="0"/>
              <a:t>c</a:t>
            </a:r>
            <a:r>
              <a:rPr sz="3600" dirty="0"/>
              <a:t>k</a:t>
            </a:r>
            <a:r>
              <a:rPr sz="3600" spc="-5" dirty="0"/>
              <a:t>s</a:t>
            </a:r>
            <a:r>
              <a:rPr sz="3600" dirty="0"/>
              <a:t>)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100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16556"/>
            <a:ext cx="7416800" cy="285242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672465" indent="-659765">
              <a:lnSpc>
                <a:spcPct val="100000"/>
              </a:lnSpc>
              <a:spcBef>
                <a:spcPts val="865"/>
              </a:spcBef>
              <a:buAutoNum type="arabicParenBoth"/>
              <a:tabLst>
                <a:tab pos="672465" algn="l"/>
              </a:tabLst>
            </a:pPr>
            <a:r>
              <a:rPr sz="3200" spc="-5" dirty="0">
                <a:latin typeface="Tahoma"/>
                <a:cs typeface="Tahoma"/>
              </a:rPr>
              <a:t>First lock by T</a:t>
            </a:r>
            <a:r>
              <a:rPr sz="2400" spc="-5" dirty="0">
                <a:latin typeface="Tahoma"/>
                <a:cs typeface="Tahoma"/>
              </a:rPr>
              <a:t>i </a:t>
            </a:r>
            <a:r>
              <a:rPr sz="3200" spc="-10" dirty="0">
                <a:latin typeface="Tahoma"/>
                <a:cs typeface="Tahoma"/>
              </a:rPr>
              <a:t>may </a:t>
            </a:r>
            <a:r>
              <a:rPr sz="3200" dirty="0">
                <a:latin typeface="Tahoma"/>
                <a:cs typeface="Tahoma"/>
              </a:rPr>
              <a:t>be on </a:t>
            </a:r>
            <a:r>
              <a:rPr sz="3200" spc="-15" dirty="0">
                <a:latin typeface="Tahoma"/>
                <a:cs typeface="Tahoma"/>
              </a:rPr>
              <a:t>any</a:t>
            </a:r>
            <a:r>
              <a:rPr sz="3200" spc="-5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item</a:t>
            </a:r>
            <a:endParaRPr sz="3200">
              <a:latin typeface="Tahoma"/>
              <a:cs typeface="Tahoma"/>
            </a:endParaRPr>
          </a:p>
          <a:p>
            <a:pPr marL="672465" marR="5080" indent="-672465">
              <a:lnSpc>
                <a:spcPts val="3829"/>
              </a:lnSpc>
              <a:spcBef>
                <a:spcPts val="900"/>
              </a:spcBef>
              <a:buAutoNum type="arabicParenBoth"/>
              <a:tabLst>
                <a:tab pos="672465" algn="l"/>
              </a:tabLst>
            </a:pPr>
            <a:r>
              <a:rPr sz="3200" spc="-5" dirty="0">
                <a:latin typeface="Tahoma"/>
                <a:cs typeface="Tahoma"/>
              </a:rPr>
              <a:t>After that, item </a:t>
            </a:r>
            <a:r>
              <a:rPr sz="3200" dirty="0">
                <a:latin typeface="Tahoma"/>
                <a:cs typeface="Tahoma"/>
              </a:rPr>
              <a:t>Q </a:t>
            </a:r>
            <a:r>
              <a:rPr sz="3200" spc="-5" dirty="0">
                <a:latin typeface="Tahoma"/>
                <a:cs typeface="Tahoma"/>
              </a:rPr>
              <a:t>can </a:t>
            </a:r>
            <a:r>
              <a:rPr sz="3200" dirty="0">
                <a:latin typeface="Tahoma"/>
                <a:cs typeface="Tahoma"/>
              </a:rPr>
              <a:t>be </a:t>
            </a:r>
            <a:r>
              <a:rPr sz="3200" spc="-10" dirty="0">
                <a:latin typeface="Tahoma"/>
                <a:cs typeface="Tahoma"/>
              </a:rPr>
              <a:t>locked </a:t>
            </a:r>
            <a:r>
              <a:rPr sz="3200" spc="-5" dirty="0">
                <a:latin typeface="Tahoma"/>
                <a:cs typeface="Tahoma"/>
              </a:rPr>
              <a:t>by T</a:t>
            </a:r>
            <a:r>
              <a:rPr sz="2400" spc="-5" dirty="0">
                <a:latin typeface="Tahoma"/>
                <a:cs typeface="Tahoma"/>
              </a:rPr>
              <a:t>i  </a:t>
            </a:r>
            <a:r>
              <a:rPr sz="3200" spc="-5" dirty="0">
                <a:latin typeface="Tahoma"/>
                <a:cs typeface="Tahoma"/>
              </a:rPr>
              <a:t>only </a:t>
            </a:r>
            <a:r>
              <a:rPr sz="3200" dirty="0">
                <a:latin typeface="Tahoma"/>
                <a:cs typeface="Tahoma"/>
              </a:rPr>
              <a:t>if </a:t>
            </a:r>
            <a:r>
              <a:rPr sz="3200" spc="-5" dirty="0">
                <a:latin typeface="Tahoma"/>
                <a:cs typeface="Tahoma"/>
              </a:rPr>
              <a:t>parent(Q) </a:t>
            </a:r>
            <a:r>
              <a:rPr sz="3200" spc="-10" dirty="0">
                <a:latin typeface="Tahoma"/>
                <a:cs typeface="Tahoma"/>
              </a:rPr>
              <a:t>locked </a:t>
            </a:r>
            <a:r>
              <a:rPr sz="3200" spc="-5" dirty="0">
                <a:latin typeface="Tahoma"/>
                <a:cs typeface="Tahoma"/>
              </a:rPr>
              <a:t>by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i</a:t>
            </a:r>
            <a:endParaRPr sz="2400">
              <a:latin typeface="Tahoma"/>
              <a:cs typeface="Tahoma"/>
            </a:endParaRPr>
          </a:p>
          <a:p>
            <a:pPr marL="672465" indent="-659765">
              <a:lnSpc>
                <a:spcPct val="100000"/>
              </a:lnSpc>
              <a:spcBef>
                <a:spcPts val="650"/>
              </a:spcBef>
              <a:buAutoNum type="arabicParenBoth"/>
              <a:tabLst>
                <a:tab pos="672465" algn="l"/>
              </a:tabLst>
            </a:pPr>
            <a:r>
              <a:rPr sz="3200" spc="-5" dirty="0">
                <a:latin typeface="Tahoma"/>
                <a:cs typeface="Tahoma"/>
              </a:rPr>
              <a:t>Items </a:t>
            </a:r>
            <a:r>
              <a:rPr sz="3200" spc="-10" dirty="0">
                <a:latin typeface="Tahoma"/>
                <a:cs typeface="Tahoma"/>
              </a:rPr>
              <a:t>may </a:t>
            </a:r>
            <a:r>
              <a:rPr sz="3200" dirty="0">
                <a:latin typeface="Tahoma"/>
                <a:cs typeface="Tahoma"/>
              </a:rPr>
              <a:t>be </a:t>
            </a:r>
            <a:r>
              <a:rPr sz="3200" spc="-10" dirty="0">
                <a:latin typeface="Tahoma"/>
                <a:cs typeface="Tahoma"/>
              </a:rPr>
              <a:t>unlocked </a:t>
            </a:r>
            <a:r>
              <a:rPr sz="3200" spc="-5" dirty="0">
                <a:latin typeface="Tahoma"/>
                <a:cs typeface="Tahoma"/>
              </a:rPr>
              <a:t>at </a:t>
            </a:r>
            <a:r>
              <a:rPr sz="3200" spc="-15" dirty="0">
                <a:latin typeface="Tahoma"/>
                <a:cs typeface="Tahoma"/>
              </a:rPr>
              <a:t>any</a:t>
            </a:r>
            <a:r>
              <a:rPr sz="3200" spc="-5" dirty="0">
                <a:latin typeface="Tahoma"/>
                <a:cs typeface="Tahoma"/>
              </a:rPr>
              <a:t> time</a:t>
            </a:r>
            <a:endParaRPr sz="3200">
              <a:latin typeface="Tahoma"/>
              <a:cs typeface="Tahoma"/>
            </a:endParaRPr>
          </a:p>
          <a:p>
            <a:pPr marL="672465" indent="-659765">
              <a:lnSpc>
                <a:spcPct val="100000"/>
              </a:lnSpc>
              <a:spcBef>
                <a:spcPts val="765"/>
              </a:spcBef>
              <a:buAutoNum type="arabicParenBoth"/>
              <a:tabLst>
                <a:tab pos="672465" algn="l"/>
              </a:tabLst>
            </a:pPr>
            <a:r>
              <a:rPr sz="3200" spc="-5" dirty="0">
                <a:latin typeface="Tahoma"/>
                <a:cs typeface="Tahoma"/>
              </a:rPr>
              <a:t>After T</a:t>
            </a:r>
            <a:r>
              <a:rPr sz="2400" spc="-5" dirty="0">
                <a:latin typeface="Tahoma"/>
                <a:cs typeface="Tahoma"/>
              </a:rPr>
              <a:t>i </a:t>
            </a:r>
            <a:r>
              <a:rPr sz="3200" spc="-5" dirty="0">
                <a:latin typeface="Tahoma"/>
                <a:cs typeface="Tahoma"/>
              </a:rPr>
              <a:t>unlocks </a:t>
            </a:r>
            <a:r>
              <a:rPr sz="3200" spc="-25" dirty="0">
                <a:latin typeface="Tahoma"/>
                <a:cs typeface="Tahoma"/>
              </a:rPr>
              <a:t>Q, </a:t>
            </a:r>
            <a:r>
              <a:rPr sz="3200" dirty="0">
                <a:latin typeface="Tahoma"/>
                <a:cs typeface="Tahoma"/>
              </a:rPr>
              <a:t>it </a:t>
            </a:r>
            <a:r>
              <a:rPr sz="3200" spc="-5" dirty="0">
                <a:latin typeface="Tahoma"/>
                <a:cs typeface="Tahoma"/>
              </a:rPr>
              <a:t>cannot relock</a:t>
            </a:r>
            <a:r>
              <a:rPr sz="3200" spc="-50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Q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0890" y="3965575"/>
            <a:ext cx="7491095" cy="69977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355600" marR="5080" indent="-342900">
              <a:lnSpc>
                <a:spcPts val="2430"/>
              </a:lnSpc>
              <a:spcBef>
                <a:spcPts val="555"/>
              </a:spcBef>
            </a:pPr>
            <a:r>
              <a:rPr sz="2400" spc="-40" dirty="0">
                <a:latin typeface="Tahoma"/>
                <a:cs typeface="Tahoma"/>
              </a:rPr>
              <a:t>E.g., </a:t>
            </a:r>
            <a:r>
              <a:rPr sz="2400" spc="-5" dirty="0">
                <a:latin typeface="Tahoma"/>
                <a:cs typeface="Tahoma"/>
              </a:rPr>
              <a:t>during insert, do </a:t>
            </a:r>
            <a:r>
              <a:rPr sz="2400" dirty="0">
                <a:latin typeface="Tahoma"/>
                <a:cs typeface="Tahoma"/>
              </a:rPr>
              <a:t>not </a:t>
            </a:r>
            <a:r>
              <a:rPr sz="2400" spc="-5" dirty="0">
                <a:latin typeface="Tahoma"/>
                <a:cs typeface="Tahoma"/>
              </a:rPr>
              <a:t>release parent lock, </a:t>
            </a:r>
            <a:r>
              <a:rPr sz="2400" dirty="0">
                <a:latin typeface="Tahoma"/>
                <a:cs typeface="Tahoma"/>
              </a:rPr>
              <a:t>until </a:t>
            </a:r>
            <a:r>
              <a:rPr sz="2400" spc="-10" dirty="0">
                <a:latin typeface="Tahoma"/>
                <a:cs typeface="Tahoma"/>
              </a:rPr>
              <a:t>you  </a:t>
            </a:r>
            <a:r>
              <a:rPr sz="2400" spc="-5" dirty="0">
                <a:latin typeface="Tahoma"/>
                <a:cs typeface="Tahoma"/>
              </a:rPr>
              <a:t>are certain child does </a:t>
            </a:r>
            <a:r>
              <a:rPr sz="2400" dirty="0">
                <a:latin typeface="Tahoma"/>
                <a:cs typeface="Tahoma"/>
              </a:rPr>
              <a:t>not </a:t>
            </a:r>
            <a:r>
              <a:rPr sz="2400" spc="-15" dirty="0">
                <a:latin typeface="Tahoma"/>
                <a:cs typeface="Tahoma"/>
              </a:rPr>
              <a:t>have </a:t>
            </a:r>
            <a:r>
              <a:rPr sz="2400" dirty="0">
                <a:latin typeface="Tahoma"/>
                <a:cs typeface="Tahoma"/>
              </a:rPr>
              <a:t>to</a:t>
            </a:r>
            <a:r>
              <a:rPr sz="2400" spc="2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split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831784" y="2000250"/>
            <a:ext cx="4577499" cy="19138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70890" y="784860"/>
            <a:ext cx="7560309" cy="154940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355600" marR="5080" indent="-342900">
              <a:lnSpc>
                <a:spcPts val="3450"/>
              </a:lnSpc>
              <a:spcBef>
                <a:spcPts val="54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45" dirty="0">
                <a:latin typeface="Tahoma"/>
                <a:cs typeface="Tahoma"/>
              </a:rPr>
              <a:t>Tree-like </a:t>
            </a:r>
            <a:r>
              <a:rPr sz="3200" spc="-5" dirty="0">
                <a:latin typeface="Tahoma"/>
                <a:cs typeface="Tahoma"/>
              </a:rPr>
              <a:t>protocols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spc="-5" dirty="0">
                <a:latin typeface="Tahoma"/>
                <a:cs typeface="Tahoma"/>
              </a:rPr>
              <a:t>used </a:t>
            </a:r>
            <a:r>
              <a:rPr sz="3200" spc="-10" dirty="0">
                <a:latin typeface="Tahoma"/>
                <a:cs typeface="Tahoma"/>
              </a:rPr>
              <a:t>typically </a:t>
            </a:r>
            <a:r>
              <a:rPr sz="3200" spc="-15" dirty="0">
                <a:latin typeface="Tahoma"/>
                <a:cs typeface="Tahoma"/>
              </a:rPr>
              <a:t>for  </a:t>
            </a:r>
            <a:r>
              <a:rPr sz="3200" spc="-5" dirty="0">
                <a:latin typeface="Tahoma"/>
                <a:cs typeface="Tahoma"/>
              </a:rPr>
              <a:t>B-tree concurrency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control</a:t>
            </a:r>
            <a:endParaRPr sz="3200">
              <a:latin typeface="Tahoma"/>
              <a:cs typeface="Tahoma"/>
            </a:endParaRPr>
          </a:p>
          <a:p>
            <a:pPr marL="1673225">
              <a:lnSpc>
                <a:spcPct val="100000"/>
              </a:lnSpc>
              <a:spcBef>
                <a:spcPts val="1775"/>
              </a:spcBef>
            </a:pPr>
            <a:r>
              <a:rPr sz="2400" spc="-5" dirty="0">
                <a:latin typeface="Times New Roman"/>
                <a:cs typeface="Times New Roman"/>
              </a:rPr>
              <a:t>Root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101</a:t>
            </a:fld>
            <a:endParaRPr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0439" y="330517"/>
            <a:ext cx="7183120" cy="634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/>
              <a:t>Tree </a:t>
            </a:r>
            <a:r>
              <a:rPr sz="4000" spc="-5" dirty="0"/>
              <a:t>Protocol </a:t>
            </a:r>
            <a:r>
              <a:rPr sz="4000" dirty="0"/>
              <a:t>with </a:t>
            </a:r>
            <a:r>
              <a:rPr sz="4000" spc="-10" dirty="0"/>
              <a:t>Shared</a:t>
            </a:r>
            <a:r>
              <a:rPr sz="4000" spc="65" dirty="0"/>
              <a:t> </a:t>
            </a:r>
            <a:r>
              <a:rPr sz="4000" spc="-5" dirty="0"/>
              <a:t>Locks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4573320" y="3476955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25920" y="3553155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76575" y="5229555"/>
            <a:ext cx="21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473426" y="2657475"/>
            <a:ext cx="4276521" cy="33464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589830" y="5229555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102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1702752" y="3828719"/>
            <a:ext cx="2117090" cy="87820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T</a:t>
            </a:r>
            <a:r>
              <a:rPr sz="1800" spc="-5" dirty="0">
                <a:solidFill>
                  <a:srgbClr val="FF0000"/>
                </a:solidFill>
                <a:latin typeface="Tahoma"/>
                <a:cs typeface="Tahoma"/>
              </a:rPr>
              <a:t>1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S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lock</a:t>
            </a:r>
            <a:r>
              <a:rPr sz="2400" spc="-4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(held)</a:t>
            </a:r>
            <a:endParaRPr sz="2400">
              <a:latin typeface="Tahoma"/>
              <a:cs typeface="Tahoma"/>
            </a:endParaRPr>
          </a:p>
          <a:p>
            <a:pPr marR="5080" algn="r">
              <a:lnSpc>
                <a:spcPct val="100000"/>
              </a:lnSpc>
              <a:spcBef>
                <a:spcPts val="475"/>
              </a:spcBef>
            </a:pPr>
            <a:r>
              <a:rPr sz="2400" dirty="0"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4540" y="1558461"/>
            <a:ext cx="7797800" cy="1856739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115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0" dirty="0">
                <a:latin typeface="Tahoma"/>
                <a:cs typeface="Tahoma"/>
              </a:rPr>
              <a:t>Rules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200" spc="-5" dirty="0">
                <a:latin typeface="Tahoma"/>
                <a:cs typeface="Tahoma"/>
              </a:rPr>
              <a:t>shared </a:t>
            </a:r>
            <a:r>
              <a:rPr sz="3200" dirty="0">
                <a:latin typeface="Tahoma"/>
                <a:cs typeface="Tahoma"/>
              </a:rPr>
              <a:t>&amp; </a:t>
            </a:r>
            <a:r>
              <a:rPr sz="3200" spc="-10" dirty="0">
                <a:latin typeface="Tahoma"/>
                <a:cs typeface="Tahoma"/>
              </a:rPr>
              <a:t>exclusive</a:t>
            </a:r>
            <a:r>
              <a:rPr sz="3200" spc="-5" dirty="0">
                <a:latin typeface="Tahoma"/>
                <a:cs typeface="Tahoma"/>
              </a:rPr>
              <a:t> locks?</a:t>
            </a:r>
            <a:endParaRPr sz="3200">
              <a:latin typeface="Tahoma"/>
              <a:cs typeface="Tahoma"/>
            </a:endParaRPr>
          </a:p>
          <a:p>
            <a:pPr marR="5080" algn="r">
              <a:lnSpc>
                <a:spcPct val="100000"/>
              </a:lnSpc>
              <a:spcBef>
                <a:spcPts val="790"/>
              </a:spcBef>
            </a:pP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T</a:t>
            </a:r>
            <a:r>
              <a:rPr sz="1800" spc="-5" dirty="0">
                <a:solidFill>
                  <a:srgbClr val="FF0000"/>
                </a:solidFill>
                <a:latin typeface="Tahoma"/>
                <a:cs typeface="Tahoma"/>
              </a:rPr>
              <a:t>1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S</a:t>
            </a:r>
            <a:r>
              <a:rPr sz="2400" spc="1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lock(released)</a:t>
            </a:r>
            <a:endParaRPr sz="2400">
              <a:latin typeface="Tahoma"/>
              <a:cs typeface="Tahoma"/>
            </a:endParaRPr>
          </a:p>
          <a:p>
            <a:pPr marL="1876425" algn="ctr">
              <a:lnSpc>
                <a:spcPts val="2655"/>
              </a:lnSpc>
              <a:spcBef>
                <a:spcPts val="540"/>
              </a:spcBef>
            </a:pPr>
            <a:r>
              <a:rPr sz="2400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 marL="970280">
              <a:lnSpc>
                <a:spcPts val="2655"/>
              </a:lnSpc>
            </a:pP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T</a:t>
            </a:r>
            <a:r>
              <a:rPr sz="1800" spc="-5" dirty="0">
                <a:solidFill>
                  <a:srgbClr val="FF0000"/>
                </a:solidFill>
                <a:latin typeface="Tahoma"/>
                <a:cs typeface="Tahoma"/>
              </a:rPr>
              <a:t>1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X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lock</a:t>
            </a:r>
            <a:r>
              <a:rPr sz="2400" spc="-38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(released)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24767" y="5652770"/>
            <a:ext cx="2515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T</a:t>
            </a:r>
            <a:r>
              <a:rPr sz="1800" spc="-5" dirty="0">
                <a:solidFill>
                  <a:srgbClr val="FF0000"/>
                </a:solidFill>
                <a:latin typeface="Tahoma"/>
                <a:cs typeface="Tahoma"/>
              </a:rPr>
              <a:t>1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X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lock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(will</a:t>
            </a:r>
            <a:r>
              <a:rPr sz="2400" spc="-4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get)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0439" y="648334"/>
            <a:ext cx="7183120" cy="634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/>
              <a:t>Tree </a:t>
            </a:r>
            <a:r>
              <a:rPr sz="4000" spc="-5" dirty="0"/>
              <a:t>Protocol </a:t>
            </a:r>
            <a:r>
              <a:rPr sz="4000" dirty="0"/>
              <a:t>with </a:t>
            </a:r>
            <a:r>
              <a:rPr sz="4000" spc="-10" dirty="0"/>
              <a:t>Shared</a:t>
            </a:r>
            <a:r>
              <a:rPr sz="4000" spc="65" dirty="0"/>
              <a:t> </a:t>
            </a:r>
            <a:r>
              <a:rPr sz="4000" spc="-5" dirty="0"/>
              <a:t>Locks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4573320" y="3476955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76575" y="5229555"/>
            <a:ext cx="21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89830" y="5229555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473426" y="2657475"/>
            <a:ext cx="4276521" cy="33464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702752" y="3828719"/>
            <a:ext cx="2117090" cy="87820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T</a:t>
            </a:r>
            <a:r>
              <a:rPr sz="1800" spc="-5" dirty="0">
                <a:solidFill>
                  <a:srgbClr val="FF0000"/>
                </a:solidFill>
                <a:latin typeface="Tahoma"/>
                <a:cs typeface="Tahoma"/>
              </a:rPr>
              <a:t>1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S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lock</a:t>
            </a:r>
            <a:r>
              <a:rPr sz="2400" spc="-4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(held)</a:t>
            </a:r>
            <a:endParaRPr sz="2400">
              <a:latin typeface="Tahoma"/>
              <a:cs typeface="Tahoma"/>
            </a:endParaRPr>
          </a:p>
          <a:p>
            <a:pPr marR="5080" algn="r">
              <a:lnSpc>
                <a:spcPct val="100000"/>
              </a:lnSpc>
              <a:spcBef>
                <a:spcPts val="475"/>
              </a:spcBef>
            </a:pPr>
            <a:r>
              <a:rPr sz="2400" dirty="0"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103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764540" y="1547339"/>
            <a:ext cx="7797800" cy="1868170"/>
          </a:xfrm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12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0" dirty="0">
                <a:latin typeface="Tahoma"/>
                <a:cs typeface="Tahoma"/>
              </a:rPr>
              <a:t>Rules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200" spc="-5" dirty="0">
                <a:latin typeface="Tahoma"/>
                <a:cs typeface="Tahoma"/>
              </a:rPr>
              <a:t>shared </a:t>
            </a:r>
            <a:r>
              <a:rPr sz="3200" dirty="0">
                <a:latin typeface="Tahoma"/>
                <a:cs typeface="Tahoma"/>
              </a:rPr>
              <a:t>&amp; </a:t>
            </a:r>
            <a:r>
              <a:rPr sz="3200" spc="-10" dirty="0">
                <a:latin typeface="Tahoma"/>
                <a:cs typeface="Tahoma"/>
              </a:rPr>
              <a:t>exclusive</a:t>
            </a:r>
            <a:r>
              <a:rPr sz="3200" spc="-5" dirty="0">
                <a:latin typeface="Tahoma"/>
                <a:cs typeface="Tahoma"/>
              </a:rPr>
              <a:t> locks?</a:t>
            </a:r>
            <a:endParaRPr sz="3200">
              <a:latin typeface="Tahoma"/>
              <a:cs typeface="Tahoma"/>
            </a:endParaRPr>
          </a:p>
          <a:p>
            <a:pPr marR="5080" algn="r">
              <a:lnSpc>
                <a:spcPct val="100000"/>
              </a:lnSpc>
              <a:spcBef>
                <a:spcPts val="830"/>
              </a:spcBef>
            </a:pP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T</a:t>
            </a:r>
            <a:r>
              <a:rPr sz="1800" spc="-5" dirty="0">
                <a:solidFill>
                  <a:srgbClr val="FF0000"/>
                </a:solidFill>
                <a:latin typeface="Tahoma"/>
                <a:cs typeface="Tahoma"/>
              </a:rPr>
              <a:t>1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S</a:t>
            </a:r>
            <a:r>
              <a:rPr sz="2400" spc="1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lock(released)</a:t>
            </a:r>
            <a:endParaRPr sz="2400">
              <a:latin typeface="Tahoma"/>
              <a:cs typeface="Tahoma"/>
            </a:endParaRPr>
          </a:p>
          <a:p>
            <a:pPr marL="1876425" algn="ctr">
              <a:lnSpc>
                <a:spcPts val="2655"/>
              </a:lnSpc>
              <a:spcBef>
                <a:spcPts val="535"/>
              </a:spcBef>
            </a:pPr>
            <a:r>
              <a:rPr sz="2400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 marL="970280">
              <a:lnSpc>
                <a:spcPts val="2655"/>
              </a:lnSpc>
            </a:pP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T</a:t>
            </a:r>
            <a:r>
              <a:rPr sz="1800" spc="-5" dirty="0">
                <a:solidFill>
                  <a:srgbClr val="FF0000"/>
                </a:solidFill>
                <a:latin typeface="Tahoma"/>
                <a:cs typeface="Tahoma"/>
              </a:rPr>
              <a:t>1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X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lock</a:t>
            </a:r>
            <a:r>
              <a:rPr sz="2400" spc="-38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(released)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24767" y="5652770"/>
            <a:ext cx="2515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T</a:t>
            </a:r>
            <a:r>
              <a:rPr sz="1800" spc="-5" dirty="0">
                <a:solidFill>
                  <a:srgbClr val="FF0000"/>
                </a:solidFill>
                <a:latin typeface="Tahoma"/>
                <a:cs typeface="Tahoma"/>
              </a:rPr>
              <a:t>1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X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lock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(will</a:t>
            </a:r>
            <a:r>
              <a:rPr sz="2400" spc="-4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get)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03202" y="3386480"/>
            <a:ext cx="3522345" cy="1821814"/>
          </a:xfrm>
          <a:prstGeom prst="rect">
            <a:avLst/>
          </a:prstGeom>
        </p:spPr>
        <p:txBody>
          <a:bodyPr vert="horz" wrap="square" lIns="0" tIns="179070" rIns="0" bIns="0" rtlCol="0">
            <a:spAutoFit/>
          </a:bodyPr>
          <a:lstStyle/>
          <a:p>
            <a:pPr marL="1035050">
              <a:lnSpc>
                <a:spcPct val="100000"/>
              </a:lnSpc>
              <a:spcBef>
                <a:spcPts val="1410"/>
              </a:spcBef>
            </a:pPr>
            <a:r>
              <a:rPr sz="2400" dirty="0"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15"/>
              </a:spcBef>
            </a:pPr>
            <a:r>
              <a:rPr sz="2400" spc="-5" dirty="0">
                <a:solidFill>
                  <a:srgbClr val="000099"/>
                </a:solidFill>
                <a:latin typeface="Tahoma"/>
                <a:cs typeface="Tahoma"/>
              </a:rPr>
              <a:t>T</a:t>
            </a:r>
            <a:r>
              <a:rPr sz="1800" spc="-5" dirty="0">
                <a:solidFill>
                  <a:srgbClr val="000099"/>
                </a:solidFill>
                <a:latin typeface="Tahoma"/>
                <a:cs typeface="Tahoma"/>
              </a:rPr>
              <a:t>2</a:t>
            </a:r>
            <a:r>
              <a:rPr sz="1800" spc="180" dirty="0">
                <a:solidFill>
                  <a:srgbClr val="000099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000099"/>
                </a:solidFill>
                <a:latin typeface="Tahoma"/>
                <a:cs typeface="Tahoma"/>
              </a:rPr>
              <a:t>reads:</a:t>
            </a:r>
            <a:endParaRPr sz="2400">
              <a:latin typeface="Tahoma"/>
              <a:cs typeface="Tahoma"/>
            </a:endParaRPr>
          </a:p>
          <a:p>
            <a:pPr marL="246379" indent="-233679">
              <a:lnSpc>
                <a:spcPct val="100000"/>
              </a:lnSpc>
              <a:buChar char="•"/>
              <a:tabLst>
                <a:tab pos="246379" algn="l"/>
              </a:tabLst>
            </a:pPr>
            <a:r>
              <a:rPr sz="2400" dirty="0">
                <a:solidFill>
                  <a:srgbClr val="000099"/>
                </a:solidFill>
                <a:latin typeface="Tahoma"/>
                <a:cs typeface="Tahoma"/>
              </a:rPr>
              <a:t>B </a:t>
            </a:r>
            <a:r>
              <a:rPr sz="2400" spc="-5" dirty="0">
                <a:solidFill>
                  <a:srgbClr val="000099"/>
                </a:solidFill>
                <a:latin typeface="Tahoma"/>
                <a:cs typeface="Tahoma"/>
              </a:rPr>
              <a:t>modified by</a:t>
            </a:r>
            <a:r>
              <a:rPr sz="2400" spc="-20" dirty="0">
                <a:solidFill>
                  <a:srgbClr val="000099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000099"/>
                </a:solidFill>
                <a:latin typeface="Tahoma"/>
                <a:cs typeface="Tahoma"/>
              </a:rPr>
              <a:t>T</a:t>
            </a:r>
            <a:r>
              <a:rPr sz="1800" spc="-5" dirty="0">
                <a:solidFill>
                  <a:srgbClr val="000099"/>
                </a:solidFill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  <a:p>
            <a:pPr marL="246379" indent="-233679">
              <a:lnSpc>
                <a:spcPct val="100000"/>
              </a:lnSpc>
              <a:buChar char="•"/>
              <a:tabLst>
                <a:tab pos="246379" algn="l"/>
              </a:tabLst>
            </a:pPr>
            <a:r>
              <a:rPr sz="2400" dirty="0">
                <a:solidFill>
                  <a:srgbClr val="000099"/>
                </a:solidFill>
                <a:latin typeface="Tahoma"/>
                <a:cs typeface="Tahoma"/>
              </a:rPr>
              <a:t>F not </a:t>
            </a:r>
            <a:r>
              <a:rPr sz="2400" spc="-10" dirty="0">
                <a:solidFill>
                  <a:srgbClr val="000099"/>
                </a:solidFill>
                <a:latin typeface="Tahoma"/>
                <a:cs typeface="Tahoma"/>
              </a:rPr>
              <a:t>yet </a:t>
            </a:r>
            <a:r>
              <a:rPr sz="2400" spc="-5" dirty="0">
                <a:solidFill>
                  <a:srgbClr val="000099"/>
                </a:solidFill>
                <a:latin typeface="Tahoma"/>
                <a:cs typeface="Tahoma"/>
              </a:rPr>
              <a:t>modified by</a:t>
            </a:r>
            <a:r>
              <a:rPr sz="2400" spc="-60" dirty="0">
                <a:solidFill>
                  <a:srgbClr val="000099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000099"/>
                </a:solidFill>
                <a:latin typeface="Tahoma"/>
                <a:cs typeface="Tahoma"/>
              </a:rPr>
              <a:t>T</a:t>
            </a:r>
            <a:r>
              <a:rPr sz="1800" spc="-5" dirty="0">
                <a:solidFill>
                  <a:srgbClr val="000099"/>
                </a:solidFill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9140" y="1916556"/>
            <a:ext cx="6923405" cy="256032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440055" indent="-402590">
              <a:lnSpc>
                <a:spcPct val="100000"/>
              </a:lnSpc>
              <a:spcBef>
                <a:spcPts val="8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spc="-5" dirty="0">
                <a:latin typeface="Tahoma"/>
                <a:cs typeface="Tahoma"/>
              </a:rPr>
              <a:t>Need more </a:t>
            </a:r>
            <a:r>
              <a:rPr sz="3200" spc="-10" dirty="0">
                <a:latin typeface="Tahoma"/>
                <a:cs typeface="Tahoma"/>
              </a:rPr>
              <a:t>restrictive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protocol</a:t>
            </a:r>
            <a:endParaRPr sz="3200">
              <a:latin typeface="Tahoma"/>
              <a:cs typeface="Tahoma"/>
            </a:endParaRPr>
          </a:p>
          <a:p>
            <a:pPr marL="4400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spc="-5" dirty="0">
                <a:latin typeface="Tahoma"/>
                <a:cs typeface="Tahoma"/>
              </a:rPr>
              <a:t>Will this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work??</a:t>
            </a:r>
            <a:endParaRPr sz="3200">
              <a:latin typeface="Tahoma"/>
              <a:cs typeface="Tahoma"/>
            </a:endParaRPr>
          </a:p>
          <a:p>
            <a:pPr marL="781050" marR="3048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spc="-5" dirty="0">
                <a:latin typeface="Tahoma"/>
                <a:cs typeface="Tahoma"/>
              </a:rPr>
              <a:t>Once </a:t>
            </a:r>
            <a:r>
              <a:rPr sz="2800" spc="5" dirty="0">
                <a:latin typeface="Tahoma"/>
                <a:cs typeface="Tahoma"/>
              </a:rPr>
              <a:t>T</a:t>
            </a:r>
            <a:r>
              <a:rPr sz="2700" spc="7" baseline="-16975" dirty="0">
                <a:latin typeface="Tahoma"/>
                <a:cs typeface="Tahoma"/>
              </a:rPr>
              <a:t>1 </a:t>
            </a:r>
            <a:r>
              <a:rPr sz="2800" spc="-5" dirty="0">
                <a:latin typeface="Tahoma"/>
                <a:cs typeface="Tahoma"/>
              </a:rPr>
              <a:t>locks one object in X mode,  </a:t>
            </a:r>
            <a:r>
              <a:rPr sz="2800" dirty="0">
                <a:latin typeface="Tahoma"/>
                <a:cs typeface="Tahoma"/>
              </a:rPr>
              <a:t>all </a:t>
            </a:r>
            <a:r>
              <a:rPr sz="2800" spc="-10" dirty="0">
                <a:latin typeface="Tahoma"/>
                <a:cs typeface="Tahoma"/>
              </a:rPr>
              <a:t>further </a:t>
            </a:r>
            <a:r>
              <a:rPr sz="2800" spc="-5" dirty="0">
                <a:latin typeface="Tahoma"/>
                <a:cs typeface="Tahoma"/>
              </a:rPr>
              <a:t>locks down the </a:t>
            </a:r>
            <a:r>
              <a:rPr sz="2800" spc="-10" dirty="0">
                <a:latin typeface="Tahoma"/>
                <a:cs typeface="Tahoma"/>
              </a:rPr>
              <a:t>tree </a:t>
            </a:r>
            <a:r>
              <a:rPr sz="2800" spc="-5" dirty="0">
                <a:latin typeface="Tahoma"/>
                <a:cs typeface="Tahoma"/>
              </a:rPr>
              <a:t>must be  in X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mode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104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80439" y="861694"/>
            <a:ext cx="7183120" cy="634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/>
              <a:t>Tree </a:t>
            </a:r>
            <a:r>
              <a:rPr sz="4000" spc="-5" dirty="0"/>
              <a:t>Protocol </a:t>
            </a:r>
            <a:r>
              <a:rPr sz="4000" dirty="0"/>
              <a:t>with </a:t>
            </a:r>
            <a:r>
              <a:rPr sz="4000" spc="-10" dirty="0"/>
              <a:t>Shared</a:t>
            </a:r>
            <a:r>
              <a:rPr sz="4000" spc="65" dirty="0"/>
              <a:t> </a:t>
            </a:r>
            <a:r>
              <a:rPr sz="4000" spc="-5" dirty="0"/>
              <a:t>Locks</a:t>
            </a:r>
            <a:endParaRPr sz="400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615950"/>
            <a:ext cx="198056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heavy" spc="-20" dirty="0">
                <a:uFill>
                  <a:solidFill>
                    <a:srgbClr val="000000"/>
                  </a:solidFill>
                </a:uFill>
              </a:rPr>
              <a:t>Validation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105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275206"/>
            <a:ext cx="6622415" cy="492379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3200" spc="-35" dirty="0">
                <a:latin typeface="Tahoma"/>
                <a:cs typeface="Tahoma"/>
              </a:rPr>
              <a:t>Transactions </a:t>
            </a:r>
            <a:r>
              <a:rPr sz="3200" spc="-15" dirty="0">
                <a:latin typeface="Tahoma"/>
                <a:cs typeface="Tahoma"/>
              </a:rPr>
              <a:t>have </a:t>
            </a:r>
            <a:r>
              <a:rPr sz="3200" dirty="0">
                <a:latin typeface="Tahoma"/>
                <a:cs typeface="Tahoma"/>
              </a:rPr>
              <a:t>3</a:t>
            </a:r>
            <a:r>
              <a:rPr sz="3200" spc="2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phases:</a:t>
            </a:r>
            <a:endParaRPr sz="3200">
              <a:latin typeface="Tahoma"/>
              <a:cs typeface="Tahoma"/>
            </a:endParaRPr>
          </a:p>
          <a:p>
            <a:pPr marL="672465" indent="-659765">
              <a:lnSpc>
                <a:spcPct val="100000"/>
              </a:lnSpc>
              <a:spcBef>
                <a:spcPts val="765"/>
              </a:spcBef>
              <a:buAutoNum type="arabicParenBoth"/>
              <a:tabLst>
                <a:tab pos="672465" algn="l"/>
              </a:tabLst>
            </a:pPr>
            <a:r>
              <a:rPr sz="3200" u="heavy" spc="-2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Read</a:t>
            </a:r>
            <a:endParaRPr sz="32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Tahoma"/>
                <a:cs typeface="Tahoma"/>
              </a:rPr>
              <a:t>all </a:t>
            </a:r>
            <a:r>
              <a:rPr sz="2800" spc="-5" dirty="0">
                <a:latin typeface="Tahoma"/>
                <a:cs typeface="Tahoma"/>
              </a:rPr>
              <a:t>DB </a:t>
            </a:r>
            <a:r>
              <a:rPr sz="2800" spc="-15" dirty="0">
                <a:latin typeface="Tahoma"/>
                <a:cs typeface="Tahoma"/>
              </a:rPr>
              <a:t>values</a:t>
            </a:r>
            <a:r>
              <a:rPr sz="2800" spc="-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read</a:t>
            </a:r>
            <a:endParaRPr sz="28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writes to </a:t>
            </a:r>
            <a:r>
              <a:rPr sz="2800" spc="-10" dirty="0">
                <a:latin typeface="Tahoma"/>
                <a:cs typeface="Tahoma"/>
              </a:rPr>
              <a:t>temporary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storage</a:t>
            </a:r>
            <a:endParaRPr sz="28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no locking</a:t>
            </a:r>
            <a:endParaRPr sz="2800">
              <a:latin typeface="Tahoma"/>
              <a:cs typeface="Tahoma"/>
            </a:endParaRPr>
          </a:p>
          <a:p>
            <a:pPr marL="672465" indent="-659765">
              <a:lnSpc>
                <a:spcPct val="100000"/>
              </a:lnSpc>
              <a:spcBef>
                <a:spcPts val="765"/>
              </a:spcBef>
              <a:buAutoNum type="arabicParenBoth"/>
              <a:tabLst>
                <a:tab pos="672465" algn="l"/>
              </a:tabLst>
            </a:pPr>
            <a:r>
              <a:rPr sz="3200" u="heavy" spc="-2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Validate</a:t>
            </a:r>
            <a:endParaRPr sz="32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check </a:t>
            </a:r>
            <a:r>
              <a:rPr sz="2800" dirty="0">
                <a:latin typeface="Tahoma"/>
                <a:cs typeface="Tahoma"/>
              </a:rPr>
              <a:t>if </a:t>
            </a:r>
            <a:r>
              <a:rPr sz="2800" spc="-5" dirty="0">
                <a:latin typeface="Tahoma"/>
                <a:cs typeface="Tahoma"/>
              </a:rPr>
              <a:t>schedule so </a:t>
            </a:r>
            <a:r>
              <a:rPr sz="2800" spc="-15" dirty="0">
                <a:latin typeface="Tahoma"/>
                <a:cs typeface="Tahoma"/>
              </a:rPr>
              <a:t>far </a:t>
            </a:r>
            <a:r>
              <a:rPr sz="2800" spc="-5" dirty="0">
                <a:latin typeface="Tahoma"/>
                <a:cs typeface="Tahoma"/>
              </a:rPr>
              <a:t>is</a:t>
            </a:r>
            <a:r>
              <a:rPr sz="2800" spc="2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serializable</a:t>
            </a:r>
            <a:endParaRPr sz="2800">
              <a:latin typeface="Tahoma"/>
              <a:cs typeface="Tahoma"/>
            </a:endParaRPr>
          </a:p>
          <a:p>
            <a:pPr marL="672465" indent="-659765">
              <a:lnSpc>
                <a:spcPct val="100000"/>
              </a:lnSpc>
              <a:spcBef>
                <a:spcPts val="765"/>
              </a:spcBef>
              <a:buAutoNum type="arabicParenBoth"/>
              <a:tabLst>
                <a:tab pos="672465" algn="l"/>
              </a:tabLst>
            </a:pPr>
            <a:r>
              <a:rPr sz="3200" u="heavy" spc="-1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Write</a:t>
            </a:r>
            <a:endParaRPr sz="32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Tahoma"/>
                <a:cs typeface="Tahoma"/>
              </a:rPr>
              <a:t>if </a:t>
            </a:r>
            <a:r>
              <a:rPr sz="2800" spc="-10" dirty="0">
                <a:latin typeface="Tahoma"/>
                <a:cs typeface="Tahoma"/>
              </a:rPr>
              <a:t>validate </a:t>
            </a:r>
            <a:r>
              <a:rPr sz="2800" spc="-5" dirty="0">
                <a:latin typeface="Tahoma"/>
                <a:cs typeface="Tahoma"/>
              </a:rPr>
              <a:t>ok, write to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DB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91540"/>
            <a:ext cx="17303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heavy" spc="-40" dirty="0">
                <a:uFill>
                  <a:solidFill>
                    <a:srgbClr val="000000"/>
                  </a:solidFill>
                </a:uFill>
              </a:rPr>
              <a:t>Key</a:t>
            </a:r>
            <a:r>
              <a:rPr sz="3600" u="heavy" spc="-8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idea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106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16556"/>
            <a:ext cx="7169150" cy="217043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0" dirty="0">
                <a:latin typeface="Tahoma"/>
                <a:cs typeface="Tahoma"/>
              </a:rPr>
              <a:t>Make validation </a:t>
            </a:r>
            <a:r>
              <a:rPr sz="3200" spc="-5" dirty="0">
                <a:latin typeface="Tahoma"/>
                <a:cs typeface="Tahoma"/>
              </a:rPr>
              <a:t>atomic</a:t>
            </a:r>
            <a:endParaRPr sz="32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If T</a:t>
            </a:r>
            <a:r>
              <a:rPr sz="2400" spc="-5" dirty="0">
                <a:latin typeface="Tahoma"/>
                <a:cs typeface="Tahoma"/>
              </a:rPr>
              <a:t>1, </a:t>
            </a: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2, </a:t>
            </a: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3, </a:t>
            </a:r>
            <a:r>
              <a:rPr sz="2400" dirty="0">
                <a:latin typeface="Tahoma"/>
                <a:cs typeface="Tahoma"/>
              </a:rPr>
              <a:t>… </a:t>
            </a:r>
            <a:r>
              <a:rPr sz="3200" spc="-5" dirty="0">
                <a:latin typeface="Tahoma"/>
                <a:cs typeface="Tahoma"/>
              </a:rPr>
              <a:t>is </a:t>
            </a:r>
            <a:r>
              <a:rPr sz="3200" spc="-10" dirty="0">
                <a:latin typeface="Tahoma"/>
                <a:cs typeface="Tahoma"/>
              </a:rPr>
              <a:t>validation </a:t>
            </a:r>
            <a:r>
              <a:rPr sz="3200" spc="-80" dirty="0">
                <a:latin typeface="Tahoma"/>
                <a:cs typeface="Tahoma"/>
              </a:rPr>
              <a:t>order, </a:t>
            </a:r>
            <a:r>
              <a:rPr sz="3200" spc="-5" dirty="0">
                <a:latin typeface="Tahoma"/>
                <a:cs typeface="Tahoma"/>
              </a:rPr>
              <a:t>then  resulting schedule will </a:t>
            </a:r>
            <a:r>
              <a:rPr sz="3200" dirty="0">
                <a:latin typeface="Tahoma"/>
                <a:cs typeface="Tahoma"/>
              </a:rPr>
              <a:t>be </a:t>
            </a:r>
            <a:r>
              <a:rPr sz="3200" spc="-5" dirty="0">
                <a:latin typeface="Tahoma"/>
                <a:cs typeface="Tahoma"/>
              </a:rPr>
              <a:t>conflict  </a:t>
            </a:r>
            <a:r>
              <a:rPr sz="3200" spc="-10" dirty="0">
                <a:latin typeface="Tahoma"/>
                <a:cs typeface="Tahoma"/>
              </a:rPr>
              <a:t>equivalent </a:t>
            </a:r>
            <a:r>
              <a:rPr sz="3200" spc="-5" dirty="0">
                <a:latin typeface="Tahoma"/>
                <a:cs typeface="Tahoma"/>
              </a:rPr>
              <a:t>to S</a:t>
            </a:r>
            <a:r>
              <a:rPr sz="2400" spc="-5" dirty="0">
                <a:latin typeface="Tahoma"/>
                <a:cs typeface="Tahoma"/>
              </a:rPr>
              <a:t>s </a:t>
            </a:r>
            <a:r>
              <a:rPr sz="3200" dirty="0">
                <a:latin typeface="Tahoma"/>
                <a:cs typeface="Tahoma"/>
              </a:rPr>
              <a:t>= </a:t>
            </a: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1 </a:t>
            </a: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2</a:t>
            </a:r>
            <a:r>
              <a:rPr sz="2400" spc="-5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3...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2012949"/>
            <a:ext cx="7099300" cy="3633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48590" indent="-342900">
              <a:lnSpc>
                <a:spcPct val="100000"/>
              </a:lnSpc>
              <a:spcBef>
                <a:spcPts val="105"/>
              </a:spcBef>
            </a:pPr>
            <a:r>
              <a:rPr sz="3200" spc="-165" dirty="0">
                <a:latin typeface="Tahoma"/>
                <a:cs typeface="Tahoma"/>
              </a:rPr>
              <a:t>To </a:t>
            </a:r>
            <a:r>
              <a:rPr sz="3200" spc="-5" dirty="0">
                <a:latin typeface="Tahoma"/>
                <a:cs typeface="Tahoma"/>
              </a:rPr>
              <a:t>implement </a:t>
            </a:r>
            <a:r>
              <a:rPr sz="3200" spc="-10" dirty="0">
                <a:latin typeface="Tahoma"/>
                <a:cs typeface="Tahoma"/>
              </a:rPr>
              <a:t>validation, </a:t>
            </a:r>
            <a:r>
              <a:rPr sz="3200" spc="-5" dirty="0">
                <a:latin typeface="Tahoma"/>
                <a:cs typeface="Tahoma"/>
              </a:rPr>
              <a:t>system </a:t>
            </a:r>
            <a:r>
              <a:rPr sz="3200" spc="-10" dirty="0">
                <a:latin typeface="Tahoma"/>
                <a:cs typeface="Tahoma"/>
              </a:rPr>
              <a:t>keeps  </a:t>
            </a:r>
            <a:r>
              <a:rPr sz="3200" u="heavy" spc="-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two</a:t>
            </a:r>
            <a:r>
              <a:rPr sz="3200" u="heavy" spc="-1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3200" u="heavy" spc="-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sets:</a:t>
            </a:r>
            <a:endParaRPr sz="3200">
              <a:latin typeface="Tahoma"/>
              <a:cs typeface="Tahoma"/>
            </a:endParaRPr>
          </a:p>
          <a:p>
            <a:pPr marL="415290" marR="5080" indent="-415290">
              <a:lnSpc>
                <a:spcPct val="100000"/>
              </a:lnSpc>
              <a:spcBef>
                <a:spcPts val="75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u="heavy" spc="-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FIN</a:t>
            </a:r>
            <a:r>
              <a:rPr sz="3200" spc="-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= </a:t>
            </a:r>
            <a:r>
              <a:rPr sz="3200" spc="-10" dirty="0">
                <a:latin typeface="Tahoma"/>
                <a:cs typeface="Tahoma"/>
              </a:rPr>
              <a:t>transactions </a:t>
            </a:r>
            <a:r>
              <a:rPr sz="3200" spc="-5" dirty="0">
                <a:latin typeface="Tahoma"/>
                <a:cs typeface="Tahoma"/>
              </a:rPr>
              <a:t>that </a:t>
            </a:r>
            <a:r>
              <a:rPr sz="3200" spc="-15" dirty="0">
                <a:latin typeface="Tahoma"/>
                <a:cs typeface="Tahoma"/>
              </a:rPr>
              <a:t>have </a:t>
            </a:r>
            <a:r>
              <a:rPr sz="3200" spc="-5" dirty="0">
                <a:latin typeface="Tahoma"/>
                <a:cs typeface="Tahoma"/>
              </a:rPr>
              <a:t>finished  phase </a:t>
            </a:r>
            <a:r>
              <a:rPr sz="3200" dirty="0">
                <a:latin typeface="Tahoma"/>
                <a:cs typeface="Tahoma"/>
              </a:rPr>
              <a:t>3 </a:t>
            </a:r>
            <a:r>
              <a:rPr sz="3200" spc="-5" dirty="0">
                <a:latin typeface="Tahoma"/>
                <a:cs typeface="Tahoma"/>
              </a:rPr>
              <a:t>(and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dirty="0">
                <a:latin typeface="Tahoma"/>
                <a:cs typeface="Tahoma"/>
              </a:rPr>
              <a:t>all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done)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u="heavy" spc="-3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VAL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= </a:t>
            </a:r>
            <a:r>
              <a:rPr sz="3200" spc="-10" dirty="0">
                <a:latin typeface="Tahoma"/>
                <a:cs typeface="Tahoma"/>
              </a:rPr>
              <a:t>transactions </a:t>
            </a:r>
            <a:r>
              <a:rPr sz="3200" spc="-5" dirty="0">
                <a:latin typeface="Tahoma"/>
                <a:cs typeface="Tahoma"/>
              </a:rPr>
              <a:t>that</a:t>
            </a:r>
            <a:r>
              <a:rPr sz="3200" spc="15" dirty="0">
                <a:latin typeface="Tahoma"/>
                <a:cs typeface="Tahoma"/>
              </a:rPr>
              <a:t> </a:t>
            </a:r>
            <a:r>
              <a:rPr sz="3200" spc="-15" dirty="0">
                <a:latin typeface="Tahoma"/>
                <a:cs typeface="Tahoma"/>
              </a:rPr>
              <a:t>have</a:t>
            </a:r>
            <a:endParaRPr sz="3200">
              <a:latin typeface="Tahoma"/>
              <a:cs typeface="Tahoma"/>
            </a:endParaRPr>
          </a:p>
          <a:p>
            <a:pPr marL="1841500" marR="97790">
              <a:lnSpc>
                <a:spcPct val="100000"/>
              </a:lnSpc>
            </a:pPr>
            <a:r>
              <a:rPr sz="3200" spc="-10" dirty="0">
                <a:latin typeface="Tahoma"/>
                <a:cs typeface="Tahoma"/>
              </a:rPr>
              <a:t>successfully </a:t>
            </a:r>
            <a:r>
              <a:rPr sz="3200" spc="-5" dirty="0">
                <a:latin typeface="Tahoma"/>
                <a:cs typeface="Tahoma"/>
              </a:rPr>
              <a:t>finished phase </a:t>
            </a:r>
            <a:r>
              <a:rPr sz="3200" dirty="0">
                <a:latin typeface="Tahoma"/>
                <a:cs typeface="Tahoma"/>
              </a:rPr>
              <a:t>2  </a:t>
            </a:r>
            <a:r>
              <a:rPr sz="3200" spc="-10" dirty="0">
                <a:latin typeface="Tahoma"/>
                <a:cs typeface="Tahoma"/>
              </a:rPr>
              <a:t>(validation)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107</a:t>
            </a:fld>
            <a:endParaRPr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578167"/>
            <a:ext cx="750062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u="heavy" spc="-5" dirty="0">
                <a:uFill>
                  <a:solidFill>
                    <a:srgbClr val="000000"/>
                  </a:solidFill>
                </a:uFill>
              </a:rPr>
              <a:t>Example of what </a:t>
            </a:r>
            <a:r>
              <a:rPr u="heavy" spc="-10" dirty="0">
                <a:uFill>
                  <a:solidFill>
                    <a:srgbClr val="000000"/>
                  </a:solidFill>
                </a:uFill>
              </a:rPr>
              <a:t>validation </a:t>
            </a:r>
            <a:r>
              <a:rPr u="heavy" spc="-5" dirty="0">
                <a:uFill>
                  <a:solidFill>
                    <a:srgbClr val="000000"/>
                  </a:solidFill>
                </a:uFill>
              </a:rPr>
              <a:t>must </a:t>
            </a:r>
            <a:r>
              <a:rPr u="heavy" spc="-10" dirty="0">
                <a:uFill>
                  <a:solidFill>
                    <a:srgbClr val="000000"/>
                  </a:solidFill>
                </a:uFill>
              </a:rPr>
              <a:t>prevent: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78939" y="1559687"/>
            <a:ext cx="2658745" cy="1195070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3200" dirty="0">
                <a:latin typeface="Tahoma"/>
                <a:cs typeface="Tahoma"/>
              </a:rPr>
              <a:t>RS(T</a:t>
            </a:r>
            <a:r>
              <a:rPr sz="2400" dirty="0">
                <a:latin typeface="Tahoma"/>
                <a:cs typeface="Tahoma"/>
              </a:rPr>
              <a:t>2</a:t>
            </a:r>
            <a:r>
              <a:rPr sz="3200" dirty="0">
                <a:latin typeface="Tahoma"/>
                <a:cs typeface="Tahoma"/>
              </a:rPr>
              <a:t>)={B}</a:t>
            </a:r>
            <a:endParaRPr sz="3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Tahoma"/>
                <a:cs typeface="Tahoma"/>
              </a:rPr>
              <a:t>WS(T</a:t>
            </a:r>
            <a:r>
              <a:rPr sz="2400" spc="-5" dirty="0">
                <a:latin typeface="Tahoma"/>
                <a:cs typeface="Tahoma"/>
              </a:rPr>
              <a:t>2</a:t>
            </a:r>
            <a:r>
              <a:rPr sz="3200" spc="-5" dirty="0">
                <a:latin typeface="Tahoma"/>
                <a:cs typeface="Tahoma"/>
              </a:rPr>
              <a:t>)={B,D}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01675" y="4124325"/>
            <a:ext cx="7067550" cy="76200"/>
          </a:xfrm>
          <a:custGeom>
            <a:avLst/>
            <a:gdLst/>
            <a:ahLst/>
            <a:cxnLst/>
            <a:rect l="l" t="t" r="r" b="b"/>
            <a:pathLst>
              <a:path w="7067550" h="76200">
                <a:moveTo>
                  <a:pt x="6991350" y="76200"/>
                </a:moveTo>
                <a:lnTo>
                  <a:pt x="6991350" y="0"/>
                </a:lnTo>
                <a:lnTo>
                  <a:pt x="7058025" y="33337"/>
                </a:lnTo>
                <a:lnTo>
                  <a:pt x="7010400" y="33337"/>
                </a:lnTo>
                <a:lnTo>
                  <a:pt x="7010400" y="42862"/>
                </a:lnTo>
                <a:lnTo>
                  <a:pt x="7058025" y="42862"/>
                </a:lnTo>
                <a:lnTo>
                  <a:pt x="6991350" y="76200"/>
                </a:lnTo>
                <a:close/>
              </a:path>
              <a:path w="7067550" h="76200">
                <a:moveTo>
                  <a:pt x="6991350" y="42862"/>
                </a:moveTo>
                <a:lnTo>
                  <a:pt x="0" y="42862"/>
                </a:lnTo>
                <a:lnTo>
                  <a:pt x="0" y="33337"/>
                </a:lnTo>
                <a:lnTo>
                  <a:pt x="6991350" y="33337"/>
                </a:lnTo>
                <a:lnTo>
                  <a:pt x="6991350" y="42862"/>
                </a:lnTo>
                <a:close/>
              </a:path>
              <a:path w="7067550" h="76200">
                <a:moveTo>
                  <a:pt x="7058025" y="42862"/>
                </a:moveTo>
                <a:lnTo>
                  <a:pt x="7010400" y="42862"/>
                </a:lnTo>
                <a:lnTo>
                  <a:pt x="7010400" y="33337"/>
                </a:lnTo>
                <a:lnTo>
                  <a:pt x="7058025" y="33337"/>
                </a:lnTo>
                <a:lnTo>
                  <a:pt x="7067550" y="38100"/>
                </a:lnTo>
                <a:lnTo>
                  <a:pt x="7058025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679690" y="4367212"/>
            <a:ext cx="567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tim</a:t>
            </a:r>
            <a:r>
              <a:rPr sz="2400" dirty="0"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36625" y="3465512"/>
            <a:ext cx="76200" cy="685800"/>
          </a:xfrm>
          <a:custGeom>
            <a:avLst/>
            <a:gdLst/>
            <a:ahLst/>
            <a:cxnLst/>
            <a:rect l="l" t="t" r="r" b="b"/>
            <a:pathLst>
              <a:path w="76200" h="685800">
                <a:moveTo>
                  <a:pt x="42862" y="628650"/>
                </a:moveTo>
                <a:lnTo>
                  <a:pt x="33337" y="628650"/>
                </a:lnTo>
                <a:lnTo>
                  <a:pt x="33337" y="0"/>
                </a:lnTo>
                <a:lnTo>
                  <a:pt x="42862" y="0"/>
                </a:lnTo>
                <a:lnTo>
                  <a:pt x="42862" y="628650"/>
                </a:lnTo>
                <a:close/>
              </a:path>
              <a:path w="76200" h="685800">
                <a:moveTo>
                  <a:pt x="38100" y="685800"/>
                </a:moveTo>
                <a:lnTo>
                  <a:pt x="0" y="609600"/>
                </a:lnTo>
                <a:lnTo>
                  <a:pt x="33337" y="609600"/>
                </a:lnTo>
                <a:lnTo>
                  <a:pt x="33337" y="628650"/>
                </a:lnTo>
                <a:lnTo>
                  <a:pt x="66675" y="628650"/>
                </a:lnTo>
                <a:lnTo>
                  <a:pt x="38100" y="685800"/>
                </a:lnTo>
                <a:close/>
              </a:path>
              <a:path w="76200" h="685800">
                <a:moveTo>
                  <a:pt x="66675" y="628650"/>
                </a:moveTo>
                <a:lnTo>
                  <a:pt x="42862" y="628650"/>
                </a:lnTo>
                <a:lnTo>
                  <a:pt x="42862" y="609600"/>
                </a:lnTo>
                <a:lnTo>
                  <a:pt x="76200" y="609600"/>
                </a:lnTo>
                <a:lnTo>
                  <a:pt x="66675" y="6286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149725" y="3476625"/>
            <a:ext cx="76200" cy="685800"/>
          </a:xfrm>
          <a:custGeom>
            <a:avLst/>
            <a:gdLst/>
            <a:ahLst/>
            <a:cxnLst/>
            <a:rect l="l" t="t" r="r" b="b"/>
            <a:pathLst>
              <a:path w="76200" h="685800">
                <a:moveTo>
                  <a:pt x="42862" y="628650"/>
                </a:moveTo>
                <a:lnTo>
                  <a:pt x="33337" y="628650"/>
                </a:lnTo>
                <a:lnTo>
                  <a:pt x="33337" y="0"/>
                </a:lnTo>
                <a:lnTo>
                  <a:pt x="42862" y="0"/>
                </a:lnTo>
                <a:lnTo>
                  <a:pt x="42862" y="628650"/>
                </a:lnTo>
                <a:close/>
              </a:path>
              <a:path w="76200" h="685800">
                <a:moveTo>
                  <a:pt x="38100" y="685800"/>
                </a:moveTo>
                <a:lnTo>
                  <a:pt x="0" y="609600"/>
                </a:lnTo>
                <a:lnTo>
                  <a:pt x="33337" y="609600"/>
                </a:lnTo>
                <a:lnTo>
                  <a:pt x="33337" y="628650"/>
                </a:lnTo>
                <a:lnTo>
                  <a:pt x="66675" y="628650"/>
                </a:lnTo>
                <a:lnTo>
                  <a:pt x="38100" y="685800"/>
                </a:lnTo>
                <a:close/>
              </a:path>
              <a:path w="76200" h="685800">
                <a:moveTo>
                  <a:pt x="66675" y="628650"/>
                </a:moveTo>
                <a:lnTo>
                  <a:pt x="42862" y="628650"/>
                </a:lnTo>
                <a:lnTo>
                  <a:pt x="42862" y="609600"/>
                </a:lnTo>
                <a:lnTo>
                  <a:pt x="76200" y="609600"/>
                </a:lnTo>
                <a:lnTo>
                  <a:pt x="66675" y="6286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64325" y="3476625"/>
            <a:ext cx="76200" cy="685800"/>
          </a:xfrm>
          <a:custGeom>
            <a:avLst/>
            <a:gdLst/>
            <a:ahLst/>
            <a:cxnLst/>
            <a:rect l="l" t="t" r="r" b="b"/>
            <a:pathLst>
              <a:path w="76200" h="685800">
                <a:moveTo>
                  <a:pt x="42862" y="628650"/>
                </a:moveTo>
                <a:lnTo>
                  <a:pt x="33337" y="628650"/>
                </a:lnTo>
                <a:lnTo>
                  <a:pt x="33337" y="0"/>
                </a:lnTo>
                <a:lnTo>
                  <a:pt x="42862" y="0"/>
                </a:lnTo>
                <a:lnTo>
                  <a:pt x="42862" y="628650"/>
                </a:lnTo>
                <a:close/>
              </a:path>
              <a:path w="76200" h="685800">
                <a:moveTo>
                  <a:pt x="38100" y="685800"/>
                </a:moveTo>
                <a:lnTo>
                  <a:pt x="0" y="609600"/>
                </a:lnTo>
                <a:lnTo>
                  <a:pt x="33337" y="609600"/>
                </a:lnTo>
                <a:lnTo>
                  <a:pt x="33337" y="628650"/>
                </a:lnTo>
                <a:lnTo>
                  <a:pt x="66675" y="628650"/>
                </a:lnTo>
                <a:lnTo>
                  <a:pt x="38100" y="685800"/>
                </a:lnTo>
                <a:close/>
              </a:path>
              <a:path w="76200" h="685800">
                <a:moveTo>
                  <a:pt x="66675" y="628650"/>
                </a:moveTo>
                <a:lnTo>
                  <a:pt x="42862" y="628650"/>
                </a:lnTo>
                <a:lnTo>
                  <a:pt x="42862" y="609600"/>
                </a:lnTo>
                <a:lnTo>
                  <a:pt x="76200" y="609600"/>
                </a:lnTo>
                <a:lnTo>
                  <a:pt x="66675" y="6286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08075" y="3142509"/>
            <a:ext cx="483234" cy="77533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590"/>
              </a:spcBef>
            </a:pPr>
            <a:r>
              <a:rPr sz="2400" spc="-5" dirty="0">
                <a:latin typeface="Tahoma"/>
                <a:cs typeface="Tahoma"/>
              </a:rPr>
              <a:t>T</a:t>
            </a:r>
            <a:r>
              <a:rPr sz="1800" spc="-5" dirty="0">
                <a:latin typeface="Tahoma"/>
                <a:cs typeface="Tahoma"/>
              </a:rPr>
              <a:t>2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800" dirty="0">
                <a:latin typeface="Tahoma"/>
                <a:cs typeface="Tahoma"/>
              </a:rPr>
              <a:t>s</a:t>
            </a:r>
            <a:r>
              <a:rPr sz="1800" spc="-5" dirty="0">
                <a:latin typeface="Tahoma"/>
                <a:cs typeface="Tahoma"/>
              </a:rPr>
              <a:t>t</a:t>
            </a:r>
            <a:r>
              <a:rPr sz="1800" dirty="0">
                <a:latin typeface="Tahoma"/>
                <a:cs typeface="Tahoma"/>
              </a:rPr>
              <a:t>art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49115" y="3142509"/>
            <a:ext cx="927735" cy="77533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90"/>
              </a:spcBef>
            </a:pPr>
            <a:r>
              <a:rPr sz="2400" spc="-5" dirty="0">
                <a:latin typeface="Tahoma"/>
                <a:cs typeface="Tahoma"/>
              </a:rPr>
              <a:t>T</a:t>
            </a:r>
            <a:r>
              <a:rPr sz="1800" spc="-5" dirty="0">
                <a:latin typeface="Tahoma"/>
                <a:cs typeface="Tahoma"/>
              </a:rPr>
              <a:t>2</a:t>
            </a:r>
            <a:endParaRPr sz="1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70"/>
              </a:spcBef>
            </a:pPr>
            <a:r>
              <a:rPr sz="1800" spc="-10" dirty="0">
                <a:latin typeface="Tahoma"/>
                <a:cs typeface="Tahoma"/>
              </a:rPr>
              <a:t>validated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89102" y="3142509"/>
            <a:ext cx="927735" cy="77533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90"/>
              </a:spcBef>
            </a:pPr>
            <a:r>
              <a:rPr sz="2400" spc="-5" dirty="0">
                <a:latin typeface="Tahoma"/>
                <a:cs typeface="Tahoma"/>
              </a:rPr>
              <a:t>T</a:t>
            </a:r>
            <a:r>
              <a:rPr sz="1800" spc="-5" dirty="0">
                <a:latin typeface="Tahoma"/>
                <a:cs typeface="Tahoma"/>
              </a:rPr>
              <a:t>3</a:t>
            </a:r>
            <a:endParaRPr sz="1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70"/>
              </a:spcBef>
            </a:pPr>
            <a:r>
              <a:rPr sz="1800" spc="-10" dirty="0">
                <a:latin typeface="Tahoma"/>
                <a:cs typeface="Tahoma"/>
              </a:rPr>
              <a:t>validated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347912" y="3443287"/>
            <a:ext cx="76200" cy="685800"/>
          </a:xfrm>
          <a:custGeom>
            <a:avLst/>
            <a:gdLst/>
            <a:ahLst/>
            <a:cxnLst/>
            <a:rect l="l" t="t" r="r" b="b"/>
            <a:pathLst>
              <a:path w="76200" h="685800">
                <a:moveTo>
                  <a:pt x="42862" y="628650"/>
                </a:moveTo>
                <a:lnTo>
                  <a:pt x="33337" y="628650"/>
                </a:lnTo>
                <a:lnTo>
                  <a:pt x="33337" y="0"/>
                </a:lnTo>
                <a:lnTo>
                  <a:pt x="42862" y="0"/>
                </a:lnTo>
                <a:lnTo>
                  <a:pt x="42862" y="628650"/>
                </a:lnTo>
                <a:close/>
              </a:path>
              <a:path w="76200" h="685800">
                <a:moveTo>
                  <a:pt x="38100" y="685800"/>
                </a:moveTo>
                <a:lnTo>
                  <a:pt x="0" y="609600"/>
                </a:lnTo>
                <a:lnTo>
                  <a:pt x="33337" y="609600"/>
                </a:lnTo>
                <a:lnTo>
                  <a:pt x="33337" y="628650"/>
                </a:lnTo>
                <a:lnTo>
                  <a:pt x="66675" y="628650"/>
                </a:lnTo>
                <a:lnTo>
                  <a:pt x="38100" y="685800"/>
                </a:lnTo>
                <a:close/>
              </a:path>
              <a:path w="76200" h="685800">
                <a:moveTo>
                  <a:pt x="66675" y="628650"/>
                </a:moveTo>
                <a:lnTo>
                  <a:pt x="42862" y="628650"/>
                </a:lnTo>
                <a:lnTo>
                  <a:pt x="42862" y="609600"/>
                </a:lnTo>
                <a:lnTo>
                  <a:pt x="76200" y="609600"/>
                </a:lnTo>
                <a:lnTo>
                  <a:pt x="66675" y="6286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528887" y="3272684"/>
            <a:ext cx="483234" cy="77533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590"/>
              </a:spcBef>
            </a:pPr>
            <a:r>
              <a:rPr sz="2400" spc="-5" dirty="0">
                <a:latin typeface="Tahoma"/>
                <a:cs typeface="Tahoma"/>
              </a:rPr>
              <a:t>T</a:t>
            </a:r>
            <a:r>
              <a:rPr sz="1800" spc="-5" dirty="0">
                <a:latin typeface="Tahoma"/>
                <a:cs typeface="Tahoma"/>
              </a:rPr>
              <a:t>3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800" dirty="0">
                <a:latin typeface="Tahoma"/>
                <a:cs typeface="Tahoma"/>
              </a:rPr>
              <a:t>s</a:t>
            </a:r>
            <a:r>
              <a:rPr sz="1800" spc="-5" dirty="0">
                <a:latin typeface="Tahoma"/>
                <a:cs typeface="Tahoma"/>
              </a:rPr>
              <a:t>t</a:t>
            </a:r>
            <a:r>
              <a:rPr sz="1800" dirty="0">
                <a:latin typeface="Tahoma"/>
                <a:cs typeface="Tahoma"/>
              </a:rPr>
              <a:t>art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11687" y="1793239"/>
            <a:ext cx="33845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i="1" dirty="0">
                <a:solidFill>
                  <a:srgbClr val="FF0000"/>
                </a:solidFill>
                <a:latin typeface="Symbol"/>
                <a:cs typeface="Symbol"/>
              </a:rPr>
              <a:t></a:t>
            </a:r>
            <a:endParaRPr sz="3200">
              <a:latin typeface="Symbol"/>
              <a:cs typeface="Symbo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231614" y="2174989"/>
            <a:ext cx="311150" cy="224154"/>
          </a:xfrm>
          <a:custGeom>
            <a:avLst/>
            <a:gdLst/>
            <a:ahLst/>
            <a:cxnLst/>
            <a:rect l="l" t="t" r="r" b="b"/>
            <a:pathLst>
              <a:path w="311150" h="224155">
                <a:moveTo>
                  <a:pt x="10845" y="223608"/>
                </a:moveTo>
                <a:lnTo>
                  <a:pt x="0" y="207962"/>
                </a:lnTo>
                <a:lnTo>
                  <a:pt x="300037" y="0"/>
                </a:lnTo>
                <a:lnTo>
                  <a:pt x="310883" y="15646"/>
                </a:lnTo>
                <a:lnTo>
                  <a:pt x="10845" y="22360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960404" y="1931149"/>
            <a:ext cx="307975" cy="144780"/>
          </a:xfrm>
          <a:custGeom>
            <a:avLst/>
            <a:gdLst/>
            <a:ahLst/>
            <a:cxnLst/>
            <a:rect l="l" t="t" r="r" b="b"/>
            <a:pathLst>
              <a:path w="307975" h="144780">
                <a:moveTo>
                  <a:pt x="7416" y="144551"/>
                </a:moveTo>
                <a:lnTo>
                  <a:pt x="0" y="127000"/>
                </a:lnTo>
                <a:lnTo>
                  <a:pt x="300037" y="0"/>
                </a:lnTo>
                <a:lnTo>
                  <a:pt x="307454" y="17551"/>
                </a:lnTo>
                <a:lnTo>
                  <a:pt x="7416" y="14455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336540" y="1580007"/>
            <a:ext cx="3227705" cy="117475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4800" baseline="1736" dirty="0">
                <a:latin typeface="Tahoma"/>
                <a:cs typeface="Tahoma"/>
              </a:rPr>
              <a:t>RS(T</a:t>
            </a:r>
            <a:r>
              <a:rPr sz="3600" baseline="2314" dirty="0">
                <a:latin typeface="Tahoma"/>
                <a:cs typeface="Tahoma"/>
              </a:rPr>
              <a:t>3</a:t>
            </a:r>
            <a:r>
              <a:rPr sz="4800" baseline="1736" dirty="0">
                <a:latin typeface="Tahoma"/>
                <a:cs typeface="Tahoma"/>
              </a:rPr>
              <a:t>)={A,B} </a:t>
            </a:r>
            <a:r>
              <a:rPr sz="3200" dirty="0">
                <a:solidFill>
                  <a:srgbClr val="FF0000"/>
                </a:solidFill>
                <a:latin typeface="Tahoma"/>
                <a:cs typeface="Tahoma"/>
              </a:rPr>
              <a:t>=</a:t>
            </a:r>
            <a:r>
              <a:rPr sz="3200" spc="-49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3200" i="1" dirty="0">
                <a:solidFill>
                  <a:srgbClr val="FF0000"/>
                </a:solidFill>
                <a:latin typeface="Symbol"/>
                <a:cs typeface="Symbol"/>
              </a:rPr>
              <a:t></a:t>
            </a:r>
            <a:endParaRPr sz="3200">
              <a:latin typeface="Symbol"/>
              <a:cs typeface="Symbol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3200" dirty="0">
                <a:latin typeface="Tahoma"/>
                <a:cs typeface="Tahoma"/>
              </a:rPr>
              <a:t>WS(T</a:t>
            </a:r>
            <a:r>
              <a:rPr sz="2400" dirty="0">
                <a:latin typeface="Tahoma"/>
                <a:cs typeface="Tahoma"/>
              </a:rPr>
              <a:t>3</a:t>
            </a:r>
            <a:r>
              <a:rPr sz="3200" dirty="0">
                <a:latin typeface="Tahoma"/>
                <a:cs typeface="Tahoma"/>
              </a:rPr>
              <a:t>)={C}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945780" y="1712709"/>
            <a:ext cx="199390" cy="473709"/>
          </a:xfrm>
          <a:custGeom>
            <a:avLst/>
            <a:gdLst/>
            <a:ahLst/>
            <a:cxnLst/>
            <a:rect l="l" t="t" r="r" b="b"/>
            <a:pathLst>
              <a:path w="199390" h="473710">
                <a:moveTo>
                  <a:pt x="8826" y="473481"/>
                </a:moveTo>
                <a:lnTo>
                  <a:pt x="0" y="469899"/>
                </a:lnTo>
                <a:lnTo>
                  <a:pt x="190500" y="0"/>
                </a:lnTo>
                <a:lnTo>
                  <a:pt x="199326" y="3581"/>
                </a:lnTo>
                <a:lnTo>
                  <a:pt x="8826" y="47348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108</a:t>
            </a:fld>
            <a:endParaRPr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37279" y="4206240"/>
            <a:ext cx="108267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3333CC"/>
                </a:solidFill>
                <a:latin typeface="Tahoma"/>
                <a:cs typeface="Tahoma"/>
              </a:rPr>
              <a:t>T</a:t>
            </a:r>
            <a:r>
              <a:rPr sz="1800" spc="-5" dirty="0">
                <a:solidFill>
                  <a:srgbClr val="3333CC"/>
                </a:solidFill>
                <a:latin typeface="Tahoma"/>
                <a:cs typeface="Tahoma"/>
              </a:rPr>
              <a:t>2</a:t>
            </a:r>
            <a:endParaRPr sz="1800">
              <a:latin typeface="Tahoma"/>
              <a:cs typeface="Tahoma"/>
            </a:endParaRPr>
          </a:p>
          <a:p>
            <a:pPr marL="12065" marR="5080" indent="-1270" algn="ctr">
              <a:lnSpc>
                <a:spcPct val="100000"/>
              </a:lnSpc>
            </a:pPr>
            <a:r>
              <a:rPr sz="2400" spc="-5" dirty="0">
                <a:solidFill>
                  <a:srgbClr val="3333CC"/>
                </a:solidFill>
                <a:latin typeface="Tahoma"/>
                <a:cs typeface="Tahoma"/>
              </a:rPr>
              <a:t>finish  phase</a:t>
            </a:r>
            <a:r>
              <a:rPr sz="2400" spc="-85" dirty="0">
                <a:solidFill>
                  <a:srgbClr val="3333CC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3333CC"/>
                </a:solidFill>
                <a:latin typeface="Tahoma"/>
                <a:cs typeface="Tahoma"/>
              </a:rPr>
              <a:t>3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5977" y="640080"/>
            <a:ext cx="750062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u="heavy" spc="-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Example of what </a:t>
            </a:r>
            <a:r>
              <a:rPr sz="3200" u="heavy" spc="-1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validation </a:t>
            </a:r>
            <a:r>
              <a:rPr sz="3200" u="heavy" spc="-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must </a:t>
            </a:r>
            <a:r>
              <a:rPr sz="3200" u="heavy" spc="-1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prevent: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78939" y="1605724"/>
            <a:ext cx="2658745" cy="1195070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3200" dirty="0">
                <a:latin typeface="Tahoma"/>
                <a:cs typeface="Tahoma"/>
              </a:rPr>
              <a:t>RS(T</a:t>
            </a:r>
            <a:r>
              <a:rPr sz="2400" dirty="0">
                <a:latin typeface="Tahoma"/>
                <a:cs typeface="Tahoma"/>
              </a:rPr>
              <a:t>2</a:t>
            </a:r>
            <a:r>
              <a:rPr sz="3200" dirty="0">
                <a:latin typeface="Tahoma"/>
                <a:cs typeface="Tahoma"/>
              </a:rPr>
              <a:t>)={B}</a:t>
            </a:r>
            <a:endParaRPr sz="3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Tahoma"/>
                <a:cs typeface="Tahoma"/>
              </a:rPr>
              <a:t>WS(T</a:t>
            </a:r>
            <a:r>
              <a:rPr sz="2400" spc="-5" dirty="0">
                <a:latin typeface="Tahoma"/>
                <a:cs typeface="Tahoma"/>
              </a:rPr>
              <a:t>2</a:t>
            </a:r>
            <a:r>
              <a:rPr sz="3200" spc="-5" dirty="0">
                <a:latin typeface="Tahoma"/>
                <a:cs typeface="Tahoma"/>
              </a:rPr>
              <a:t>)={B,D}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01675" y="4124325"/>
            <a:ext cx="7067550" cy="76200"/>
          </a:xfrm>
          <a:custGeom>
            <a:avLst/>
            <a:gdLst/>
            <a:ahLst/>
            <a:cxnLst/>
            <a:rect l="l" t="t" r="r" b="b"/>
            <a:pathLst>
              <a:path w="7067550" h="76200">
                <a:moveTo>
                  <a:pt x="6991350" y="76200"/>
                </a:moveTo>
                <a:lnTo>
                  <a:pt x="6991350" y="0"/>
                </a:lnTo>
                <a:lnTo>
                  <a:pt x="7058025" y="33337"/>
                </a:lnTo>
                <a:lnTo>
                  <a:pt x="7010400" y="33337"/>
                </a:lnTo>
                <a:lnTo>
                  <a:pt x="7010400" y="42862"/>
                </a:lnTo>
                <a:lnTo>
                  <a:pt x="7058025" y="42862"/>
                </a:lnTo>
                <a:lnTo>
                  <a:pt x="6991350" y="76200"/>
                </a:lnTo>
                <a:close/>
              </a:path>
              <a:path w="7067550" h="76200">
                <a:moveTo>
                  <a:pt x="6991350" y="42862"/>
                </a:moveTo>
                <a:lnTo>
                  <a:pt x="0" y="42862"/>
                </a:lnTo>
                <a:lnTo>
                  <a:pt x="0" y="33337"/>
                </a:lnTo>
                <a:lnTo>
                  <a:pt x="6991350" y="33337"/>
                </a:lnTo>
                <a:lnTo>
                  <a:pt x="6991350" y="42862"/>
                </a:lnTo>
                <a:close/>
              </a:path>
              <a:path w="7067550" h="76200">
                <a:moveTo>
                  <a:pt x="7058025" y="42862"/>
                </a:moveTo>
                <a:lnTo>
                  <a:pt x="7010400" y="42862"/>
                </a:lnTo>
                <a:lnTo>
                  <a:pt x="7010400" y="33337"/>
                </a:lnTo>
                <a:lnTo>
                  <a:pt x="7058025" y="33337"/>
                </a:lnTo>
                <a:lnTo>
                  <a:pt x="7067550" y="38100"/>
                </a:lnTo>
                <a:lnTo>
                  <a:pt x="7058025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79690" y="4367212"/>
            <a:ext cx="567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tim</a:t>
            </a:r>
            <a:r>
              <a:rPr sz="2400" dirty="0"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36625" y="3465512"/>
            <a:ext cx="76200" cy="685800"/>
          </a:xfrm>
          <a:custGeom>
            <a:avLst/>
            <a:gdLst/>
            <a:ahLst/>
            <a:cxnLst/>
            <a:rect l="l" t="t" r="r" b="b"/>
            <a:pathLst>
              <a:path w="76200" h="685800">
                <a:moveTo>
                  <a:pt x="42862" y="628650"/>
                </a:moveTo>
                <a:lnTo>
                  <a:pt x="33337" y="628650"/>
                </a:lnTo>
                <a:lnTo>
                  <a:pt x="33337" y="0"/>
                </a:lnTo>
                <a:lnTo>
                  <a:pt x="42862" y="0"/>
                </a:lnTo>
                <a:lnTo>
                  <a:pt x="42862" y="628650"/>
                </a:lnTo>
                <a:close/>
              </a:path>
              <a:path w="76200" h="685800">
                <a:moveTo>
                  <a:pt x="38100" y="685800"/>
                </a:moveTo>
                <a:lnTo>
                  <a:pt x="0" y="609600"/>
                </a:lnTo>
                <a:lnTo>
                  <a:pt x="33337" y="609600"/>
                </a:lnTo>
                <a:lnTo>
                  <a:pt x="33337" y="628650"/>
                </a:lnTo>
                <a:lnTo>
                  <a:pt x="66675" y="628650"/>
                </a:lnTo>
                <a:lnTo>
                  <a:pt x="38100" y="685800"/>
                </a:lnTo>
                <a:close/>
              </a:path>
              <a:path w="76200" h="685800">
                <a:moveTo>
                  <a:pt x="66675" y="628650"/>
                </a:moveTo>
                <a:lnTo>
                  <a:pt x="42862" y="628650"/>
                </a:lnTo>
                <a:lnTo>
                  <a:pt x="42862" y="609600"/>
                </a:lnTo>
                <a:lnTo>
                  <a:pt x="76200" y="609600"/>
                </a:lnTo>
                <a:lnTo>
                  <a:pt x="66675" y="6286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149725" y="3476625"/>
            <a:ext cx="76200" cy="685800"/>
          </a:xfrm>
          <a:custGeom>
            <a:avLst/>
            <a:gdLst/>
            <a:ahLst/>
            <a:cxnLst/>
            <a:rect l="l" t="t" r="r" b="b"/>
            <a:pathLst>
              <a:path w="76200" h="685800">
                <a:moveTo>
                  <a:pt x="42862" y="628650"/>
                </a:moveTo>
                <a:lnTo>
                  <a:pt x="33337" y="628650"/>
                </a:lnTo>
                <a:lnTo>
                  <a:pt x="33337" y="0"/>
                </a:lnTo>
                <a:lnTo>
                  <a:pt x="42862" y="0"/>
                </a:lnTo>
                <a:lnTo>
                  <a:pt x="42862" y="628650"/>
                </a:lnTo>
                <a:close/>
              </a:path>
              <a:path w="76200" h="685800">
                <a:moveTo>
                  <a:pt x="38100" y="685800"/>
                </a:moveTo>
                <a:lnTo>
                  <a:pt x="0" y="609600"/>
                </a:lnTo>
                <a:lnTo>
                  <a:pt x="33337" y="609600"/>
                </a:lnTo>
                <a:lnTo>
                  <a:pt x="33337" y="628650"/>
                </a:lnTo>
                <a:lnTo>
                  <a:pt x="66675" y="628650"/>
                </a:lnTo>
                <a:lnTo>
                  <a:pt x="38100" y="685800"/>
                </a:lnTo>
                <a:close/>
              </a:path>
              <a:path w="76200" h="685800">
                <a:moveTo>
                  <a:pt x="66675" y="628650"/>
                </a:moveTo>
                <a:lnTo>
                  <a:pt x="42862" y="628650"/>
                </a:lnTo>
                <a:lnTo>
                  <a:pt x="42862" y="609600"/>
                </a:lnTo>
                <a:lnTo>
                  <a:pt x="76200" y="609600"/>
                </a:lnTo>
                <a:lnTo>
                  <a:pt x="66675" y="6286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664325" y="3476625"/>
            <a:ext cx="76200" cy="685800"/>
          </a:xfrm>
          <a:custGeom>
            <a:avLst/>
            <a:gdLst/>
            <a:ahLst/>
            <a:cxnLst/>
            <a:rect l="l" t="t" r="r" b="b"/>
            <a:pathLst>
              <a:path w="76200" h="685800">
                <a:moveTo>
                  <a:pt x="42862" y="628650"/>
                </a:moveTo>
                <a:lnTo>
                  <a:pt x="33337" y="628650"/>
                </a:lnTo>
                <a:lnTo>
                  <a:pt x="33337" y="0"/>
                </a:lnTo>
                <a:lnTo>
                  <a:pt x="42862" y="0"/>
                </a:lnTo>
                <a:lnTo>
                  <a:pt x="42862" y="628650"/>
                </a:lnTo>
                <a:close/>
              </a:path>
              <a:path w="76200" h="685800">
                <a:moveTo>
                  <a:pt x="38100" y="685800"/>
                </a:moveTo>
                <a:lnTo>
                  <a:pt x="0" y="609600"/>
                </a:lnTo>
                <a:lnTo>
                  <a:pt x="33337" y="609600"/>
                </a:lnTo>
                <a:lnTo>
                  <a:pt x="33337" y="628650"/>
                </a:lnTo>
                <a:lnTo>
                  <a:pt x="66675" y="628650"/>
                </a:lnTo>
                <a:lnTo>
                  <a:pt x="38100" y="685800"/>
                </a:lnTo>
                <a:close/>
              </a:path>
              <a:path w="76200" h="685800">
                <a:moveTo>
                  <a:pt x="66675" y="628650"/>
                </a:moveTo>
                <a:lnTo>
                  <a:pt x="42862" y="628650"/>
                </a:lnTo>
                <a:lnTo>
                  <a:pt x="42862" y="609600"/>
                </a:lnTo>
                <a:lnTo>
                  <a:pt x="76200" y="609600"/>
                </a:lnTo>
                <a:lnTo>
                  <a:pt x="66675" y="6286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08075" y="3142509"/>
            <a:ext cx="483234" cy="77533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590"/>
              </a:spcBef>
            </a:pPr>
            <a:r>
              <a:rPr sz="2400" spc="-5" dirty="0">
                <a:latin typeface="Tahoma"/>
                <a:cs typeface="Tahoma"/>
              </a:rPr>
              <a:t>T</a:t>
            </a:r>
            <a:r>
              <a:rPr sz="1800" spc="-5" dirty="0">
                <a:latin typeface="Tahoma"/>
                <a:cs typeface="Tahoma"/>
              </a:rPr>
              <a:t>2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800" dirty="0">
                <a:latin typeface="Tahoma"/>
                <a:cs typeface="Tahoma"/>
              </a:rPr>
              <a:t>s</a:t>
            </a:r>
            <a:r>
              <a:rPr sz="1800" spc="-5" dirty="0">
                <a:latin typeface="Tahoma"/>
                <a:cs typeface="Tahoma"/>
              </a:rPr>
              <a:t>t</a:t>
            </a:r>
            <a:r>
              <a:rPr sz="1800" dirty="0">
                <a:latin typeface="Tahoma"/>
                <a:cs typeface="Tahoma"/>
              </a:rPr>
              <a:t>art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49115" y="3142509"/>
            <a:ext cx="927735" cy="77533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90"/>
              </a:spcBef>
            </a:pPr>
            <a:r>
              <a:rPr sz="2400" spc="-5" dirty="0">
                <a:latin typeface="Tahoma"/>
                <a:cs typeface="Tahoma"/>
              </a:rPr>
              <a:t>T</a:t>
            </a:r>
            <a:r>
              <a:rPr sz="1800" spc="-5" dirty="0">
                <a:latin typeface="Tahoma"/>
                <a:cs typeface="Tahoma"/>
              </a:rPr>
              <a:t>2</a:t>
            </a:r>
            <a:endParaRPr sz="1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70"/>
              </a:spcBef>
            </a:pPr>
            <a:r>
              <a:rPr sz="1800" spc="-10" dirty="0">
                <a:latin typeface="Tahoma"/>
                <a:cs typeface="Tahoma"/>
              </a:rPr>
              <a:t>validated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89102" y="3142509"/>
            <a:ext cx="927735" cy="77533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90"/>
              </a:spcBef>
            </a:pPr>
            <a:r>
              <a:rPr sz="2400" spc="-5" dirty="0">
                <a:latin typeface="Tahoma"/>
                <a:cs typeface="Tahoma"/>
              </a:rPr>
              <a:t>T</a:t>
            </a:r>
            <a:r>
              <a:rPr sz="1800" spc="-5" dirty="0">
                <a:latin typeface="Tahoma"/>
                <a:cs typeface="Tahoma"/>
              </a:rPr>
              <a:t>3</a:t>
            </a:r>
            <a:endParaRPr sz="1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70"/>
              </a:spcBef>
            </a:pPr>
            <a:r>
              <a:rPr sz="1800" spc="-10" dirty="0">
                <a:latin typeface="Tahoma"/>
                <a:cs typeface="Tahoma"/>
              </a:rPr>
              <a:t>validated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28887" y="3272684"/>
            <a:ext cx="483234" cy="77533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590"/>
              </a:spcBef>
            </a:pPr>
            <a:r>
              <a:rPr sz="2400" spc="-5" dirty="0">
                <a:latin typeface="Tahoma"/>
                <a:cs typeface="Tahoma"/>
              </a:rPr>
              <a:t>T</a:t>
            </a:r>
            <a:r>
              <a:rPr sz="1800" spc="-5" dirty="0">
                <a:latin typeface="Tahoma"/>
                <a:cs typeface="Tahoma"/>
              </a:rPr>
              <a:t>3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800" dirty="0">
                <a:latin typeface="Tahoma"/>
                <a:cs typeface="Tahoma"/>
              </a:rPr>
              <a:t>s</a:t>
            </a:r>
            <a:r>
              <a:rPr sz="1800" spc="-5" dirty="0">
                <a:latin typeface="Tahoma"/>
                <a:cs typeface="Tahoma"/>
              </a:rPr>
              <a:t>t</a:t>
            </a:r>
            <a:r>
              <a:rPr sz="1800" dirty="0">
                <a:latin typeface="Tahoma"/>
                <a:cs typeface="Tahoma"/>
              </a:rPr>
              <a:t>art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11687" y="1793239"/>
            <a:ext cx="33845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i="1" dirty="0">
                <a:solidFill>
                  <a:srgbClr val="FF0000"/>
                </a:solidFill>
                <a:latin typeface="Symbol"/>
                <a:cs typeface="Symbol"/>
              </a:rPr>
              <a:t></a:t>
            </a:r>
            <a:endParaRPr sz="3200">
              <a:latin typeface="Symbol"/>
              <a:cs typeface="Symbo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231614" y="2174989"/>
            <a:ext cx="311150" cy="224154"/>
          </a:xfrm>
          <a:custGeom>
            <a:avLst/>
            <a:gdLst/>
            <a:ahLst/>
            <a:cxnLst/>
            <a:rect l="l" t="t" r="r" b="b"/>
            <a:pathLst>
              <a:path w="311150" h="224155">
                <a:moveTo>
                  <a:pt x="10845" y="223608"/>
                </a:moveTo>
                <a:lnTo>
                  <a:pt x="0" y="207962"/>
                </a:lnTo>
                <a:lnTo>
                  <a:pt x="300037" y="0"/>
                </a:lnTo>
                <a:lnTo>
                  <a:pt x="310883" y="15646"/>
                </a:lnTo>
                <a:lnTo>
                  <a:pt x="10845" y="22360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960404" y="1931149"/>
            <a:ext cx="307975" cy="144780"/>
          </a:xfrm>
          <a:custGeom>
            <a:avLst/>
            <a:gdLst/>
            <a:ahLst/>
            <a:cxnLst/>
            <a:rect l="l" t="t" r="r" b="b"/>
            <a:pathLst>
              <a:path w="307975" h="144780">
                <a:moveTo>
                  <a:pt x="7416" y="144551"/>
                </a:moveTo>
                <a:lnTo>
                  <a:pt x="0" y="127000"/>
                </a:lnTo>
                <a:lnTo>
                  <a:pt x="300037" y="0"/>
                </a:lnTo>
                <a:lnTo>
                  <a:pt x="307454" y="17551"/>
                </a:lnTo>
                <a:lnTo>
                  <a:pt x="7416" y="14455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336540" y="1605724"/>
            <a:ext cx="3227705" cy="1195070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3200" dirty="0">
                <a:latin typeface="Tahoma"/>
                <a:cs typeface="Tahoma"/>
              </a:rPr>
              <a:t>RS(T</a:t>
            </a:r>
            <a:r>
              <a:rPr sz="2400" dirty="0">
                <a:latin typeface="Tahoma"/>
                <a:cs typeface="Tahoma"/>
              </a:rPr>
              <a:t>3</a:t>
            </a:r>
            <a:r>
              <a:rPr sz="3200" dirty="0">
                <a:latin typeface="Tahoma"/>
                <a:cs typeface="Tahoma"/>
              </a:rPr>
              <a:t>)={A,B} </a:t>
            </a:r>
            <a:r>
              <a:rPr sz="4800" baseline="5208" dirty="0">
                <a:solidFill>
                  <a:srgbClr val="FF0000"/>
                </a:solidFill>
                <a:latin typeface="Tahoma"/>
                <a:cs typeface="Tahoma"/>
              </a:rPr>
              <a:t>=</a:t>
            </a:r>
            <a:r>
              <a:rPr sz="4800" spc="-735" baseline="5208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4800" i="1" baseline="5208" dirty="0">
                <a:solidFill>
                  <a:srgbClr val="FF0000"/>
                </a:solidFill>
                <a:latin typeface="Symbol"/>
                <a:cs typeface="Symbol"/>
              </a:rPr>
              <a:t></a:t>
            </a:r>
            <a:endParaRPr sz="4800" baseline="5208">
              <a:latin typeface="Symbol"/>
              <a:cs typeface="Symbol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dirty="0">
                <a:latin typeface="Tahoma"/>
                <a:cs typeface="Tahoma"/>
              </a:rPr>
              <a:t>WS(T</a:t>
            </a:r>
            <a:r>
              <a:rPr sz="2400" dirty="0">
                <a:latin typeface="Tahoma"/>
                <a:cs typeface="Tahoma"/>
              </a:rPr>
              <a:t>3</a:t>
            </a:r>
            <a:r>
              <a:rPr sz="3200" dirty="0">
                <a:latin typeface="Tahoma"/>
                <a:cs typeface="Tahoma"/>
              </a:rPr>
              <a:t>)={C}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6789102" y="364172"/>
            <a:ext cx="94805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33CC"/>
                </a:solidFill>
              </a:rPr>
              <a:t>a</a:t>
            </a:r>
            <a:r>
              <a:rPr dirty="0">
                <a:solidFill>
                  <a:srgbClr val="3333CC"/>
                </a:solidFill>
              </a:rPr>
              <a:t>l</a:t>
            </a:r>
            <a:r>
              <a:rPr spc="-5" dirty="0">
                <a:solidFill>
                  <a:srgbClr val="3333CC"/>
                </a:solidFill>
              </a:rPr>
              <a:t>lo</a:t>
            </a:r>
            <a:r>
              <a:rPr dirty="0">
                <a:solidFill>
                  <a:srgbClr val="3333CC"/>
                </a:solidFill>
              </a:rPr>
              <a:t>w</a:t>
            </a:r>
          </a:p>
        </p:txBody>
      </p:sp>
      <p:sp>
        <p:nvSpPr>
          <p:cNvPr id="19" name="object 19"/>
          <p:cNvSpPr/>
          <p:nvPr/>
        </p:nvSpPr>
        <p:spPr>
          <a:xfrm>
            <a:off x="6501206" y="835025"/>
            <a:ext cx="1441450" cy="487045"/>
          </a:xfrm>
          <a:custGeom>
            <a:avLst/>
            <a:gdLst/>
            <a:ahLst/>
            <a:cxnLst/>
            <a:rect l="l" t="t" r="r" b="b"/>
            <a:pathLst>
              <a:path w="1441450" h="487044">
                <a:moveTo>
                  <a:pt x="835505" y="116600"/>
                </a:moveTo>
                <a:lnTo>
                  <a:pt x="888733" y="95821"/>
                </a:lnTo>
                <a:lnTo>
                  <a:pt x="925588" y="82765"/>
                </a:lnTo>
                <a:lnTo>
                  <a:pt x="962634" y="70713"/>
                </a:lnTo>
                <a:lnTo>
                  <a:pt x="1001005" y="59321"/>
                </a:lnTo>
                <a:lnTo>
                  <a:pt x="1056043" y="44843"/>
                </a:lnTo>
                <a:lnTo>
                  <a:pt x="1093736" y="36194"/>
                </a:lnTo>
                <a:lnTo>
                  <a:pt x="1131620" y="28498"/>
                </a:lnTo>
                <a:lnTo>
                  <a:pt x="1169682" y="21729"/>
                </a:lnTo>
                <a:lnTo>
                  <a:pt x="1207922" y="15913"/>
                </a:lnTo>
                <a:lnTo>
                  <a:pt x="1246339" y="10998"/>
                </a:lnTo>
                <a:lnTo>
                  <a:pt x="1284947" y="7010"/>
                </a:lnTo>
                <a:lnTo>
                  <a:pt x="1323733" y="3924"/>
                </a:lnTo>
                <a:lnTo>
                  <a:pt x="1362697" y="1739"/>
                </a:lnTo>
                <a:lnTo>
                  <a:pt x="1401622" y="431"/>
                </a:lnTo>
                <a:lnTo>
                  <a:pt x="1440954" y="0"/>
                </a:lnTo>
                <a:lnTo>
                  <a:pt x="1441157" y="38100"/>
                </a:lnTo>
                <a:lnTo>
                  <a:pt x="1421904" y="38201"/>
                </a:lnTo>
                <a:lnTo>
                  <a:pt x="1403221" y="38519"/>
                </a:lnTo>
                <a:lnTo>
                  <a:pt x="1402689" y="38519"/>
                </a:lnTo>
                <a:lnTo>
                  <a:pt x="1383760" y="39052"/>
                </a:lnTo>
                <a:lnTo>
                  <a:pt x="1364505" y="39801"/>
                </a:lnTo>
                <a:lnTo>
                  <a:pt x="1345131" y="40779"/>
                </a:lnTo>
                <a:lnTo>
                  <a:pt x="1326505" y="41935"/>
                </a:lnTo>
                <a:lnTo>
                  <a:pt x="1326311" y="41935"/>
                </a:lnTo>
                <a:lnTo>
                  <a:pt x="1307464" y="43332"/>
                </a:lnTo>
                <a:lnTo>
                  <a:pt x="1288199" y="44970"/>
                </a:lnTo>
                <a:lnTo>
                  <a:pt x="1269575" y="46786"/>
                </a:lnTo>
                <a:lnTo>
                  <a:pt x="1250492" y="48882"/>
                </a:lnTo>
                <a:lnTo>
                  <a:pt x="1232022" y="51130"/>
                </a:lnTo>
                <a:lnTo>
                  <a:pt x="1213261" y="53632"/>
                </a:lnTo>
                <a:lnTo>
                  <a:pt x="1194283" y="56400"/>
                </a:lnTo>
                <a:lnTo>
                  <a:pt x="1175658" y="59359"/>
                </a:lnTo>
                <a:lnTo>
                  <a:pt x="1157058" y="62547"/>
                </a:lnTo>
                <a:lnTo>
                  <a:pt x="1138792" y="65912"/>
                </a:lnTo>
                <a:lnTo>
                  <a:pt x="1120270" y="69557"/>
                </a:lnTo>
                <a:lnTo>
                  <a:pt x="1101573" y="73482"/>
                </a:lnTo>
                <a:lnTo>
                  <a:pt x="1083170" y="77584"/>
                </a:lnTo>
                <a:lnTo>
                  <a:pt x="1064806" y="81927"/>
                </a:lnTo>
                <a:lnTo>
                  <a:pt x="1046760" y="86436"/>
                </a:lnTo>
                <a:lnTo>
                  <a:pt x="1028483" y="91249"/>
                </a:lnTo>
                <a:lnTo>
                  <a:pt x="1010018" y="96354"/>
                </a:lnTo>
                <a:lnTo>
                  <a:pt x="992119" y="101561"/>
                </a:lnTo>
                <a:lnTo>
                  <a:pt x="973984" y="107086"/>
                </a:lnTo>
                <a:lnTo>
                  <a:pt x="955888" y="112839"/>
                </a:lnTo>
                <a:lnTo>
                  <a:pt x="945660" y="116243"/>
                </a:lnTo>
                <a:lnTo>
                  <a:pt x="837336" y="116243"/>
                </a:lnTo>
                <a:lnTo>
                  <a:pt x="835505" y="116600"/>
                </a:lnTo>
                <a:close/>
              </a:path>
              <a:path w="1441450" h="487044">
                <a:moveTo>
                  <a:pt x="1402473" y="38531"/>
                </a:moveTo>
                <a:lnTo>
                  <a:pt x="1402689" y="38519"/>
                </a:lnTo>
                <a:lnTo>
                  <a:pt x="1403221" y="38519"/>
                </a:lnTo>
                <a:lnTo>
                  <a:pt x="1402473" y="38531"/>
                </a:lnTo>
                <a:close/>
              </a:path>
              <a:path w="1441450" h="487044">
                <a:moveTo>
                  <a:pt x="1383309" y="39065"/>
                </a:moveTo>
                <a:lnTo>
                  <a:pt x="1383525" y="39052"/>
                </a:lnTo>
                <a:lnTo>
                  <a:pt x="1383760" y="39052"/>
                </a:lnTo>
                <a:lnTo>
                  <a:pt x="1383309" y="39065"/>
                </a:lnTo>
                <a:close/>
              </a:path>
              <a:path w="1441450" h="487044">
                <a:moveTo>
                  <a:pt x="1364183" y="39814"/>
                </a:moveTo>
                <a:lnTo>
                  <a:pt x="1364399" y="39801"/>
                </a:lnTo>
                <a:lnTo>
                  <a:pt x="1364183" y="39814"/>
                </a:lnTo>
                <a:close/>
              </a:path>
              <a:path w="1441450" h="487044">
                <a:moveTo>
                  <a:pt x="1345181" y="40776"/>
                </a:moveTo>
                <a:lnTo>
                  <a:pt x="1345336" y="40766"/>
                </a:lnTo>
                <a:lnTo>
                  <a:pt x="1345181" y="40776"/>
                </a:lnTo>
                <a:close/>
              </a:path>
              <a:path w="1441450" h="487044">
                <a:moveTo>
                  <a:pt x="1345131" y="40779"/>
                </a:moveTo>
                <a:close/>
              </a:path>
              <a:path w="1441450" h="487044">
                <a:moveTo>
                  <a:pt x="1326095" y="41960"/>
                </a:moveTo>
                <a:lnTo>
                  <a:pt x="1326311" y="41935"/>
                </a:lnTo>
                <a:lnTo>
                  <a:pt x="1326505" y="41935"/>
                </a:lnTo>
                <a:lnTo>
                  <a:pt x="1326095" y="41960"/>
                </a:lnTo>
                <a:close/>
              </a:path>
              <a:path w="1441450" h="487044">
                <a:moveTo>
                  <a:pt x="1307122" y="43357"/>
                </a:moveTo>
                <a:lnTo>
                  <a:pt x="1307338" y="43332"/>
                </a:lnTo>
                <a:lnTo>
                  <a:pt x="1307122" y="43357"/>
                </a:lnTo>
                <a:close/>
              </a:path>
              <a:path w="1441450" h="487044">
                <a:moveTo>
                  <a:pt x="1288284" y="44970"/>
                </a:moveTo>
                <a:lnTo>
                  <a:pt x="1288414" y="44958"/>
                </a:lnTo>
                <a:lnTo>
                  <a:pt x="1288284" y="44970"/>
                </a:lnTo>
                <a:close/>
              </a:path>
              <a:path w="1441450" h="487044">
                <a:moveTo>
                  <a:pt x="1269314" y="46812"/>
                </a:moveTo>
                <a:lnTo>
                  <a:pt x="1269542" y="46786"/>
                </a:lnTo>
                <a:lnTo>
                  <a:pt x="1269314" y="46812"/>
                </a:lnTo>
                <a:close/>
              </a:path>
              <a:path w="1441450" h="487044">
                <a:moveTo>
                  <a:pt x="1250699" y="48859"/>
                </a:moveTo>
                <a:close/>
              </a:path>
              <a:path w="1441450" h="487044">
                <a:moveTo>
                  <a:pt x="1250512" y="48882"/>
                </a:moveTo>
                <a:lnTo>
                  <a:pt x="1250699" y="48859"/>
                </a:lnTo>
                <a:lnTo>
                  <a:pt x="1250512" y="48882"/>
                </a:lnTo>
                <a:close/>
              </a:path>
              <a:path w="1441450" h="487044">
                <a:moveTo>
                  <a:pt x="1231709" y="51168"/>
                </a:moveTo>
                <a:lnTo>
                  <a:pt x="1231938" y="51130"/>
                </a:lnTo>
                <a:lnTo>
                  <a:pt x="1231709" y="51168"/>
                </a:lnTo>
                <a:close/>
              </a:path>
              <a:path w="1441450" h="487044">
                <a:moveTo>
                  <a:pt x="1212977" y="53670"/>
                </a:moveTo>
                <a:lnTo>
                  <a:pt x="1213205" y="53632"/>
                </a:lnTo>
                <a:lnTo>
                  <a:pt x="1212977" y="53670"/>
                </a:lnTo>
                <a:close/>
              </a:path>
              <a:path w="1441450" h="487044">
                <a:moveTo>
                  <a:pt x="1194300" y="56398"/>
                </a:moveTo>
                <a:lnTo>
                  <a:pt x="1194523" y="56362"/>
                </a:lnTo>
                <a:lnTo>
                  <a:pt x="1194300" y="56398"/>
                </a:lnTo>
                <a:close/>
              </a:path>
              <a:path w="1441450" h="487044">
                <a:moveTo>
                  <a:pt x="1194283" y="56400"/>
                </a:moveTo>
                <a:close/>
              </a:path>
              <a:path w="1441450" h="487044">
                <a:moveTo>
                  <a:pt x="1175737" y="59346"/>
                </a:moveTo>
                <a:lnTo>
                  <a:pt x="1175880" y="59321"/>
                </a:lnTo>
                <a:lnTo>
                  <a:pt x="1175737" y="59346"/>
                </a:lnTo>
                <a:close/>
              </a:path>
              <a:path w="1441450" h="487044">
                <a:moveTo>
                  <a:pt x="1175658" y="59359"/>
                </a:moveTo>
                <a:close/>
              </a:path>
              <a:path w="1441450" h="487044">
                <a:moveTo>
                  <a:pt x="1157080" y="62547"/>
                </a:moveTo>
                <a:lnTo>
                  <a:pt x="1157287" y="62509"/>
                </a:lnTo>
                <a:lnTo>
                  <a:pt x="1157080" y="62547"/>
                </a:lnTo>
                <a:close/>
              </a:path>
              <a:path w="1441450" h="487044">
                <a:moveTo>
                  <a:pt x="1138516" y="65963"/>
                </a:moveTo>
                <a:lnTo>
                  <a:pt x="1138745" y="65912"/>
                </a:lnTo>
                <a:lnTo>
                  <a:pt x="1138516" y="65963"/>
                </a:lnTo>
                <a:close/>
              </a:path>
              <a:path w="1441450" h="487044">
                <a:moveTo>
                  <a:pt x="1120013" y="69608"/>
                </a:moveTo>
                <a:lnTo>
                  <a:pt x="1120254" y="69557"/>
                </a:lnTo>
                <a:lnTo>
                  <a:pt x="1120013" y="69608"/>
                </a:lnTo>
                <a:close/>
              </a:path>
              <a:path w="1441450" h="487044">
                <a:moveTo>
                  <a:pt x="1101584" y="73479"/>
                </a:moveTo>
                <a:lnTo>
                  <a:pt x="1101801" y="73431"/>
                </a:lnTo>
                <a:lnTo>
                  <a:pt x="1101584" y="73479"/>
                </a:lnTo>
                <a:close/>
              </a:path>
              <a:path w="1441450" h="487044">
                <a:moveTo>
                  <a:pt x="1101573" y="73482"/>
                </a:moveTo>
                <a:close/>
              </a:path>
              <a:path w="1441450" h="487044">
                <a:moveTo>
                  <a:pt x="1083183" y="77584"/>
                </a:moveTo>
                <a:lnTo>
                  <a:pt x="1083398" y="77533"/>
                </a:lnTo>
                <a:lnTo>
                  <a:pt x="1083183" y="77584"/>
                </a:lnTo>
                <a:close/>
              </a:path>
              <a:path w="1441450" h="487044">
                <a:moveTo>
                  <a:pt x="1064843" y="81927"/>
                </a:moveTo>
                <a:lnTo>
                  <a:pt x="1065047" y="81876"/>
                </a:lnTo>
                <a:lnTo>
                  <a:pt x="1064843" y="81927"/>
                </a:lnTo>
                <a:close/>
              </a:path>
              <a:path w="1441450" h="487044">
                <a:moveTo>
                  <a:pt x="1046505" y="86499"/>
                </a:moveTo>
                <a:lnTo>
                  <a:pt x="1046734" y="86436"/>
                </a:lnTo>
                <a:lnTo>
                  <a:pt x="1046505" y="86499"/>
                </a:lnTo>
                <a:close/>
              </a:path>
              <a:path w="1441450" h="487044">
                <a:moveTo>
                  <a:pt x="1028242" y="91312"/>
                </a:moveTo>
                <a:lnTo>
                  <a:pt x="1028471" y="91249"/>
                </a:lnTo>
                <a:lnTo>
                  <a:pt x="1028242" y="91312"/>
                </a:lnTo>
                <a:close/>
              </a:path>
              <a:path w="1441450" h="487044">
                <a:moveTo>
                  <a:pt x="1010041" y="96354"/>
                </a:moveTo>
                <a:lnTo>
                  <a:pt x="1010259" y="96291"/>
                </a:lnTo>
                <a:lnTo>
                  <a:pt x="1010041" y="96354"/>
                </a:lnTo>
                <a:close/>
              </a:path>
              <a:path w="1441450" h="487044">
                <a:moveTo>
                  <a:pt x="991857" y="101638"/>
                </a:moveTo>
                <a:lnTo>
                  <a:pt x="992085" y="101561"/>
                </a:lnTo>
                <a:lnTo>
                  <a:pt x="991857" y="101638"/>
                </a:lnTo>
                <a:close/>
              </a:path>
              <a:path w="1441450" h="487044">
                <a:moveTo>
                  <a:pt x="973734" y="107162"/>
                </a:moveTo>
                <a:lnTo>
                  <a:pt x="973963" y="107086"/>
                </a:lnTo>
                <a:lnTo>
                  <a:pt x="973734" y="107162"/>
                </a:lnTo>
                <a:close/>
              </a:path>
              <a:path w="1441450" h="487044">
                <a:moveTo>
                  <a:pt x="955649" y="112915"/>
                </a:moveTo>
                <a:lnTo>
                  <a:pt x="955878" y="112839"/>
                </a:lnTo>
                <a:lnTo>
                  <a:pt x="955649" y="112915"/>
                </a:lnTo>
                <a:close/>
              </a:path>
              <a:path w="1441450" h="487044">
                <a:moveTo>
                  <a:pt x="833818" y="117284"/>
                </a:moveTo>
                <a:lnTo>
                  <a:pt x="835505" y="116600"/>
                </a:lnTo>
                <a:lnTo>
                  <a:pt x="837336" y="116243"/>
                </a:lnTo>
                <a:lnTo>
                  <a:pt x="833818" y="117284"/>
                </a:lnTo>
                <a:close/>
              </a:path>
              <a:path w="1441450" h="487044">
                <a:moveTo>
                  <a:pt x="942533" y="117284"/>
                </a:moveTo>
                <a:lnTo>
                  <a:pt x="833818" y="117284"/>
                </a:lnTo>
                <a:lnTo>
                  <a:pt x="837336" y="116243"/>
                </a:lnTo>
                <a:lnTo>
                  <a:pt x="945660" y="116243"/>
                </a:lnTo>
                <a:lnTo>
                  <a:pt x="942533" y="117284"/>
                </a:lnTo>
                <a:close/>
              </a:path>
              <a:path w="1441450" h="487044">
                <a:moveTo>
                  <a:pt x="930757" y="121310"/>
                </a:moveTo>
                <a:lnTo>
                  <a:pt x="811377" y="121310"/>
                </a:lnTo>
                <a:lnTo>
                  <a:pt x="835505" y="116600"/>
                </a:lnTo>
                <a:lnTo>
                  <a:pt x="833818" y="117284"/>
                </a:lnTo>
                <a:lnTo>
                  <a:pt x="942533" y="117284"/>
                </a:lnTo>
                <a:lnTo>
                  <a:pt x="937615" y="118922"/>
                </a:lnTo>
                <a:lnTo>
                  <a:pt x="930757" y="121310"/>
                </a:lnTo>
                <a:close/>
              </a:path>
              <a:path w="1441450" h="487044">
                <a:moveTo>
                  <a:pt x="937637" y="118922"/>
                </a:moveTo>
                <a:lnTo>
                  <a:pt x="937856" y="118846"/>
                </a:lnTo>
                <a:lnTo>
                  <a:pt x="937637" y="118922"/>
                </a:lnTo>
                <a:close/>
              </a:path>
              <a:path w="1441450" h="487044">
                <a:moveTo>
                  <a:pt x="916205" y="126403"/>
                </a:moveTo>
                <a:lnTo>
                  <a:pt x="784352" y="126403"/>
                </a:lnTo>
                <a:lnTo>
                  <a:pt x="811491" y="121284"/>
                </a:lnTo>
                <a:lnTo>
                  <a:pt x="930757" y="121310"/>
                </a:lnTo>
                <a:lnTo>
                  <a:pt x="919888" y="125082"/>
                </a:lnTo>
                <a:lnTo>
                  <a:pt x="916205" y="126403"/>
                </a:lnTo>
                <a:close/>
              </a:path>
              <a:path w="1441450" h="487044">
                <a:moveTo>
                  <a:pt x="919632" y="125171"/>
                </a:moveTo>
                <a:lnTo>
                  <a:pt x="919861" y="125082"/>
                </a:lnTo>
                <a:lnTo>
                  <a:pt x="919632" y="125171"/>
                </a:lnTo>
                <a:close/>
              </a:path>
              <a:path w="1441450" h="487044">
                <a:moveTo>
                  <a:pt x="18262" y="486625"/>
                </a:moveTo>
                <a:lnTo>
                  <a:pt x="0" y="453174"/>
                </a:lnTo>
                <a:lnTo>
                  <a:pt x="24282" y="439928"/>
                </a:lnTo>
                <a:lnTo>
                  <a:pt x="48133" y="426504"/>
                </a:lnTo>
                <a:lnTo>
                  <a:pt x="71818" y="412826"/>
                </a:lnTo>
                <a:lnTo>
                  <a:pt x="95377" y="398945"/>
                </a:lnTo>
                <a:lnTo>
                  <a:pt x="142328" y="370725"/>
                </a:lnTo>
                <a:lnTo>
                  <a:pt x="227559" y="319189"/>
                </a:lnTo>
                <a:lnTo>
                  <a:pt x="283959" y="286092"/>
                </a:lnTo>
                <a:lnTo>
                  <a:pt x="332384" y="259206"/>
                </a:lnTo>
                <a:lnTo>
                  <a:pt x="381762" y="233705"/>
                </a:lnTo>
                <a:lnTo>
                  <a:pt x="419188" y="216623"/>
                </a:lnTo>
                <a:lnTo>
                  <a:pt x="459486" y="201396"/>
                </a:lnTo>
                <a:lnTo>
                  <a:pt x="502043" y="187794"/>
                </a:lnTo>
                <a:lnTo>
                  <a:pt x="546341" y="175577"/>
                </a:lnTo>
                <a:lnTo>
                  <a:pt x="606793" y="161162"/>
                </a:lnTo>
                <a:lnTo>
                  <a:pt x="667626" y="148437"/>
                </a:lnTo>
                <a:lnTo>
                  <a:pt x="719972" y="138381"/>
                </a:lnTo>
                <a:lnTo>
                  <a:pt x="784402" y="126390"/>
                </a:lnTo>
                <a:lnTo>
                  <a:pt x="916205" y="126403"/>
                </a:lnTo>
                <a:lnTo>
                  <a:pt x="901687" y="131648"/>
                </a:lnTo>
                <a:lnTo>
                  <a:pt x="883794" y="138391"/>
                </a:lnTo>
                <a:lnTo>
                  <a:pt x="865949" y="145364"/>
                </a:lnTo>
                <a:lnTo>
                  <a:pt x="848144" y="152590"/>
                </a:lnTo>
                <a:lnTo>
                  <a:pt x="846416" y="153200"/>
                </a:lnTo>
                <a:lnTo>
                  <a:pt x="844638" y="153631"/>
                </a:lnTo>
                <a:lnTo>
                  <a:pt x="704908" y="179997"/>
                </a:lnTo>
                <a:lnTo>
                  <a:pt x="674903" y="185839"/>
                </a:lnTo>
                <a:lnTo>
                  <a:pt x="644842" y="191947"/>
                </a:lnTo>
                <a:lnTo>
                  <a:pt x="615089" y="198348"/>
                </a:lnTo>
                <a:lnTo>
                  <a:pt x="584949" y="205257"/>
                </a:lnTo>
                <a:lnTo>
                  <a:pt x="555805" y="212483"/>
                </a:lnTo>
                <a:lnTo>
                  <a:pt x="541083" y="216357"/>
                </a:lnTo>
                <a:lnTo>
                  <a:pt x="526745" y="220306"/>
                </a:lnTo>
                <a:lnTo>
                  <a:pt x="512613" y="224396"/>
                </a:lnTo>
                <a:lnTo>
                  <a:pt x="498995" y="228536"/>
                </a:lnTo>
                <a:lnTo>
                  <a:pt x="485355" y="232892"/>
                </a:lnTo>
                <a:lnTo>
                  <a:pt x="471652" y="237502"/>
                </a:lnTo>
                <a:lnTo>
                  <a:pt x="458565" y="242176"/>
                </a:lnTo>
                <a:lnTo>
                  <a:pt x="445795" y="247002"/>
                </a:lnTo>
                <a:lnTo>
                  <a:pt x="433799" y="251815"/>
                </a:lnTo>
                <a:lnTo>
                  <a:pt x="421350" y="257136"/>
                </a:lnTo>
                <a:lnTo>
                  <a:pt x="409702" y="262458"/>
                </a:lnTo>
                <a:lnTo>
                  <a:pt x="398502" y="267944"/>
                </a:lnTo>
                <a:lnTo>
                  <a:pt x="374167" y="280238"/>
                </a:lnTo>
                <a:lnTo>
                  <a:pt x="350416" y="292773"/>
                </a:lnTo>
                <a:lnTo>
                  <a:pt x="302681" y="319290"/>
                </a:lnTo>
                <a:lnTo>
                  <a:pt x="255827" y="346646"/>
                </a:lnTo>
                <a:lnTo>
                  <a:pt x="208864" y="374903"/>
                </a:lnTo>
                <a:lnTo>
                  <a:pt x="169138" y="399021"/>
                </a:lnTo>
                <a:lnTo>
                  <a:pt x="146116" y="412902"/>
                </a:lnTo>
                <a:lnTo>
                  <a:pt x="114719" y="431774"/>
                </a:lnTo>
                <a:lnTo>
                  <a:pt x="90868" y="445820"/>
                </a:lnTo>
                <a:lnTo>
                  <a:pt x="66814" y="459701"/>
                </a:lnTo>
                <a:lnTo>
                  <a:pt x="42544" y="473367"/>
                </a:lnTo>
                <a:lnTo>
                  <a:pt x="18262" y="486625"/>
                </a:lnTo>
                <a:close/>
              </a:path>
              <a:path w="1441450" h="487044">
                <a:moveTo>
                  <a:pt x="901725" y="131648"/>
                </a:moveTo>
                <a:lnTo>
                  <a:pt x="901928" y="131572"/>
                </a:lnTo>
                <a:lnTo>
                  <a:pt x="901725" y="131648"/>
                </a:lnTo>
                <a:close/>
              </a:path>
              <a:path w="1441450" h="487044">
                <a:moveTo>
                  <a:pt x="883821" y="138381"/>
                </a:moveTo>
                <a:lnTo>
                  <a:pt x="884021" y="138303"/>
                </a:lnTo>
                <a:lnTo>
                  <a:pt x="883821" y="138381"/>
                </a:lnTo>
                <a:close/>
              </a:path>
              <a:path w="1441450" h="487044">
                <a:moveTo>
                  <a:pt x="883794" y="138391"/>
                </a:moveTo>
                <a:close/>
              </a:path>
              <a:path w="1441450" h="487044">
                <a:moveTo>
                  <a:pt x="865958" y="145364"/>
                </a:moveTo>
                <a:lnTo>
                  <a:pt x="866178" y="145275"/>
                </a:lnTo>
                <a:lnTo>
                  <a:pt x="865958" y="145364"/>
                </a:lnTo>
                <a:close/>
              </a:path>
              <a:path w="1441450" h="487044">
                <a:moveTo>
                  <a:pt x="734275" y="174459"/>
                </a:moveTo>
                <a:close/>
              </a:path>
              <a:path w="1441450" h="487044">
                <a:moveTo>
                  <a:pt x="704773" y="180022"/>
                </a:moveTo>
                <a:lnTo>
                  <a:pt x="704908" y="179997"/>
                </a:lnTo>
                <a:lnTo>
                  <a:pt x="704773" y="180022"/>
                </a:lnTo>
                <a:close/>
              </a:path>
              <a:path w="1441450" h="487044">
                <a:moveTo>
                  <a:pt x="674930" y="185839"/>
                </a:moveTo>
                <a:close/>
              </a:path>
              <a:path w="1441450" h="487044">
                <a:moveTo>
                  <a:pt x="644868" y="191947"/>
                </a:moveTo>
                <a:lnTo>
                  <a:pt x="645045" y="191909"/>
                </a:lnTo>
                <a:lnTo>
                  <a:pt x="644868" y="191947"/>
                </a:lnTo>
                <a:close/>
              </a:path>
              <a:path w="1441450" h="487044">
                <a:moveTo>
                  <a:pt x="614794" y="198412"/>
                </a:moveTo>
                <a:lnTo>
                  <a:pt x="615061" y="198348"/>
                </a:lnTo>
                <a:lnTo>
                  <a:pt x="614794" y="198412"/>
                </a:lnTo>
                <a:close/>
              </a:path>
              <a:path w="1441450" h="487044">
                <a:moveTo>
                  <a:pt x="585084" y="205226"/>
                </a:moveTo>
                <a:lnTo>
                  <a:pt x="585266" y="205181"/>
                </a:lnTo>
                <a:lnTo>
                  <a:pt x="585084" y="205226"/>
                </a:lnTo>
                <a:close/>
              </a:path>
              <a:path w="1441450" h="487044">
                <a:moveTo>
                  <a:pt x="584959" y="205257"/>
                </a:moveTo>
                <a:close/>
              </a:path>
              <a:path w="1441450" h="487044">
                <a:moveTo>
                  <a:pt x="555497" y="212559"/>
                </a:moveTo>
                <a:lnTo>
                  <a:pt x="555777" y="212483"/>
                </a:lnTo>
                <a:lnTo>
                  <a:pt x="555497" y="212559"/>
                </a:lnTo>
                <a:close/>
              </a:path>
              <a:path w="1441450" h="487044">
                <a:moveTo>
                  <a:pt x="541102" y="216357"/>
                </a:moveTo>
                <a:lnTo>
                  <a:pt x="541286" y="216306"/>
                </a:lnTo>
                <a:lnTo>
                  <a:pt x="541102" y="216357"/>
                </a:lnTo>
                <a:close/>
              </a:path>
              <a:path w="1441450" h="487044">
                <a:moveTo>
                  <a:pt x="526930" y="220255"/>
                </a:moveTo>
                <a:close/>
              </a:path>
              <a:path w="1441450" h="487044">
                <a:moveTo>
                  <a:pt x="526754" y="220306"/>
                </a:moveTo>
                <a:lnTo>
                  <a:pt x="526930" y="220255"/>
                </a:lnTo>
                <a:lnTo>
                  <a:pt x="526754" y="220306"/>
                </a:lnTo>
                <a:close/>
              </a:path>
              <a:path w="1441450" h="487044">
                <a:moveTo>
                  <a:pt x="512678" y="224376"/>
                </a:moveTo>
                <a:lnTo>
                  <a:pt x="512864" y="224320"/>
                </a:lnTo>
                <a:lnTo>
                  <a:pt x="512678" y="224376"/>
                </a:lnTo>
                <a:close/>
              </a:path>
              <a:path w="1441450" h="487044">
                <a:moveTo>
                  <a:pt x="512613" y="224396"/>
                </a:moveTo>
                <a:close/>
              </a:path>
              <a:path w="1441450" h="487044">
                <a:moveTo>
                  <a:pt x="498703" y="228625"/>
                </a:moveTo>
                <a:lnTo>
                  <a:pt x="498970" y="228536"/>
                </a:lnTo>
                <a:lnTo>
                  <a:pt x="498703" y="228625"/>
                </a:lnTo>
                <a:close/>
              </a:path>
              <a:path w="1441450" h="487044">
                <a:moveTo>
                  <a:pt x="485038" y="232994"/>
                </a:moveTo>
                <a:lnTo>
                  <a:pt x="485330" y="232892"/>
                </a:lnTo>
                <a:lnTo>
                  <a:pt x="485038" y="232994"/>
                </a:lnTo>
                <a:close/>
              </a:path>
              <a:path w="1441450" h="487044">
                <a:moveTo>
                  <a:pt x="471672" y="237502"/>
                </a:moveTo>
                <a:lnTo>
                  <a:pt x="471957" y="237401"/>
                </a:lnTo>
                <a:lnTo>
                  <a:pt x="471672" y="237502"/>
                </a:lnTo>
                <a:close/>
              </a:path>
              <a:path w="1441450" h="487044">
                <a:moveTo>
                  <a:pt x="458679" y="242133"/>
                </a:moveTo>
                <a:lnTo>
                  <a:pt x="458901" y="242049"/>
                </a:lnTo>
                <a:lnTo>
                  <a:pt x="458679" y="242133"/>
                </a:lnTo>
                <a:close/>
              </a:path>
              <a:path w="1441450" h="487044">
                <a:moveTo>
                  <a:pt x="458565" y="242176"/>
                </a:moveTo>
                <a:close/>
              </a:path>
              <a:path w="1441450" h="487044">
                <a:moveTo>
                  <a:pt x="446140" y="246871"/>
                </a:moveTo>
                <a:close/>
              </a:path>
              <a:path w="1441450" h="487044">
                <a:moveTo>
                  <a:pt x="445814" y="247002"/>
                </a:moveTo>
                <a:lnTo>
                  <a:pt x="446140" y="246871"/>
                </a:lnTo>
                <a:lnTo>
                  <a:pt x="445814" y="247002"/>
                </a:lnTo>
                <a:close/>
              </a:path>
              <a:path w="1441450" h="487044">
                <a:moveTo>
                  <a:pt x="433387" y="251980"/>
                </a:moveTo>
                <a:lnTo>
                  <a:pt x="433768" y="251815"/>
                </a:lnTo>
                <a:lnTo>
                  <a:pt x="433387" y="251980"/>
                </a:lnTo>
                <a:close/>
              </a:path>
              <a:path w="1441450" h="487044">
                <a:moveTo>
                  <a:pt x="421381" y="257122"/>
                </a:moveTo>
                <a:lnTo>
                  <a:pt x="421766" y="256946"/>
                </a:lnTo>
                <a:lnTo>
                  <a:pt x="421381" y="257122"/>
                </a:lnTo>
                <a:close/>
              </a:path>
              <a:path w="1441450" h="487044">
                <a:moveTo>
                  <a:pt x="421350" y="257136"/>
                </a:moveTo>
                <a:close/>
              </a:path>
              <a:path w="1441450" h="487044">
                <a:moveTo>
                  <a:pt x="409941" y="262348"/>
                </a:moveTo>
                <a:lnTo>
                  <a:pt x="410159" y="262242"/>
                </a:lnTo>
                <a:lnTo>
                  <a:pt x="409941" y="262348"/>
                </a:lnTo>
                <a:close/>
              </a:path>
              <a:path w="1441450" h="487044">
                <a:moveTo>
                  <a:pt x="409717" y="262458"/>
                </a:moveTo>
                <a:lnTo>
                  <a:pt x="409941" y="262348"/>
                </a:lnTo>
                <a:lnTo>
                  <a:pt x="409717" y="262458"/>
                </a:lnTo>
                <a:close/>
              </a:path>
              <a:path w="1441450" h="487044">
                <a:moveTo>
                  <a:pt x="398574" y="267908"/>
                </a:moveTo>
                <a:lnTo>
                  <a:pt x="398729" y="267830"/>
                </a:lnTo>
                <a:lnTo>
                  <a:pt x="398574" y="267908"/>
                </a:lnTo>
                <a:close/>
              </a:path>
              <a:path w="1441450" h="487044">
                <a:moveTo>
                  <a:pt x="398502" y="267944"/>
                </a:moveTo>
                <a:close/>
              </a:path>
              <a:path w="1441450" h="487044">
                <a:moveTo>
                  <a:pt x="374194" y="280238"/>
                </a:moveTo>
                <a:lnTo>
                  <a:pt x="374459" y="280098"/>
                </a:lnTo>
                <a:lnTo>
                  <a:pt x="374194" y="280238"/>
                </a:lnTo>
                <a:close/>
              </a:path>
              <a:path w="1441450" h="487044">
                <a:moveTo>
                  <a:pt x="350151" y="292912"/>
                </a:moveTo>
                <a:lnTo>
                  <a:pt x="350405" y="292773"/>
                </a:lnTo>
                <a:lnTo>
                  <a:pt x="350151" y="292912"/>
                </a:lnTo>
                <a:close/>
              </a:path>
              <a:path w="1441450" h="487044">
                <a:moveTo>
                  <a:pt x="326339" y="305943"/>
                </a:moveTo>
                <a:lnTo>
                  <a:pt x="326555" y="305816"/>
                </a:lnTo>
                <a:lnTo>
                  <a:pt x="326339" y="305943"/>
                </a:lnTo>
                <a:close/>
              </a:path>
              <a:path w="1441450" h="487044">
                <a:moveTo>
                  <a:pt x="302765" y="319241"/>
                </a:moveTo>
                <a:close/>
              </a:path>
              <a:path w="1441450" h="487044">
                <a:moveTo>
                  <a:pt x="302681" y="319290"/>
                </a:moveTo>
                <a:close/>
              </a:path>
              <a:path w="1441450" h="487044">
                <a:moveTo>
                  <a:pt x="279133" y="332905"/>
                </a:moveTo>
                <a:lnTo>
                  <a:pt x="279272" y="332816"/>
                </a:lnTo>
                <a:lnTo>
                  <a:pt x="279133" y="332905"/>
                </a:lnTo>
                <a:close/>
              </a:path>
              <a:path w="1441450" h="487044">
                <a:moveTo>
                  <a:pt x="255676" y="346735"/>
                </a:moveTo>
                <a:lnTo>
                  <a:pt x="255816" y="346646"/>
                </a:lnTo>
                <a:lnTo>
                  <a:pt x="255676" y="346735"/>
                </a:lnTo>
                <a:close/>
              </a:path>
              <a:path w="1441450" h="487044">
                <a:moveTo>
                  <a:pt x="142252" y="370763"/>
                </a:moveTo>
                <a:close/>
              </a:path>
              <a:path w="1441450" h="487044">
                <a:moveTo>
                  <a:pt x="208864" y="374903"/>
                </a:moveTo>
                <a:close/>
              </a:path>
              <a:path w="1441450" h="487044">
                <a:moveTo>
                  <a:pt x="95237" y="399021"/>
                </a:moveTo>
                <a:lnTo>
                  <a:pt x="95377" y="398945"/>
                </a:lnTo>
                <a:lnTo>
                  <a:pt x="95237" y="399021"/>
                </a:lnTo>
                <a:close/>
              </a:path>
              <a:path w="1441450" h="487044">
                <a:moveTo>
                  <a:pt x="71666" y="412902"/>
                </a:moveTo>
                <a:lnTo>
                  <a:pt x="71795" y="412826"/>
                </a:lnTo>
                <a:lnTo>
                  <a:pt x="71666" y="412902"/>
                </a:lnTo>
                <a:close/>
              </a:path>
              <a:path w="1441450" h="487044">
                <a:moveTo>
                  <a:pt x="47942" y="426605"/>
                </a:moveTo>
                <a:lnTo>
                  <a:pt x="48118" y="426504"/>
                </a:lnTo>
                <a:lnTo>
                  <a:pt x="47942" y="426605"/>
                </a:lnTo>
                <a:close/>
              </a:path>
              <a:path w="1441450" h="487044">
                <a:moveTo>
                  <a:pt x="24066" y="440042"/>
                </a:moveTo>
                <a:lnTo>
                  <a:pt x="24269" y="439928"/>
                </a:lnTo>
                <a:lnTo>
                  <a:pt x="24066" y="440042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741987" y="4142634"/>
            <a:ext cx="483234" cy="77533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590"/>
              </a:spcBef>
            </a:pPr>
            <a:r>
              <a:rPr sz="2400" spc="-5" dirty="0">
                <a:solidFill>
                  <a:srgbClr val="3333CC"/>
                </a:solidFill>
                <a:latin typeface="Tahoma"/>
                <a:cs typeface="Tahoma"/>
              </a:rPr>
              <a:t>T</a:t>
            </a:r>
            <a:r>
              <a:rPr sz="1800" spc="-5" dirty="0">
                <a:solidFill>
                  <a:srgbClr val="3333CC"/>
                </a:solidFill>
                <a:latin typeface="Tahoma"/>
                <a:cs typeface="Tahoma"/>
              </a:rPr>
              <a:t>3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800" dirty="0">
                <a:solidFill>
                  <a:srgbClr val="3333CC"/>
                </a:solidFill>
                <a:latin typeface="Tahoma"/>
                <a:cs typeface="Tahoma"/>
              </a:rPr>
              <a:t>s</a:t>
            </a:r>
            <a:r>
              <a:rPr sz="1800" spc="-5" dirty="0">
                <a:solidFill>
                  <a:srgbClr val="3333CC"/>
                </a:solidFill>
                <a:latin typeface="Tahoma"/>
                <a:cs typeface="Tahoma"/>
              </a:rPr>
              <a:t>t</a:t>
            </a:r>
            <a:r>
              <a:rPr sz="1800" dirty="0">
                <a:solidFill>
                  <a:srgbClr val="3333CC"/>
                </a:solidFill>
                <a:latin typeface="Tahoma"/>
                <a:cs typeface="Tahoma"/>
              </a:rPr>
              <a:t>art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514975" y="4191000"/>
            <a:ext cx="76200" cy="727075"/>
          </a:xfrm>
          <a:custGeom>
            <a:avLst/>
            <a:gdLst/>
            <a:ahLst/>
            <a:cxnLst/>
            <a:rect l="l" t="t" r="r" b="b"/>
            <a:pathLst>
              <a:path w="76200" h="727075">
                <a:moveTo>
                  <a:pt x="33337" y="76200"/>
                </a:moveTo>
                <a:lnTo>
                  <a:pt x="0" y="76200"/>
                </a:lnTo>
                <a:lnTo>
                  <a:pt x="38100" y="0"/>
                </a:lnTo>
                <a:lnTo>
                  <a:pt x="66675" y="57150"/>
                </a:lnTo>
                <a:lnTo>
                  <a:pt x="33337" y="57150"/>
                </a:lnTo>
                <a:lnTo>
                  <a:pt x="33337" y="76200"/>
                </a:lnTo>
                <a:close/>
              </a:path>
              <a:path w="76200" h="727075">
                <a:moveTo>
                  <a:pt x="42862" y="727075"/>
                </a:moveTo>
                <a:lnTo>
                  <a:pt x="33337" y="727075"/>
                </a:lnTo>
                <a:lnTo>
                  <a:pt x="33337" y="57150"/>
                </a:lnTo>
                <a:lnTo>
                  <a:pt x="42862" y="57150"/>
                </a:lnTo>
                <a:lnTo>
                  <a:pt x="42862" y="727075"/>
                </a:lnTo>
                <a:close/>
              </a:path>
              <a:path w="76200" h="727075">
                <a:moveTo>
                  <a:pt x="76200" y="76200"/>
                </a:moveTo>
                <a:lnTo>
                  <a:pt x="42862" y="76200"/>
                </a:lnTo>
                <a:lnTo>
                  <a:pt x="42862" y="57150"/>
                </a:lnTo>
                <a:lnTo>
                  <a:pt x="66675" y="57150"/>
                </a:lnTo>
                <a:lnTo>
                  <a:pt x="76200" y="7620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605337" y="4192587"/>
            <a:ext cx="76200" cy="727075"/>
          </a:xfrm>
          <a:custGeom>
            <a:avLst/>
            <a:gdLst/>
            <a:ahLst/>
            <a:cxnLst/>
            <a:rect l="l" t="t" r="r" b="b"/>
            <a:pathLst>
              <a:path w="76200" h="727075">
                <a:moveTo>
                  <a:pt x="33337" y="76200"/>
                </a:moveTo>
                <a:lnTo>
                  <a:pt x="0" y="76200"/>
                </a:lnTo>
                <a:lnTo>
                  <a:pt x="38100" y="0"/>
                </a:lnTo>
                <a:lnTo>
                  <a:pt x="66675" y="57150"/>
                </a:lnTo>
                <a:lnTo>
                  <a:pt x="33337" y="57150"/>
                </a:lnTo>
                <a:lnTo>
                  <a:pt x="33337" y="76200"/>
                </a:lnTo>
                <a:close/>
              </a:path>
              <a:path w="76200" h="727075">
                <a:moveTo>
                  <a:pt x="42862" y="727075"/>
                </a:moveTo>
                <a:lnTo>
                  <a:pt x="33337" y="727075"/>
                </a:lnTo>
                <a:lnTo>
                  <a:pt x="33337" y="57150"/>
                </a:lnTo>
                <a:lnTo>
                  <a:pt x="42862" y="57150"/>
                </a:lnTo>
                <a:lnTo>
                  <a:pt x="42862" y="727075"/>
                </a:lnTo>
                <a:close/>
              </a:path>
              <a:path w="76200" h="727075">
                <a:moveTo>
                  <a:pt x="76200" y="76200"/>
                </a:moveTo>
                <a:lnTo>
                  <a:pt x="42862" y="76200"/>
                </a:lnTo>
                <a:lnTo>
                  <a:pt x="42862" y="57150"/>
                </a:lnTo>
                <a:lnTo>
                  <a:pt x="66675" y="57150"/>
                </a:lnTo>
                <a:lnTo>
                  <a:pt x="76200" y="7620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205570" y="3374681"/>
            <a:ext cx="986586" cy="7544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945780" y="1712709"/>
            <a:ext cx="199390" cy="473709"/>
          </a:xfrm>
          <a:custGeom>
            <a:avLst/>
            <a:gdLst/>
            <a:ahLst/>
            <a:cxnLst/>
            <a:rect l="l" t="t" r="r" b="b"/>
            <a:pathLst>
              <a:path w="199390" h="473710">
                <a:moveTo>
                  <a:pt x="8826" y="473481"/>
                </a:moveTo>
                <a:lnTo>
                  <a:pt x="0" y="469899"/>
                </a:lnTo>
                <a:lnTo>
                  <a:pt x="190500" y="0"/>
                </a:lnTo>
                <a:lnTo>
                  <a:pt x="199326" y="3581"/>
                </a:lnTo>
                <a:lnTo>
                  <a:pt x="8826" y="47348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109</a:t>
            </a:fld>
            <a:endParaRPr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922655"/>
            <a:ext cx="695134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u="heavy" spc="-5" dirty="0">
                <a:uFill>
                  <a:solidFill>
                    <a:srgbClr val="000000"/>
                  </a:solidFill>
                </a:uFill>
              </a:rPr>
              <a:t>Another thing </a:t>
            </a:r>
            <a:r>
              <a:rPr u="heavy" spc="-10" dirty="0">
                <a:uFill>
                  <a:solidFill>
                    <a:srgbClr val="000000"/>
                  </a:solidFill>
                </a:uFill>
              </a:rPr>
              <a:t>validation </a:t>
            </a:r>
            <a:r>
              <a:rPr u="heavy" spc="-5" dirty="0">
                <a:uFill>
                  <a:solidFill>
                    <a:srgbClr val="000000"/>
                  </a:solidFill>
                </a:uFill>
              </a:rPr>
              <a:t>must</a:t>
            </a:r>
            <a:r>
              <a:rPr u="heavy" spc="-10" dirty="0">
                <a:uFill>
                  <a:solidFill>
                    <a:srgbClr val="000000"/>
                  </a:solidFill>
                </a:uFill>
              </a:rPr>
              <a:t> prevent: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36540" y="1915287"/>
            <a:ext cx="2667000" cy="1195070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3200" dirty="0">
                <a:latin typeface="Tahoma"/>
                <a:cs typeface="Tahoma"/>
              </a:rPr>
              <a:t>RS(T</a:t>
            </a:r>
            <a:r>
              <a:rPr sz="2400" dirty="0">
                <a:latin typeface="Tahoma"/>
                <a:cs typeface="Tahoma"/>
              </a:rPr>
              <a:t>3</a:t>
            </a:r>
            <a:r>
              <a:rPr sz="3200" dirty="0">
                <a:latin typeface="Tahoma"/>
                <a:cs typeface="Tahoma"/>
              </a:rPr>
              <a:t>)={A,B}</a:t>
            </a:r>
            <a:endParaRPr sz="3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spc="-10" dirty="0">
                <a:latin typeface="Tahoma"/>
                <a:cs typeface="Tahoma"/>
              </a:rPr>
              <a:t>W</a:t>
            </a:r>
            <a:r>
              <a:rPr sz="3200" spc="-5" dirty="0">
                <a:latin typeface="Tahoma"/>
                <a:cs typeface="Tahoma"/>
              </a:rPr>
              <a:t>S</a:t>
            </a:r>
            <a:r>
              <a:rPr sz="3200" spc="25" dirty="0">
                <a:latin typeface="Tahoma"/>
                <a:cs typeface="Tahoma"/>
              </a:rPr>
              <a:t>(</a:t>
            </a: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3</a:t>
            </a:r>
            <a:r>
              <a:rPr sz="3200" spc="-5" dirty="0">
                <a:latin typeface="Tahoma"/>
                <a:cs typeface="Tahoma"/>
              </a:rPr>
              <a:t>)=</a:t>
            </a:r>
            <a:r>
              <a:rPr sz="3200" dirty="0">
                <a:latin typeface="Tahoma"/>
                <a:cs typeface="Tahoma"/>
              </a:rPr>
              <a:t>{</a:t>
            </a:r>
            <a:r>
              <a:rPr sz="3200" spc="-5" dirty="0">
                <a:latin typeface="Tahoma"/>
                <a:cs typeface="Tahoma"/>
              </a:rPr>
              <a:t>C,D</a:t>
            </a:r>
            <a:r>
              <a:rPr sz="3200" dirty="0">
                <a:latin typeface="Tahoma"/>
                <a:cs typeface="Tahoma"/>
              </a:rPr>
              <a:t>}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16012" y="3962387"/>
            <a:ext cx="6629400" cy="76200"/>
          </a:xfrm>
          <a:custGeom>
            <a:avLst/>
            <a:gdLst/>
            <a:ahLst/>
            <a:cxnLst/>
            <a:rect l="l" t="t" r="r" b="b"/>
            <a:pathLst>
              <a:path w="6629400" h="76200">
                <a:moveTo>
                  <a:pt x="6619895" y="42862"/>
                </a:moveTo>
                <a:lnTo>
                  <a:pt x="6572250" y="42862"/>
                </a:lnTo>
                <a:lnTo>
                  <a:pt x="6572250" y="33337"/>
                </a:lnTo>
                <a:lnTo>
                  <a:pt x="6553201" y="33332"/>
                </a:lnTo>
                <a:lnTo>
                  <a:pt x="6553212" y="0"/>
                </a:lnTo>
                <a:lnTo>
                  <a:pt x="6629400" y="38112"/>
                </a:lnTo>
                <a:lnTo>
                  <a:pt x="6619895" y="42862"/>
                </a:lnTo>
                <a:close/>
              </a:path>
              <a:path w="6629400" h="76200">
                <a:moveTo>
                  <a:pt x="6553198" y="42857"/>
                </a:moveTo>
                <a:lnTo>
                  <a:pt x="0" y="41287"/>
                </a:lnTo>
                <a:lnTo>
                  <a:pt x="0" y="31762"/>
                </a:lnTo>
                <a:lnTo>
                  <a:pt x="6553201" y="33332"/>
                </a:lnTo>
                <a:lnTo>
                  <a:pt x="6553198" y="42857"/>
                </a:lnTo>
                <a:close/>
              </a:path>
              <a:path w="6629400" h="76200">
                <a:moveTo>
                  <a:pt x="6572250" y="42862"/>
                </a:moveTo>
                <a:lnTo>
                  <a:pt x="6553198" y="42857"/>
                </a:lnTo>
                <a:lnTo>
                  <a:pt x="6553201" y="33332"/>
                </a:lnTo>
                <a:lnTo>
                  <a:pt x="6572250" y="33337"/>
                </a:lnTo>
                <a:lnTo>
                  <a:pt x="6572250" y="42862"/>
                </a:lnTo>
                <a:close/>
              </a:path>
              <a:path w="6629400" h="76200">
                <a:moveTo>
                  <a:pt x="6553187" y="76200"/>
                </a:moveTo>
                <a:lnTo>
                  <a:pt x="6553198" y="42857"/>
                </a:lnTo>
                <a:lnTo>
                  <a:pt x="6619895" y="42862"/>
                </a:lnTo>
                <a:lnTo>
                  <a:pt x="6553187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655877" y="4203700"/>
            <a:ext cx="567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tim</a:t>
            </a:r>
            <a:r>
              <a:rPr sz="2400" dirty="0"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946097" y="3289287"/>
            <a:ext cx="76200" cy="686435"/>
          </a:xfrm>
          <a:custGeom>
            <a:avLst/>
            <a:gdLst/>
            <a:ahLst/>
            <a:cxnLst/>
            <a:rect l="l" t="t" r="r" b="b"/>
            <a:pathLst>
              <a:path w="76200" h="686435">
                <a:moveTo>
                  <a:pt x="33344" y="609623"/>
                </a:moveTo>
                <a:lnTo>
                  <a:pt x="31927" y="25"/>
                </a:lnTo>
                <a:lnTo>
                  <a:pt x="41452" y="0"/>
                </a:lnTo>
                <a:lnTo>
                  <a:pt x="42869" y="609601"/>
                </a:lnTo>
                <a:lnTo>
                  <a:pt x="33344" y="609623"/>
                </a:lnTo>
                <a:close/>
              </a:path>
              <a:path w="76200" h="686435">
                <a:moveTo>
                  <a:pt x="66679" y="628675"/>
                </a:moveTo>
                <a:lnTo>
                  <a:pt x="33388" y="628675"/>
                </a:lnTo>
                <a:lnTo>
                  <a:pt x="42913" y="628650"/>
                </a:lnTo>
                <a:lnTo>
                  <a:pt x="42869" y="609601"/>
                </a:lnTo>
                <a:lnTo>
                  <a:pt x="76200" y="609523"/>
                </a:lnTo>
                <a:lnTo>
                  <a:pt x="66679" y="628675"/>
                </a:lnTo>
                <a:close/>
              </a:path>
              <a:path w="76200" h="686435">
                <a:moveTo>
                  <a:pt x="33388" y="628675"/>
                </a:moveTo>
                <a:lnTo>
                  <a:pt x="33344" y="609623"/>
                </a:lnTo>
                <a:lnTo>
                  <a:pt x="42869" y="609601"/>
                </a:lnTo>
                <a:lnTo>
                  <a:pt x="42913" y="628650"/>
                </a:lnTo>
                <a:lnTo>
                  <a:pt x="33388" y="628675"/>
                </a:lnTo>
                <a:close/>
              </a:path>
              <a:path w="76200" h="686435">
                <a:moveTo>
                  <a:pt x="38277" y="685812"/>
                </a:moveTo>
                <a:lnTo>
                  <a:pt x="0" y="609701"/>
                </a:lnTo>
                <a:lnTo>
                  <a:pt x="33344" y="609623"/>
                </a:lnTo>
                <a:lnTo>
                  <a:pt x="33388" y="628675"/>
                </a:lnTo>
                <a:lnTo>
                  <a:pt x="66679" y="628675"/>
                </a:lnTo>
                <a:lnTo>
                  <a:pt x="38277" y="6858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495253" y="3287648"/>
            <a:ext cx="76200" cy="699135"/>
          </a:xfrm>
          <a:custGeom>
            <a:avLst/>
            <a:gdLst/>
            <a:ahLst/>
            <a:cxnLst/>
            <a:rect l="l" t="t" r="r" b="b"/>
            <a:pathLst>
              <a:path w="76200" h="699135">
                <a:moveTo>
                  <a:pt x="42855" y="622441"/>
                </a:moveTo>
                <a:lnTo>
                  <a:pt x="33330" y="622311"/>
                </a:lnTo>
                <a:lnTo>
                  <a:pt x="41821" y="0"/>
                </a:lnTo>
                <a:lnTo>
                  <a:pt x="51346" y="126"/>
                </a:lnTo>
                <a:lnTo>
                  <a:pt x="42855" y="622441"/>
                </a:lnTo>
                <a:close/>
              </a:path>
              <a:path w="76200" h="699135">
                <a:moveTo>
                  <a:pt x="37058" y="698563"/>
                </a:moveTo>
                <a:lnTo>
                  <a:pt x="0" y="621855"/>
                </a:lnTo>
                <a:lnTo>
                  <a:pt x="33330" y="622311"/>
                </a:lnTo>
                <a:lnTo>
                  <a:pt x="33070" y="641350"/>
                </a:lnTo>
                <a:lnTo>
                  <a:pt x="42595" y="641489"/>
                </a:lnTo>
                <a:lnTo>
                  <a:pt x="66582" y="641489"/>
                </a:lnTo>
                <a:lnTo>
                  <a:pt x="37058" y="698563"/>
                </a:lnTo>
                <a:close/>
              </a:path>
              <a:path w="76200" h="699135">
                <a:moveTo>
                  <a:pt x="42595" y="641489"/>
                </a:moveTo>
                <a:lnTo>
                  <a:pt x="33070" y="641350"/>
                </a:lnTo>
                <a:lnTo>
                  <a:pt x="33330" y="622311"/>
                </a:lnTo>
                <a:lnTo>
                  <a:pt x="42855" y="622441"/>
                </a:lnTo>
                <a:lnTo>
                  <a:pt x="42595" y="641489"/>
                </a:lnTo>
                <a:close/>
              </a:path>
              <a:path w="76200" h="699135">
                <a:moveTo>
                  <a:pt x="66582" y="641489"/>
                </a:moveTo>
                <a:lnTo>
                  <a:pt x="42595" y="641489"/>
                </a:lnTo>
                <a:lnTo>
                  <a:pt x="42855" y="622441"/>
                </a:lnTo>
                <a:lnTo>
                  <a:pt x="76200" y="622896"/>
                </a:lnTo>
                <a:lnTo>
                  <a:pt x="66582" y="6414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678939" y="1915287"/>
            <a:ext cx="2641600" cy="1951989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3200" dirty="0">
                <a:latin typeface="Tahoma"/>
                <a:cs typeface="Tahoma"/>
              </a:rPr>
              <a:t>RS(T</a:t>
            </a:r>
            <a:r>
              <a:rPr sz="2400" dirty="0">
                <a:latin typeface="Tahoma"/>
                <a:cs typeface="Tahoma"/>
              </a:rPr>
              <a:t>2</a:t>
            </a:r>
            <a:r>
              <a:rPr sz="3200" dirty="0">
                <a:latin typeface="Tahoma"/>
                <a:cs typeface="Tahoma"/>
              </a:rPr>
              <a:t>)={A}</a:t>
            </a:r>
            <a:endParaRPr sz="3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spc="-10" dirty="0">
                <a:latin typeface="Tahoma"/>
                <a:cs typeface="Tahoma"/>
              </a:rPr>
              <a:t>WS(T</a:t>
            </a:r>
            <a:r>
              <a:rPr sz="2400" spc="-10" dirty="0">
                <a:latin typeface="Tahoma"/>
                <a:cs typeface="Tahoma"/>
              </a:rPr>
              <a:t>2</a:t>
            </a:r>
            <a:r>
              <a:rPr sz="3200" spc="-10" dirty="0">
                <a:latin typeface="Tahoma"/>
                <a:cs typeface="Tahoma"/>
              </a:rPr>
              <a:t>)={D,E}</a:t>
            </a:r>
            <a:endParaRPr sz="3200">
              <a:latin typeface="Tahoma"/>
              <a:cs typeface="Tahoma"/>
            </a:endParaRPr>
          </a:p>
          <a:p>
            <a:pPr marR="823594" algn="ctr">
              <a:lnSpc>
                <a:spcPct val="100000"/>
              </a:lnSpc>
              <a:spcBef>
                <a:spcPts val="550"/>
              </a:spcBef>
            </a:pPr>
            <a:r>
              <a:rPr sz="2400" spc="-5" dirty="0">
                <a:latin typeface="Tahoma"/>
                <a:cs typeface="Tahoma"/>
              </a:rPr>
              <a:t>T</a:t>
            </a:r>
            <a:r>
              <a:rPr sz="1800" spc="-5" dirty="0">
                <a:latin typeface="Tahoma"/>
                <a:cs typeface="Tahoma"/>
              </a:rPr>
              <a:t>2</a:t>
            </a:r>
            <a:endParaRPr sz="1800">
              <a:latin typeface="Tahoma"/>
              <a:cs typeface="Tahoma"/>
            </a:endParaRPr>
          </a:p>
          <a:p>
            <a:pPr marR="824230" algn="ctr">
              <a:lnSpc>
                <a:spcPct val="100000"/>
              </a:lnSpc>
              <a:spcBef>
                <a:spcPts val="370"/>
              </a:spcBef>
            </a:pPr>
            <a:r>
              <a:rPr sz="1800" spc="-10" dirty="0">
                <a:latin typeface="Tahoma"/>
                <a:cs typeface="Tahoma"/>
              </a:rPr>
              <a:t>validated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30102" y="3139334"/>
            <a:ext cx="927735" cy="77533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90"/>
              </a:spcBef>
            </a:pPr>
            <a:r>
              <a:rPr sz="2400" spc="-5" dirty="0">
                <a:latin typeface="Tahoma"/>
                <a:cs typeface="Tahoma"/>
              </a:rPr>
              <a:t>T</a:t>
            </a:r>
            <a:r>
              <a:rPr sz="1800" spc="-5" dirty="0">
                <a:latin typeface="Tahoma"/>
                <a:cs typeface="Tahoma"/>
              </a:rPr>
              <a:t>3</a:t>
            </a:r>
            <a:endParaRPr sz="1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70"/>
              </a:spcBef>
            </a:pPr>
            <a:r>
              <a:rPr sz="1800" spc="-10" dirty="0">
                <a:latin typeface="Tahoma"/>
                <a:cs typeface="Tahoma"/>
              </a:rPr>
              <a:t>validated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496050" y="4006850"/>
            <a:ext cx="76200" cy="611505"/>
          </a:xfrm>
          <a:custGeom>
            <a:avLst/>
            <a:gdLst/>
            <a:ahLst/>
            <a:cxnLst/>
            <a:rect l="l" t="t" r="r" b="b"/>
            <a:pathLst>
              <a:path w="76200" h="611504">
                <a:moveTo>
                  <a:pt x="33337" y="76200"/>
                </a:moveTo>
                <a:lnTo>
                  <a:pt x="0" y="76200"/>
                </a:lnTo>
                <a:lnTo>
                  <a:pt x="38100" y="0"/>
                </a:lnTo>
                <a:lnTo>
                  <a:pt x="66675" y="57150"/>
                </a:lnTo>
                <a:lnTo>
                  <a:pt x="33337" y="57150"/>
                </a:lnTo>
                <a:lnTo>
                  <a:pt x="33337" y="76200"/>
                </a:lnTo>
                <a:close/>
              </a:path>
              <a:path w="76200" h="611504">
                <a:moveTo>
                  <a:pt x="42862" y="611187"/>
                </a:moveTo>
                <a:lnTo>
                  <a:pt x="33337" y="611187"/>
                </a:lnTo>
                <a:lnTo>
                  <a:pt x="33337" y="57150"/>
                </a:lnTo>
                <a:lnTo>
                  <a:pt x="42862" y="57150"/>
                </a:lnTo>
                <a:lnTo>
                  <a:pt x="42862" y="611187"/>
                </a:lnTo>
                <a:close/>
              </a:path>
              <a:path w="76200" h="611504">
                <a:moveTo>
                  <a:pt x="76200" y="76200"/>
                </a:moveTo>
                <a:lnTo>
                  <a:pt x="42862" y="76200"/>
                </a:lnTo>
                <a:lnTo>
                  <a:pt x="42862" y="57150"/>
                </a:lnTo>
                <a:lnTo>
                  <a:pt x="66675" y="57150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601777" y="4032884"/>
            <a:ext cx="560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f</a:t>
            </a:r>
            <a:r>
              <a:rPr sz="1800" spc="-5" dirty="0">
                <a:latin typeface="Tahoma"/>
                <a:cs typeface="Tahoma"/>
              </a:rPr>
              <a:t>i</a:t>
            </a:r>
            <a:r>
              <a:rPr sz="1800" dirty="0">
                <a:latin typeface="Tahoma"/>
                <a:cs typeface="Tahoma"/>
              </a:rPr>
              <a:t>n</a:t>
            </a:r>
            <a:r>
              <a:rPr sz="1800" spc="-5" dirty="0">
                <a:latin typeface="Tahoma"/>
                <a:cs typeface="Tahoma"/>
              </a:rPr>
              <a:t>i</a:t>
            </a:r>
            <a:r>
              <a:rPr sz="1800" dirty="0">
                <a:latin typeface="Tahoma"/>
                <a:cs typeface="Tahoma"/>
              </a:rPr>
              <a:t>sh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17347" y="4306570"/>
            <a:ext cx="3282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T</a:t>
            </a:r>
            <a:r>
              <a:rPr sz="1800" dirty="0">
                <a:latin typeface="Tahoma"/>
                <a:cs typeface="Tahoma"/>
              </a:rPr>
              <a:t>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31477" y="4554220"/>
            <a:ext cx="309118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24255" algn="l"/>
                <a:tab pos="2162175" algn="l"/>
              </a:tabLst>
            </a:pPr>
            <a:r>
              <a:rPr sz="2800" spc="-5" dirty="0">
                <a:solidFill>
                  <a:srgbClr val="FF0000"/>
                </a:solidFill>
                <a:latin typeface="Tahoma"/>
                <a:cs typeface="Tahoma"/>
              </a:rPr>
              <a:t>BAD:	</a:t>
            </a:r>
            <a:r>
              <a:rPr sz="2800" dirty="0">
                <a:solidFill>
                  <a:srgbClr val="FF0000"/>
                </a:solidFill>
                <a:latin typeface="Tahoma"/>
                <a:cs typeface="Tahoma"/>
              </a:rPr>
              <a:t>w</a:t>
            </a:r>
            <a:r>
              <a:rPr sz="2000" spc="-5" dirty="0">
                <a:solidFill>
                  <a:srgbClr val="FF0000"/>
                </a:solidFill>
                <a:latin typeface="Tahoma"/>
                <a:cs typeface="Tahoma"/>
              </a:rPr>
              <a:t>3</a:t>
            </a:r>
            <a:r>
              <a:rPr sz="2800" spc="-5" dirty="0">
                <a:solidFill>
                  <a:srgbClr val="FF0000"/>
                </a:solidFill>
                <a:latin typeface="Tahoma"/>
                <a:cs typeface="Tahoma"/>
              </a:rPr>
              <a:t>(D)</a:t>
            </a:r>
            <a:r>
              <a:rPr sz="2800" dirty="0">
                <a:solidFill>
                  <a:srgbClr val="FF0000"/>
                </a:solidFill>
                <a:latin typeface="Tahoma"/>
                <a:cs typeface="Tahoma"/>
              </a:rPr>
              <a:t>	w</a:t>
            </a:r>
            <a:r>
              <a:rPr sz="2000" spc="-5" dirty="0">
                <a:solidFill>
                  <a:srgbClr val="FF0000"/>
                </a:solidFill>
                <a:latin typeface="Tahoma"/>
                <a:cs typeface="Tahoma"/>
              </a:rPr>
              <a:t>2</a:t>
            </a:r>
            <a:r>
              <a:rPr sz="2800" spc="-5" dirty="0">
                <a:solidFill>
                  <a:srgbClr val="FF0000"/>
                </a:solidFill>
                <a:latin typeface="Tahoma"/>
                <a:cs typeface="Tahoma"/>
              </a:rPr>
              <a:t>(D)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433466" y="4006850"/>
            <a:ext cx="501015" cy="627380"/>
          </a:xfrm>
          <a:custGeom>
            <a:avLst/>
            <a:gdLst/>
            <a:ahLst/>
            <a:cxnLst/>
            <a:rect l="l" t="t" r="r" b="b"/>
            <a:pathLst>
              <a:path w="501014" h="627379">
                <a:moveTo>
                  <a:pt x="449409" y="56633"/>
                </a:moveTo>
                <a:lnTo>
                  <a:pt x="423329" y="35864"/>
                </a:lnTo>
                <a:lnTo>
                  <a:pt x="500608" y="0"/>
                </a:lnTo>
                <a:lnTo>
                  <a:pt x="491762" y="41732"/>
                </a:lnTo>
                <a:lnTo>
                  <a:pt x="461276" y="41732"/>
                </a:lnTo>
                <a:lnTo>
                  <a:pt x="449409" y="56633"/>
                </a:lnTo>
                <a:close/>
              </a:path>
              <a:path w="501014" h="627379">
                <a:moveTo>
                  <a:pt x="456867" y="62572"/>
                </a:moveTo>
                <a:lnTo>
                  <a:pt x="449409" y="56633"/>
                </a:lnTo>
                <a:lnTo>
                  <a:pt x="461276" y="41732"/>
                </a:lnTo>
                <a:lnTo>
                  <a:pt x="468731" y="47675"/>
                </a:lnTo>
                <a:lnTo>
                  <a:pt x="456867" y="62572"/>
                </a:lnTo>
                <a:close/>
              </a:path>
              <a:path w="501014" h="627379">
                <a:moveTo>
                  <a:pt x="482942" y="83337"/>
                </a:moveTo>
                <a:lnTo>
                  <a:pt x="456867" y="62572"/>
                </a:lnTo>
                <a:lnTo>
                  <a:pt x="468731" y="47675"/>
                </a:lnTo>
                <a:lnTo>
                  <a:pt x="461276" y="41732"/>
                </a:lnTo>
                <a:lnTo>
                  <a:pt x="491762" y="41732"/>
                </a:lnTo>
                <a:lnTo>
                  <a:pt x="482942" y="83337"/>
                </a:lnTo>
                <a:close/>
              </a:path>
              <a:path w="501014" h="627379">
                <a:moveTo>
                  <a:pt x="7442" y="626859"/>
                </a:moveTo>
                <a:lnTo>
                  <a:pt x="0" y="620915"/>
                </a:lnTo>
                <a:lnTo>
                  <a:pt x="449409" y="56633"/>
                </a:lnTo>
                <a:lnTo>
                  <a:pt x="456867" y="62572"/>
                </a:lnTo>
                <a:lnTo>
                  <a:pt x="7442" y="62685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383239" y="4006850"/>
            <a:ext cx="719455" cy="593090"/>
          </a:xfrm>
          <a:custGeom>
            <a:avLst/>
            <a:gdLst/>
            <a:ahLst/>
            <a:cxnLst/>
            <a:rect l="l" t="t" r="r" b="b"/>
            <a:pathLst>
              <a:path w="719454" h="593089">
                <a:moveTo>
                  <a:pt x="657113" y="44732"/>
                </a:moveTo>
                <a:lnTo>
                  <a:pt x="635939" y="18986"/>
                </a:lnTo>
                <a:lnTo>
                  <a:pt x="718985" y="0"/>
                </a:lnTo>
                <a:lnTo>
                  <a:pt x="704463" y="32626"/>
                </a:lnTo>
                <a:lnTo>
                  <a:pt x="671829" y="32626"/>
                </a:lnTo>
                <a:lnTo>
                  <a:pt x="657113" y="44732"/>
                </a:lnTo>
                <a:close/>
              </a:path>
              <a:path w="719454" h="593089">
                <a:moveTo>
                  <a:pt x="663159" y="52084"/>
                </a:moveTo>
                <a:lnTo>
                  <a:pt x="657113" y="44732"/>
                </a:lnTo>
                <a:lnTo>
                  <a:pt x="671829" y="32626"/>
                </a:lnTo>
                <a:lnTo>
                  <a:pt x="677875" y="39979"/>
                </a:lnTo>
                <a:lnTo>
                  <a:pt x="663159" y="52084"/>
                </a:lnTo>
                <a:close/>
              </a:path>
              <a:path w="719454" h="593089">
                <a:moveTo>
                  <a:pt x="684339" y="77838"/>
                </a:moveTo>
                <a:lnTo>
                  <a:pt x="663159" y="52084"/>
                </a:lnTo>
                <a:lnTo>
                  <a:pt x="677875" y="39979"/>
                </a:lnTo>
                <a:lnTo>
                  <a:pt x="671829" y="32626"/>
                </a:lnTo>
                <a:lnTo>
                  <a:pt x="704463" y="32626"/>
                </a:lnTo>
                <a:lnTo>
                  <a:pt x="684339" y="77838"/>
                </a:lnTo>
                <a:close/>
              </a:path>
              <a:path w="719454" h="593089">
                <a:moveTo>
                  <a:pt x="6045" y="592645"/>
                </a:moveTo>
                <a:lnTo>
                  <a:pt x="0" y="585279"/>
                </a:lnTo>
                <a:lnTo>
                  <a:pt x="657113" y="44732"/>
                </a:lnTo>
                <a:lnTo>
                  <a:pt x="663159" y="52084"/>
                </a:lnTo>
                <a:lnTo>
                  <a:pt x="6045" y="59264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110</a:t>
            </a:fld>
            <a:endParaRPr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01777" y="4032884"/>
            <a:ext cx="560070" cy="664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6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f</a:t>
            </a:r>
            <a:r>
              <a:rPr sz="1800" spc="-5" dirty="0">
                <a:latin typeface="Tahoma"/>
                <a:cs typeface="Tahoma"/>
              </a:rPr>
              <a:t>i</a:t>
            </a:r>
            <a:r>
              <a:rPr sz="1800" dirty="0">
                <a:latin typeface="Tahoma"/>
                <a:cs typeface="Tahoma"/>
              </a:rPr>
              <a:t>n</a:t>
            </a:r>
            <a:r>
              <a:rPr sz="1800" spc="-5" dirty="0">
                <a:latin typeface="Tahoma"/>
                <a:cs typeface="Tahoma"/>
              </a:rPr>
              <a:t>i</a:t>
            </a:r>
            <a:r>
              <a:rPr sz="1800" dirty="0">
                <a:latin typeface="Tahoma"/>
                <a:cs typeface="Tahoma"/>
              </a:rPr>
              <a:t>sh</a:t>
            </a:r>
            <a:endParaRPr sz="1800">
              <a:latin typeface="Tahoma"/>
              <a:cs typeface="Tahoma"/>
            </a:endParaRPr>
          </a:p>
          <a:p>
            <a:pPr marL="127635">
              <a:lnSpc>
                <a:spcPts val="2880"/>
              </a:lnSpc>
            </a:pPr>
            <a:r>
              <a:rPr sz="2400" spc="-5" dirty="0">
                <a:latin typeface="Tahoma"/>
                <a:cs typeface="Tahoma"/>
              </a:rPr>
              <a:t>T</a:t>
            </a:r>
            <a:r>
              <a:rPr sz="1800" spc="-5" dirty="0">
                <a:latin typeface="Tahoma"/>
                <a:cs typeface="Tahoma"/>
              </a:rPr>
              <a:t>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36540" y="1915287"/>
            <a:ext cx="2667000" cy="1195070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3200" dirty="0">
                <a:latin typeface="Tahoma"/>
                <a:cs typeface="Tahoma"/>
              </a:rPr>
              <a:t>RS(T</a:t>
            </a:r>
            <a:r>
              <a:rPr sz="2400" dirty="0">
                <a:latin typeface="Tahoma"/>
                <a:cs typeface="Tahoma"/>
              </a:rPr>
              <a:t>3</a:t>
            </a:r>
            <a:r>
              <a:rPr sz="3200" dirty="0">
                <a:latin typeface="Tahoma"/>
                <a:cs typeface="Tahoma"/>
              </a:rPr>
              <a:t>)={A,B}</a:t>
            </a:r>
            <a:endParaRPr sz="3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spc="-10" dirty="0">
                <a:latin typeface="Tahoma"/>
                <a:cs typeface="Tahoma"/>
              </a:rPr>
              <a:t>W</a:t>
            </a:r>
            <a:r>
              <a:rPr sz="3200" spc="-5" dirty="0">
                <a:latin typeface="Tahoma"/>
                <a:cs typeface="Tahoma"/>
              </a:rPr>
              <a:t>S</a:t>
            </a:r>
            <a:r>
              <a:rPr sz="3200" spc="25" dirty="0">
                <a:latin typeface="Tahoma"/>
                <a:cs typeface="Tahoma"/>
              </a:rPr>
              <a:t>(</a:t>
            </a: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3</a:t>
            </a:r>
            <a:r>
              <a:rPr sz="3200" spc="-5" dirty="0">
                <a:latin typeface="Tahoma"/>
                <a:cs typeface="Tahoma"/>
              </a:rPr>
              <a:t>)=</a:t>
            </a:r>
            <a:r>
              <a:rPr sz="3200" dirty="0">
                <a:latin typeface="Tahoma"/>
                <a:cs typeface="Tahoma"/>
              </a:rPr>
              <a:t>{</a:t>
            </a:r>
            <a:r>
              <a:rPr sz="3200" spc="-5" dirty="0">
                <a:latin typeface="Tahoma"/>
                <a:cs typeface="Tahoma"/>
              </a:rPr>
              <a:t>C,D</a:t>
            </a:r>
            <a:r>
              <a:rPr sz="3200" dirty="0">
                <a:latin typeface="Tahoma"/>
                <a:cs typeface="Tahoma"/>
              </a:rPr>
              <a:t>}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16012" y="3962387"/>
            <a:ext cx="6629400" cy="76200"/>
          </a:xfrm>
          <a:custGeom>
            <a:avLst/>
            <a:gdLst/>
            <a:ahLst/>
            <a:cxnLst/>
            <a:rect l="l" t="t" r="r" b="b"/>
            <a:pathLst>
              <a:path w="6629400" h="76200">
                <a:moveTo>
                  <a:pt x="6619895" y="42862"/>
                </a:moveTo>
                <a:lnTo>
                  <a:pt x="6572250" y="42862"/>
                </a:lnTo>
                <a:lnTo>
                  <a:pt x="6572250" y="33337"/>
                </a:lnTo>
                <a:lnTo>
                  <a:pt x="6553201" y="33332"/>
                </a:lnTo>
                <a:lnTo>
                  <a:pt x="6553212" y="0"/>
                </a:lnTo>
                <a:lnTo>
                  <a:pt x="6629400" y="38112"/>
                </a:lnTo>
                <a:lnTo>
                  <a:pt x="6619895" y="42862"/>
                </a:lnTo>
                <a:close/>
              </a:path>
              <a:path w="6629400" h="76200">
                <a:moveTo>
                  <a:pt x="6553198" y="42857"/>
                </a:moveTo>
                <a:lnTo>
                  <a:pt x="0" y="41287"/>
                </a:lnTo>
                <a:lnTo>
                  <a:pt x="0" y="31762"/>
                </a:lnTo>
                <a:lnTo>
                  <a:pt x="6553201" y="33332"/>
                </a:lnTo>
                <a:lnTo>
                  <a:pt x="6553198" y="42857"/>
                </a:lnTo>
                <a:close/>
              </a:path>
              <a:path w="6629400" h="76200">
                <a:moveTo>
                  <a:pt x="6572250" y="42862"/>
                </a:moveTo>
                <a:lnTo>
                  <a:pt x="6553198" y="42857"/>
                </a:lnTo>
                <a:lnTo>
                  <a:pt x="6553201" y="33332"/>
                </a:lnTo>
                <a:lnTo>
                  <a:pt x="6572250" y="33337"/>
                </a:lnTo>
                <a:lnTo>
                  <a:pt x="6572250" y="42862"/>
                </a:lnTo>
                <a:close/>
              </a:path>
              <a:path w="6629400" h="76200">
                <a:moveTo>
                  <a:pt x="6553187" y="76200"/>
                </a:moveTo>
                <a:lnTo>
                  <a:pt x="6553198" y="42857"/>
                </a:lnTo>
                <a:lnTo>
                  <a:pt x="6619895" y="42862"/>
                </a:lnTo>
                <a:lnTo>
                  <a:pt x="6553187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655877" y="4203700"/>
            <a:ext cx="567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tim</a:t>
            </a:r>
            <a:r>
              <a:rPr sz="2400" dirty="0"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946097" y="3289287"/>
            <a:ext cx="76200" cy="686435"/>
          </a:xfrm>
          <a:custGeom>
            <a:avLst/>
            <a:gdLst/>
            <a:ahLst/>
            <a:cxnLst/>
            <a:rect l="l" t="t" r="r" b="b"/>
            <a:pathLst>
              <a:path w="76200" h="686435">
                <a:moveTo>
                  <a:pt x="33344" y="609623"/>
                </a:moveTo>
                <a:lnTo>
                  <a:pt x="31927" y="25"/>
                </a:lnTo>
                <a:lnTo>
                  <a:pt x="41452" y="0"/>
                </a:lnTo>
                <a:lnTo>
                  <a:pt x="42869" y="609601"/>
                </a:lnTo>
                <a:lnTo>
                  <a:pt x="33344" y="609623"/>
                </a:lnTo>
                <a:close/>
              </a:path>
              <a:path w="76200" h="686435">
                <a:moveTo>
                  <a:pt x="66679" y="628675"/>
                </a:moveTo>
                <a:lnTo>
                  <a:pt x="33388" y="628675"/>
                </a:lnTo>
                <a:lnTo>
                  <a:pt x="42913" y="628650"/>
                </a:lnTo>
                <a:lnTo>
                  <a:pt x="42869" y="609601"/>
                </a:lnTo>
                <a:lnTo>
                  <a:pt x="76200" y="609523"/>
                </a:lnTo>
                <a:lnTo>
                  <a:pt x="66679" y="628675"/>
                </a:lnTo>
                <a:close/>
              </a:path>
              <a:path w="76200" h="686435">
                <a:moveTo>
                  <a:pt x="33388" y="628675"/>
                </a:moveTo>
                <a:lnTo>
                  <a:pt x="33344" y="609623"/>
                </a:lnTo>
                <a:lnTo>
                  <a:pt x="42869" y="609601"/>
                </a:lnTo>
                <a:lnTo>
                  <a:pt x="42913" y="628650"/>
                </a:lnTo>
                <a:lnTo>
                  <a:pt x="33388" y="628675"/>
                </a:lnTo>
                <a:close/>
              </a:path>
              <a:path w="76200" h="686435">
                <a:moveTo>
                  <a:pt x="38277" y="685812"/>
                </a:moveTo>
                <a:lnTo>
                  <a:pt x="0" y="609701"/>
                </a:lnTo>
                <a:lnTo>
                  <a:pt x="33344" y="609623"/>
                </a:lnTo>
                <a:lnTo>
                  <a:pt x="33388" y="628675"/>
                </a:lnTo>
                <a:lnTo>
                  <a:pt x="66679" y="628675"/>
                </a:lnTo>
                <a:lnTo>
                  <a:pt x="38277" y="6858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495253" y="3287648"/>
            <a:ext cx="76200" cy="699135"/>
          </a:xfrm>
          <a:custGeom>
            <a:avLst/>
            <a:gdLst/>
            <a:ahLst/>
            <a:cxnLst/>
            <a:rect l="l" t="t" r="r" b="b"/>
            <a:pathLst>
              <a:path w="76200" h="699135">
                <a:moveTo>
                  <a:pt x="42855" y="622441"/>
                </a:moveTo>
                <a:lnTo>
                  <a:pt x="33330" y="622311"/>
                </a:lnTo>
                <a:lnTo>
                  <a:pt x="41821" y="0"/>
                </a:lnTo>
                <a:lnTo>
                  <a:pt x="51346" y="126"/>
                </a:lnTo>
                <a:lnTo>
                  <a:pt x="42855" y="622441"/>
                </a:lnTo>
                <a:close/>
              </a:path>
              <a:path w="76200" h="699135">
                <a:moveTo>
                  <a:pt x="37058" y="698563"/>
                </a:moveTo>
                <a:lnTo>
                  <a:pt x="0" y="621855"/>
                </a:lnTo>
                <a:lnTo>
                  <a:pt x="33330" y="622311"/>
                </a:lnTo>
                <a:lnTo>
                  <a:pt x="33070" y="641350"/>
                </a:lnTo>
                <a:lnTo>
                  <a:pt x="42595" y="641489"/>
                </a:lnTo>
                <a:lnTo>
                  <a:pt x="66582" y="641489"/>
                </a:lnTo>
                <a:lnTo>
                  <a:pt x="37058" y="698563"/>
                </a:lnTo>
                <a:close/>
              </a:path>
              <a:path w="76200" h="699135">
                <a:moveTo>
                  <a:pt x="42595" y="641489"/>
                </a:moveTo>
                <a:lnTo>
                  <a:pt x="33070" y="641350"/>
                </a:lnTo>
                <a:lnTo>
                  <a:pt x="33330" y="622311"/>
                </a:lnTo>
                <a:lnTo>
                  <a:pt x="42855" y="622441"/>
                </a:lnTo>
                <a:lnTo>
                  <a:pt x="42595" y="641489"/>
                </a:lnTo>
                <a:close/>
              </a:path>
              <a:path w="76200" h="699135">
                <a:moveTo>
                  <a:pt x="66582" y="641489"/>
                </a:moveTo>
                <a:lnTo>
                  <a:pt x="42595" y="641489"/>
                </a:lnTo>
                <a:lnTo>
                  <a:pt x="42855" y="622441"/>
                </a:lnTo>
                <a:lnTo>
                  <a:pt x="76200" y="622896"/>
                </a:lnTo>
                <a:lnTo>
                  <a:pt x="66582" y="6414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630102" y="3139334"/>
            <a:ext cx="927735" cy="77533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90"/>
              </a:spcBef>
            </a:pPr>
            <a:r>
              <a:rPr sz="2400" spc="-5" dirty="0">
                <a:latin typeface="Tahoma"/>
                <a:cs typeface="Tahoma"/>
              </a:rPr>
              <a:t>T</a:t>
            </a:r>
            <a:r>
              <a:rPr sz="1800" spc="-5" dirty="0">
                <a:latin typeface="Tahoma"/>
                <a:cs typeface="Tahoma"/>
              </a:rPr>
              <a:t>3</a:t>
            </a:r>
            <a:endParaRPr sz="1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70"/>
              </a:spcBef>
            </a:pPr>
            <a:r>
              <a:rPr sz="1800" spc="-10" dirty="0">
                <a:latin typeface="Tahoma"/>
                <a:cs typeface="Tahoma"/>
              </a:rPr>
              <a:t>validated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764540" y="237172"/>
            <a:ext cx="6951345" cy="878840"/>
          </a:xfrm>
          <a:prstGeom prst="rect">
            <a:avLst/>
          </a:prstGeom>
        </p:spPr>
        <p:txBody>
          <a:bodyPr vert="horz" wrap="square" lIns="0" tIns="135890" rIns="0" bIns="0" rtlCol="0">
            <a:spAutoFit/>
          </a:bodyPr>
          <a:lstStyle/>
          <a:p>
            <a:pPr marL="12700" marR="5080" indent="5573395">
              <a:lnSpc>
                <a:spcPct val="74800"/>
              </a:lnSpc>
              <a:spcBef>
                <a:spcPts val="1070"/>
              </a:spcBef>
            </a:pPr>
            <a:r>
              <a:rPr spc="-5" dirty="0">
                <a:solidFill>
                  <a:srgbClr val="3333CC"/>
                </a:solidFill>
              </a:rPr>
              <a:t>allow  </a:t>
            </a:r>
            <a:r>
              <a:rPr u="heavy" spc="-5" dirty="0">
                <a:uFill>
                  <a:solidFill>
                    <a:srgbClr val="000000"/>
                  </a:solidFill>
                </a:uFill>
              </a:rPr>
              <a:t>Another thing </a:t>
            </a:r>
            <a:r>
              <a:rPr u="heavy" spc="-10" dirty="0">
                <a:uFill>
                  <a:solidFill>
                    <a:srgbClr val="000000"/>
                  </a:solidFill>
                </a:uFill>
              </a:rPr>
              <a:t>validation </a:t>
            </a:r>
            <a:r>
              <a:rPr u="heavy" spc="-5" dirty="0">
                <a:uFill>
                  <a:solidFill>
                    <a:srgbClr val="000000"/>
                  </a:solidFill>
                </a:uFill>
              </a:rPr>
              <a:t>must</a:t>
            </a:r>
            <a:r>
              <a:rPr u="heavy" spc="-10" dirty="0">
                <a:uFill>
                  <a:solidFill>
                    <a:srgbClr val="000000"/>
                  </a:solidFill>
                </a:uFill>
              </a:rPr>
              <a:t> prevent:</a:t>
            </a:r>
          </a:p>
        </p:txBody>
      </p:sp>
      <p:sp>
        <p:nvSpPr>
          <p:cNvPr id="10" name="object 10"/>
          <p:cNvSpPr/>
          <p:nvPr/>
        </p:nvSpPr>
        <p:spPr>
          <a:xfrm>
            <a:off x="6050356" y="708025"/>
            <a:ext cx="1441450" cy="487045"/>
          </a:xfrm>
          <a:custGeom>
            <a:avLst/>
            <a:gdLst/>
            <a:ahLst/>
            <a:cxnLst/>
            <a:rect l="l" t="t" r="r" b="b"/>
            <a:pathLst>
              <a:path w="1441450" h="487044">
                <a:moveTo>
                  <a:pt x="835505" y="116600"/>
                </a:moveTo>
                <a:lnTo>
                  <a:pt x="888733" y="95821"/>
                </a:lnTo>
                <a:lnTo>
                  <a:pt x="925588" y="82765"/>
                </a:lnTo>
                <a:lnTo>
                  <a:pt x="962634" y="70713"/>
                </a:lnTo>
                <a:lnTo>
                  <a:pt x="1001005" y="59321"/>
                </a:lnTo>
                <a:lnTo>
                  <a:pt x="1056043" y="44843"/>
                </a:lnTo>
                <a:lnTo>
                  <a:pt x="1093736" y="36195"/>
                </a:lnTo>
                <a:lnTo>
                  <a:pt x="1131620" y="28498"/>
                </a:lnTo>
                <a:lnTo>
                  <a:pt x="1169682" y="21729"/>
                </a:lnTo>
                <a:lnTo>
                  <a:pt x="1207922" y="15913"/>
                </a:lnTo>
                <a:lnTo>
                  <a:pt x="1246339" y="10998"/>
                </a:lnTo>
                <a:lnTo>
                  <a:pt x="1284947" y="7010"/>
                </a:lnTo>
                <a:lnTo>
                  <a:pt x="1323733" y="3924"/>
                </a:lnTo>
                <a:lnTo>
                  <a:pt x="1362697" y="1739"/>
                </a:lnTo>
                <a:lnTo>
                  <a:pt x="1401622" y="431"/>
                </a:lnTo>
                <a:lnTo>
                  <a:pt x="1440954" y="0"/>
                </a:lnTo>
                <a:lnTo>
                  <a:pt x="1441157" y="38100"/>
                </a:lnTo>
                <a:lnTo>
                  <a:pt x="1421904" y="38201"/>
                </a:lnTo>
                <a:lnTo>
                  <a:pt x="1403221" y="38519"/>
                </a:lnTo>
                <a:lnTo>
                  <a:pt x="1402689" y="38519"/>
                </a:lnTo>
                <a:lnTo>
                  <a:pt x="1383760" y="39052"/>
                </a:lnTo>
                <a:lnTo>
                  <a:pt x="1364505" y="39801"/>
                </a:lnTo>
                <a:lnTo>
                  <a:pt x="1345131" y="40779"/>
                </a:lnTo>
                <a:lnTo>
                  <a:pt x="1326505" y="41935"/>
                </a:lnTo>
                <a:lnTo>
                  <a:pt x="1326311" y="41935"/>
                </a:lnTo>
                <a:lnTo>
                  <a:pt x="1307464" y="43332"/>
                </a:lnTo>
                <a:lnTo>
                  <a:pt x="1288199" y="44970"/>
                </a:lnTo>
                <a:lnTo>
                  <a:pt x="1269575" y="46786"/>
                </a:lnTo>
                <a:lnTo>
                  <a:pt x="1250492" y="48882"/>
                </a:lnTo>
                <a:lnTo>
                  <a:pt x="1232022" y="51130"/>
                </a:lnTo>
                <a:lnTo>
                  <a:pt x="1213261" y="53632"/>
                </a:lnTo>
                <a:lnTo>
                  <a:pt x="1194283" y="56400"/>
                </a:lnTo>
                <a:lnTo>
                  <a:pt x="1175658" y="59359"/>
                </a:lnTo>
                <a:lnTo>
                  <a:pt x="1157058" y="62547"/>
                </a:lnTo>
                <a:lnTo>
                  <a:pt x="1138792" y="65912"/>
                </a:lnTo>
                <a:lnTo>
                  <a:pt x="1120270" y="69557"/>
                </a:lnTo>
                <a:lnTo>
                  <a:pt x="1101573" y="73482"/>
                </a:lnTo>
                <a:lnTo>
                  <a:pt x="1083170" y="77584"/>
                </a:lnTo>
                <a:lnTo>
                  <a:pt x="1064806" y="81927"/>
                </a:lnTo>
                <a:lnTo>
                  <a:pt x="1046760" y="86436"/>
                </a:lnTo>
                <a:lnTo>
                  <a:pt x="1028483" y="91249"/>
                </a:lnTo>
                <a:lnTo>
                  <a:pt x="1010018" y="96354"/>
                </a:lnTo>
                <a:lnTo>
                  <a:pt x="992119" y="101561"/>
                </a:lnTo>
                <a:lnTo>
                  <a:pt x="973984" y="107086"/>
                </a:lnTo>
                <a:lnTo>
                  <a:pt x="955888" y="112839"/>
                </a:lnTo>
                <a:lnTo>
                  <a:pt x="945660" y="116243"/>
                </a:lnTo>
                <a:lnTo>
                  <a:pt x="837336" y="116243"/>
                </a:lnTo>
                <a:lnTo>
                  <a:pt x="835505" y="116600"/>
                </a:lnTo>
                <a:close/>
              </a:path>
              <a:path w="1441450" h="487044">
                <a:moveTo>
                  <a:pt x="1402473" y="38531"/>
                </a:moveTo>
                <a:lnTo>
                  <a:pt x="1402689" y="38519"/>
                </a:lnTo>
                <a:lnTo>
                  <a:pt x="1403221" y="38519"/>
                </a:lnTo>
                <a:lnTo>
                  <a:pt x="1402473" y="38531"/>
                </a:lnTo>
                <a:close/>
              </a:path>
              <a:path w="1441450" h="487044">
                <a:moveTo>
                  <a:pt x="1383309" y="39065"/>
                </a:moveTo>
                <a:lnTo>
                  <a:pt x="1383525" y="39052"/>
                </a:lnTo>
                <a:lnTo>
                  <a:pt x="1383760" y="39052"/>
                </a:lnTo>
                <a:lnTo>
                  <a:pt x="1383309" y="39065"/>
                </a:lnTo>
                <a:close/>
              </a:path>
              <a:path w="1441450" h="487044">
                <a:moveTo>
                  <a:pt x="1364183" y="39814"/>
                </a:moveTo>
                <a:lnTo>
                  <a:pt x="1364399" y="39801"/>
                </a:lnTo>
                <a:lnTo>
                  <a:pt x="1364183" y="39814"/>
                </a:lnTo>
                <a:close/>
              </a:path>
              <a:path w="1441450" h="487044">
                <a:moveTo>
                  <a:pt x="1345181" y="40776"/>
                </a:moveTo>
                <a:lnTo>
                  <a:pt x="1345336" y="40767"/>
                </a:lnTo>
                <a:lnTo>
                  <a:pt x="1345181" y="40776"/>
                </a:lnTo>
                <a:close/>
              </a:path>
              <a:path w="1441450" h="487044">
                <a:moveTo>
                  <a:pt x="1345131" y="40779"/>
                </a:moveTo>
                <a:close/>
              </a:path>
              <a:path w="1441450" h="487044">
                <a:moveTo>
                  <a:pt x="1326095" y="41960"/>
                </a:moveTo>
                <a:lnTo>
                  <a:pt x="1326311" y="41935"/>
                </a:lnTo>
                <a:lnTo>
                  <a:pt x="1326505" y="41935"/>
                </a:lnTo>
                <a:lnTo>
                  <a:pt x="1326095" y="41960"/>
                </a:lnTo>
                <a:close/>
              </a:path>
              <a:path w="1441450" h="487044">
                <a:moveTo>
                  <a:pt x="1307122" y="43357"/>
                </a:moveTo>
                <a:lnTo>
                  <a:pt x="1307338" y="43332"/>
                </a:lnTo>
                <a:lnTo>
                  <a:pt x="1307122" y="43357"/>
                </a:lnTo>
                <a:close/>
              </a:path>
              <a:path w="1441450" h="487044">
                <a:moveTo>
                  <a:pt x="1288284" y="44970"/>
                </a:moveTo>
                <a:lnTo>
                  <a:pt x="1288414" y="44957"/>
                </a:lnTo>
                <a:lnTo>
                  <a:pt x="1288284" y="44970"/>
                </a:lnTo>
                <a:close/>
              </a:path>
              <a:path w="1441450" h="487044">
                <a:moveTo>
                  <a:pt x="1269314" y="46812"/>
                </a:moveTo>
                <a:lnTo>
                  <a:pt x="1269542" y="46786"/>
                </a:lnTo>
                <a:lnTo>
                  <a:pt x="1269314" y="46812"/>
                </a:lnTo>
                <a:close/>
              </a:path>
              <a:path w="1441450" h="487044">
                <a:moveTo>
                  <a:pt x="1250699" y="48859"/>
                </a:moveTo>
                <a:close/>
              </a:path>
              <a:path w="1441450" h="487044">
                <a:moveTo>
                  <a:pt x="1250512" y="48882"/>
                </a:moveTo>
                <a:lnTo>
                  <a:pt x="1250699" y="48859"/>
                </a:lnTo>
                <a:lnTo>
                  <a:pt x="1250512" y="48882"/>
                </a:lnTo>
                <a:close/>
              </a:path>
              <a:path w="1441450" h="487044">
                <a:moveTo>
                  <a:pt x="1231709" y="51168"/>
                </a:moveTo>
                <a:lnTo>
                  <a:pt x="1231938" y="51130"/>
                </a:lnTo>
                <a:lnTo>
                  <a:pt x="1231709" y="51168"/>
                </a:lnTo>
                <a:close/>
              </a:path>
              <a:path w="1441450" h="487044">
                <a:moveTo>
                  <a:pt x="1212977" y="53670"/>
                </a:moveTo>
                <a:lnTo>
                  <a:pt x="1213205" y="53632"/>
                </a:lnTo>
                <a:lnTo>
                  <a:pt x="1212977" y="53670"/>
                </a:lnTo>
                <a:close/>
              </a:path>
              <a:path w="1441450" h="487044">
                <a:moveTo>
                  <a:pt x="1194300" y="56398"/>
                </a:moveTo>
                <a:lnTo>
                  <a:pt x="1194523" y="56362"/>
                </a:lnTo>
                <a:lnTo>
                  <a:pt x="1194300" y="56398"/>
                </a:lnTo>
                <a:close/>
              </a:path>
              <a:path w="1441450" h="487044">
                <a:moveTo>
                  <a:pt x="1194283" y="56400"/>
                </a:moveTo>
                <a:close/>
              </a:path>
              <a:path w="1441450" h="487044">
                <a:moveTo>
                  <a:pt x="1175737" y="59346"/>
                </a:moveTo>
                <a:lnTo>
                  <a:pt x="1175880" y="59321"/>
                </a:lnTo>
                <a:lnTo>
                  <a:pt x="1175737" y="59346"/>
                </a:lnTo>
                <a:close/>
              </a:path>
              <a:path w="1441450" h="487044">
                <a:moveTo>
                  <a:pt x="1175658" y="59359"/>
                </a:moveTo>
                <a:close/>
              </a:path>
              <a:path w="1441450" h="487044">
                <a:moveTo>
                  <a:pt x="1157080" y="62547"/>
                </a:moveTo>
                <a:lnTo>
                  <a:pt x="1157287" y="62509"/>
                </a:lnTo>
                <a:lnTo>
                  <a:pt x="1157080" y="62547"/>
                </a:lnTo>
                <a:close/>
              </a:path>
              <a:path w="1441450" h="487044">
                <a:moveTo>
                  <a:pt x="1138516" y="65963"/>
                </a:moveTo>
                <a:lnTo>
                  <a:pt x="1138745" y="65912"/>
                </a:lnTo>
                <a:lnTo>
                  <a:pt x="1138516" y="65963"/>
                </a:lnTo>
                <a:close/>
              </a:path>
              <a:path w="1441450" h="487044">
                <a:moveTo>
                  <a:pt x="1120013" y="69608"/>
                </a:moveTo>
                <a:lnTo>
                  <a:pt x="1120254" y="69557"/>
                </a:lnTo>
                <a:lnTo>
                  <a:pt x="1120013" y="69608"/>
                </a:lnTo>
                <a:close/>
              </a:path>
              <a:path w="1441450" h="487044">
                <a:moveTo>
                  <a:pt x="1101584" y="73479"/>
                </a:moveTo>
                <a:lnTo>
                  <a:pt x="1101801" y="73431"/>
                </a:lnTo>
                <a:lnTo>
                  <a:pt x="1101584" y="73479"/>
                </a:lnTo>
                <a:close/>
              </a:path>
              <a:path w="1441450" h="487044">
                <a:moveTo>
                  <a:pt x="1101573" y="73482"/>
                </a:moveTo>
                <a:close/>
              </a:path>
              <a:path w="1441450" h="487044">
                <a:moveTo>
                  <a:pt x="1083183" y="77584"/>
                </a:moveTo>
                <a:lnTo>
                  <a:pt x="1083398" y="77533"/>
                </a:lnTo>
                <a:lnTo>
                  <a:pt x="1083183" y="77584"/>
                </a:lnTo>
                <a:close/>
              </a:path>
              <a:path w="1441450" h="487044">
                <a:moveTo>
                  <a:pt x="1064843" y="81927"/>
                </a:moveTo>
                <a:lnTo>
                  <a:pt x="1065047" y="81876"/>
                </a:lnTo>
                <a:lnTo>
                  <a:pt x="1064843" y="81927"/>
                </a:lnTo>
                <a:close/>
              </a:path>
              <a:path w="1441450" h="487044">
                <a:moveTo>
                  <a:pt x="1046505" y="86499"/>
                </a:moveTo>
                <a:lnTo>
                  <a:pt x="1046734" y="86436"/>
                </a:lnTo>
                <a:lnTo>
                  <a:pt x="1046505" y="86499"/>
                </a:lnTo>
                <a:close/>
              </a:path>
              <a:path w="1441450" h="487044">
                <a:moveTo>
                  <a:pt x="1028242" y="91312"/>
                </a:moveTo>
                <a:lnTo>
                  <a:pt x="1028471" y="91249"/>
                </a:lnTo>
                <a:lnTo>
                  <a:pt x="1028242" y="91312"/>
                </a:lnTo>
                <a:close/>
              </a:path>
              <a:path w="1441450" h="487044">
                <a:moveTo>
                  <a:pt x="1010041" y="96354"/>
                </a:moveTo>
                <a:lnTo>
                  <a:pt x="1010259" y="96291"/>
                </a:lnTo>
                <a:lnTo>
                  <a:pt x="1010041" y="96354"/>
                </a:lnTo>
                <a:close/>
              </a:path>
              <a:path w="1441450" h="487044">
                <a:moveTo>
                  <a:pt x="991857" y="101638"/>
                </a:moveTo>
                <a:lnTo>
                  <a:pt x="992085" y="101561"/>
                </a:lnTo>
                <a:lnTo>
                  <a:pt x="991857" y="101638"/>
                </a:lnTo>
                <a:close/>
              </a:path>
              <a:path w="1441450" h="487044">
                <a:moveTo>
                  <a:pt x="973734" y="107162"/>
                </a:moveTo>
                <a:lnTo>
                  <a:pt x="973963" y="107086"/>
                </a:lnTo>
                <a:lnTo>
                  <a:pt x="973734" y="107162"/>
                </a:lnTo>
                <a:close/>
              </a:path>
              <a:path w="1441450" h="487044">
                <a:moveTo>
                  <a:pt x="955649" y="112915"/>
                </a:moveTo>
                <a:lnTo>
                  <a:pt x="955878" y="112839"/>
                </a:lnTo>
                <a:lnTo>
                  <a:pt x="955649" y="112915"/>
                </a:lnTo>
                <a:close/>
              </a:path>
              <a:path w="1441450" h="487044">
                <a:moveTo>
                  <a:pt x="833818" y="117284"/>
                </a:moveTo>
                <a:lnTo>
                  <a:pt x="835505" y="116600"/>
                </a:lnTo>
                <a:lnTo>
                  <a:pt x="837336" y="116243"/>
                </a:lnTo>
                <a:lnTo>
                  <a:pt x="833818" y="117284"/>
                </a:lnTo>
                <a:close/>
              </a:path>
              <a:path w="1441450" h="487044">
                <a:moveTo>
                  <a:pt x="942533" y="117284"/>
                </a:moveTo>
                <a:lnTo>
                  <a:pt x="833818" y="117284"/>
                </a:lnTo>
                <a:lnTo>
                  <a:pt x="837336" y="116243"/>
                </a:lnTo>
                <a:lnTo>
                  <a:pt x="945660" y="116243"/>
                </a:lnTo>
                <a:lnTo>
                  <a:pt x="942533" y="117284"/>
                </a:lnTo>
                <a:close/>
              </a:path>
              <a:path w="1441450" h="487044">
                <a:moveTo>
                  <a:pt x="930757" y="121310"/>
                </a:moveTo>
                <a:lnTo>
                  <a:pt x="811377" y="121310"/>
                </a:lnTo>
                <a:lnTo>
                  <a:pt x="835505" y="116600"/>
                </a:lnTo>
                <a:lnTo>
                  <a:pt x="833818" y="117284"/>
                </a:lnTo>
                <a:lnTo>
                  <a:pt x="942533" y="117284"/>
                </a:lnTo>
                <a:lnTo>
                  <a:pt x="937615" y="118922"/>
                </a:lnTo>
                <a:lnTo>
                  <a:pt x="930757" y="121310"/>
                </a:lnTo>
                <a:close/>
              </a:path>
              <a:path w="1441450" h="487044">
                <a:moveTo>
                  <a:pt x="937637" y="118922"/>
                </a:moveTo>
                <a:lnTo>
                  <a:pt x="937856" y="118846"/>
                </a:lnTo>
                <a:lnTo>
                  <a:pt x="937637" y="118922"/>
                </a:lnTo>
                <a:close/>
              </a:path>
              <a:path w="1441450" h="487044">
                <a:moveTo>
                  <a:pt x="916205" y="126403"/>
                </a:moveTo>
                <a:lnTo>
                  <a:pt x="784352" y="126403"/>
                </a:lnTo>
                <a:lnTo>
                  <a:pt x="811491" y="121284"/>
                </a:lnTo>
                <a:lnTo>
                  <a:pt x="930757" y="121310"/>
                </a:lnTo>
                <a:lnTo>
                  <a:pt x="919888" y="125082"/>
                </a:lnTo>
                <a:lnTo>
                  <a:pt x="916205" y="126403"/>
                </a:lnTo>
                <a:close/>
              </a:path>
              <a:path w="1441450" h="487044">
                <a:moveTo>
                  <a:pt x="919632" y="125171"/>
                </a:moveTo>
                <a:lnTo>
                  <a:pt x="919861" y="125082"/>
                </a:lnTo>
                <a:lnTo>
                  <a:pt x="919632" y="125171"/>
                </a:lnTo>
                <a:close/>
              </a:path>
              <a:path w="1441450" h="487044">
                <a:moveTo>
                  <a:pt x="18262" y="486625"/>
                </a:moveTo>
                <a:lnTo>
                  <a:pt x="0" y="453174"/>
                </a:lnTo>
                <a:lnTo>
                  <a:pt x="24282" y="439928"/>
                </a:lnTo>
                <a:lnTo>
                  <a:pt x="48133" y="426504"/>
                </a:lnTo>
                <a:lnTo>
                  <a:pt x="71818" y="412826"/>
                </a:lnTo>
                <a:lnTo>
                  <a:pt x="95376" y="398945"/>
                </a:lnTo>
                <a:lnTo>
                  <a:pt x="142328" y="370725"/>
                </a:lnTo>
                <a:lnTo>
                  <a:pt x="227559" y="319189"/>
                </a:lnTo>
                <a:lnTo>
                  <a:pt x="283959" y="286092"/>
                </a:lnTo>
                <a:lnTo>
                  <a:pt x="332384" y="259206"/>
                </a:lnTo>
                <a:lnTo>
                  <a:pt x="381762" y="233705"/>
                </a:lnTo>
                <a:lnTo>
                  <a:pt x="419188" y="216623"/>
                </a:lnTo>
                <a:lnTo>
                  <a:pt x="459486" y="201396"/>
                </a:lnTo>
                <a:lnTo>
                  <a:pt x="502043" y="187794"/>
                </a:lnTo>
                <a:lnTo>
                  <a:pt x="546341" y="175577"/>
                </a:lnTo>
                <a:lnTo>
                  <a:pt x="606793" y="161162"/>
                </a:lnTo>
                <a:lnTo>
                  <a:pt x="667626" y="148437"/>
                </a:lnTo>
                <a:lnTo>
                  <a:pt x="719972" y="138381"/>
                </a:lnTo>
                <a:lnTo>
                  <a:pt x="784402" y="126390"/>
                </a:lnTo>
                <a:lnTo>
                  <a:pt x="916205" y="126403"/>
                </a:lnTo>
                <a:lnTo>
                  <a:pt x="901687" y="131648"/>
                </a:lnTo>
                <a:lnTo>
                  <a:pt x="883794" y="138391"/>
                </a:lnTo>
                <a:lnTo>
                  <a:pt x="865949" y="145364"/>
                </a:lnTo>
                <a:lnTo>
                  <a:pt x="848144" y="152590"/>
                </a:lnTo>
                <a:lnTo>
                  <a:pt x="846416" y="153200"/>
                </a:lnTo>
                <a:lnTo>
                  <a:pt x="844626" y="153631"/>
                </a:lnTo>
                <a:lnTo>
                  <a:pt x="704908" y="179997"/>
                </a:lnTo>
                <a:lnTo>
                  <a:pt x="674903" y="185839"/>
                </a:lnTo>
                <a:lnTo>
                  <a:pt x="644842" y="191947"/>
                </a:lnTo>
                <a:lnTo>
                  <a:pt x="615089" y="198348"/>
                </a:lnTo>
                <a:lnTo>
                  <a:pt x="584949" y="205257"/>
                </a:lnTo>
                <a:lnTo>
                  <a:pt x="555805" y="212483"/>
                </a:lnTo>
                <a:lnTo>
                  <a:pt x="541083" y="216357"/>
                </a:lnTo>
                <a:lnTo>
                  <a:pt x="526745" y="220306"/>
                </a:lnTo>
                <a:lnTo>
                  <a:pt x="512613" y="224396"/>
                </a:lnTo>
                <a:lnTo>
                  <a:pt x="498995" y="228536"/>
                </a:lnTo>
                <a:lnTo>
                  <a:pt x="485355" y="232892"/>
                </a:lnTo>
                <a:lnTo>
                  <a:pt x="471652" y="237502"/>
                </a:lnTo>
                <a:lnTo>
                  <a:pt x="458565" y="242176"/>
                </a:lnTo>
                <a:lnTo>
                  <a:pt x="445795" y="247002"/>
                </a:lnTo>
                <a:lnTo>
                  <a:pt x="433799" y="251815"/>
                </a:lnTo>
                <a:lnTo>
                  <a:pt x="421350" y="257136"/>
                </a:lnTo>
                <a:lnTo>
                  <a:pt x="409701" y="262458"/>
                </a:lnTo>
                <a:lnTo>
                  <a:pt x="398502" y="267944"/>
                </a:lnTo>
                <a:lnTo>
                  <a:pt x="374167" y="280238"/>
                </a:lnTo>
                <a:lnTo>
                  <a:pt x="350416" y="292773"/>
                </a:lnTo>
                <a:lnTo>
                  <a:pt x="302681" y="319290"/>
                </a:lnTo>
                <a:lnTo>
                  <a:pt x="255827" y="346646"/>
                </a:lnTo>
                <a:lnTo>
                  <a:pt x="208864" y="374903"/>
                </a:lnTo>
                <a:lnTo>
                  <a:pt x="169138" y="399021"/>
                </a:lnTo>
                <a:lnTo>
                  <a:pt x="146116" y="412902"/>
                </a:lnTo>
                <a:lnTo>
                  <a:pt x="114719" y="431774"/>
                </a:lnTo>
                <a:lnTo>
                  <a:pt x="90868" y="445820"/>
                </a:lnTo>
                <a:lnTo>
                  <a:pt x="66814" y="459701"/>
                </a:lnTo>
                <a:lnTo>
                  <a:pt x="42544" y="473367"/>
                </a:lnTo>
                <a:lnTo>
                  <a:pt x="18262" y="486625"/>
                </a:lnTo>
                <a:close/>
              </a:path>
              <a:path w="1441450" h="487044">
                <a:moveTo>
                  <a:pt x="901725" y="131648"/>
                </a:moveTo>
                <a:lnTo>
                  <a:pt x="901928" y="131572"/>
                </a:lnTo>
                <a:lnTo>
                  <a:pt x="901725" y="131648"/>
                </a:lnTo>
                <a:close/>
              </a:path>
              <a:path w="1441450" h="487044">
                <a:moveTo>
                  <a:pt x="883821" y="138381"/>
                </a:moveTo>
                <a:lnTo>
                  <a:pt x="884021" y="138303"/>
                </a:lnTo>
                <a:lnTo>
                  <a:pt x="883821" y="138381"/>
                </a:lnTo>
                <a:close/>
              </a:path>
              <a:path w="1441450" h="487044">
                <a:moveTo>
                  <a:pt x="883794" y="138391"/>
                </a:moveTo>
                <a:close/>
              </a:path>
              <a:path w="1441450" h="487044">
                <a:moveTo>
                  <a:pt x="865958" y="145364"/>
                </a:moveTo>
                <a:lnTo>
                  <a:pt x="866178" y="145275"/>
                </a:lnTo>
                <a:lnTo>
                  <a:pt x="865958" y="145364"/>
                </a:lnTo>
                <a:close/>
              </a:path>
              <a:path w="1441450" h="487044">
                <a:moveTo>
                  <a:pt x="734275" y="174459"/>
                </a:moveTo>
                <a:close/>
              </a:path>
              <a:path w="1441450" h="487044">
                <a:moveTo>
                  <a:pt x="704773" y="180022"/>
                </a:moveTo>
                <a:lnTo>
                  <a:pt x="704908" y="179997"/>
                </a:lnTo>
                <a:lnTo>
                  <a:pt x="704773" y="180022"/>
                </a:lnTo>
                <a:close/>
              </a:path>
              <a:path w="1441450" h="487044">
                <a:moveTo>
                  <a:pt x="674930" y="185839"/>
                </a:moveTo>
                <a:close/>
              </a:path>
              <a:path w="1441450" h="487044">
                <a:moveTo>
                  <a:pt x="644868" y="191947"/>
                </a:moveTo>
                <a:lnTo>
                  <a:pt x="645045" y="191909"/>
                </a:lnTo>
                <a:lnTo>
                  <a:pt x="644868" y="191947"/>
                </a:lnTo>
                <a:close/>
              </a:path>
              <a:path w="1441450" h="487044">
                <a:moveTo>
                  <a:pt x="614794" y="198412"/>
                </a:moveTo>
                <a:lnTo>
                  <a:pt x="615061" y="198348"/>
                </a:lnTo>
                <a:lnTo>
                  <a:pt x="614794" y="198412"/>
                </a:lnTo>
                <a:close/>
              </a:path>
              <a:path w="1441450" h="487044">
                <a:moveTo>
                  <a:pt x="585084" y="205226"/>
                </a:moveTo>
                <a:lnTo>
                  <a:pt x="585266" y="205181"/>
                </a:lnTo>
                <a:lnTo>
                  <a:pt x="585084" y="205226"/>
                </a:lnTo>
                <a:close/>
              </a:path>
              <a:path w="1441450" h="487044">
                <a:moveTo>
                  <a:pt x="584959" y="205257"/>
                </a:moveTo>
                <a:close/>
              </a:path>
              <a:path w="1441450" h="487044">
                <a:moveTo>
                  <a:pt x="555497" y="212559"/>
                </a:moveTo>
                <a:lnTo>
                  <a:pt x="555777" y="212483"/>
                </a:lnTo>
                <a:lnTo>
                  <a:pt x="555497" y="212559"/>
                </a:lnTo>
                <a:close/>
              </a:path>
              <a:path w="1441450" h="487044">
                <a:moveTo>
                  <a:pt x="541102" y="216357"/>
                </a:moveTo>
                <a:lnTo>
                  <a:pt x="541286" y="216306"/>
                </a:lnTo>
                <a:lnTo>
                  <a:pt x="541102" y="216357"/>
                </a:lnTo>
                <a:close/>
              </a:path>
              <a:path w="1441450" h="487044">
                <a:moveTo>
                  <a:pt x="526930" y="220255"/>
                </a:moveTo>
                <a:close/>
              </a:path>
              <a:path w="1441450" h="487044">
                <a:moveTo>
                  <a:pt x="526754" y="220306"/>
                </a:moveTo>
                <a:lnTo>
                  <a:pt x="526930" y="220255"/>
                </a:lnTo>
                <a:lnTo>
                  <a:pt x="526754" y="220306"/>
                </a:lnTo>
                <a:close/>
              </a:path>
              <a:path w="1441450" h="487044">
                <a:moveTo>
                  <a:pt x="512678" y="224376"/>
                </a:moveTo>
                <a:lnTo>
                  <a:pt x="512864" y="224320"/>
                </a:lnTo>
                <a:lnTo>
                  <a:pt x="512678" y="224376"/>
                </a:lnTo>
                <a:close/>
              </a:path>
              <a:path w="1441450" h="487044">
                <a:moveTo>
                  <a:pt x="512613" y="224396"/>
                </a:moveTo>
                <a:close/>
              </a:path>
              <a:path w="1441450" h="487044">
                <a:moveTo>
                  <a:pt x="498703" y="228625"/>
                </a:moveTo>
                <a:lnTo>
                  <a:pt x="498970" y="228536"/>
                </a:lnTo>
                <a:lnTo>
                  <a:pt x="498703" y="228625"/>
                </a:lnTo>
                <a:close/>
              </a:path>
              <a:path w="1441450" h="487044">
                <a:moveTo>
                  <a:pt x="485038" y="232994"/>
                </a:moveTo>
                <a:lnTo>
                  <a:pt x="485330" y="232892"/>
                </a:lnTo>
                <a:lnTo>
                  <a:pt x="485038" y="232994"/>
                </a:lnTo>
                <a:close/>
              </a:path>
              <a:path w="1441450" h="487044">
                <a:moveTo>
                  <a:pt x="471672" y="237502"/>
                </a:moveTo>
                <a:lnTo>
                  <a:pt x="471957" y="237401"/>
                </a:lnTo>
                <a:lnTo>
                  <a:pt x="471672" y="237502"/>
                </a:lnTo>
                <a:close/>
              </a:path>
              <a:path w="1441450" h="487044">
                <a:moveTo>
                  <a:pt x="458679" y="242133"/>
                </a:moveTo>
                <a:lnTo>
                  <a:pt x="458901" y="242049"/>
                </a:lnTo>
                <a:lnTo>
                  <a:pt x="458679" y="242133"/>
                </a:lnTo>
                <a:close/>
              </a:path>
              <a:path w="1441450" h="487044">
                <a:moveTo>
                  <a:pt x="458565" y="242176"/>
                </a:moveTo>
                <a:close/>
              </a:path>
              <a:path w="1441450" h="487044">
                <a:moveTo>
                  <a:pt x="446140" y="246871"/>
                </a:moveTo>
                <a:close/>
              </a:path>
              <a:path w="1441450" h="487044">
                <a:moveTo>
                  <a:pt x="445814" y="247002"/>
                </a:moveTo>
                <a:lnTo>
                  <a:pt x="446140" y="246871"/>
                </a:lnTo>
                <a:lnTo>
                  <a:pt x="445814" y="247002"/>
                </a:lnTo>
                <a:close/>
              </a:path>
              <a:path w="1441450" h="487044">
                <a:moveTo>
                  <a:pt x="433387" y="251980"/>
                </a:moveTo>
                <a:lnTo>
                  <a:pt x="433768" y="251815"/>
                </a:lnTo>
                <a:lnTo>
                  <a:pt x="433387" y="251980"/>
                </a:lnTo>
                <a:close/>
              </a:path>
              <a:path w="1441450" h="487044">
                <a:moveTo>
                  <a:pt x="421381" y="257122"/>
                </a:moveTo>
                <a:lnTo>
                  <a:pt x="421766" y="256946"/>
                </a:lnTo>
                <a:lnTo>
                  <a:pt x="421381" y="257122"/>
                </a:lnTo>
                <a:close/>
              </a:path>
              <a:path w="1441450" h="487044">
                <a:moveTo>
                  <a:pt x="421350" y="257136"/>
                </a:moveTo>
                <a:close/>
              </a:path>
              <a:path w="1441450" h="487044">
                <a:moveTo>
                  <a:pt x="409941" y="262348"/>
                </a:moveTo>
                <a:lnTo>
                  <a:pt x="410159" y="262242"/>
                </a:lnTo>
                <a:lnTo>
                  <a:pt x="409941" y="262348"/>
                </a:lnTo>
                <a:close/>
              </a:path>
              <a:path w="1441450" h="487044">
                <a:moveTo>
                  <a:pt x="409717" y="262458"/>
                </a:moveTo>
                <a:lnTo>
                  <a:pt x="409941" y="262348"/>
                </a:lnTo>
                <a:lnTo>
                  <a:pt x="409717" y="262458"/>
                </a:lnTo>
                <a:close/>
              </a:path>
              <a:path w="1441450" h="487044">
                <a:moveTo>
                  <a:pt x="398574" y="267908"/>
                </a:moveTo>
                <a:lnTo>
                  <a:pt x="398729" y="267830"/>
                </a:lnTo>
                <a:lnTo>
                  <a:pt x="398574" y="267908"/>
                </a:lnTo>
                <a:close/>
              </a:path>
              <a:path w="1441450" h="487044">
                <a:moveTo>
                  <a:pt x="398502" y="267944"/>
                </a:moveTo>
                <a:close/>
              </a:path>
              <a:path w="1441450" h="487044">
                <a:moveTo>
                  <a:pt x="374194" y="280238"/>
                </a:moveTo>
                <a:lnTo>
                  <a:pt x="374459" y="280098"/>
                </a:lnTo>
                <a:lnTo>
                  <a:pt x="374194" y="280238"/>
                </a:lnTo>
                <a:close/>
              </a:path>
              <a:path w="1441450" h="487044">
                <a:moveTo>
                  <a:pt x="350151" y="292912"/>
                </a:moveTo>
                <a:lnTo>
                  <a:pt x="350405" y="292773"/>
                </a:lnTo>
                <a:lnTo>
                  <a:pt x="350151" y="292912"/>
                </a:lnTo>
                <a:close/>
              </a:path>
              <a:path w="1441450" h="487044">
                <a:moveTo>
                  <a:pt x="326339" y="305943"/>
                </a:moveTo>
                <a:lnTo>
                  <a:pt x="326555" y="305816"/>
                </a:lnTo>
                <a:lnTo>
                  <a:pt x="326339" y="305943"/>
                </a:lnTo>
                <a:close/>
              </a:path>
              <a:path w="1441450" h="487044">
                <a:moveTo>
                  <a:pt x="302765" y="319241"/>
                </a:moveTo>
                <a:close/>
              </a:path>
              <a:path w="1441450" h="487044">
                <a:moveTo>
                  <a:pt x="302681" y="319290"/>
                </a:moveTo>
                <a:close/>
              </a:path>
              <a:path w="1441450" h="487044">
                <a:moveTo>
                  <a:pt x="279133" y="332905"/>
                </a:moveTo>
                <a:lnTo>
                  <a:pt x="279273" y="332816"/>
                </a:lnTo>
                <a:lnTo>
                  <a:pt x="279133" y="332905"/>
                </a:lnTo>
                <a:close/>
              </a:path>
              <a:path w="1441450" h="487044">
                <a:moveTo>
                  <a:pt x="255676" y="346735"/>
                </a:moveTo>
                <a:lnTo>
                  <a:pt x="255816" y="346646"/>
                </a:lnTo>
                <a:lnTo>
                  <a:pt x="255676" y="346735"/>
                </a:lnTo>
                <a:close/>
              </a:path>
              <a:path w="1441450" h="487044">
                <a:moveTo>
                  <a:pt x="142252" y="370763"/>
                </a:moveTo>
                <a:close/>
              </a:path>
              <a:path w="1441450" h="487044">
                <a:moveTo>
                  <a:pt x="208864" y="374903"/>
                </a:moveTo>
                <a:close/>
              </a:path>
              <a:path w="1441450" h="487044">
                <a:moveTo>
                  <a:pt x="95237" y="399021"/>
                </a:moveTo>
                <a:lnTo>
                  <a:pt x="95376" y="398945"/>
                </a:lnTo>
                <a:lnTo>
                  <a:pt x="95237" y="399021"/>
                </a:lnTo>
                <a:close/>
              </a:path>
              <a:path w="1441450" h="487044">
                <a:moveTo>
                  <a:pt x="71666" y="412902"/>
                </a:moveTo>
                <a:lnTo>
                  <a:pt x="71795" y="412826"/>
                </a:lnTo>
                <a:lnTo>
                  <a:pt x="71666" y="412902"/>
                </a:lnTo>
                <a:close/>
              </a:path>
              <a:path w="1441450" h="487044">
                <a:moveTo>
                  <a:pt x="47942" y="426605"/>
                </a:moveTo>
                <a:lnTo>
                  <a:pt x="48118" y="426504"/>
                </a:lnTo>
                <a:lnTo>
                  <a:pt x="47942" y="426605"/>
                </a:lnTo>
                <a:close/>
              </a:path>
              <a:path w="1441450" h="487044">
                <a:moveTo>
                  <a:pt x="24066" y="440042"/>
                </a:moveTo>
                <a:lnTo>
                  <a:pt x="24269" y="439928"/>
                </a:lnTo>
                <a:lnTo>
                  <a:pt x="24066" y="440042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678939" y="1915287"/>
            <a:ext cx="2641600" cy="278447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3200" dirty="0">
                <a:latin typeface="Tahoma"/>
                <a:cs typeface="Tahoma"/>
              </a:rPr>
              <a:t>RS(T</a:t>
            </a:r>
            <a:r>
              <a:rPr sz="2400" dirty="0">
                <a:latin typeface="Tahoma"/>
                <a:cs typeface="Tahoma"/>
              </a:rPr>
              <a:t>2</a:t>
            </a:r>
            <a:r>
              <a:rPr sz="3200" dirty="0">
                <a:latin typeface="Tahoma"/>
                <a:cs typeface="Tahoma"/>
              </a:rPr>
              <a:t>)={A}</a:t>
            </a:r>
            <a:endParaRPr sz="3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spc="-10" dirty="0">
                <a:latin typeface="Tahoma"/>
                <a:cs typeface="Tahoma"/>
              </a:rPr>
              <a:t>WS(T</a:t>
            </a:r>
            <a:r>
              <a:rPr sz="2400" spc="-10" dirty="0">
                <a:latin typeface="Tahoma"/>
                <a:cs typeface="Tahoma"/>
              </a:rPr>
              <a:t>2</a:t>
            </a:r>
            <a:r>
              <a:rPr sz="3200" spc="-10" dirty="0">
                <a:latin typeface="Tahoma"/>
                <a:cs typeface="Tahoma"/>
              </a:rPr>
              <a:t>)={D,E}</a:t>
            </a:r>
            <a:endParaRPr sz="3200">
              <a:latin typeface="Tahoma"/>
              <a:cs typeface="Tahoma"/>
            </a:endParaRPr>
          </a:p>
          <a:p>
            <a:pPr marR="823594" algn="ctr">
              <a:lnSpc>
                <a:spcPct val="100000"/>
              </a:lnSpc>
              <a:spcBef>
                <a:spcPts val="550"/>
              </a:spcBef>
            </a:pPr>
            <a:r>
              <a:rPr sz="2400" spc="-5" dirty="0">
                <a:latin typeface="Tahoma"/>
                <a:cs typeface="Tahoma"/>
              </a:rPr>
              <a:t>T</a:t>
            </a:r>
            <a:r>
              <a:rPr sz="1800" spc="-5" dirty="0">
                <a:latin typeface="Tahoma"/>
                <a:cs typeface="Tahoma"/>
              </a:rPr>
              <a:t>2</a:t>
            </a:r>
            <a:endParaRPr sz="1800">
              <a:latin typeface="Tahoma"/>
              <a:cs typeface="Tahoma"/>
            </a:endParaRPr>
          </a:p>
          <a:p>
            <a:pPr marR="824230" algn="ctr">
              <a:lnSpc>
                <a:spcPct val="100000"/>
              </a:lnSpc>
              <a:spcBef>
                <a:spcPts val="370"/>
              </a:spcBef>
            </a:pPr>
            <a:r>
              <a:rPr sz="1800" spc="-10" dirty="0">
                <a:latin typeface="Tahoma"/>
                <a:cs typeface="Tahoma"/>
              </a:rPr>
              <a:t>validated</a:t>
            </a:r>
            <a:endParaRPr sz="1800">
              <a:latin typeface="Tahoma"/>
              <a:cs typeface="Tahoma"/>
            </a:endParaRPr>
          </a:p>
          <a:p>
            <a:pPr marL="1752600">
              <a:lnSpc>
                <a:spcPts val="2160"/>
              </a:lnSpc>
              <a:spcBef>
                <a:spcPts val="1520"/>
              </a:spcBef>
            </a:pPr>
            <a:r>
              <a:rPr sz="1800" spc="-5" dirty="0">
                <a:solidFill>
                  <a:srgbClr val="3333CC"/>
                </a:solidFill>
                <a:latin typeface="Tahoma"/>
                <a:cs typeface="Tahoma"/>
              </a:rPr>
              <a:t>finish</a:t>
            </a:r>
            <a:endParaRPr sz="1800">
              <a:latin typeface="Tahoma"/>
              <a:cs typeface="Tahoma"/>
            </a:endParaRPr>
          </a:p>
          <a:p>
            <a:pPr marL="1868170">
              <a:lnSpc>
                <a:spcPts val="2880"/>
              </a:lnSpc>
            </a:pPr>
            <a:r>
              <a:rPr sz="2400" spc="-5" dirty="0">
                <a:solidFill>
                  <a:srgbClr val="3333CC"/>
                </a:solidFill>
                <a:latin typeface="Tahoma"/>
                <a:cs typeface="Tahoma"/>
              </a:rPr>
              <a:t>T</a:t>
            </a:r>
            <a:r>
              <a:rPr sz="1800" spc="-5" dirty="0">
                <a:solidFill>
                  <a:srgbClr val="3333CC"/>
                </a:solidFill>
                <a:latin typeface="Tahoma"/>
                <a:cs typeface="Tahoma"/>
              </a:rPr>
              <a:t>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313112" y="4008437"/>
            <a:ext cx="76200" cy="611505"/>
          </a:xfrm>
          <a:custGeom>
            <a:avLst/>
            <a:gdLst/>
            <a:ahLst/>
            <a:cxnLst/>
            <a:rect l="l" t="t" r="r" b="b"/>
            <a:pathLst>
              <a:path w="76200" h="611504">
                <a:moveTo>
                  <a:pt x="33337" y="76200"/>
                </a:moveTo>
                <a:lnTo>
                  <a:pt x="0" y="76200"/>
                </a:lnTo>
                <a:lnTo>
                  <a:pt x="38100" y="0"/>
                </a:lnTo>
                <a:lnTo>
                  <a:pt x="66675" y="57150"/>
                </a:lnTo>
                <a:lnTo>
                  <a:pt x="33337" y="57150"/>
                </a:lnTo>
                <a:lnTo>
                  <a:pt x="33337" y="76200"/>
                </a:lnTo>
                <a:close/>
              </a:path>
              <a:path w="76200" h="611504">
                <a:moveTo>
                  <a:pt x="42862" y="611187"/>
                </a:moveTo>
                <a:lnTo>
                  <a:pt x="33337" y="611187"/>
                </a:lnTo>
                <a:lnTo>
                  <a:pt x="33337" y="57150"/>
                </a:lnTo>
                <a:lnTo>
                  <a:pt x="42862" y="57150"/>
                </a:lnTo>
                <a:lnTo>
                  <a:pt x="42862" y="611187"/>
                </a:lnTo>
                <a:close/>
              </a:path>
              <a:path w="76200" h="611504">
                <a:moveTo>
                  <a:pt x="76200" y="76200"/>
                </a:moveTo>
                <a:lnTo>
                  <a:pt x="42862" y="76200"/>
                </a:lnTo>
                <a:lnTo>
                  <a:pt x="42862" y="57150"/>
                </a:lnTo>
                <a:lnTo>
                  <a:pt x="66675" y="57150"/>
                </a:lnTo>
                <a:lnTo>
                  <a:pt x="76200" y="7620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247345" y="3952531"/>
            <a:ext cx="986586" cy="6831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111</a:t>
            </a:fld>
            <a:endParaRPr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91540"/>
            <a:ext cx="44729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heavy" spc="-20" dirty="0">
                <a:uFill>
                  <a:solidFill>
                    <a:srgbClr val="000000"/>
                  </a:solidFill>
                </a:uFill>
              </a:rPr>
              <a:t>Validation 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rules </a:t>
            </a:r>
            <a:r>
              <a:rPr sz="3600" u="heavy" spc="-15" dirty="0">
                <a:uFill>
                  <a:solidFill>
                    <a:srgbClr val="000000"/>
                  </a:solidFill>
                </a:uFill>
              </a:rPr>
              <a:t>for</a:t>
            </a:r>
            <a:r>
              <a:rPr sz="3600" u="heavy" spc="-4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T</a:t>
            </a:r>
            <a:r>
              <a:rPr u="heavy" spc="-5" dirty="0">
                <a:uFill>
                  <a:solidFill>
                    <a:srgbClr val="000000"/>
                  </a:solidFill>
                </a:uFill>
              </a:rPr>
              <a:t>j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:</a:t>
            </a:r>
            <a:endParaRPr sz="3600" dirty="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112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18461"/>
            <a:ext cx="6597015" cy="4115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72465" marR="1661795" indent="-672465">
              <a:lnSpc>
                <a:spcPct val="119500"/>
              </a:lnSpc>
              <a:spcBef>
                <a:spcPts val="100"/>
              </a:spcBef>
              <a:buAutoNum type="arabicParenBoth"/>
              <a:tabLst>
                <a:tab pos="672465" algn="l"/>
              </a:tabLst>
            </a:pPr>
            <a:r>
              <a:rPr sz="3200" spc="-5" dirty="0">
                <a:latin typeface="Tahoma"/>
                <a:cs typeface="Tahoma"/>
              </a:rPr>
              <a:t>When T</a:t>
            </a:r>
            <a:r>
              <a:rPr sz="2400" spc="-5" dirty="0">
                <a:latin typeface="Tahoma"/>
                <a:cs typeface="Tahoma"/>
              </a:rPr>
              <a:t>j </a:t>
            </a:r>
            <a:r>
              <a:rPr sz="3200" spc="-5" dirty="0">
                <a:latin typeface="Tahoma"/>
                <a:cs typeface="Tahoma"/>
              </a:rPr>
              <a:t>starts phase 1:  ignore(T</a:t>
            </a:r>
            <a:r>
              <a:rPr sz="2400" spc="-5" dirty="0">
                <a:latin typeface="Tahoma"/>
                <a:cs typeface="Tahoma"/>
              </a:rPr>
              <a:t>j</a:t>
            </a:r>
            <a:r>
              <a:rPr sz="3200" spc="-5" dirty="0">
                <a:latin typeface="Tahoma"/>
                <a:cs typeface="Tahoma"/>
              </a:rPr>
              <a:t>) </a:t>
            </a:r>
            <a:r>
              <a:rPr sz="3200" i="1" dirty="0">
                <a:latin typeface="Symbol"/>
                <a:cs typeface="Symbol"/>
              </a:rPr>
              <a:t></a:t>
            </a:r>
            <a:r>
              <a:rPr sz="3200" i="1" spc="1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ahoma"/>
                <a:cs typeface="Tahoma"/>
              </a:rPr>
              <a:t>FIN</a:t>
            </a:r>
            <a:endParaRPr sz="3200">
              <a:latin typeface="Tahoma"/>
              <a:cs typeface="Tahoma"/>
            </a:endParaRPr>
          </a:p>
          <a:p>
            <a:pPr marL="672465" indent="-659765">
              <a:lnSpc>
                <a:spcPct val="100000"/>
              </a:lnSpc>
              <a:spcBef>
                <a:spcPts val="780"/>
              </a:spcBef>
              <a:buAutoNum type="arabicParenBoth"/>
              <a:tabLst>
                <a:tab pos="672465" algn="l"/>
              </a:tabLst>
            </a:pPr>
            <a:r>
              <a:rPr sz="3200" spc="-5" dirty="0">
                <a:latin typeface="Tahoma"/>
                <a:cs typeface="Tahoma"/>
              </a:rPr>
              <a:t>at T</a:t>
            </a:r>
            <a:r>
              <a:rPr sz="2400" spc="-5" dirty="0">
                <a:latin typeface="Tahoma"/>
                <a:cs typeface="Tahoma"/>
              </a:rPr>
              <a:t>j</a:t>
            </a:r>
            <a:r>
              <a:rPr sz="2400" spc="240" dirty="0">
                <a:latin typeface="Tahoma"/>
                <a:cs typeface="Tahoma"/>
              </a:rPr>
              <a:t> </a:t>
            </a:r>
            <a:r>
              <a:rPr sz="3200" spc="-20" dirty="0">
                <a:latin typeface="Tahoma"/>
                <a:cs typeface="Tahoma"/>
              </a:rPr>
              <a:t>Validation:</a:t>
            </a:r>
            <a:endParaRPr sz="3200">
              <a:latin typeface="Tahoma"/>
              <a:cs typeface="Tahoma"/>
            </a:endParaRPr>
          </a:p>
          <a:p>
            <a:pPr marL="1841500">
              <a:lnSpc>
                <a:spcPct val="100000"/>
              </a:lnSpc>
              <a:spcBef>
                <a:spcPts val="755"/>
              </a:spcBef>
            </a:pPr>
            <a:r>
              <a:rPr sz="3200" dirty="0">
                <a:latin typeface="Tahoma"/>
                <a:cs typeface="Tahoma"/>
              </a:rPr>
              <a:t>if </a:t>
            </a:r>
            <a:r>
              <a:rPr sz="3200" spc="-5" dirty="0">
                <a:latin typeface="Tahoma"/>
                <a:cs typeface="Tahoma"/>
              </a:rPr>
              <a:t>check </a:t>
            </a:r>
            <a:r>
              <a:rPr sz="3200" spc="5" dirty="0">
                <a:latin typeface="Tahoma"/>
                <a:cs typeface="Tahoma"/>
              </a:rPr>
              <a:t>(T</a:t>
            </a:r>
            <a:r>
              <a:rPr sz="2400" spc="5" dirty="0">
                <a:latin typeface="Tahoma"/>
                <a:cs typeface="Tahoma"/>
              </a:rPr>
              <a:t>j</a:t>
            </a:r>
            <a:r>
              <a:rPr sz="3200" spc="5" dirty="0">
                <a:latin typeface="Tahoma"/>
                <a:cs typeface="Tahoma"/>
              </a:rPr>
              <a:t>)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then</a:t>
            </a:r>
            <a:endParaRPr sz="3200">
              <a:latin typeface="Tahoma"/>
              <a:cs typeface="Tahoma"/>
            </a:endParaRPr>
          </a:p>
          <a:p>
            <a:pPr marL="2755900">
              <a:lnSpc>
                <a:spcPct val="100000"/>
              </a:lnSpc>
              <a:spcBef>
                <a:spcPts val="760"/>
              </a:spcBef>
            </a:pPr>
            <a:r>
              <a:rPr sz="3200" dirty="0">
                <a:latin typeface="Tahoma"/>
                <a:cs typeface="Tahoma"/>
              </a:rPr>
              <a:t>[ </a:t>
            </a:r>
            <a:r>
              <a:rPr sz="3200" spc="-35" dirty="0">
                <a:latin typeface="Tahoma"/>
                <a:cs typeface="Tahoma"/>
              </a:rPr>
              <a:t>VAL </a:t>
            </a:r>
            <a:r>
              <a:rPr sz="3200" i="1" dirty="0">
                <a:latin typeface="Symbol"/>
                <a:cs typeface="Symbol"/>
              </a:rPr>
              <a:t></a:t>
            </a:r>
            <a:r>
              <a:rPr sz="3200" i="1" dirty="0">
                <a:latin typeface="Times New Roman"/>
                <a:cs typeface="Times New Roman"/>
              </a:rPr>
              <a:t> </a:t>
            </a:r>
            <a:r>
              <a:rPr sz="3200" spc="-35" dirty="0">
                <a:latin typeface="Tahoma"/>
                <a:cs typeface="Tahoma"/>
              </a:rPr>
              <a:t>VAL </a:t>
            </a:r>
            <a:r>
              <a:rPr sz="3200" dirty="0">
                <a:latin typeface="Tahoma"/>
                <a:cs typeface="Tahoma"/>
              </a:rPr>
              <a:t>U</a:t>
            </a:r>
            <a:r>
              <a:rPr sz="3200" spc="195" dirty="0">
                <a:latin typeface="Tahoma"/>
                <a:cs typeface="Tahoma"/>
              </a:rPr>
              <a:t> </a:t>
            </a:r>
            <a:r>
              <a:rPr sz="3200" spc="5" dirty="0">
                <a:latin typeface="Tahoma"/>
                <a:cs typeface="Tahoma"/>
              </a:rPr>
              <a:t>{T</a:t>
            </a:r>
            <a:r>
              <a:rPr sz="2400" spc="5" dirty="0">
                <a:latin typeface="Tahoma"/>
                <a:cs typeface="Tahoma"/>
              </a:rPr>
              <a:t>j</a:t>
            </a:r>
            <a:r>
              <a:rPr sz="3200" spc="5" dirty="0">
                <a:latin typeface="Tahoma"/>
                <a:cs typeface="Tahoma"/>
              </a:rPr>
              <a:t>};</a:t>
            </a:r>
            <a:endParaRPr sz="3200">
              <a:latin typeface="Tahoma"/>
              <a:cs typeface="Tahoma"/>
            </a:endParaRPr>
          </a:p>
          <a:p>
            <a:pPr marL="3009900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latin typeface="Tahoma"/>
                <a:cs typeface="Tahoma"/>
              </a:rPr>
              <a:t>do write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phase;</a:t>
            </a:r>
            <a:endParaRPr sz="3200">
              <a:latin typeface="Tahoma"/>
              <a:cs typeface="Tahoma"/>
            </a:endParaRPr>
          </a:p>
          <a:p>
            <a:pPr marL="3009900">
              <a:lnSpc>
                <a:spcPct val="100000"/>
              </a:lnSpc>
              <a:spcBef>
                <a:spcPts val="760"/>
              </a:spcBef>
              <a:tabLst>
                <a:tab pos="3898265" algn="l"/>
                <a:tab pos="6427470" algn="l"/>
              </a:tabLst>
            </a:pPr>
            <a:r>
              <a:rPr sz="3200" spc="-5" dirty="0">
                <a:latin typeface="Tahoma"/>
                <a:cs typeface="Tahoma"/>
              </a:rPr>
              <a:t>FI</a:t>
            </a:r>
            <a:r>
              <a:rPr sz="3200" dirty="0">
                <a:latin typeface="Tahoma"/>
                <a:cs typeface="Tahoma"/>
              </a:rPr>
              <a:t>N	</a:t>
            </a:r>
            <a:r>
              <a:rPr sz="3200" i="1" spc="-5" dirty="0">
                <a:latin typeface="Symbol"/>
                <a:cs typeface="Symbol"/>
              </a:rPr>
              <a:t></a:t>
            </a:r>
            <a:r>
              <a:rPr sz="3200" spc="-5" dirty="0">
                <a:latin typeface="Tahoma"/>
                <a:cs typeface="Tahoma"/>
              </a:rPr>
              <a:t>FI</a:t>
            </a:r>
            <a:r>
              <a:rPr sz="3200" dirty="0">
                <a:latin typeface="Tahoma"/>
                <a:cs typeface="Tahoma"/>
              </a:rPr>
              <a:t>N</a:t>
            </a:r>
            <a:r>
              <a:rPr sz="3200" spc="-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U</a:t>
            </a:r>
            <a:r>
              <a:rPr sz="3200" spc="-5" dirty="0">
                <a:latin typeface="Tahoma"/>
                <a:cs typeface="Tahoma"/>
              </a:rPr>
              <a:t> </a:t>
            </a:r>
            <a:r>
              <a:rPr sz="3200" spc="30" dirty="0">
                <a:latin typeface="Tahoma"/>
                <a:cs typeface="Tahoma"/>
              </a:rPr>
              <a:t>{</a:t>
            </a: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j</a:t>
            </a:r>
            <a:r>
              <a:rPr sz="3200" dirty="0">
                <a:latin typeface="Tahoma"/>
                <a:cs typeface="Tahoma"/>
              </a:rPr>
              <a:t>}	]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779629"/>
            <a:ext cx="6688455" cy="1410970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pc="-5" dirty="0"/>
              <a:t>Check</a:t>
            </a:r>
            <a:r>
              <a:rPr spc="-10" dirty="0"/>
              <a:t> </a:t>
            </a:r>
            <a:r>
              <a:rPr dirty="0"/>
              <a:t>(T</a:t>
            </a:r>
            <a:r>
              <a:rPr sz="2400" dirty="0"/>
              <a:t>j</a:t>
            </a:r>
            <a:r>
              <a:rPr dirty="0"/>
              <a:t>):</a:t>
            </a:r>
            <a:endParaRPr sz="2400"/>
          </a:p>
          <a:p>
            <a:pPr marL="913765" algn="ctr">
              <a:lnSpc>
                <a:spcPct val="100000"/>
              </a:lnSpc>
              <a:spcBef>
                <a:spcPts val="1035"/>
              </a:spcBef>
              <a:tabLst>
                <a:tab pos="6098540" algn="l"/>
              </a:tabLst>
            </a:pPr>
            <a:r>
              <a:rPr spc="-80" dirty="0"/>
              <a:t>F</a:t>
            </a:r>
            <a:r>
              <a:rPr spc="-5" dirty="0"/>
              <a:t>o</a:t>
            </a:r>
            <a:r>
              <a:rPr dirty="0"/>
              <a:t>r </a:t>
            </a:r>
            <a:r>
              <a:rPr spc="-5" dirty="0"/>
              <a:t>T</a:t>
            </a:r>
            <a:r>
              <a:rPr sz="2400" dirty="0"/>
              <a:t>i </a:t>
            </a:r>
            <a:r>
              <a:rPr sz="4400" i="1" dirty="0">
                <a:latin typeface="Symbol"/>
                <a:cs typeface="Symbol"/>
              </a:rPr>
              <a:t></a:t>
            </a:r>
            <a:r>
              <a:rPr sz="4400" spc="-110" dirty="0">
                <a:latin typeface="Times New Roman"/>
                <a:cs typeface="Times New Roman"/>
              </a:rPr>
              <a:t> </a:t>
            </a:r>
            <a:r>
              <a:rPr spc="-95" dirty="0"/>
              <a:t>V</a:t>
            </a:r>
            <a:r>
              <a:rPr spc="-5" dirty="0"/>
              <a:t>A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- </a:t>
            </a:r>
            <a:r>
              <a:rPr spc="-5" dirty="0"/>
              <a:t>IGNOR</a:t>
            </a:r>
            <a:r>
              <a:rPr dirty="0"/>
              <a:t>E</a:t>
            </a:r>
            <a:r>
              <a:rPr spc="-5" dirty="0"/>
              <a:t> </a:t>
            </a:r>
            <a:r>
              <a:rPr spc="25" dirty="0"/>
              <a:t>(</a:t>
            </a:r>
            <a:r>
              <a:rPr spc="-5" dirty="0"/>
              <a:t>T</a:t>
            </a:r>
            <a:r>
              <a:rPr sz="2400" spc="-5" dirty="0"/>
              <a:t>j</a:t>
            </a:r>
            <a:r>
              <a:rPr dirty="0"/>
              <a:t>)	</a:t>
            </a:r>
            <a:r>
              <a:rPr spc="-5" dirty="0"/>
              <a:t>D</a:t>
            </a:r>
            <a:r>
              <a:rPr dirty="0"/>
              <a:t>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113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488439" y="2298382"/>
            <a:ext cx="6525259" cy="32004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16965">
              <a:lnSpc>
                <a:spcPct val="100000"/>
              </a:lnSpc>
              <a:spcBef>
                <a:spcPts val="105"/>
              </a:spcBef>
              <a:tabLst>
                <a:tab pos="3916045" algn="l"/>
              </a:tabLst>
            </a:pPr>
            <a:r>
              <a:rPr sz="3200" spc="-5" dirty="0">
                <a:latin typeface="Tahoma"/>
                <a:cs typeface="Tahoma"/>
              </a:rPr>
              <a:t>IF </a:t>
            </a:r>
            <a:r>
              <a:rPr sz="3200" dirty="0">
                <a:latin typeface="Tahoma"/>
                <a:cs typeface="Tahoma"/>
              </a:rPr>
              <a:t>[</a:t>
            </a:r>
            <a:r>
              <a:rPr sz="3200" spc="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WS(T</a:t>
            </a:r>
            <a:r>
              <a:rPr sz="2400" dirty="0">
                <a:latin typeface="Tahoma"/>
                <a:cs typeface="Tahoma"/>
              </a:rPr>
              <a:t>i</a:t>
            </a:r>
            <a:r>
              <a:rPr sz="3200" dirty="0">
                <a:latin typeface="Tahoma"/>
                <a:cs typeface="Tahoma"/>
              </a:rPr>
              <a:t>)</a:t>
            </a:r>
            <a:r>
              <a:rPr sz="3200" spc="5" dirty="0">
                <a:latin typeface="Tahoma"/>
                <a:cs typeface="Tahoma"/>
              </a:rPr>
              <a:t> </a:t>
            </a:r>
            <a:r>
              <a:rPr sz="4400" i="1" dirty="0">
                <a:latin typeface="Symbol"/>
                <a:cs typeface="Symbol"/>
              </a:rPr>
              <a:t></a:t>
            </a:r>
            <a:r>
              <a:rPr sz="4400" dirty="0">
                <a:latin typeface="Times New Roman"/>
                <a:cs typeface="Times New Roman"/>
              </a:rPr>
              <a:t>	</a:t>
            </a:r>
            <a:r>
              <a:rPr sz="3200" dirty="0">
                <a:latin typeface="Tahoma"/>
                <a:cs typeface="Tahoma"/>
              </a:rPr>
              <a:t>RS(T</a:t>
            </a:r>
            <a:r>
              <a:rPr sz="2400" dirty="0">
                <a:latin typeface="Tahoma"/>
                <a:cs typeface="Tahoma"/>
              </a:rPr>
              <a:t>j</a:t>
            </a:r>
            <a:r>
              <a:rPr sz="3200" dirty="0">
                <a:latin typeface="Tahoma"/>
                <a:cs typeface="Tahoma"/>
              </a:rPr>
              <a:t>) </a:t>
            </a:r>
            <a:r>
              <a:rPr sz="3200" i="1" dirty="0">
                <a:latin typeface="Symbol"/>
                <a:cs typeface="Symbol"/>
              </a:rPr>
              <a:t></a:t>
            </a:r>
            <a:r>
              <a:rPr sz="3200" i="1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Symbol"/>
                <a:cs typeface="Symbol"/>
              </a:rPr>
              <a:t></a:t>
            </a:r>
            <a:r>
              <a:rPr sz="3200" i="1" spc="3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ahoma"/>
                <a:cs typeface="Tahoma"/>
              </a:rPr>
              <a:t>OR</a:t>
            </a:r>
            <a:endParaRPr sz="3200">
              <a:latin typeface="Tahoma"/>
              <a:cs typeface="Tahoma"/>
            </a:endParaRPr>
          </a:p>
          <a:p>
            <a:pPr marL="202565" marR="297815" indent="254000">
              <a:lnSpc>
                <a:spcPts val="4850"/>
              </a:lnSpc>
              <a:spcBef>
                <a:spcPts val="520"/>
              </a:spcBef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i </a:t>
            </a:r>
            <a:r>
              <a:rPr sz="4400" i="1" dirty="0">
                <a:latin typeface="Symbol"/>
                <a:cs typeface="Symbol"/>
              </a:rPr>
              <a:t></a:t>
            </a:r>
            <a:r>
              <a:rPr sz="4400" i="1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ahoma"/>
                <a:cs typeface="Tahoma"/>
              </a:rPr>
              <a:t>FIN </a:t>
            </a:r>
            <a:r>
              <a:rPr sz="3200" dirty="0">
                <a:latin typeface="Tahoma"/>
                <a:cs typeface="Tahoma"/>
              </a:rPr>
              <a:t>] </a:t>
            </a:r>
            <a:r>
              <a:rPr sz="3200" spc="-5" dirty="0">
                <a:latin typeface="Tahoma"/>
                <a:cs typeface="Tahoma"/>
              </a:rPr>
              <a:t>THEN RETURN </a:t>
            </a:r>
            <a:r>
              <a:rPr sz="3200" spc="-10" dirty="0">
                <a:latin typeface="Tahoma"/>
                <a:cs typeface="Tahoma"/>
              </a:rPr>
              <a:t>false;  </a:t>
            </a:r>
            <a:r>
              <a:rPr sz="3200" spc="-5" dirty="0">
                <a:latin typeface="Tahoma"/>
                <a:cs typeface="Tahoma"/>
              </a:rPr>
              <a:t>RETURN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true;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200" spc="-20" dirty="0">
                <a:latin typeface="Tahoma"/>
                <a:cs typeface="Tahoma"/>
              </a:rPr>
              <a:t>Is </a:t>
            </a:r>
            <a:r>
              <a:rPr sz="3200" spc="-5" dirty="0">
                <a:latin typeface="Tahoma"/>
                <a:cs typeface="Tahoma"/>
              </a:rPr>
              <a:t>this check too </a:t>
            </a:r>
            <a:r>
              <a:rPr sz="3200" spc="-10" dirty="0">
                <a:latin typeface="Tahoma"/>
                <a:cs typeface="Tahoma"/>
              </a:rPr>
              <a:t>restrictive</a:t>
            </a:r>
            <a:r>
              <a:rPr sz="3200" spc="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?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0789" y="891540"/>
            <a:ext cx="41224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heavy" spc="-10" dirty="0">
                <a:uFill>
                  <a:solidFill>
                    <a:srgbClr val="000000"/>
                  </a:solidFill>
                </a:uFill>
              </a:rPr>
              <a:t>Improving</a:t>
            </a:r>
            <a:r>
              <a:rPr sz="3600" u="heavy" spc="-6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Check(T</a:t>
            </a:r>
            <a:r>
              <a:rPr sz="2000" u="heavy" dirty="0">
                <a:uFill>
                  <a:solidFill>
                    <a:srgbClr val="000000"/>
                  </a:solidFill>
                </a:uFill>
              </a:rPr>
              <a:t>j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)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114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53402" y="1877186"/>
            <a:ext cx="8188959" cy="36112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2371725" indent="-342900">
              <a:lnSpc>
                <a:spcPct val="120000"/>
              </a:lnSpc>
              <a:spcBef>
                <a:spcPts val="95"/>
              </a:spcBef>
              <a:tabLst>
                <a:tab pos="3154045" algn="l"/>
                <a:tab pos="5244465" algn="l"/>
              </a:tabLst>
            </a:pPr>
            <a:r>
              <a:rPr sz="3200" spc="-80" dirty="0">
                <a:latin typeface="Tahoma"/>
                <a:cs typeface="Tahoma"/>
              </a:rPr>
              <a:t>F</a:t>
            </a:r>
            <a:r>
              <a:rPr sz="3200" spc="-5" dirty="0">
                <a:latin typeface="Tahoma"/>
                <a:cs typeface="Tahoma"/>
              </a:rPr>
              <a:t>o</a:t>
            </a:r>
            <a:r>
              <a:rPr sz="3200" dirty="0">
                <a:latin typeface="Tahoma"/>
                <a:cs typeface="Tahoma"/>
              </a:rPr>
              <a:t>r </a:t>
            </a:r>
            <a:r>
              <a:rPr sz="3200" spc="-5" dirty="0">
                <a:latin typeface="Tahoma"/>
                <a:cs typeface="Tahoma"/>
              </a:rPr>
              <a:t>T</a:t>
            </a:r>
            <a:r>
              <a:rPr sz="2400" dirty="0">
                <a:latin typeface="Tahoma"/>
                <a:cs typeface="Tahoma"/>
              </a:rPr>
              <a:t>i </a:t>
            </a:r>
            <a:r>
              <a:rPr sz="4400" i="1" dirty="0">
                <a:latin typeface="Symbol"/>
                <a:cs typeface="Symbol"/>
              </a:rPr>
              <a:t></a:t>
            </a:r>
            <a:r>
              <a:rPr sz="4400" spc="265" dirty="0">
                <a:latin typeface="Times New Roman"/>
                <a:cs typeface="Times New Roman"/>
              </a:rPr>
              <a:t> </a:t>
            </a:r>
            <a:r>
              <a:rPr sz="3200" spc="-95" dirty="0">
                <a:latin typeface="Tahoma"/>
                <a:cs typeface="Tahoma"/>
              </a:rPr>
              <a:t>V</a:t>
            </a:r>
            <a:r>
              <a:rPr sz="3200" spc="-5" dirty="0">
                <a:latin typeface="Tahoma"/>
                <a:cs typeface="Tahoma"/>
              </a:rPr>
              <a:t>A</a:t>
            </a:r>
            <a:r>
              <a:rPr sz="3200" dirty="0">
                <a:latin typeface="Tahoma"/>
                <a:cs typeface="Tahoma"/>
              </a:rPr>
              <a:t>L</a:t>
            </a:r>
            <a:r>
              <a:rPr sz="3200" spc="-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- </a:t>
            </a:r>
            <a:r>
              <a:rPr sz="3200" spc="-5" dirty="0">
                <a:latin typeface="Tahoma"/>
                <a:cs typeface="Tahoma"/>
              </a:rPr>
              <a:t>IGNOR</a:t>
            </a:r>
            <a:r>
              <a:rPr sz="3200" dirty="0">
                <a:latin typeface="Tahoma"/>
                <a:cs typeface="Tahoma"/>
              </a:rPr>
              <a:t>E</a:t>
            </a:r>
            <a:r>
              <a:rPr sz="3200" spc="-5" dirty="0">
                <a:latin typeface="Tahoma"/>
                <a:cs typeface="Tahoma"/>
              </a:rPr>
              <a:t> </a:t>
            </a:r>
            <a:r>
              <a:rPr sz="3200" spc="25" dirty="0">
                <a:latin typeface="Tahoma"/>
                <a:cs typeface="Tahoma"/>
              </a:rPr>
              <a:t>(</a:t>
            </a: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j</a:t>
            </a:r>
            <a:r>
              <a:rPr sz="3200" dirty="0">
                <a:latin typeface="Tahoma"/>
                <a:cs typeface="Tahoma"/>
              </a:rPr>
              <a:t>)	</a:t>
            </a:r>
            <a:r>
              <a:rPr sz="3200" spc="-5" dirty="0">
                <a:latin typeface="Tahoma"/>
                <a:cs typeface="Tahoma"/>
              </a:rPr>
              <a:t>D</a:t>
            </a:r>
            <a:r>
              <a:rPr sz="3200" dirty="0">
                <a:latin typeface="Tahoma"/>
                <a:cs typeface="Tahoma"/>
              </a:rPr>
              <a:t>O  </a:t>
            </a:r>
            <a:r>
              <a:rPr sz="3200" spc="-5" dirty="0">
                <a:latin typeface="Tahoma"/>
                <a:cs typeface="Tahoma"/>
              </a:rPr>
              <a:t>IF </a:t>
            </a:r>
            <a:r>
              <a:rPr sz="3200" dirty="0">
                <a:latin typeface="Tahoma"/>
                <a:cs typeface="Tahoma"/>
              </a:rPr>
              <a:t>[</a:t>
            </a:r>
            <a:r>
              <a:rPr sz="3200" spc="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WS(T</a:t>
            </a:r>
            <a:r>
              <a:rPr sz="2400" dirty="0">
                <a:latin typeface="Tahoma"/>
                <a:cs typeface="Tahoma"/>
              </a:rPr>
              <a:t>i</a:t>
            </a:r>
            <a:r>
              <a:rPr sz="3200" dirty="0">
                <a:latin typeface="Tahoma"/>
                <a:cs typeface="Tahoma"/>
              </a:rPr>
              <a:t>)</a:t>
            </a:r>
            <a:r>
              <a:rPr sz="3200" spc="5" dirty="0">
                <a:latin typeface="Tahoma"/>
                <a:cs typeface="Tahoma"/>
              </a:rPr>
              <a:t> </a:t>
            </a:r>
            <a:r>
              <a:rPr sz="4400" i="1" dirty="0">
                <a:latin typeface="Symbol"/>
                <a:cs typeface="Symbol"/>
              </a:rPr>
              <a:t></a:t>
            </a:r>
            <a:r>
              <a:rPr sz="4400" dirty="0">
                <a:latin typeface="Times New Roman"/>
                <a:cs typeface="Times New Roman"/>
              </a:rPr>
              <a:t>	</a:t>
            </a:r>
            <a:r>
              <a:rPr sz="3200" dirty="0">
                <a:latin typeface="Tahoma"/>
                <a:cs typeface="Tahoma"/>
              </a:rPr>
              <a:t>RS(T</a:t>
            </a:r>
            <a:r>
              <a:rPr sz="2400" dirty="0">
                <a:latin typeface="Tahoma"/>
                <a:cs typeface="Tahoma"/>
              </a:rPr>
              <a:t>j</a:t>
            </a:r>
            <a:r>
              <a:rPr sz="3200" dirty="0">
                <a:latin typeface="Tahoma"/>
                <a:cs typeface="Tahoma"/>
              </a:rPr>
              <a:t>) </a:t>
            </a:r>
            <a:r>
              <a:rPr sz="3200" i="1" dirty="0">
                <a:latin typeface="Symbol"/>
                <a:cs typeface="Symbol"/>
              </a:rPr>
              <a:t></a:t>
            </a:r>
            <a:r>
              <a:rPr sz="3200" i="1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Symbol"/>
                <a:cs typeface="Symbol"/>
              </a:rPr>
              <a:t></a:t>
            </a:r>
            <a:r>
              <a:rPr sz="3200" i="1" spc="3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ahoma"/>
                <a:cs typeface="Tahoma"/>
              </a:rPr>
              <a:t>OR</a:t>
            </a:r>
            <a:endParaRPr sz="320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  <a:spcBef>
                <a:spcPts val="1055"/>
              </a:spcBef>
              <a:tabLst>
                <a:tab pos="3004820" algn="l"/>
              </a:tabLst>
            </a:pPr>
            <a:r>
              <a:rPr sz="4400" spc="-5" dirty="0">
                <a:latin typeface="Tahoma"/>
                <a:cs typeface="Tahoma"/>
              </a:rPr>
              <a:t>(</a:t>
            </a: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i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4400" i="1" dirty="0">
                <a:latin typeface="Symbol"/>
                <a:cs typeface="Symbol"/>
              </a:rPr>
              <a:t></a:t>
            </a:r>
            <a:r>
              <a:rPr sz="4400" i="1" spc="27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ahoma"/>
                <a:cs typeface="Tahoma"/>
              </a:rPr>
              <a:t>FIN	AND </a:t>
            </a:r>
            <a:r>
              <a:rPr sz="3200" dirty="0">
                <a:latin typeface="Tahoma"/>
                <a:cs typeface="Tahoma"/>
              </a:rPr>
              <a:t>WS(T</a:t>
            </a:r>
            <a:r>
              <a:rPr sz="2400" dirty="0">
                <a:latin typeface="Tahoma"/>
                <a:cs typeface="Tahoma"/>
              </a:rPr>
              <a:t>i</a:t>
            </a:r>
            <a:r>
              <a:rPr sz="3200" dirty="0">
                <a:latin typeface="Tahoma"/>
                <a:cs typeface="Tahoma"/>
              </a:rPr>
              <a:t>) </a:t>
            </a:r>
            <a:r>
              <a:rPr sz="4400" i="1" dirty="0">
                <a:latin typeface="Symbol"/>
                <a:cs typeface="Symbol"/>
              </a:rPr>
              <a:t></a:t>
            </a:r>
            <a:r>
              <a:rPr sz="4400" i="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ahoma"/>
                <a:cs typeface="Tahoma"/>
              </a:rPr>
              <a:t>WS(T</a:t>
            </a:r>
            <a:r>
              <a:rPr sz="2400" dirty="0">
                <a:latin typeface="Tahoma"/>
                <a:cs typeface="Tahoma"/>
              </a:rPr>
              <a:t>j</a:t>
            </a:r>
            <a:r>
              <a:rPr sz="3200" dirty="0">
                <a:latin typeface="Tahoma"/>
                <a:cs typeface="Tahoma"/>
              </a:rPr>
              <a:t>) </a:t>
            </a:r>
            <a:r>
              <a:rPr sz="3200" i="1" dirty="0">
                <a:latin typeface="Symbol"/>
                <a:cs typeface="Symbol"/>
              </a:rPr>
              <a:t></a:t>
            </a:r>
            <a:r>
              <a:rPr sz="3200" i="1" spc="50" dirty="0">
                <a:latin typeface="Times New Roman"/>
                <a:cs typeface="Times New Roman"/>
              </a:rPr>
              <a:t> </a:t>
            </a:r>
            <a:r>
              <a:rPr sz="3200" i="1" spc="-5" dirty="0">
                <a:latin typeface="Symbol"/>
                <a:cs typeface="Symbol"/>
              </a:rPr>
              <a:t></a:t>
            </a:r>
            <a:r>
              <a:rPr sz="3200" spc="-5" dirty="0">
                <a:latin typeface="Tahoma"/>
                <a:cs typeface="Tahoma"/>
              </a:rPr>
              <a:t>)]</a:t>
            </a:r>
            <a:endParaRPr sz="3200">
              <a:latin typeface="Tahoma"/>
              <a:cs typeface="Tahoma"/>
            </a:endParaRPr>
          </a:p>
          <a:p>
            <a:pPr marL="12700" marR="2596515" indent="1828800">
              <a:lnSpc>
                <a:spcPct val="120200"/>
              </a:lnSpc>
            </a:pPr>
            <a:r>
              <a:rPr sz="3200" spc="-5" dirty="0">
                <a:latin typeface="Tahoma"/>
                <a:cs typeface="Tahoma"/>
              </a:rPr>
              <a:t>THEN RETURN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false;  </a:t>
            </a:r>
            <a:r>
              <a:rPr sz="3200" spc="-5" dirty="0">
                <a:latin typeface="Tahoma"/>
                <a:cs typeface="Tahoma"/>
              </a:rPr>
              <a:t>RETURN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true;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252095"/>
            <a:ext cx="18268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heavy" dirty="0">
                <a:uFill>
                  <a:solidFill>
                    <a:srgbClr val="000000"/>
                  </a:solidFill>
                </a:uFill>
              </a:rPr>
              <a:t>E</a:t>
            </a:r>
            <a:r>
              <a:rPr sz="3600" u="heavy" spc="-50" dirty="0">
                <a:uFill>
                  <a:solidFill>
                    <a:srgbClr val="000000"/>
                  </a:solidFill>
                </a:uFill>
              </a:rPr>
              <a:t>x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e</a:t>
            </a:r>
            <a:r>
              <a:rPr sz="3600" u="heavy" spc="-25" dirty="0">
                <a:uFill>
                  <a:solidFill>
                    <a:srgbClr val="000000"/>
                  </a:solidFill>
                </a:uFill>
              </a:rPr>
              <a:t>r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c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i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s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e: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94702" y="4785360"/>
            <a:ext cx="3107690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55" dirty="0">
                <a:latin typeface="Tahoma"/>
                <a:cs typeface="Tahoma"/>
              </a:rPr>
              <a:t>T: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RS(T)={A,B}</a:t>
            </a:r>
            <a:endParaRPr sz="3200">
              <a:latin typeface="Tahoma"/>
              <a:cs typeface="Tahoma"/>
            </a:endParaRPr>
          </a:p>
          <a:p>
            <a:pPr marL="647700">
              <a:lnSpc>
                <a:spcPct val="100000"/>
              </a:lnSpc>
            </a:pPr>
            <a:r>
              <a:rPr sz="3200" dirty="0">
                <a:latin typeface="Tahoma"/>
                <a:cs typeface="Tahoma"/>
              </a:rPr>
              <a:t>WS(T)={A,C}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39652" y="4740910"/>
            <a:ext cx="3111500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65" dirty="0">
                <a:latin typeface="Tahoma"/>
                <a:cs typeface="Tahoma"/>
              </a:rPr>
              <a:t>V: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RS(V)={B}</a:t>
            </a:r>
            <a:endParaRPr sz="3200">
              <a:latin typeface="Tahoma"/>
              <a:cs typeface="Tahoma"/>
            </a:endParaRPr>
          </a:p>
          <a:p>
            <a:pPr marL="647700">
              <a:lnSpc>
                <a:spcPct val="100000"/>
              </a:lnSpc>
            </a:pPr>
            <a:r>
              <a:rPr sz="3200" spc="-10" dirty="0">
                <a:latin typeface="Tahoma"/>
                <a:cs typeface="Tahoma"/>
              </a:rPr>
              <a:t>WS(V)={D,E}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6139" y="1370647"/>
            <a:ext cx="3175000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ahoma"/>
                <a:cs typeface="Tahoma"/>
              </a:rPr>
              <a:t>U: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RS(U)={B}</a:t>
            </a:r>
            <a:endParaRPr sz="3200">
              <a:latin typeface="Tahoma"/>
              <a:cs typeface="Tahoma"/>
            </a:endParaRPr>
          </a:p>
          <a:p>
            <a:pPr marL="1028065">
              <a:lnSpc>
                <a:spcPct val="100000"/>
              </a:lnSpc>
            </a:pPr>
            <a:r>
              <a:rPr sz="3200" spc="-5" dirty="0">
                <a:latin typeface="Tahoma"/>
                <a:cs typeface="Tahoma"/>
              </a:rPr>
              <a:t>WS(U)={D}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53990" y="1416685"/>
            <a:ext cx="348297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42900" algn="ctr">
              <a:lnSpc>
                <a:spcPct val="100000"/>
              </a:lnSpc>
              <a:spcBef>
                <a:spcPts val="105"/>
              </a:spcBef>
            </a:pPr>
            <a:r>
              <a:rPr sz="3200" spc="-65" dirty="0">
                <a:latin typeface="Tahoma"/>
                <a:cs typeface="Tahoma"/>
              </a:rPr>
              <a:t>W: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RS(W)={A,D}</a:t>
            </a:r>
            <a:endParaRPr sz="3200">
              <a:latin typeface="Tahoma"/>
              <a:cs typeface="Tahoma"/>
            </a:endParaRPr>
          </a:p>
          <a:p>
            <a:pPr marL="889000" algn="ctr">
              <a:lnSpc>
                <a:spcPct val="100000"/>
              </a:lnSpc>
            </a:pPr>
            <a:r>
              <a:rPr sz="3200" spc="-5" dirty="0">
                <a:latin typeface="Tahoma"/>
                <a:cs typeface="Tahoma"/>
              </a:rPr>
              <a:t>WS(W)={A,C}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42925" y="3414712"/>
            <a:ext cx="7896225" cy="76200"/>
          </a:xfrm>
          <a:custGeom>
            <a:avLst/>
            <a:gdLst/>
            <a:ahLst/>
            <a:cxnLst/>
            <a:rect l="l" t="t" r="r" b="b"/>
            <a:pathLst>
              <a:path w="7896225" h="76200">
                <a:moveTo>
                  <a:pt x="7820025" y="76200"/>
                </a:moveTo>
                <a:lnTo>
                  <a:pt x="7820025" y="0"/>
                </a:lnTo>
                <a:lnTo>
                  <a:pt x="7877175" y="28575"/>
                </a:lnTo>
                <a:lnTo>
                  <a:pt x="7839075" y="28575"/>
                </a:lnTo>
                <a:lnTo>
                  <a:pt x="7839075" y="47625"/>
                </a:lnTo>
                <a:lnTo>
                  <a:pt x="7877175" y="47625"/>
                </a:lnTo>
                <a:lnTo>
                  <a:pt x="7820025" y="76200"/>
                </a:lnTo>
                <a:close/>
              </a:path>
              <a:path w="7896225" h="76200">
                <a:moveTo>
                  <a:pt x="7820025" y="47625"/>
                </a:moveTo>
                <a:lnTo>
                  <a:pt x="0" y="47625"/>
                </a:lnTo>
                <a:lnTo>
                  <a:pt x="0" y="28575"/>
                </a:lnTo>
                <a:lnTo>
                  <a:pt x="7820025" y="28575"/>
                </a:lnTo>
                <a:lnTo>
                  <a:pt x="7820025" y="47625"/>
                </a:lnTo>
                <a:close/>
              </a:path>
              <a:path w="7896225" h="76200">
                <a:moveTo>
                  <a:pt x="7877175" y="47625"/>
                </a:moveTo>
                <a:lnTo>
                  <a:pt x="7839075" y="47625"/>
                </a:lnTo>
                <a:lnTo>
                  <a:pt x="7839075" y="28575"/>
                </a:lnTo>
                <a:lnTo>
                  <a:pt x="7877175" y="28575"/>
                </a:lnTo>
                <a:lnTo>
                  <a:pt x="7896225" y="38100"/>
                </a:lnTo>
                <a:lnTo>
                  <a:pt x="7877175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44537" y="3440112"/>
            <a:ext cx="119380" cy="1318260"/>
          </a:xfrm>
          <a:custGeom>
            <a:avLst/>
            <a:gdLst/>
            <a:ahLst/>
            <a:cxnLst/>
            <a:rect l="l" t="t" r="r" b="b"/>
            <a:pathLst>
              <a:path w="119380" h="1318260">
                <a:moveTo>
                  <a:pt x="0" y="78397"/>
                </a:moveTo>
                <a:lnTo>
                  <a:pt x="33350" y="0"/>
                </a:lnTo>
                <a:lnTo>
                  <a:pt x="66220" y="56756"/>
                </a:lnTo>
                <a:lnTo>
                  <a:pt x="41605" y="56756"/>
                </a:lnTo>
                <a:lnTo>
                  <a:pt x="32105" y="57340"/>
                </a:lnTo>
                <a:lnTo>
                  <a:pt x="33273" y="76352"/>
                </a:lnTo>
                <a:lnTo>
                  <a:pt x="0" y="78397"/>
                </a:lnTo>
                <a:close/>
              </a:path>
              <a:path w="119380" h="1318260">
                <a:moveTo>
                  <a:pt x="33273" y="76352"/>
                </a:moveTo>
                <a:lnTo>
                  <a:pt x="32105" y="57340"/>
                </a:lnTo>
                <a:lnTo>
                  <a:pt x="41605" y="56756"/>
                </a:lnTo>
                <a:lnTo>
                  <a:pt x="42773" y="75768"/>
                </a:lnTo>
                <a:lnTo>
                  <a:pt x="33273" y="76352"/>
                </a:lnTo>
                <a:close/>
              </a:path>
              <a:path w="119380" h="1318260">
                <a:moveTo>
                  <a:pt x="42773" y="75768"/>
                </a:moveTo>
                <a:lnTo>
                  <a:pt x="41605" y="56756"/>
                </a:lnTo>
                <a:lnTo>
                  <a:pt x="66220" y="56756"/>
                </a:lnTo>
                <a:lnTo>
                  <a:pt x="76047" y="73723"/>
                </a:lnTo>
                <a:lnTo>
                  <a:pt x="42773" y="75768"/>
                </a:lnTo>
                <a:close/>
              </a:path>
              <a:path w="119380" h="1318260">
                <a:moveTo>
                  <a:pt x="109562" y="1317917"/>
                </a:moveTo>
                <a:lnTo>
                  <a:pt x="33273" y="76352"/>
                </a:lnTo>
                <a:lnTo>
                  <a:pt x="42773" y="75768"/>
                </a:lnTo>
                <a:lnTo>
                  <a:pt x="119062" y="1317332"/>
                </a:lnTo>
                <a:lnTo>
                  <a:pt x="109562" y="13179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55903" y="3463925"/>
            <a:ext cx="1641475" cy="1297940"/>
          </a:xfrm>
          <a:custGeom>
            <a:avLst/>
            <a:gdLst/>
            <a:ahLst/>
            <a:cxnLst/>
            <a:rect l="l" t="t" r="r" b="b"/>
            <a:pathLst>
              <a:path w="1641475" h="1297939">
                <a:moveTo>
                  <a:pt x="1578498" y="43489"/>
                </a:moveTo>
                <a:lnTo>
                  <a:pt x="1557832" y="17322"/>
                </a:lnTo>
                <a:lnTo>
                  <a:pt x="1641246" y="0"/>
                </a:lnTo>
                <a:lnTo>
                  <a:pt x="1626381" y="31686"/>
                </a:lnTo>
                <a:lnTo>
                  <a:pt x="1593443" y="31686"/>
                </a:lnTo>
                <a:lnTo>
                  <a:pt x="1578498" y="43489"/>
                </a:lnTo>
                <a:close/>
              </a:path>
              <a:path w="1641475" h="1297939">
                <a:moveTo>
                  <a:pt x="1584398" y="50960"/>
                </a:moveTo>
                <a:lnTo>
                  <a:pt x="1578498" y="43489"/>
                </a:lnTo>
                <a:lnTo>
                  <a:pt x="1593443" y="31686"/>
                </a:lnTo>
                <a:lnTo>
                  <a:pt x="1599349" y="39154"/>
                </a:lnTo>
                <a:lnTo>
                  <a:pt x="1584398" y="50960"/>
                </a:lnTo>
                <a:close/>
              </a:path>
              <a:path w="1641475" h="1297939">
                <a:moveTo>
                  <a:pt x="1605064" y="77127"/>
                </a:moveTo>
                <a:lnTo>
                  <a:pt x="1584398" y="50960"/>
                </a:lnTo>
                <a:lnTo>
                  <a:pt x="1599349" y="39154"/>
                </a:lnTo>
                <a:lnTo>
                  <a:pt x="1593443" y="31686"/>
                </a:lnTo>
                <a:lnTo>
                  <a:pt x="1626381" y="31686"/>
                </a:lnTo>
                <a:lnTo>
                  <a:pt x="1605064" y="77127"/>
                </a:lnTo>
                <a:close/>
              </a:path>
              <a:path w="1641475" h="1297939">
                <a:moveTo>
                  <a:pt x="5892" y="1297546"/>
                </a:moveTo>
                <a:lnTo>
                  <a:pt x="0" y="1290078"/>
                </a:lnTo>
                <a:lnTo>
                  <a:pt x="1578498" y="43489"/>
                </a:lnTo>
                <a:lnTo>
                  <a:pt x="1584398" y="50960"/>
                </a:lnTo>
                <a:lnTo>
                  <a:pt x="5892" y="12975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9792" y="3436658"/>
            <a:ext cx="4665980" cy="1325880"/>
          </a:xfrm>
          <a:custGeom>
            <a:avLst/>
            <a:gdLst/>
            <a:ahLst/>
            <a:cxnLst/>
            <a:rect l="l" t="t" r="r" b="b"/>
            <a:pathLst>
              <a:path w="4665980" h="1325879">
                <a:moveTo>
                  <a:pt x="4590691" y="32093"/>
                </a:moveTo>
                <a:lnTo>
                  <a:pt x="4581715" y="0"/>
                </a:lnTo>
                <a:lnTo>
                  <a:pt x="4665357" y="16154"/>
                </a:lnTo>
                <a:lnTo>
                  <a:pt x="4653437" y="26962"/>
                </a:lnTo>
                <a:lnTo>
                  <a:pt x="4609033" y="26962"/>
                </a:lnTo>
                <a:lnTo>
                  <a:pt x="4590691" y="32093"/>
                </a:lnTo>
                <a:close/>
              </a:path>
              <a:path w="4665980" h="1325879">
                <a:moveTo>
                  <a:pt x="4593259" y="41275"/>
                </a:moveTo>
                <a:lnTo>
                  <a:pt x="4590691" y="32093"/>
                </a:lnTo>
                <a:lnTo>
                  <a:pt x="4609033" y="26962"/>
                </a:lnTo>
                <a:lnTo>
                  <a:pt x="4611598" y="36144"/>
                </a:lnTo>
                <a:lnTo>
                  <a:pt x="4593259" y="41275"/>
                </a:lnTo>
                <a:close/>
              </a:path>
              <a:path w="4665980" h="1325879">
                <a:moveTo>
                  <a:pt x="4602238" y="73380"/>
                </a:moveTo>
                <a:lnTo>
                  <a:pt x="4593259" y="41275"/>
                </a:lnTo>
                <a:lnTo>
                  <a:pt x="4611598" y="36144"/>
                </a:lnTo>
                <a:lnTo>
                  <a:pt x="4609033" y="26962"/>
                </a:lnTo>
                <a:lnTo>
                  <a:pt x="4653437" y="26962"/>
                </a:lnTo>
                <a:lnTo>
                  <a:pt x="4602238" y="73380"/>
                </a:lnTo>
                <a:close/>
              </a:path>
              <a:path w="4665980" h="1325879">
                <a:moveTo>
                  <a:pt x="2565" y="1325664"/>
                </a:moveTo>
                <a:lnTo>
                  <a:pt x="0" y="1316494"/>
                </a:lnTo>
                <a:lnTo>
                  <a:pt x="4590691" y="32093"/>
                </a:lnTo>
                <a:lnTo>
                  <a:pt x="4593259" y="41275"/>
                </a:lnTo>
                <a:lnTo>
                  <a:pt x="2565" y="13256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794772" y="596900"/>
            <a:ext cx="272402" cy="5122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949041" y="3277349"/>
            <a:ext cx="186804" cy="2484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852329" y="230936"/>
            <a:ext cx="186804" cy="2484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176179" y="3293224"/>
            <a:ext cx="186804" cy="24848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199616" y="3283699"/>
            <a:ext cx="186804" cy="24848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86866" y="3297986"/>
            <a:ext cx="186804" cy="24848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822825" y="3335337"/>
            <a:ext cx="252412" cy="21717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743075" y="3325812"/>
            <a:ext cx="252412" cy="21717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436812" y="3351212"/>
            <a:ext cx="252412" cy="21717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483475" y="3349625"/>
            <a:ext cx="241300" cy="21907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468248" y="3334842"/>
            <a:ext cx="271780" cy="246379"/>
          </a:xfrm>
          <a:custGeom>
            <a:avLst/>
            <a:gdLst/>
            <a:ahLst/>
            <a:cxnLst/>
            <a:rect l="l" t="t" r="r" b="b"/>
            <a:pathLst>
              <a:path w="271779" h="246379">
                <a:moveTo>
                  <a:pt x="102882" y="96926"/>
                </a:moveTo>
                <a:lnTo>
                  <a:pt x="135877" y="0"/>
                </a:lnTo>
                <a:lnTo>
                  <a:pt x="141432" y="16319"/>
                </a:lnTo>
                <a:lnTo>
                  <a:pt x="131368" y="16319"/>
                </a:lnTo>
                <a:lnTo>
                  <a:pt x="135877" y="29566"/>
                </a:lnTo>
                <a:lnTo>
                  <a:pt x="114049" y="93700"/>
                </a:lnTo>
                <a:lnTo>
                  <a:pt x="107391" y="93700"/>
                </a:lnTo>
                <a:lnTo>
                  <a:pt x="102882" y="96926"/>
                </a:lnTo>
                <a:close/>
              </a:path>
              <a:path w="271779" h="246379">
                <a:moveTo>
                  <a:pt x="135877" y="29566"/>
                </a:moveTo>
                <a:lnTo>
                  <a:pt x="131368" y="16319"/>
                </a:lnTo>
                <a:lnTo>
                  <a:pt x="140385" y="16319"/>
                </a:lnTo>
                <a:lnTo>
                  <a:pt x="135877" y="29566"/>
                </a:lnTo>
                <a:close/>
              </a:path>
              <a:path w="271779" h="246379">
                <a:moveTo>
                  <a:pt x="241301" y="103225"/>
                </a:moveTo>
                <a:lnTo>
                  <a:pt x="160947" y="103225"/>
                </a:lnTo>
                <a:lnTo>
                  <a:pt x="135877" y="29566"/>
                </a:lnTo>
                <a:lnTo>
                  <a:pt x="140385" y="16319"/>
                </a:lnTo>
                <a:lnTo>
                  <a:pt x="141432" y="16319"/>
                </a:lnTo>
                <a:lnTo>
                  <a:pt x="167773" y="93700"/>
                </a:lnTo>
                <a:lnTo>
                  <a:pt x="164363" y="93700"/>
                </a:lnTo>
                <a:lnTo>
                  <a:pt x="168871" y="96926"/>
                </a:lnTo>
                <a:lnTo>
                  <a:pt x="250384" y="96926"/>
                </a:lnTo>
                <a:lnTo>
                  <a:pt x="241301" y="103225"/>
                </a:lnTo>
                <a:close/>
              </a:path>
              <a:path w="271779" h="246379">
                <a:moveTo>
                  <a:pt x="84124" y="152037"/>
                </a:moveTo>
                <a:lnTo>
                  <a:pt x="0" y="93700"/>
                </a:lnTo>
                <a:lnTo>
                  <a:pt x="103980" y="93700"/>
                </a:lnTo>
                <a:lnTo>
                  <a:pt x="103691" y="94551"/>
                </a:lnTo>
                <a:lnTo>
                  <a:pt x="17945" y="94551"/>
                </a:lnTo>
                <a:lnTo>
                  <a:pt x="15227" y="103225"/>
                </a:lnTo>
                <a:lnTo>
                  <a:pt x="30451" y="103225"/>
                </a:lnTo>
                <a:lnTo>
                  <a:pt x="95453" y="148310"/>
                </a:lnTo>
                <a:lnTo>
                  <a:pt x="95340" y="148640"/>
                </a:lnTo>
                <a:lnTo>
                  <a:pt x="85280" y="148640"/>
                </a:lnTo>
                <a:lnTo>
                  <a:pt x="84124" y="152037"/>
                </a:lnTo>
                <a:close/>
              </a:path>
              <a:path w="271779" h="246379">
                <a:moveTo>
                  <a:pt x="112951" y="96926"/>
                </a:moveTo>
                <a:lnTo>
                  <a:pt x="102882" y="96926"/>
                </a:lnTo>
                <a:lnTo>
                  <a:pt x="107391" y="93700"/>
                </a:lnTo>
                <a:lnTo>
                  <a:pt x="114049" y="93700"/>
                </a:lnTo>
                <a:lnTo>
                  <a:pt x="112951" y="96926"/>
                </a:lnTo>
                <a:close/>
              </a:path>
              <a:path w="271779" h="246379">
                <a:moveTo>
                  <a:pt x="168871" y="96926"/>
                </a:moveTo>
                <a:lnTo>
                  <a:pt x="164363" y="93700"/>
                </a:lnTo>
                <a:lnTo>
                  <a:pt x="167773" y="93700"/>
                </a:lnTo>
                <a:lnTo>
                  <a:pt x="168871" y="96926"/>
                </a:lnTo>
                <a:close/>
              </a:path>
              <a:path w="271779" h="246379">
                <a:moveTo>
                  <a:pt x="250384" y="96926"/>
                </a:moveTo>
                <a:lnTo>
                  <a:pt x="168871" y="96926"/>
                </a:lnTo>
                <a:lnTo>
                  <a:pt x="167773" y="93700"/>
                </a:lnTo>
                <a:lnTo>
                  <a:pt x="271754" y="93700"/>
                </a:lnTo>
                <a:lnTo>
                  <a:pt x="270527" y="94551"/>
                </a:lnTo>
                <a:lnTo>
                  <a:pt x="253809" y="94551"/>
                </a:lnTo>
                <a:lnTo>
                  <a:pt x="250384" y="96926"/>
                </a:lnTo>
                <a:close/>
              </a:path>
              <a:path w="271779" h="246379">
                <a:moveTo>
                  <a:pt x="30451" y="103225"/>
                </a:moveTo>
                <a:lnTo>
                  <a:pt x="15227" y="103225"/>
                </a:lnTo>
                <a:lnTo>
                  <a:pt x="17945" y="94551"/>
                </a:lnTo>
                <a:lnTo>
                  <a:pt x="30451" y="103225"/>
                </a:lnTo>
                <a:close/>
              </a:path>
              <a:path w="271779" h="246379">
                <a:moveTo>
                  <a:pt x="110807" y="103225"/>
                </a:moveTo>
                <a:lnTo>
                  <a:pt x="30451" y="103225"/>
                </a:lnTo>
                <a:lnTo>
                  <a:pt x="17945" y="94551"/>
                </a:lnTo>
                <a:lnTo>
                  <a:pt x="103691" y="94551"/>
                </a:lnTo>
                <a:lnTo>
                  <a:pt x="102882" y="96926"/>
                </a:lnTo>
                <a:lnTo>
                  <a:pt x="112951" y="96926"/>
                </a:lnTo>
                <a:lnTo>
                  <a:pt x="110807" y="103225"/>
                </a:lnTo>
                <a:close/>
              </a:path>
              <a:path w="271779" h="246379">
                <a:moveTo>
                  <a:pt x="215995" y="235394"/>
                </a:moveTo>
                <a:lnTo>
                  <a:pt x="205930" y="235394"/>
                </a:lnTo>
                <a:lnTo>
                  <a:pt x="213156" y="229946"/>
                </a:lnTo>
                <a:lnTo>
                  <a:pt x="201269" y="221700"/>
                </a:lnTo>
                <a:lnTo>
                  <a:pt x="176288" y="148310"/>
                </a:lnTo>
                <a:lnTo>
                  <a:pt x="253809" y="94551"/>
                </a:lnTo>
                <a:lnTo>
                  <a:pt x="256527" y="103225"/>
                </a:lnTo>
                <a:lnTo>
                  <a:pt x="258018" y="103225"/>
                </a:lnTo>
                <a:lnTo>
                  <a:pt x="192527" y="148640"/>
                </a:lnTo>
                <a:lnTo>
                  <a:pt x="186474" y="148640"/>
                </a:lnTo>
                <a:lnTo>
                  <a:pt x="184670" y="154089"/>
                </a:lnTo>
                <a:lnTo>
                  <a:pt x="188328" y="154089"/>
                </a:lnTo>
                <a:lnTo>
                  <a:pt x="215995" y="235394"/>
                </a:lnTo>
                <a:close/>
              </a:path>
              <a:path w="271779" h="246379">
                <a:moveTo>
                  <a:pt x="258018" y="103225"/>
                </a:moveTo>
                <a:lnTo>
                  <a:pt x="256527" y="103225"/>
                </a:lnTo>
                <a:lnTo>
                  <a:pt x="253809" y="94551"/>
                </a:lnTo>
                <a:lnTo>
                  <a:pt x="270527" y="94551"/>
                </a:lnTo>
                <a:lnTo>
                  <a:pt x="258018" y="103225"/>
                </a:lnTo>
                <a:close/>
              </a:path>
              <a:path w="271779" h="246379">
                <a:moveTo>
                  <a:pt x="87083" y="154089"/>
                </a:moveTo>
                <a:lnTo>
                  <a:pt x="84124" y="152037"/>
                </a:lnTo>
                <a:lnTo>
                  <a:pt x="85280" y="148640"/>
                </a:lnTo>
                <a:lnTo>
                  <a:pt x="87083" y="154089"/>
                </a:lnTo>
                <a:close/>
              </a:path>
              <a:path w="271779" h="246379">
                <a:moveTo>
                  <a:pt x="93487" y="154089"/>
                </a:moveTo>
                <a:lnTo>
                  <a:pt x="87083" y="154089"/>
                </a:lnTo>
                <a:lnTo>
                  <a:pt x="85280" y="148640"/>
                </a:lnTo>
                <a:lnTo>
                  <a:pt x="95340" y="148640"/>
                </a:lnTo>
                <a:lnTo>
                  <a:pt x="93487" y="154089"/>
                </a:lnTo>
                <a:close/>
              </a:path>
              <a:path w="271779" h="246379">
                <a:moveTo>
                  <a:pt x="184670" y="154089"/>
                </a:moveTo>
                <a:lnTo>
                  <a:pt x="186474" y="148640"/>
                </a:lnTo>
                <a:lnTo>
                  <a:pt x="187629" y="152037"/>
                </a:lnTo>
                <a:lnTo>
                  <a:pt x="184670" y="154089"/>
                </a:lnTo>
                <a:close/>
              </a:path>
              <a:path w="271779" h="246379">
                <a:moveTo>
                  <a:pt x="187629" y="152037"/>
                </a:moveTo>
                <a:lnTo>
                  <a:pt x="186474" y="148640"/>
                </a:lnTo>
                <a:lnTo>
                  <a:pt x="192527" y="148640"/>
                </a:lnTo>
                <a:lnTo>
                  <a:pt x="187629" y="152037"/>
                </a:lnTo>
                <a:close/>
              </a:path>
              <a:path w="271779" h="246379">
                <a:moveTo>
                  <a:pt x="52146" y="246011"/>
                </a:moveTo>
                <a:lnTo>
                  <a:pt x="84124" y="152037"/>
                </a:lnTo>
                <a:lnTo>
                  <a:pt x="87083" y="154089"/>
                </a:lnTo>
                <a:lnTo>
                  <a:pt x="93487" y="154089"/>
                </a:lnTo>
                <a:lnTo>
                  <a:pt x="70482" y="221701"/>
                </a:lnTo>
                <a:lnTo>
                  <a:pt x="58597" y="229946"/>
                </a:lnTo>
                <a:lnTo>
                  <a:pt x="65824" y="235394"/>
                </a:lnTo>
                <a:lnTo>
                  <a:pt x="67454" y="235394"/>
                </a:lnTo>
                <a:lnTo>
                  <a:pt x="52146" y="246011"/>
                </a:lnTo>
                <a:close/>
              </a:path>
              <a:path w="271779" h="246379">
                <a:moveTo>
                  <a:pt x="188328" y="154089"/>
                </a:moveTo>
                <a:lnTo>
                  <a:pt x="184670" y="154089"/>
                </a:lnTo>
                <a:lnTo>
                  <a:pt x="187629" y="152037"/>
                </a:lnTo>
                <a:lnTo>
                  <a:pt x="188328" y="154089"/>
                </a:lnTo>
                <a:close/>
              </a:path>
              <a:path w="271779" h="246379">
                <a:moveTo>
                  <a:pt x="67454" y="235394"/>
                </a:moveTo>
                <a:lnTo>
                  <a:pt x="65824" y="235394"/>
                </a:lnTo>
                <a:lnTo>
                  <a:pt x="70485" y="221700"/>
                </a:lnTo>
                <a:lnTo>
                  <a:pt x="135877" y="176339"/>
                </a:lnTo>
                <a:lnTo>
                  <a:pt x="149883" y="186054"/>
                </a:lnTo>
                <a:lnTo>
                  <a:pt x="133159" y="186054"/>
                </a:lnTo>
                <a:lnTo>
                  <a:pt x="135877" y="187939"/>
                </a:lnTo>
                <a:lnTo>
                  <a:pt x="67454" y="235394"/>
                </a:lnTo>
                <a:close/>
              </a:path>
              <a:path w="271779" h="246379">
                <a:moveTo>
                  <a:pt x="135877" y="187939"/>
                </a:moveTo>
                <a:lnTo>
                  <a:pt x="133159" y="186054"/>
                </a:lnTo>
                <a:lnTo>
                  <a:pt x="138595" y="186054"/>
                </a:lnTo>
                <a:lnTo>
                  <a:pt x="135877" y="187939"/>
                </a:lnTo>
                <a:close/>
              </a:path>
              <a:path w="271779" h="246379">
                <a:moveTo>
                  <a:pt x="219608" y="246011"/>
                </a:moveTo>
                <a:lnTo>
                  <a:pt x="135877" y="187939"/>
                </a:lnTo>
                <a:lnTo>
                  <a:pt x="138595" y="186054"/>
                </a:lnTo>
                <a:lnTo>
                  <a:pt x="149883" y="186054"/>
                </a:lnTo>
                <a:lnTo>
                  <a:pt x="201269" y="221701"/>
                </a:lnTo>
                <a:lnTo>
                  <a:pt x="205930" y="235394"/>
                </a:lnTo>
                <a:lnTo>
                  <a:pt x="215995" y="235394"/>
                </a:lnTo>
                <a:lnTo>
                  <a:pt x="219608" y="246011"/>
                </a:lnTo>
                <a:close/>
              </a:path>
              <a:path w="271779" h="246379">
                <a:moveTo>
                  <a:pt x="205930" y="235394"/>
                </a:moveTo>
                <a:lnTo>
                  <a:pt x="201269" y="221700"/>
                </a:lnTo>
                <a:lnTo>
                  <a:pt x="213156" y="229946"/>
                </a:lnTo>
                <a:lnTo>
                  <a:pt x="205930" y="235394"/>
                </a:lnTo>
                <a:close/>
              </a:path>
              <a:path w="271779" h="246379">
                <a:moveTo>
                  <a:pt x="65824" y="235394"/>
                </a:moveTo>
                <a:lnTo>
                  <a:pt x="58597" y="229946"/>
                </a:lnTo>
                <a:lnTo>
                  <a:pt x="70482" y="221701"/>
                </a:lnTo>
                <a:lnTo>
                  <a:pt x="65824" y="2353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571875" y="3341687"/>
            <a:ext cx="241300" cy="21907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556647" y="3326904"/>
            <a:ext cx="271780" cy="246379"/>
          </a:xfrm>
          <a:custGeom>
            <a:avLst/>
            <a:gdLst/>
            <a:ahLst/>
            <a:cxnLst/>
            <a:rect l="l" t="t" r="r" b="b"/>
            <a:pathLst>
              <a:path w="271779" h="246379">
                <a:moveTo>
                  <a:pt x="102882" y="96926"/>
                </a:moveTo>
                <a:lnTo>
                  <a:pt x="135877" y="0"/>
                </a:lnTo>
                <a:lnTo>
                  <a:pt x="141432" y="16319"/>
                </a:lnTo>
                <a:lnTo>
                  <a:pt x="131368" y="16319"/>
                </a:lnTo>
                <a:lnTo>
                  <a:pt x="135877" y="29566"/>
                </a:lnTo>
                <a:lnTo>
                  <a:pt x="114049" y="93700"/>
                </a:lnTo>
                <a:lnTo>
                  <a:pt x="107391" y="93700"/>
                </a:lnTo>
                <a:lnTo>
                  <a:pt x="102882" y="96926"/>
                </a:lnTo>
                <a:close/>
              </a:path>
              <a:path w="271779" h="246379">
                <a:moveTo>
                  <a:pt x="135877" y="29566"/>
                </a:moveTo>
                <a:lnTo>
                  <a:pt x="131368" y="16319"/>
                </a:lnTo>
                <a:lnTo>
                  <a:pt x="140385" y="16319"/>
                </a:lnTo>
                <a:lnTo>
                  <a:pt x="135877" y="29566"/>
                </a:lnTo>
                <a:close/>
              </a:path>
              <a:path w="271779" h="246379">
                <a:moveTo>
                  <a:pt x="241301" y="103225"/>
                </a:moveTo>
                <a:lnTo>
                  <a:pt x="160947" y="103225"/>
                </a:lnTo>
                <a:lnTo>
                  <a:pt x="135877" y="29566"/>
                </a:lnTo>
                <a:lnTo>
                  <a:pt x="140385" y="16319"/>
                </a:lnTo>
                <a:lnTo>
                  <a:pt x="141432" y="16319"/>
                </a:lnTo>
                <a:lnTo>
                  <a:pt x="167773" y="93700"/>
                </a:lnTo>
                <a:lnTo>
                  <a:pt x="164363" y="93700"/>
                </a:lnTo>
                <a:lnTo>
                  <a:pt x="168871" y="96926"/>
                </a:lnTo>
                <a:lnTo>
                  <a:pt x="250384" y="96926"/>
                </a:lnTo>
                <a:lnTo>
                  <a:pt x="241301" y="103225"/>
                </a:lnTo>
                <a:close/>
              </a:path>
              <a:path w="271779" h="246379">
                <a:moveTo>
                  <a:pt x="84124" y="152037"/>
                </a:moveTo>
                <a:lnTo>
                  <a:pt x="0" y="93700"/>
                </a:lnTo>
                <a:lnTo>
                  <a:pt x="103980" y="93700"/>
                </a:lnTo>
                <a:lnTo>
                  <a:pt x="103691" y="94551"/>
                </a:lnTo>
                <a:lnTo>
                  <a:pt x="17945" y="94551"/>
                </a:lnTo>
                <a:lnTo>
                  <a:pt x="15227" y="103225"/>
                </a:lnTo>
                <a:lnTo>
                  <a:pt x="30451" y="103225"/>
                </a:lnTo>
                <a:lnTo>
                  <a:pt x="95453" y="148310"/>
                </a:lnTo>
                <a:lnTo>
                  <a:pt x="95340" y="148640"/>
                </a:lnTo>
                <a:lnTo>
                  <a:pt x="85280" y="148640"/>
                </a:lnTo>
                <a:lnTo>
                  <a:pt x="84124" y="152037"/>
                </a:lnTo>
                <a:close/>
              </a:path>
              <a:path w="271779" h="246379">
                <a:moveTo>
                  <a:pt x="112951" y="96926"/>
                </a:moveTo>
                <a:lnTo>
                  <a:pt x="102882" y="96926"/>
                </a:lnTo>
                <a:lnTo>
                  <a:pt x="107391" y="93700"/>
                </a:lnTo>
                <a:lnTo>
                  <a:pt x="114049" y="93700"/>
                </a:lnTo>
                <a:lnTo>
                  <a:pt x="112951" y="96926"/>
                </a:lnTo>
                <a:close/>
              </a:path>
              <a:path w="271779" h="246379">
                <a:moveTo>
                  <a:pt x="168871" y="96926"/>
                </a:moveTo>
                <a:lnTo>
                  <a:pt x="164363" y="93700"/>
                </a:lnTo>
                <a:lnTo>
                  <a:pt x="167773" y="93700"/>
                </a:lnTo>
                <a:lnTo>
                  <a:pt x="168871" y="96926"/>
                </a:lnTo>
                <a:close/>
              </a:path>
              <a:path w="271779" h="246379">
                <a:moveTo>
                  <a:pt x="250384" y="96926"/>
                </a:moveTo>
                <a:lnTo>
                  <a:pt x="168871" y="96926"/>
                </a:lnTo>
                <a:lnTo>
                  <a:pt x="167773" y="93700"/>
                </a:lnTo>
                <a:lnTo>
                  <a:pt x="271754" y="93700"/>
                </a:lnTo>
                <a:lnTo>
                  <a:pt x="270527" y="94551"/>
                </a:lnTo>
                <a:lnTo>
                  <a:pt x="253809" y="94551"/>
                </a:lnTo>
                <a:lnTo>
                  <a:pt x="250384" y="96926"/>
                </a:lnTo>
                <a:close/>
              </a:path>
              <a:path w="271779" h="246379">
                <a:moveTo>
                  <a:pt x="30451" y="103225"/>
                </a:moveTo>
                <a:lnTo>
                  <a:pt x="15227" y="103225"/>
                </a:lnTo>
                <a:lnTo>
                  <a:pt x="17945" y="94551"/>
                </a:lnTo>
                <a:lnTo>
                  <a:pt x="30451" y="103225"/>
                </a:lnTo>
                <a:close/>
              </a:path>
              <a:path w="271779" h="246379">
                <a:moveTo>
                  <a:pt x="110807" y="103225"/>
                </a:moveTo>
                <a:lnTo>
                  <a:pt x="30451" y="103225"/>
                </a:lnTo>
                <a:lnTo>
                  <a:pt x="17945" y="94551"/>
                </a:lnTo>
                <a:lnTo>
                  <a:pt x="103691" y="94551"/>
                </a:lnTo>
                <a:lnTo>
                  <a:pt x="102882" y="96926"/>
                </a:lnTo>
                <a:lnTo>
                  <a:pt x="112951" y="96926"/>
                </a:lnTo>
                <a:lnTo>
                  <a:pt x="110807" y="103225"/>
                </a:lnTo>
                <a:close/>
              </a:path>
              <a:path w="271779" h="246379">
                <a:moveTo>
                  <a:pt x="215995" y="235394"/>
                </a:moveTo>
                <a:lnTo>
                  <a:pt x="205930" y="235394"/>
                </a:lnTo>
                <a:lnTo>
                  <a:pt x="213156" y="229946"/>
                </a:lnTo>
                <a:lnTo>
                  <a:pt x="201269" y="221700"/>
                </a:lnTo>
                <a:lnTo>
                  <a:pt x="176288" y="148310"/>
                </a:lnTo>
                <a:lnTo>
                  <a:pt x="253809" y="94551"/>
                </a:lnTo>
                <a:lnTo>
                  <a:pt x="256527" y="103225"/>
                </a:lnTo>
                <a:lnTo>
                  <a:pt x="258018" y="103225"/>
                </a:lnTo>
                <a:lnTo>
                  <a:pt x="192527" y="148640"/>
                </a:lnTo>
                <a:lnTo>
                  <a:pt x="186474" y="148640"/>
                </a:lnTo>
                <a:lnTo>
                  <a:pt x="184670" y="154089"/>
                </a:lnTo>
                <a:lnTo>
                  <a:pt x="188328" y="154089"/>
                </a:lnTo>
                <a:lnTo>
                  <a:pt x="215995" y="235394"/>
                </a:lnTo>
                <a:close/>
              </a:path>
              <a:path w="271779" h="246379">
                <a:moveTo>
                  <a:pt x="258018" y="103225"/>
                </a:moveTo>
                <a:lnTo>
                  <a:pt x="256527" y="103225"/>
                </a:lnTo>
                <a:lnTo>
                  <a:pt x="253809" y="94551"/>
                </a:lnTo>
                <a:lnTo>
                  <a:pt x="270527" y="94551"/>
                </a:lnTo>
                <a:lnTo>
                  <a:pt x="258018" y="103225"/>
                </a:lnTo>
                <a:close/>
              </a:path>
              <a:path w="271779" h="246379">
                <a:moveTo>
                  <a:pt x="87083" y="154089"/>
                </a:moveTo>
                <a:lnTo>
                  <a:pt x="84124" y="152037"/>
                </a:lnTo>
                <a:lnTo>
                  <a:pt x="85280" y="148640"/>
                </a:lnTo>
                <a:lnTo>
                  <a:pt x="87083" y="154089"/>
                </a:lnTo>
                <a:close/>
              </a:path>
              <a:path w="271779" h="246379">
                <a:moveTo>
                  <a:pt x="93487" y="154089"/>
                </a:moveTo>
                <a:lnTo>
                  <a:pt x="87083" y="154089"/>
                </a:lnTo>
                <a:lnTo>
                  <a:pt x="85280" y="148640"/>
                </a:lnTo>
                <a:lnTo>
                  <a:pt x="95340" y="148640"/>
                </a:lnTo>
                <a:lnTo>
                  <a:pt x="93487" y="154089"/>
                </a:lnTo>
                <a:close/>
              </a:path>
              <a:path w="271779" h="246379">
                <a:moveTo>
                  <a:pt x="184670" y="154089"/>
                </a:moveTo>
                <a:lnTo>
                  <a:pt x="186474" y="148640"/>
                </a:lnTo>
                <a:lnTo>
                  <a:pt x="187629" y="152037"/>
                </a:lnTo>
                <a:lnTo>
                  <a:pt x="184670" y="154089"/>
                </a:lnTo>
                <a:close/>
              </a:path>
              <a:path w="271779" h="246379">
                <a:moveTo>
                  <a:pt x="187629" y="152037"/>
                </a:moveTo>
                <a:lnTo>
                  <a:pt x="186474" y="148640"/>
                </a:lnTo>
                <a:lnTo>
                  <a:pt x="192527" y="148640"/>
                </a:lnTo>
                <a:lnTo>
                  <a:pt x="187629" y="152037"/>
                </a:lnTo>
                <a:close/>
              </a:path>
              <a:path w="271779" h="246379">
                <a:moveTo>
                  <a:pt x="52146" y="246011"/>
                </a:moveTo>
                <a:lnTo>
                  <a:pt x="84124" y="152037"/>
                </a:lnTo>
                <a:lnTo>
                  <a:pt x="87083" y="154089"/>
                </a:lnTo>
                <a:lnTo>
                  <a:pt x="93487" y="154089"/>
                </a:lnTo>
                <a:lnTo>
                  <a:pt x="70482" y="221701"/>
                </a:lnTo>
                <a:lnTo>
                  <a:pt x="58597" y="229946"/>
                </a:lnTo>
                <a:lnTo>
                  <a:pt x="65824" y="235394"/>
                </a:lnTo>
                <a:lnTo>
                  <a:pt x="67454" y="235394"/>
                </a:lnTo>
                <a:lnTo>
                  <a:pt x="52146" y="246011"/>
                </a:lnTo>
                <a:close/>
              </a:path>
              <a:path w="271779" h="246379">
                <a:moveTo>
                  <a:pt x="188328" y="154089"/>
                </a:moveTo>
                <a:lnTo>
                  <a:pt x="184670" y="154089"/>
                </a:lnTo>
                <a:lnTo>
                  <a:pt x="187629" y="152037"/>
                </a:lnTo>
                <a:lnTo>
                  <a:pt x="188328" y="154089"/>
                </a:lnTo>
                <a:close/>
              </a:path>
              <a:path w="271779" h="246379">
                <a:moveTo>
                  <a:pt x="67454" y="235394"/>
                </a:moveTo>
                <a:lnTo>
                  <a:pt x="65824" y="235394"/>
                </a:lnTo>
                <a:lnTo>
                  <a:pt x="70485" y="221700"/>
                </a:lnTo>
                <a:lnTo>
                  <a:pt x="135877" y="176339"/>
                </a:lnTo>
                <a:lnTo>
                  <a:pt x="149883" y="186054"/>
                </a:lnTo>
                <a:lnTo>
                  <a:pt x="133159" y="186054"/>
                </a:lnTo>
                <a:lnTo>
                  <a:pt x="135877" y="187939"/>
                </a:lnTo>
                <a:lnTo>
                  <a:pt x="67454" y="235394"/>
                </a:lnTo>
                <a:close/>
              </a:path>
              <a:path w="271779" h="246379">
                <a:moveTo>
                  <a:pt x="135877" y="187939"/>
                </a:moveTo>
                <a:lnTo>
                  <a:pt x="133159" y="186054"/>
                </a:lnTo>
                <a:lnTo>
                  <a:pt x="138595" y="186054"/>
                </a:lnTo>
                <a:lnTo>
                  <a:pt x="135877" y="187939"/>
                </a:lnTo>
                <a:close/>
              </a:path>
              <a:path w="271779" h="246379">
                <a:moveTo>
                  <a:pt x="219608" y="246011"/>
                </a:moveTo>
                <a:lnTo>
                  <a:pt x="135877" y="187939"/>
                </a:lnTo>
                <a:lnTo>
                  <a:pt x="138595" y="186054"/>
                </a:lnTo>
                <a:lnTo>
                  <a:pt x="149883" y="186054"/>
                </a:lnTo>
                <a:lnTo>
                  <a:pt x="201269" y="221701"/>
                </a:lnTo>
                <a:lnTo>
                  <a:pt x="205930" y="235394"/>
                </a:lnTo>
                <a:lnTo>
                  <a:pt x="215995" y="235394"/>
                </a:lnTo>
                <a:lnTo>
                  <a:pt x="219608" y="246011"/>
                </a:lnTo>
                <a:close/>
              </a:path>
              <a:path w="271779" h="246379">
                <a:moveTo>
                  <a:pt x="205930" y="235394"/>
                </a:moveTo>
                <a:lnTo>
                  <a:pt x="201269" y="221700"/>
                </a:lnTo>
                <a:lnTo>
                  <a:pt x="213156" y="229946"/>
                </a:lnTo>
                <a:lnTo>
                  <a:pt x="205930" y="235394"/>
                </a:lnTo>
                <a:close/>
              </a:path>
              <a:path w="271779" h="246379">
                <a:moveTo>
                  <a:pt x="65824" y="235394"/>
                </a:moveTo>
                <a:lnTo>
                  <a:pt x="58597" y="229946"/>
                </a:lnTo>
                <a:lnTo>
                  <a:pt x="70482" y="221701"/>
                </a:lnTo>
                <a:lnTo>
                  <a:pt x="65824" y="2353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480050" y="3332162"/>
            <a:ext cx="241300" cy="21907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464822" y="3317379"/>
            <a:ext cx="271780" cy="246379"/>
          </a:xfrm>
          <a:custGeom>
            <a:avLst/>
            <a:gdLst/>
            <a:ahLst/>
            <a:cxnLst/>
            <a:rect l="l" t="t" r="r" b="b"/>
            <a:pathLst>
              <a:path w="271779" h="246379">
                <a:moveTo>
                  <a:pt x="102882" y="96926"/>
                </a:moveTo>
                <a:lnTo>
                  <a:pt x="135877" y="0"/>
                </a:lnTo>
                <a:lnTo>
                  <a:pt x="141432" y="16319"/>
                </a:lnTo>
                <a:lnTo>
                  <a:pt x="131368" y="16319"/>
                </a:lnTo>
                <a:lnTo>
                  <a:pt x="135877" y="29566"/>
                </a:lnTo>
                <a:lnTo>
                  <a:pt x="114049" y="93700"/>
                </a:lnTo>
                <a:lnTo>
                  <a:pt x="107391" y="93700"/>
                </a:lnTo>
                <a:lnTo>
                  <a:pt x="102882" y="96926"/>
                </a:lnTo>
                <a:close/>
              </a:path>
              <a:path w="271779" h="246379">
                <a:moveTo>
                  <a:pt x="135877" y="29566"/>
                </a:moveTo>
                <a:lnTo>
                  <a:pt x="131368" y="16319"/>
                </a:lnTo>
                <a:lnTo>
                  <a:pt x="140385" y="16319"/>
                </a:lnTo>
                <a:lnTo>
                  <a:pt x="135877" y="29566"/>
                </a:lnTo>
                <a:close/>
              </a:path>
              <a:path w="271779" h="246379">
                <a:moveTo>
                  <a:pt x="241301" y="103225"/>
                </a:moveTo>
                <a:lnTo>
                  <a:pt x="160947" y="103225"/>
                </a:lnTo>
                <a:lnTo>
                  <a:pt x="135877" y="29566"/>
                </a:lnTo>
                <a:lnTo>
                  <a:pt x="140385" y="16319"/>
                </a:lnTo>
                <a:lnTo>
                  <a:pt x="141432" y="16319"/>
                </a:lnTo>
                <a:lnTo>
                  <a:pt x="167773" y="93700"/>
                </a:lnTo>
                <a:lnTo>
                  <a:pt x="164363" y="93700"/>
                </a:lnTo>
                <a:lnTo>
                  <a:pt x="168871" y="96926"/>
                </a:lnTo>
                <a:lnTo>
                  <a:pt x="250384" y="96926"/>
                </a:lnTo>
                <a:lnTo>
                  <a:pt x="241301" y="103225"/>
                </a:lnTo>
                <a:close/>
              </a:path>
              <a:path w="271779" h="246379">
                <a:moveTo>
                  <a:pt x="84124" y="152037"/>
                </a:moveTo>
                <a:lnTo>
                  <a:pt x="0" y="93700"/>
                </a:lnTo>
                <a:lnTo>
                  <a:pt x="103980" y="93700"/>
                </a:lnTo>
                <a:lnTo>
                  <a:pt x="103691" y="94551"/>
                </a:lnTo>
                <a:lnTo>
                  <a:pt x="17945" y="94551"/>
                </a:lnTo>
                <a:lnTo>
                  <a:pt x="15227" y="103225"/>
                </a:lnTo>
                <a:lnTo>
                  <a:pt x="30451" y="103225"/>
                </a:lnTo>
                <a:lnTo>
                  <a:pt x="95453" y="148310"/>
                </a:lnTo>
                <a:lnTo>
                  <a:pt x="95340" y="148640"/>
                </a:lnTo>
                <a:lnTo>
                  <a:pt x="85280" y="148640"/>
                </a:lnTo>
                <a:lnTo>
                  <a:pt x="84124" y="152037"/>
                </a:lnTo>
                <a:close/>
              </a:path>
              <a:path w="271779" h="246379">
                <a:moveTo>
                  <a:pt x="112951" y="96926"/>
                </a:moveTo>
                <a:lnTo>
                  <a:pt x="102882" y="96926"/>
                </a:lnTo>
                <a:lnTo>
                  <a:pt x="107391" y="93700"/>
                </a:lnTo>
                <a:lnTo>
                  <a:pt x="114049" y="93700"/>
                </a:lnTo>
                <a:lnTo>
                  <a:pt x="112951" y="96926"/>
                </a:lnTo>
                <a:close/>
              </a:path>
              <a:path w="271779" h="246379">
                <a:moveTo>
                  <a:pt x="168871" y="96926"/>
                </a:moveTo>
                <a:lnTo>
                  <a:pt x="164363" y="93700"/>
                </a:lnTo>
                <a:lnTo>
                  <a:pt x="167773" y="93700"/>
                </a:lnTo>
                <a:lnTo>
                  <a:pt x="168871" y="96926"/>
                </a:lnTo>
                <a:close/>
              </a:path>
              <a:path w="271779" h="246379">
                <a:moveTo>
                  <a:pt x="250384" y="96926"/>
                </a:moveTo>
                <a:lnTo>
                  <a:pt x="168871" y="96926"/>
                </a:lnTo>
                <a:lnTo>
                  <a:pt x="167773" y="93700"/>
                </a:lnTo>
                <a:lnTo>
                  <a:pt x="271754" y="93700"/>
                </a:lnTo>
                <a:lnTo>
                  <a:pt x="270527" y="94551"/>
                </a:lnTo>
                <a:lnTo>
                  <a:pt x="253809" y="94551"/>
                </a:lnTo>
                <a:lnTo>
                  <a:pt x="250384" y="96926"/>
                </a:lnTo>
                <a:close/>
              </a:path>
              <a:path w="271779" h="246379">
                <a:moveTo>
                  <a:pt x="30451" y="103225"/>
                </a:moveTo>
                <a:lnTo>
                  <a:pt x="15227" y="103225"/>
                </a:lnTo>
                <a:lnTo>
                  <a:pt x="17945" y="94551"/>
                </a:lnTo>
                <a:lnTo>
                  <a:pt x="30451" y="103225"/>
                </a:lnTo>
                <a:close/>
              </a:path>
              <a:path w="271779" h="246379">
                <a:moveTo>
                  <a:pt x="110807" y="103225"/>
                </a:moveTo>
                <a:lnTo>
                  <a:pt x="30451" y="103225"/>
                </a:lnTo>
                <a:lnTo>
                  <a:pt x="17945" y="94551"/>
                </a:lnTo>
                <a:lnTo>
                  <a:pt x="103691" y="94551"/>
                </a:lnTo>
                <a:lnTo>
                  <a:pt x="102882" y="96926"/>
                </a:lnTo>
                <a:lnTo>
                  <a:pt x="112951" y="96926"/>
                </a:lnTo>
                <a:lnTo>
                  <a:pt x="110807" y="103225"/>
                </a:lnTo>
                <a:close/>
              </a:path>
              <a:path w="271779" h="246379">
                <a:moveTo>
                  <a:pt x="215995" y="235394"/>
                </a:moveTo>
                <a:lnTo>
                  <a:pt x="205930" y="235394"/>
                </a:lnTo>
                <a:lnTo>
                  <a:pt x="213156" y="229946"/>
                </a:lnTo>
                <a:lnTo>
                  <a:pt x="201269" y="221700"/>
                </a:lnTo>
                <a:lnTo>
                  <a:pt x="176288" y="148310"/>
                </a:lnTo>
                <a:lnTo>
                  <a:pt x="253809" y="94551"/>
                </a:lnTo>
                <a:lnTo>
                  <a:pt x="256527" y="103225"/>
                </a:lnTo>
                <a:lnTo>
                  <a:pt x="258018" y="103225"/>
                </a:lnTo>
                <a:lnTo>
                  <a:pt x="192527" y="148640"/>
                </a:lnTo>
                <a:lnTo>
                  <a:pt x="186474" y="148640"/>
                </a:lnTo>
                <a:lnTo>
                  <a:pt x="184670" y="154089"/>
                </a:lnTo>
                <a:lnTo>
                  <a:pt x="188328" y="154089"/>
                </a:lnTo>
                <a:lnTo>
                  <a:pt x="215995" y="235394"/>
                </a:lnTo>
                <a:close/>
              </a:path>
              <a:path w="271779" h="246379">
                <a:moveTo>
                  <a:pt x="258018" y="103225"/>
                </a:moveTo>
                <a:lnTo>
                  <a:pt x="256527" y="103225"/>
                </a:lnTo>
                <a:lnTo>
                  <a:pt x="253809" y="94551"/>
                </a:lnTo>
                <a:lnTo>
                  <a:pt x="270527" y="94551"/>
                </a:lnTo>
                <a:lnTo>
                  <a:pt x="258018" y="103225"/>
                </a:lnTo>
                <a:close/>
              </a:path>
              <a:path w="271779" h="246379">
                <a:moveTo>
                  <a:pt x="87083" y="154089"/>
                </a:moveTo>
                <a:lnTo>
                  <a:pt x="84124" y="152037"/>
                </a:lnTo>
                <a:lnTo>
                  <a:pt x="85280" y="148640"/>
                </a:lnTo>
                <a:lnTo>
                  <a:pt x="87083" y="154089"/>
                </a:lnTo>
                <a:close/>
              </a:path>
              <a:path w="271779" h="246379">
                <a:moveTo>
                  <a:pt x="93487" y="154089"/>
                </a:moveTo>
                <a:lnTo>
                  <a:pt x="87083" y="154089"/>
                </a:lnTo>
                <a:lnTo>
                  <a:pt x="85280" y="148640"/>
                </a:lnTo>
                <a:lnTo>
                  <a:pt x="95340" y="148640"/>
                </a:lnTo>
                <a:lnTo>
                  <a:pt x="93487" y="154089"/>
                </a:lnTo>
                <a:close/>
              </a:path>
              <a:path w="271779" h="246379">
                <a:moveTo>
                  <a:pt x="184670" y="154089"/>
                </a:moveTo>
                <a:lnTo>
                  <a:pt x="186474" y="148640"/>
                </a:lnTo>
                <a:lnTo>
                  <a:pt x="187629" y="152037"/>
                </a:lnTo>
                <a:lnTo>
                  <a:pt x="184670" y="154089"/>
                </a:lnTo>
                <a:close/>
              </a:path>
              <a:path w="271779" h="246379">
                <a:moveTo>
                  <a:pt x="187629" y="152037"/>
                </a:moveTo>
                <a:lnTo>
                  <a:pt x="186474" y="148640"/>
                </a:lnTo>
                <a:lnTo>
                  <a:pt x="192527" y="148640"/>
                </a:lnTo>
                <a:lnTo>
                  <a:pt x="187629" y="152037"/>
                </a:lnTo>
                <a:close/>
              </a:path>
              <a:path w="271779" h="246379">
                <a:moveTo>
                  <a:pt x="52146" y="246011"/>
                </a:moveTo>
                <a:lnTo>
                  <a:pt x="84124" y="152037"/>
                </a:lnTo>
                <a:lnTo>
                  <a:pt x="87083" y="154089"/>
                </a:lnTo>
                <a:lnTo>
                  <a:pt x="93487" y="154089"/>
                </a:lnTo>
                <a:lnTo>
                  <a:pt x="70482" y="221701"/>
                </a:lnTo>
                <a:lnTo>
                  <a:pt x="58597" y="229946"/>
                </a:lnTo>
                <a:lnTo>
                  <a:pt x="65824" y="235394"/>
                </a:lnTo>
                <a:lnTo>
                  <a:pt x="67454" y="235394"/>
                </a:lnTo>
                <a:lnTo>
                  <a:pt x="52146" y="246011"/>
                </a:lnTo>
                <a:close/>
              </a:path>
              <a:path w="271779" h="246379">
                <a:moveTo>
                  <a:pt x="188328" y="154089"/>
                </a:moveTo>
                <a:lnTo>
                  <a:pt x="184670" y="154089"/>
                </a:lnTo>
                <a:lnTo>
                  <a:pt x="187629" y="152037"/>
                </a:lnTo>
                <a:lnTo>
                  <a:pt x="188328" y="154089"/>
                </a:lnTo>
                <a:close/>
              </a:path>
              <a:path w="271779" h="246379">
                <a:moveTo>
                  <a:pt x="67454" y="235394"/>
                </a:moveTo>
                <a:lnTo>
                  <a:pt x="65824" y="235394"/>
                </a:lnTo>
                <a:lnTo>
                  <a:pt x="70485" y="221700"/>
                </a:lnTo>
                <a:lnTo>
                  <a:pt x="135877" y="176339"/>
                </a:lnTo>
                <a:lnTo>
                  <a:pt x="149883" y="186054"/>
                </a:lnTo>
                <a:lnTo>
                  <a:pt x="133159" y="186054"/>
                </a:lnTo>
                <a:lnTo>
                  <a:pt x="135877" y="187939"/>
                </a:lnTo>
                <a:lnTo>
                  <a:pt x="67454" y="235394"/>
                </a:lnTo>
                <a:close/>
              </a:path>
              <a:path w="271779" h="246379">
                <a:moveTo>
                  <a:pt x="135877" y="187939"/>
                </a:moveTo>
                <a:lnTo>
                  <a:pt x="133159" y="186054"/>
                </a:lnTo>
                <a:lnTo>
                  <a:pt x="138595" y="186054"/>
                </a:lnTo>
                <a:lnTo>
                  <a:pt x="135877" y="187939"/>
                </a:lnTo>
                <a:close/>
              </a:path>
              <a:path w="271779" h="246379">
                <a:moveTo>
                  <a:pt x="219608" y="246011"/>
                </a:moveTo>
                <a:lnTo>
                  <a:pt x="135877" y="187939"/>
                </a:lnTo>
                <a:lnTo>
                  <a:pt x="138595" y="186054"/>
                </a:lnTo>
                <a:lnTo>
                  <a:pt x="149883" y="186054"/>
                </a:lnTo>
                <a:lnTo>
                  <a:pt x="201269" y="221701"/>
                </a:lnTo>
                <a:lnTo>
                  <a:pt x="205930" y="235394"/>
                </a:lnTo>
                <a:lnTo>
                  <a:pt x="215995" y="235394"/>
                </a:lnTo>
                <a:lnTo>
                  <a:pt x="219608" y="246011"/>
                </a:lnTo>
                <a:close/>
              </a:path>
              <a:path w="271779" h="246379">
                <a:moveTo>
                  <a:pt x="205930" y="235394"/>
                </a:moveTo>
                <a:lnTo>
                  <a:pt x="201269" y="221700"/>
                </a:lnTo>
                <a:lnTo>
                  <a:pt x="213156" y="229946"/>
                </a:lnTo>
                <a:lnTo>
                  <a:pt x="205930" y="235394"/>
                </a:lnTo>
                <a:close/>
              </a:path>
              <a:path w="271779" h="246379">
                <a:moveTo>
                  <a:pt x="65824" y="235394"/>
                </a:moveTo>
                <a:lnTo>
                  <a:pt x="58597" y="229946"/>
                </a:lnTo>
                <a:lnTo>
                  <a:pt x="70482" y="221701"/>
                </a:lnTo>
                <a:lnTo>
                  <a:pt x="65824" y="2353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022426" y="1881936"/>
            <a:ext cx="287655" cy="1559560"/>
          </a:xfrm>
          <a:custGeom>
            <a:avLst/>
            <a:gdLst/>
            <a:ahLst/>
            <a:cxnLst/>
            <a:rect l="l" t="t" r="r" b="b"/>
            <a:pathLst>
              <a:path w="287655" h="1559560">
                <a:moveTo>
                  <a:pt x="277812" y="1559013"/>
                </a:moveTo>
                <a:lnTo>
                  <a:pt x="0" y="1676"/>
                </a:lnTo>
                <a:lnTo>
                  <a:pt x="9372" y="0"/>
                </a:lnTo>
                <a:lnTo>
                  <a:pt x="287185" y="1557337"/>
                </a:lnTo>
                <a:lnTo>
                  <a:pt x="277812" y="15590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022934" y="1867801"/>
            <a:ext cx="862965" cy="1574800"/>
          </a:xfrm>
          <a:custGeom>
            <a:avLst/>
            <a:gdLst/>
            <a:ahLst/>
            <a:cxnLst/>
            <a:rect l="l" t="t" r="r" b="b"/>
            <a:pathLst>
              <a:path w="862964" h="1574800">
                <a:moveTo>
                  <a:pt x="854074" y="1574584"/>
                </a:moveTo>
                <a:lnTo>
                  <a:pt x="0" y="4546"/>
                </a:lnTo>
                <a:lnTo>
                  <a:pt x="8356" y="0"/>
                </a:lnTo>
                <a:lnTo>
                  <a:pt x="862431" y="1570037"/>
                </a:lnTo>
                <a:lnTo>
                  <a:pt x="854074" y="15745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024737" y="1878647"/>
            <a:ext cx="2717800" cy="1565910"/>
          </a:xfrm>
          <a:custGeom>
            <a:avLst/>
            <a:gdLst/>
            <a:ahLst/>
            <a:cxnLst/>
            <a:rect l="l" t="t" r="r" b="b"/>
            <a:pathLst>
              <a:path w="2717800" h="1565910">
                <a:moveTo>
                  <a:pt x="2713037" y="1565592"/>
                </a:moveTo>
                <a:lnTo>
                  <a:pt x="0" y="8254"/>
                </a:lnTo>
                <a:lnTo>
                  <a:pt x="4749" y="0"/>
                </a:lnTo>
                <a:lnTo>
                  <a:pt x="2717787" y="1557337"/>
                </a:lnTo>
                <a:lnTo>
                  <a:pt x="2713037" y="15655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21380" y="3448964"/>
            <a:ext cx="1840864" cy="1346200"/>
          </a:xfrm>
          <a:custGeom>
            <a:avLst/>
            <a:gdLst/>
            <a:ahLst/>
            <a:cxnLst/>
            <a:rect l="l" t="t" r="r" b="b"/>
            <a:pathLst>
              <a:path w="1840864" h="1346200">
                <a:moveTo>
                  <a:pt x="1835150" y="1345958"/>
                </a:moveTo>
                <a:lnTo>
                  <a:pt x="0" y="7696"/>
                </a:lnTo>
                <a:lnTo>
                  <a:pt x="5613" y="0"/>
                </a:lnTo>
                <a:lnTo>
                  <a:pt x="1840763" y="1338262"/>
                </a:lnTo>
                <a:lnTo>
                  <a:pt x="1835150" y="13459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878400" y="3439833"/>
            <a:ext cx="90805" cy="1351915"/>
          </a:xfrm>
          <a:custGeom>
            <a:avLst/>
            <a:gdLst/>
            <a:ahLst/>
            <a:cxnLst/>
            <a:rect l="l" t="t" r="r" b="b"/>
            <a:pathLst>
              <a:path w="90804" h="1351914">
                <a:moveTo>
                  <a:pt x="9499" y="1351521"/>
                </a:moveTo>
                <a:lnTo>
                  <a:pt x="0" y="1350962"/>
                </a:lnTo>
                <a:lnTo>
                  <a:pt x="80962" y="0"/>
                </a:lnTo>
                <a:lnTo>
                  <a:pt x="90462" y="558"/>
                </a:lnTo>
                <a:lnTo>
                  <a:pt x="9499" y="13515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869980" y="3435819"/>
            <a:ext cx="2809240" cy="1348740"/>
          </a:xfrm>
          <a:custGeom>
            <a:avLst/>
            <a:gdLst/>
            <a:ahLst/>
            <a:cxnLst/>
            <a:rect l="l" t="t" r="r" b="b"/>
            <a:pathLst>
              <a:path w="2809240" h="1348739">
                <a:moveTo>
                  <a:pt x="4114" y="1348435"/>
                </a:moveTo>
                <a:lnTo>
                  <a:pt x="0" y="1339850"/>
                </a:lnTo>
                <a:lnTo>
                  <a:pt x="2805112" y="0"/>
                </a:lnTo>
                <a:lnTo>
                  <a:pt x="2809227" y="8585"/>
                </a:lnTo>
                <a:lnTo>
                  <a:pt x="4114" y="1348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010400" y="3327400"/>
            <a:ext cx="241300" cy="21907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995173" y="3312617"/>
            <a:ext cx="271780" cy="246379"/>
          </a:xfrm>
          <a:custGeom>
            <a:avLst/>
            <a:gdLst/>
            <a:ahLst/>
            <a:cxnLst/>
            <a:rect l="l" t="t" r="r" b="b"/>
            <a:pathLst>
              <a:path w="271779" h="246379">
                <a:moveTo>
                  <a:pt x="102882" y="96926"/>
                </a:moveTo>
                <a:lnTo>
                  <a:pt x="135877" y="0"/>
                </a:lnTo>
                <a:lnTo>
                  <a:pt x="141432" y="16319"/>
                </a:lnTo>
                <a:lnTo>
                  <a:pt x="131368" y="16319"/>
                </a:lnTo>
                <a:lnTo>
                  <a:pt x="135877" y="29566"/>
                </a:lnTo>
                <a:lnTo>
                  <a:pt x="114049" y="93700"/>
                </a:lnTo>
                <a:lnTo>
                  <a:pt x="107391" y="93700"/>
                </a:lnTo>
                <a:lnTo>
                  <a:pt x="102882" y="96926"/>
                </a:lnTo>
                <a:close/>
              </a:path>
              <a:path w="271779" h="246379">
                <a:moveTo>
                  <a:pt x="135877" y="29566"/>
                </a:moveTo>
                <a:lnTo>
                  <a:pt x="131368" y="16319"/>
                </a:lnTo>
                <a:lnTo>
                  <a:pt x="140385" y="16319"/>
                </a:lnTo>
                <a:lnTo>
                  <a:pt x="135877" y="29566"/>
                </a:lnTo>
                <a:close/>
              </a:path>
              <a:path w="271779" h="246379">
                <a:moveTo>
                  <a:pt x="241301" y="103225"/>
                </a:moveTo>
                <a:lnTo>
                  <a:pt x="160947" y="103225"/>
                </a:lnTo>
                <a:lnTo>
                  <a:pt x="135877" y="29566"/>
                </a:lnTo>
                <a:lnTo>
                  <a:pt x="140385" y="16319"/>
                </a:lnTo>
                <a:lnTo>
                  <a:pt x="141432" y="16319"/>
                </a:lnTo>
                <a:lnTo>
                  <a:pt x="167773" y="93700"/>
                </a:lnTo>
                <a:lnTo>
                  <a:pt x="164363" y="93700"/>
                </a:lnTo>
                <a:lnTo>
                  <a:pt x="168871" y="96926"/>
                </a:lnTo>
                <a:lnTo>
                  <a:pt x="250384" y="96926"/>
                </a:lnTo>
                <a:lnTo>
                  <a:pt x="241301" y="103225"/>
                </a:lnTo>
                <a:close/>
              </a:path>
              <a:path w="271779" h="246379">
                <a:moveTo>
                  <a:pt x="84124" y="152037"/>
                </a:moveTo>
                <a:lnTo>
                  <a:pt x="0" y="93700"/>
                </a:lnTo>
                <a:lnTo>
                  <a:pt x="103980" y="93700"/>
                </a:lnTo>
                <a:lnTo>
                  <a:pt x="103691" y="94551"/>
                </a:lnTo>
                <a:lnTo>
                  <a:pt x="17945" y="94551"/>
                </a:lnTo>
                <a:lnTo>
                  <a:pt x="15227" y="103225"/>
                </a:lnTo>
                <a:lnTo>
                  <a:pt x="30453" y="103225"/>
                </a:lnTo>
                <a:lnTo>
                  <a:pt x="95465" y="148310"/>
                </a:lnTo>
                <a:lnTo>
                  <a:pt x="95353" y="148640"/>
                </a:lnTo>
                <a:lnTo>
                  <a:pt x="85280" y="148640"/>
                </a:lnTo>
                <a:lnTo>
                  <a:pt x="84124" y="152037"/>
                </a:lnTo>
                <a:close/>
              </a:path>
              <a:path w="271779" h="246379">
                <a:moveTo>
                  <a:pt x="112951" y="96926"/>
                </a:moveTo>
                <a:lnTo>
                  <a:pt x="102882" y="96926"/>
                </a:lnTo>
                <a:lnTo>
                  <a:pt x="107391" y="93700"/>
                </a:lnTo>
                <a:lnTo>
                  <a:pt x="114049" y="93700"/>
                </a:lnTo>
                <a:lnTo>
                  <a:pt x="112951" y="96926"/>
                </a:lnTo>
                <a:close/>
              </a:path>
              <a:path w="271779" h="246379">
                <a:moveTo>
                  <a:pt x="168871" y="96926"/>
                </a:moveTo>
                <a:lnTo>
                  <a:pt x="164363" y="93700"/>
                </a:lnTo>
                <a:lnTo>
                  <a:pt x="167773" y="93700"/>
                </a:lnTo>
                <a:lnTo>
                  <a:pt x="168871" y="96926"/>
                </a:lnTo>
                <a:close/>
              </a:path>
              <a:path w="271779" h="246379">
                <a:moveTo>
                  <a:pt x="250384" y="96926"/>
                </a:moveTo>
                <a:lnTo>
                  <a:pt x="168871" y="96926"/>
                </a:lnTo>
                <a:lnTo>
                  <a:pt x="167773" y="93700"/>
                </a:lnTo>
                <a:lnTo>
                  <a:pt x="271754" y="93700"/>
                </a:lnTo>
                <a:lnTo>
                  <a:pt x="270527" y="94551"/>
                </a:lnTo>
                <a:lnTo>
                  <a:pt x="253809" y="94551"/>
                </a:lnTo>
                <a:lnTo>
                  <a:pt x="250384" y="96926"/>
                </a:lnTo>
                <a:close/>
              </a:path>
              <a:path w="271779" h="246379">
                <a:moveTo>
                  <a:pt x="30453" y="103225"/>
                </a:moveTo>
                <a:lnTo>
                  <a:pt x="15227" y="103225"/>
                </a:lnTo>
                <a:lnTo>
                  <a:pt x="17945" y="94551"/>
                </a:lnTo>
                <a:lnTo>
                  <a:pt x="30453" y="103225"/>
                </a:lnTo>
                <a:close/>
              </a:path>
              <a:path w="271779" h="246379">
                <a:moveTo>
                  <a:pt x="110807" y="103225"/>
                </a:moveTo>
                <a:lnTo>
                  <a:pt x="30453" y="103225"/>
                </a:lnTo>
                <a:lnTo>
                  <a:pt x="17945" y="94551"/>
                </a:lnTo>
                <a:lnTo>
                  <a:pt x="103691" y="94551"/>
                </a:lnTo>
                <a:lnTo>
                  <a:pt x="102882" y="96926"/>
                </a:lnTo>
                <a:lnTo>
                  <a:pt x="112951" y="96926"/>
                </a:lnTo>
                <a:lnTo>
                  <a:pt x="110807" y="103225"/>
                </a:lnTo>
                <a:close/>
              </a:path>
              <a:path w="271779" h="246379">
                <a:moveTo>
                  <a:pt x="215995" y="235394"/>
                </a:moveTo>
                <a:lnTo>
                  <a:pt x="205930" y="235394"/>
                </a:lnTo>
                <a:lnTo>
                  <a:pt x="213156" y="229946"/>
                </a:lnTo>
                <a:lnTo>
                  <a:pt x="201269" y="221700"/>
                </a:lnTo>
                <a:lnTo>
                  <a:pt x="176288" y="148310"/>
                </a:lnTo>
                <a:lnTo>
                  <a:pt x="253809" y="94551"/>
                </a:lnTo>
                <a:lnTo>
                  <a:pt x="256527" y="103225"/>
                </a:lnTo>
                <a:lnTo>
                  <a:pt x="258018" y="103225"/>
                </a:lnTo>
                <a:lnTo>
                  <a:pt x="192527" y="148640"/>
                </a:lnTo>
                <a:lnTo>
                  <a:pt x="186474" y="148640"/>
                </a:lnTo>
                <a:lnTo>
                  <a:pt x="184670" y="154089"/>
                </a:lnTo>
                <a:lnTo>
                  <a:pt x="188328" y="154089"/>
                </a:lnTo>
                <a:lnTo>
                  <a:pt x="215995" y="235394"/>
                </a:lnTo>
                <a:close/>
              </a:path>
              <a:path w="271779" h="246379">
                <a:moveTo>
                  <a:pt x="258018" y="103225"/>
                </a:moveTo>
                <a:lnTo>
                  <a:pt x="256527" y="103225"/>
                </a:lnTo>
                <a:lnTo>
                  <a:pt x="253809" y="94551"/>
                </a:lnTo>
                <a:lnTo>
                  <a:pt x="270527" y="94551"/>
                </a:lnTo>
                <a:lnTo>
                  <a:pt x="258018" y="103225"/>
                </a:lnTo>
                <a:close/>
              </a:path>
              <a:path w="271779" h="246379">
                <a:moveTo>
                  <a:pt x="87083" y="154089"/>
                </a:moveTo>
                <a:lnTo>
                  <a:pt x="84124" y="152037"/>
                </a:lnTo>
                <a:lnTo>
                  <a:pt x="85280" y="148640"/>
                </a:lnTo>
                <a:lnTo>
                  <a:pt x="87083" y="154089"/>
                </a:lnTo>
                <a:close/>
              </a:path>
              <a:path w="271779" h="246379">
                <a:moveTo>
                  <a:pt x="93499" y="154089"/>
                </a:moveTo>
                <a:lnTo>
                  <a:pt x="87083" y="154089"/>
                </a:lnTo>
                <a:lnTo>
                  <a:pt x="85280" y="148640"/>
                </a:lnTo>
                <a:lnTo>
                  <a:pt x="95353" y="148640"/>
                </a:lnTo>
                <a:lnTo>
                  <a:pt x="93499" y="154089"/>
                </a:lnTo>
                <a:close/>
              </a:path>
              <a:path w="271779" h="246379">
                <a:moveTo>
                  <a:pt x="184670" y="154089"/>
                </a:moveTo>
                <a:lnTo>
                  <a:pt x="186474" y="148640"/>
                </a:lnTo>
                <a:lnTo>
                  <a:pt x="187629" y="152037"/>
                </a:lnTo>
                <a:lnTo>
                  <a:pt x="184670" y="154089"/>
                </a:lnTo>
                <a:close/>
              </a:path>
              <a:path w="271779" h="246379">
                <a:moveTo>
                  <a:pt x="187629" y="152037"/>
                </a:moveTo>
                <a:lnTo>
                  <a:pt x="186474" y="148640"/>
                </a:lnTo>
                <a:lnTo>
                  <a:pt x="192527" y="148640"/>
                </a:lnTo>
                <a:lnTo>
                  <a:pt x="187629" y="152037"/>
                </a:lnTo>
                <a:close/>
              </a:path>
              <a:path w="271779" h="246379">
                <a:moveTo>
                  <a:pt x="52146" y="246011"/>
                </a:moveTo>
                <a:lnTo>
                  <a:pt x="84124" y="152037"/>
                </a:lnTo>
                <a:lnTo>
                  <a:pt x="87083" y="154089"/>
                </a:lnTo>
                <a:lnTo>
                  <a:pt x="93499" y="154089"/>
                </a:lnTo>
                <a:lnTo>
                  <a:pt x="70485" y="221700"/>
                </a:lnTo>
                <a:lnTo>
                  <a:pt x="58597" y="229946"/>
                </a:lnTo>
                <a:lnTo>
                  <a:pt x="65824" y="235394"/>
                </a:lnTo>
                <a:lnTo>
                  <a:pt x="67454" y="235394"/>
                </a:lnTo>
                <a:lnTo>
                  <a:pt x="52146" y="246011"/>
                </a:lnTo>
                <a:close/>
              </a:path>
              <a:path w="271779" h="246379">
                <a:moveTo>
                  <a:pt x="188328" y="154089"/>
                </a:moveTo>
                <a:lnTo>
                  <a:pt x="184670" y="154089"/>
                </a:lnTo>
                <a:lnTo>
                  <a:pt x="187629" y="152037"/>
                </a:lnTo>
                <a:lnTo>
                  <a:pt x="188328" y="154089"/>
                </a:lnTo>
                <a:close/>
              </a:path>
              <a:path w="271779" h="246379">
                <a:moveTo>
                  <a:pt x="67454" y="235394"/>
                </a:moveTo>
                <a:lnTo>
                  <a:pt x="65824" y="235394"/>
                </a:lnTo>
                <a:lnTo>
                  <a:pt x="70485" y="221700"/>
                </a:lnTo>
                <a:lnTo>
                  <a:pt x="135877" y="176339"/>
                </a:lnTo>
                <a:lnTo>
                  <a:pt x="149883" y="186054"/>
                </a:lnTo>
                <a:lnTo>
                  <a:pt x="133159" y="186054"/>
                </a:lnTo>
                <a:lnTo>
                  <a:pt x="135877" y="187939"/>
                </a:lnTo>
                <a:lnTo>
                  <a:pt x="67454" y="235394"/>
                </a:lnTo>
                <a:close/>
              </a:path>
              <a:path w="271779" h="246379">
                <a:moveTo>
                  <a:pt x="135877" y="187939"/>
                </a:moveTo>
                <a:lnTo>
                  <a:pt x="133159" y="186054"/>
                </a:lnTo>
                <a:lnTo>
                  <a:pt x="138595" y="186054"/>
                </a:lnTo>
                <a:lnTo>
                  <a:pt x="135877" y="187939"/>
                </a:lnTo>
                <a:close/>
              </a:path>
              <a:path w="271779" h="246379">
                <a:moveTo>
                  <a:pt x="219608" y="246011"/>
                </a:moveTo>
                <a:lnTo>
                  <a:pt x="135877" y="187939"/>
                </a:lnTo>
                <a:lnTo>
                  <a:pt x="138595" y="186054"/>
                </a:lnTo>
                <a:lnTo>
                  <a:pt x="149883" y="186054"/>
                </a:lnTo>
                <a:lnTo>
                  <a:pt x="201269" y="221700"/>
                </a:lnTo>
                <a:lnTo>
                  <a:pt x="205930" y="235394"/>
                </a:lnTo>
                <a:lnTo>
                  <a:pt x="215995" y="235394"/>
                </a:lnTo>
                <a:lnTo>
                  <a:pt x="219608" y="246011"/>
                </a:lnTo>
                <a:close/>
              </a:path>
              <a:path w="271779" h="246379">
                <a:moveTo>
                  <a:pt x="65824" y="235394"/>
                </a:moveTo>
                <a:lnTo>
                  <a:pt x="58597" y="229946"/>
                </a:lnTo>
                <a:lnTo>
                  <a:pt x="70485" y="221700"/>
                </a:lnTo>
                <a:lnTo>
                  <a:pt x="65824" y="235394"/>
                </a:lnTo>
                <a:close/>
              </a:path>
              <a:path w="271779" h="246379">
                <a:moveTo>
                  <a:pt x="205930" y="235394"/>
                </a:moveTo>
                <a:lnTo>
                  <a:pt x="201269" y="221700"/>
                </a:lnTo>
                <a:lnTo>
                  <a:pt x="213156" y="229946"/>
                </a:lnTo>
                <a:lnTo>
                  <a:pt x="205930" y="2353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403975" y="3346450"/>
            <a:ext cx="252412" cy="21717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244340" y="1879917"/>
            <a:ext cx="1174750" cy="1563370"/>
          </a:xfrm>
          <a:custGeom>
            <a:avLst/>
            <a:gdLst/>
            <a:ahLst/>
            <a:cxnLst/>
            <a:rect l="l" t="t" r="r" b="b"/>
            <a:pathLst>
              <a:path w="1174750" h="1563370">
                <a:moveTo>
                  <a:pt x="7620" y="1563052"/>
                </a:moveTo>
                <a:lnTo>
                  <a:pt x="0" y="1557337"/>
                </a:lnTo>
                <a:lnTo>
                  <a:pt x="1166812" y="0"/>
                </a:lnTo>
                <a:lnTo>
                  <a:pt x="1174432" y="5715"/>
                </a:lnTo>
                <a:lnTo>
                  <a:pt x="7620" y="15630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411127" y="1867255"/>
            <a:ext cx="1162050" cy="1576070"/>
          </a:xfrm>
          <a:custGeom>
            <a:avLst/>
            <a:gdLst/>
            <a:ahLst/>
            <a:cxnLst/>
            <a:rect l="l" t="t" r="r" b="b"/>
            <a:pathLst>
              <a:path w="1162050" h="1576070">
                <a:moveTo>
                  <a:pt x="1154112" y="1575676"/>
                </a:moveTo>
                <a:lnTo>
                  <a:pt x="0" y="5638"/>
                </a:lnTo>
                <a:lnTo>
                  <a:pt x="7670" y="0"/>
                </a:lnTo>
                <a:lnTo>
                  <a:pt x="1161783" y="1570037"/>
                </a:lnTo>
                <a:lnTo>
                  <a:pt x="1154112" y="15756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411761" y="1855431"/>
            <a:ext cx="1750060" cy="1588770"/>
          </a:xfrm>
          <a:custGeom>
            <a:avLst/>
            <a:gdLst/>
            <a:ahLst/>
            <a:cxnLst/>
            <a:rect l="l" t="t" r="r" b="b"/>
            <a:pathLst>
              <a:path w="1750059" h="1588770">
                <a:moveTo>
                  <a:pt x="1743075" y="1588211"/>
                </a:moveTo>
                <a:lnTo>
                  <a:pt x="0" y="7061"/>
                </a:lnTo>
                <a:lnTo>
                  <a:pt x="6400" y="0"/>
                </a:lnTo>
                <a:lnTo>
                  <a:pt x="1749475" y="1581150"/>
                </a:lnTo>
                <a:lnTo>
                  <a:pt x="1743075" y="15882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4115752" y="221932"/>
            <a:ext cx="889000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start  </a:t>
            </a:r>
            <a:r>
              <a:rPr sz="2000" spc="-45" dirty="0">
                <a:latin typeface="Tahoma"/>
                <a:cs typeface="Tahoma"/>
              </a:rPr>
              <a:t>v</a:t>
            </a:r>
            <a:r>
              <a:rPr sz="2000" spc="-5" dirty="0">
                <a:latin typeface="Tahoma"/>
                <a:cs typeface="Tahoma"/>
              </a:rPr>
              <a:t>alidat</a:t>
            </a:r>
            <a:r>
              <a:rPr sz="2000" dirty="0">
                <a:latin typeface="Tahoma"/>
                <a:cs typeface="Tahoma"/>
              </a:rPr>
              <a:t>e  </a:t>
            </a:r>
            <a:r>
              <a:rPr sz="2000" spc="-5" dirty="0">
                <a:latin typeface="Tahoma"/>
                <a:cs typeface="Tahoma"/>
              </a:rPr>
              <a:t>finish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527425" y="133350"/>
            <a:ext cx="1717675" cy="1165225"/>
          </a:xfrm>
          <a:custGeom>
            <a:avLst/>
            <a:gdLst/>
            <a:ahLst/>
            <a:cxnLst/>
            <a:rect l="l" t="t" r="r" b="b"/>
            <a:pathLst>
              <a:path w="1717675" h="1165225">
                <a:moveTo>
                  <a:pt x="1717675" y="1165225"/>
                </a:moveTo>
                <a:lnTo>
                  <a:pt x="0" y="1165225"/>
                </a:lnTo>
                <a:lnTo>
                  <a:pt x="0" y="0"/>
                </a:lnTo>
                <a:lnTo>
                  <a:pt x="1717675" y="0"/>
                </a:lnTo>
                <a:lnTo>
                  <a:pt x="171767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55700"/>
                </a:lnTo>
                <a:lnTo>
                  <a:pt x="4762" y="1155700"/>
                </a:lnTo>
                <a:lnTo>
                  <a:pt x="9525" y="1160462"/>
                </a:lnTo>
                <a:lnTo>
                  <a:pt x="1717675" y="1160462"/>
                </a:lnTo>
                <a:lnTo>
                  <a:pt x="1717675" y="1165225"/>
                </a:lnTo>
                <a:close/>
              </a:path>
              <a:path w="1717675" h="11652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717675" h="1165225">
                <a:moveTo>
                  <a:pt x="170815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708150" y="4762"/>
                </a:lnTo>
                <a:lnTo>
                  <a:pt x="1708150" y="9525"/>
                </a:lnTo>
                <a:close/>
              </a:path>
              <a:path w="1717675" h="1165225">
                <a:moveTo>
                  <a:pt x="1708150" y="1160462"/>
                </a:moveTo>
                <a:lnTo>
                  <a:pt x="1708150" y="4762"/>
                </a:lnTo>
                <a:lnTo>
                  <a:pt x="1712912" y="9525"/>
                </a:lnTo>
                <a:lnTo>
                  <a:pt x="1717675" y="9525"/>
                </a:lnTo>
                <a:lnTo>
                  <a:pt x="1717675" y="1155700"/>
                </a:lnTo>
                <a:lnTo>
                  <a:pt x="1712912" y="1155700"/>
                </a:lnTo>
                <a:lnTo>
                  <a:pt x="1708150" y="1160462"/>
                </a:lnTo>
                <a:close/>
              </a:path>
              <a:path w="1717675" h="1165225">
                <a:moveTo>
                  <a:pt x="1717675" y="9525"/>
                </a:moveTo>
                <a:lnTo>
                  <a:pt x="1712912" y="9525"/>
                </a:lnTo>
                <a:lnTo>
                  <a:pt x="1708150" y="4762"/>
                </a:lnTo>
                <a:lnTo>
                  <a:pt x="1717675" y="4762"/>
                </a:lnTo>
                <a:lnTo>
                  <a:pt x="1717675" y="9525"/>
                </a:lnTo>
                <a:close/>
              </a:path>
              <a:path w="1717675" h="1165225">
                <a:moveTo>
                  <a:pt x="9525" y="1160462"/>
                </a:moveTo>
                <a:lnTo>
                  <a:pt x="4762" y="1155700"/>
                </a:lnTo>
                <a:lnTo>
                  <a:pt x="9525" y="1155700"/>
                </a:lnTo>
                <a:lnTo>
                  <a:pt x="9525" y="1160462"/>
                </a:lnTo>
                <a:close/>
              </a:path>
              <a:path w="1717675" h="1165225">
                <a:moveTo>
                  <a:pt x="1708150" y="1160462"/>
                </a:moveTo>
                <a:lnTo>
                  <a:pt x="9525" y="1160462"/>
                </a:lnTo>
                <a:lnTo>
                  <a:pt x="9525" y="1155700"/>
                </a:lnTo>
                <a:lnTo>
                  <a:pt x="1708150" y="1155700"/>
                </a:lnTo>
                <a:lnTo>
                  <a:pt x="1708150" y="1160462"/>
                </a:lnTo>
                <a:close/>
              </a:path>
              <a:path w="1717675" h="1165225">
                <a:moveTo>
                  <a:pt x="1717675" y="1160462"/>
                </a:moveTo>
                <a:lnTo>
                  <a:pt x="1708150" y="1160462"/>
                </a:lnTo>
                <a:lnTo>
                  <a:pt x="1712912" y="1155700"/>
                </a:lnTo>
                <a:lnTo>
                  <a:pt x="1717675" y="1155700"/>
                </a:lnTo>
                <a:lnTo>
                  <a:pt x="1717675" y="11604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41" name="object 4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115</a:t>
            </a:fld>
            <a:endParaRPr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2012949"/>
            <a:ext cx="7177405" cy="32429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</a:pPr>
            <a:r>
              <a:rPr sz="3200" spc="-20" dirty="0">
                <a:latin typeface="Tahoma"/>
                <a:cs typeface="Tahoma"/>
              </a:rPr>
              <a:t>Validation </a:t>
            </a:r>
            <a:r>
              <a:rPr sz="3200" spc="-5" dirty="0">
                <a:latin typeface="Tahoma"/>
                <a:cs typeface="Tahoma"/>
              </a:rPr>
              <a:t>(also called optimistic  concurrency control) is </a:t>
            </a:r>
            <a:r>
              <a:rPr sz="3200" spc="-10" dirty="0">
                <a:latin typeface="Tahoma"/>
                <a:cs typeface="Tahoma"/>
              </a:rPr>
              <a:t>useful </a:t>
            </a:r>
            <a:r>
              <a:rPr sz="3200" spc="-5" dirty="0">
                <a:latin typeface="Tahoma"/>
                <a:cs typeface="Tahoma"/>
              </a:rPr>
              <a:t>in some  cases:</a:t>
            </a:r>
            <a:endParaRPr sz="3200">
              <a:latin typeface="Tahoma"/>
              <a:cs typeface="Tahoma"/>
            </a:endParaRPr>
          </a:p>
          <a:p>
            <a:pPr marL="1202055" indent="-275590">
              <a:lnSpc>
                <a:spcPct val="100000"/>
              </a:lnSpc>
              <a:spcBef>
                <a:spcPts val="755"/>
              </a:spcBef>
              <a:buChar char="-"/>
              <a:tabLst>
                <a:tab pos="1202055" algn="l"/>
              </a:tabLst>
            </a:pPr>
            <a:r>
              <a:rPr sz="3200" spc="-5" dirty="0">
                <a:latin typeface="Tahoma"/>
                <a:cs typeface="Tahoma"/>
              </a:rPr>
              <a:t>Conflicts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20" dirty="0">
                <a:latin typeface="Tahoma"/>
                <a:cs typeface="Tahoma"/>
              </a:rPr>
              <a:t>rare</a:t>
            </a:r>
            <a:endParaRPr sz="3200">
              <a:latin typeface="Tahoma"/>
              <a:cs typeface="Tahoma"/>
            </a:endParaRPr>
          </a:p>
          <a:p>
            <a:pPr marL="1202055" indent="-275590">
              <a:lnSpc>
                <a:spcPct val="100000"/>
              </a:lnSpc>
              <a:spcBef>
                <a:spcPts val="765"/>
              </a:spcBef>
              <a:buChar char="-"/>
              <a:tabLst>
                <a:tab pos="1202055" algn="l"/>
              </a:tabLst>
            </a:pPr>
            <a:r>
              <a:rPr sz="3200" spc="-10" dirty="0">
                <a:latin typeface="Tahoma"/>
                <a:cs typeface="Tahoma"/>
              </a:rPr>
              <a:t>System resources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plentiful</a:t>
            </a:r>
            <a:endParaRPr sz="3200">
              <a:latin typeface="Tahoma"/>
              <a:cs typeface="Tahoma"/>
            </a:endParaRPr>
          </a:p>
          <a:p>
            <a:pPr marL="1202055" indent="-275590">
              <a:lnSpc>
                <a:spcPct val="100000"/>
              </a:lnSpc>
              <a:spcBef>
                <a:spcPts val="765"/>
              </a:spcBef>
              <a:buChar char="-"/>
              <a:tabLst>
                <a:tab pos="1202055" algn="l"/>
              </a:tabLst>
            </a:pPr>
            <a:r>
              <a:rPr sz="3200" spc="-15" dirty="0">
                <a:latin typeface="Tahoma"/>
                <a:cs typeface="Tahoma"/>
              </a:rPr>
              <a:t>Have </a:t>
            </a:r>
            <a:r>
              <a:rPr sz="3200" spc="-10" dirty="0">
                <a:latin typeface="Tahoma"/>
                <a:cs typeface="Tahoma"/>
              </a:rPr>
              <a:t>real </a:t>
            </a:r>
            <a:r>
              <a:rPr sz="3200" spc="-5" dirty="0">
                <a:latin typeface="Tahoma"/>
                <a:cs typeface="Tahoma"/>
              </a:rPr>
              <a:t>time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constraints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116</a:t>
            </a:fld>
            <a:endParaRPr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29944"/>
            <a:ext cx="23602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u="heavy" spc="-5" dirty="0">
                <a:uFill>
                  <a:solidFill>
                    <a:srgbClr val="000000"/>
                  </a:solidFill>
                </a:uFill>
              </a:rPr>
              <a:t>Summary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09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117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6967220" cy="33401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</a:pPr>
            <a:r>
              <a:rPr sz="3200" spc="-15" dirty="0">
                <a:latin typeface="Tahoma"/>
                <a:cs typeface="Tahoma"/>
              </a:rPr>
              <a:t>Have </a:t>
            </a:r>
            <a:r>
              <a:rPr sz="3200" spc="-5" dirty="0">
                <a:latin typeface="Tahoma"/>
                <a:cs typeface="Tahoma"/>
              </a:rPr>
              <a:t>studied C.C. mechanisms used in  </a:t>
            </a:r>
            <a:r>
              <a:rPr sz="3200" spc="-10" dirty="0">
                <a:latin typeface="Tahoma"/>
                <a:cs typeface="Tahoma"/>
              </a:rPr>
              <a:t>practice</a:t>
            </a:r>
            <a:endParaRPr sz="3200" dirty="0">
              <a:latin typeface="Tahoma"/>
              <a:cs typeface="Tahoma"/>
            </a:endParaRPr>
          </a:p>
          <a:p>
            <a:pPr marL="630555" indent="-274955">
              <a:lnSpc>
                <a:spcPct val="100000"/>
              </a:lnSpc>
              <a:spcBef>
                <a:spcPts val="755"/>
              </a:spcBef>
              <a:buChar char="-"/>
              <a:tabLst>
                <a:tab pos="630555" algn="l"/>
              </a:tabLst>
            </a:pPr>
            <a:r>
              <a:rPr sz="3200" dirty="0">
                <a:latin typeface="Tahoma"/>
                <a:cs typeface="Tahoma"/>
              </a:rPr>
              <a:t>2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PL</a:t>
            </a:r>
          </a:p>
          <a:p>
            <a:pPr marL="630555" indent="-274955">
              <a:lnSpc>
                <a:spcPct val="100000"/>
              </a:lnSpc>
              <a:spcBef>
                <a:spcPts val="765"/>
              </a:spcBef>
              <a:buChar char="-"/>
              <a:tabLst>
                <a:tab pos="630555" algn="l"/>
              </a:tabLst>
            </a:pPr>
            <a:r>
              <a:rPr sz="3200" spc="-5" dirty="0">
                <a:latin typeface="Tahoma"/>
                <a:cs typeface="Tahoma"/>
              </a:rPr>
              <a:t>Multiple</a:t>
            </a:r>
            <a:r>
              <a:rPr sz="3200" spc="-10" dirty="0">
                <a:latin typeface="Tahoma"/>
                <a:cs typeface="Tahoma"/>
              </a:rPr>
              <a:t> granularity</a:t>
            </a:r>
            <a:endParaRPr sz="3200" dirty="0">
              <a:latin typeface="Tahoma"/>
              <a:cs typeface="Tahoma"/>
            </a:endParaRPr>
          </a:p>
          <a:p>
            <a:pPr marL="630555" indent="-274955">
              <a:lnSpc>
                <a:spcPct val="100000"/>
              </a:lnSpc>
              <a:spcBef>
                <a:spcPts val="765"/>
              </a:spcBef>
              <a:buChar char="-"/>
              <a:tabLst>
                <a:tab pos="630555" algn="l"/>
              </a:tabLst>
            </a:pPr>
            <a:r>
              <a:rPr sz="3200" spc="-80" dirty="0">
                <a:latin typeface="Tahoma"/>
                <a:cs typeface="Tahoma"/>
              </a:rPr>
              <a:t>Tree </a:t>
            </a:r>
            <a:r>
              <a:rPr sz="3200" spc="-5" dirty="0">
                <a:latin typeface="Tahoma"/>
                <a:cs typeface="Tahoma"/>
              </a:rPr>
              <a:t>(index)</a:t>
            </a:r>
            <a:r>
              <a:rPr sz="3200" spc="6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protocols</a:t>
            </a:r>
            <a:endParaRPr sz="3200" dirty="0">
              <a:latin typeface="Tahoma"/>
              <a:cs typeface="Tahoma"/>
            </a:endParaRPr>
          </a:p>
          <a:p>
            <a:pPr marL="630555" indent="-274955">
              <a:lnSpc>
                <a:spcPct val="100000"/>
              </a:lnSpc>
              <a:spcBef>
                <a:spcPts val="765"/>
              </a:spcBef>
              <a:buChar char="-"/>
              <a:tabLst>
                <a:tab pos="630555" algn="l"/>
              </a:tabLst>
            </a:pPr>
            <a:r>
              <a:rPr sz="3200" spc="-20" dirty="0">
                <a:latin typeface="Tahoma"/>
                <a:cs typeface="Tahoma"/>
              </a:rPr>
              <a:t>Validation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</TotalTime>
  <Words>5931</Words>
  <Application>Microsoft Office PowerPoint</Application>
  <PresentationFormat>全屏显示(4:3)</PresentationFormat>
  <Paragraphs>1378</Paragraphs>
  <Slides>117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117</vt:i4>
      </vt:variant>
    </vt:vector>
  </HeadingPairs>
  <TitlesOfParts>
    <vt:vector size="124" baseType="lpstr">
      <vt:lpstr>Calibri</vt:lpstr>
      <vt:lpstr>Symbol</vt:lpstr>
      <vt:lpstr>Tahoma</vt:lpstr>
      <vt:lpstr>Times New Roman</vt:lpstr>
      <vt:lpstr>Wingdings</vt:lpstr>
      <vt:lpstr>Wingdings 2</vt:lpstr>
      <vt:lpstr>Office Theme</vt:lpstr>
      <vt:lpstr>Chapter 13: Concurrency  Control</vt:lpstr>
      <vt:lpstr>Concurrency Control</vt:lpstr>
      <vt:lpstr>Example:</vt:lpstr>
      <vt:lpstr>Schedule A</vt:lpstr>
      <vt:lpstr>Schedule B</vt:lpstr>
      <vt:lpstr>Schedule C</vt:lpstr>
      <vt:lpstr>Schedule D</vt:lpstr>
      <vt:lpstr>Schedule E</vt:lpstr>
      <vt:lpstr>PowerPoint 演示文稿</vt:lpstr>
      <vt:lpstr>PowerPoint 演示文稿</vt:lpstr>
      <vt:lpstr>PowerPoint 演示文稿</vt:lpstr>
      <vt:lpstr>PowerPoint 演示文稿</vt:lpstr>
      <vt:lpstr>Returning to Sc</vt:lpstr>
      <vt:lpstr>Concepts</vt:lpstr>
      <vt:lpstr>What about concurrent actions?</vt:lpstr>
      <vt:lpstr>PowerPoint 演示文稿</vt:lpstr>
      <vt:lpstr>What about conflicting, concurrent actions  on same object?</vt:lpstr>
      <vt:lpstr>Definition</vt:lpstr>
      <vt:lpstr>PowerPoint 演示文稿</vt:lpstr>
      <vt:lpstr>Precedence graph优先级图 P(S) (S is schedule)</vt:lpstr>
      <vt:lpstr>Exercise:</vt:lpstr>
      <vt:lpstr>Another Exercise:</vt:lpstr>
      <vt:lpstr>Lemma引理</vt:lpstr>
      <vt:lpstr>PowerPoint 演示文稿</vt:lpstr>
      <vt:lpstr>Theorem</vt:lpstr>
      <vt:lpstr>Theorem</vt:lpstr>
      <vt:lpstr>How to enforce serializable  schedules?</vt:lpstr>
      <vt:lpstr>How to enforce serializable  schedules?</vt:lpstr>
      <vt:lpstr>A locking protocol锁协议</vt:lpstr>
      <vt:lpstr>PowerPoint 演示文稿</vt:lpstr>
      <vt:lpstr>Rule #2 Legal scheduler</vt:lpstr>
      <vt:lpstr>Exercise:</vt:lpstr>
      <vt:lpstr>Exercise:</vt:lpstr>
      <vt:lpstr>Schedule F</vt:lpstr>
      <vt:lpstr>Schedule F</vt:lpstr>
      <vt:lpstr>Rule #3 Two phase locking (2PL) 两相锁定（2PL） for transactions</vt:lpstr>
      <vt:lpstr># locks  held by  Ti</vt:lpstr>
      <vt:lpstr>Schedule G</vt:lpstr>
      <vt:lpstr>Schedule G</vt:lpstr>
      <vt:lpstr>Schedule G</vt:lpstr>
      <vt:lpstr>Schedule H</vt:lpstr>
      <vt:lpstr>PowerPoint 演示文稿</vt:lpstr>
      <vt:lpstr>Next step:</vt:lpstr>
      <vt:lpstr>Conflict rules for li(A), ui(A):</vt:lpstr>
      <vt:lpstr>PowerPoint 演示文稿</vt:lpstr>
      <vt:lpstr>PowerPoint 演示文稿</vt:lpstr>
      <vt:lpstr>Theorem Rules #1,2,3  conflict</vt:lpstr>
      <vt:lpstr>PowerPoint 演示文稿</vt:lpstr>
      <vt:lpstr>Shared locks</vt:lpstr>
      <vt:lpstr>PowerPoint 演示文稿</vt:lpstr>
      <vt:lpstr>Rule #1 Well formed transactions</vt:lpstr>
      <vt:lpstr>PowerPoint 演示文稿</vt:lpstr>
      <vt:lpstr>Option 2: Upgrade</vt:lpstr>
      <vt:lpstr>Rule #2 Legal scheduler</vt:lpstr>
      <vt:lpstr>A way to summarize Rule #2</vt:lpstr>
      <vt:lpstr>Rule # 3 2PL transactions</vt:lpstr>
      <vt:lpstr>Theorem  Rules 1,2,3  Conf.serializable  for S/X locks  schedules</vt:lpstr>
      <vt:lpstr>Lock types beyond S/X</vt:lpstr>
      <vt:lpstr>Example (1): increment lock</vt:lpstr>
      <vt:lpstr>Comp</vt:lpstr>
      <vt:lpstr>Comp</vt:lpstr>
      <vt:lpstr>Update locks</vt:lpstr>
      <vt:lpstr>PowerPoint 演示文稿</vt:lpstr>
      <vt:lpstr>New request</vt:lpstr>
      <vt:lpstr>New request</vt:lpstr>
      <vt:lpstr>PowerPoint 演示文稿</vt:lpstr>
      <vt:lpstr>How does locking work in practice?</vt:lpstr>
      <vt:lpstr>Sample Locking System:</vt:lpstr>
      <vt:lpstr>PowerPoint 演示文稿</vt:lpstr>
      <vt:lpstr>Lock table</vt:lpstr>
      <vt:lpstr>But use hash table:</vt:lpstr>
      <vt:lpstr>Lock info for A - example</vt:lpstr>
      <vt:lpstr>What are the objects we lock?</vt:lpstr>
      <vt:lpstr>PowerPoint 演示文稿</vt:lpstr>
      <vt:lpstr>We can have it both ways!!</vt:lpstr>
      <vt:lpstr>Example</vt:lpstr>
      <vt:lpstr>Example</vt:lpstr>
      <vt:lpstr>Multiple granularity</vt:lpstr>
      <vt:lpstr>Multiple granularity</vt:lpstr>
      <vt:lpstr>Child can be  locked in</vt:lpstr>
      <vt:lpstr>Child can be locked by same transaction in</vt:lpstr>
      <vt:lpstr>Rules</vt:lpstr>
      <vt:lpstr>Exercise:</vt:lpstr>
      <vt:lpstr>Exercise:</vt:lpstr>
      <vt:lpstr>Exercise:</vt:lpstr>
      <vt:lpstr>Exercise:</vt:lpstr>
      <vt:lpstr>Exercise:</vt:lpstr>
      <vt:lpstr>Insert + delete operations</vt:lpstr>
      <vt:lpstr>Modifications to locking rules:</vt:lpstr>
      <vt:lpstr>Still have a problem:</vt:lpstr>
      <vt:lpstr>T1: Insert &lt;04,Kerry,…&gt; into R  T2: Insert &lt;04,Bush,…&gt; into R</vt:lpstr>
      <vt:lpstr>Solution</vt:lpstr>
      <vt:lpstr>Back to example</vt:lpstr>
      <vt:lpstr>Instead of using R, can use index on R:</vt:lpstr>
      <vt:lpstr>PowerPoint 演示文稿</vt:lpstr>
      <vt:lpstr>Next:</vt:lpstr>
      <vt:lpstr>Example</vt:lpstr>
      <vt:lpstr>Idea: traverse like “Monkey Bars”</vt:lpstr>
      <vt:lpstr>Why does this work?</vt:lpstr>
      <vt:lpstr>Rules: tree protocol (exclusive locks)</vt:lpstr>
      <vt:lpstr>PowerPoint 演示文稿</vt:lpstr>
      <vt:lpstr>Tree Protocol with Shared Locks</vt:lpstr>
      <vt:lpstr>Tree Protocol with Shared Locks</vt:lpstr>
      <vt:lpstr>Tree Protocol with Shared Locks</vt:lpstr>
      <vt:lpstr>Validation</vt:lpstr>
      <vt:lpstr>Key idea</vt:lpstr>
      <vt:lpstr>PowerPoint 演示文稿</vt:lpstr>
      <vt:lpstr>Example of what validation must prevent:</vt:lpstr>
      <vt:lpstr>allow</vt:lpstr>
      <vt:lpstr>Another thing validation must prevent:</vt:lpstr>
      <vt:lpstr>allow  Another thing validation must prevent:</vt:lpstr>
      <vt:lpstr>Validation rules for Tj:</vt:lpstr>
      <vt:lpstr>Check (Tj): For Ti  VAL - IGNORE (Tj) DO</vt:lpstr>
      <vt:lpstr>Improving Check(Tj)</vt:lpstr>
      <vt:lpstr>Exercise:</vt:lpstr>
      <vt:lpstr>PowerPoint 演示文稿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- Vel</cp:lastModifiedBy>
  <cp:revision>4</cp:revision>
  <dcterms:created xsi:type="dcterms:W3CDTF">2024-06-19T09:22:32Z</dcterms:created>
  <dcterms:modified xsi:type="dcterms:W3CDTF">2024-06-22T06:45:00Z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2020-09-23T00:00:00Z</vt:filetime>
  </property>
  <property fmtid="{D5CDD505-2E9C-101B-9397-08002B2CF9AE}" pid="3" name="Creator">
    <vt:lpwstr>WPS 演示</vt:lpwstr>
  </property>
  <property fmtid="{D5CDD505-2E9C-101B-9397-08002B2CF9AE}" pid="4" name="LastSaved">
    <vt:filetime>2024-06-19T00:00:00Z</vt:filetime>
  </property>
</Properties>
</file>